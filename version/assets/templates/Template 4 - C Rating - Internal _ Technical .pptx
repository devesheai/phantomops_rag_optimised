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3"/>
    <p:sldMasterId id="2147483848" r:id="rId4"/>
    <p:sldMasterId id="2147483867" r:id="rId5"/>
  </p:sldMasterIdLst>
  <p:notesMasterIdLst>
    <p:notesMasterId r:id="rId16"/>
  </p:notesMasterIdLst>
  <p:handoutMasterIdLst>
    <p:handoutMasterId r:id="rId17"/>
  </p:handoutMasterIdLst>
  <p:sldIdLst>
    <p:sldId id="256" r:id="rId6"/>
    <p:sldId id="257" r:id="rId7"/>
    <p:sldId id="258" r:id="rId8"/>
    <p:sldId id="259" r:id="rId9"/>
    <p:sldId id="260" r:id="rId10"/>
    <p:sldId id="261" r:id="rId11"/>
    <p:sldId id="266" r:id="rId12"/>
    <p:sldId id="263"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eyaraj R" initials="vR" lastIdx="7" clrIdx="0">
    <p:extLst>
      <p:ext uri="{19B8F6BF-5375-455C-9EA6-DF929625EA0E}">
        <p15:presenceInfo xmlns:p15="http://schemas.microsoft.com/office/powerpoint/2012/main" userId="9922a1924765fb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CE5"/>
    <a:srgbClr val="262626"/>
    <a:srgbClr val="231F20"/>
    <a:srgbClr val="FFFFFF"/>
    <a:srgbClr val="343434"/>
    <a:srgbClr val="FEFEFE"/>
    <a:srgbClr val="112645"/>
    <a:srgbClr val="233752"/>
    <a:srgbClr val="EEC543"/>
    <a:srgbClr val="69F2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8" autoAdjust="0"/>
    <p:restoredTop sz="96081" autoAdjust="0"/>
  </p:normalViewPr>
  <p:slideViewPr>
    <p:cSldViewPr snapToGrid="0" snapToObjects="1" showGuides="1">
      <p:cViewPr varScale="1">
        <p:scale>
          <a:sx n="110" d="100"/>
          <a:sy n="110" d="100"/>
        </p:scale>
        <p:origin x="39" y="111"/>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showGuides="1">
      <p:cViewPr varScale="1">
        <p:scale>
          <a:sx n="172" d="100"/>
          <a:sy n="172" d="100"/>
        </p:scale>
        <p:origin x="655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ustomXml" Target="../customXml/item3.xml"/><Relationship Id="rId5" Type="http://schemas.openxmlformats.org/officeDocument/2006/relationships/slideMaster" Target="slideMasters/slideMaster3.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las Lovlekar" userId="2fd52c39-4a34-4ff4-bd6d-bb07d7fb6228" providerId="ADAL" clId="{2ABCDAA8-A89D-430C-8AEC-6C227A5D233A}"/>
    <pc:docChg chg="delSld">
      <pc:chgData name="Kailas Lovlekar" userId="2fd52c39-4a34-4ff4-bd6d-bb07d7fb6228" providerId="ADAL" clId="{2ABCDAA8-A89D-430C-8AEC-6C227A5D233A}" dt="2024-01-19T14:15:56.536" v="0" actId="47"/>
      <pc:docMkLst>
        <pc:docMk/>
      </pc:docMkLst>
      <pc:sldChg chg="del">
        <pc:chgData name="Kailas Lovlekar" userId="2fd52c39-4a34-4ff4-bd6d-bb07d7fb6228" providerId="ADAL" clId="{2ABCDAA8-A89D-430C-8AEC-6C227A5D233A}" dt="2024-01-19T14:15:56.536" v="0" actId="47"/>
        <pc:sldMkLst>
          <pc:docMk/>
          <pc:sldMk cId="509203948" sldId="267"/>
        </pc:sldMkLst>
      </pc:sldChg>
      <pc:sldChg chg="del">
        <pc:chgData name="Kailas Lovlekar" userId="2fd52c39-4a34-4ff4-bd6d-bb07d7fb6228" providerId="ADAL" clId="{2ABCDAA8-A89D-430C-8AEC-6C227A5D233A}" dt="2024-01-19T14:15:56.536" v="0" actId="47"/>
        <pc:sldMkLst>
          <pc:docMk/>
          <pc:sldMk cId="2471821505" sldId="268"/>
        </pc:sldMkLst>
      </pc:sldChg>
      <pc:sldChg chg="del">
        <pc:chgData name="Kailas Lovlekar" userId="2fd52c39-4a34-4ff4-bd6d-bb07d7fb6228" providerId="ADAL" clId="{2ABCDAA8-A89D-430C-8AEC-6C227A5D233A}" dt="2024-01-19T14:15:56.536" v="0" actId="47"/>
        <pc:sldMkLst>
          <pc:docMk/>
          <pc:sldMk cId="2621978994" sldId="270"/>
        </pc:sldMkLst>
      </pc:sldChg>
      <pc:sldChg chg="del">
        <pc:chgData name="Kailas Lovlekar" userId="2fd52c39-4a34-4ff4-bd6d-bb07d7fb6228" providerId="ADAL" clId="{2ABCDAA8-A89D-430C-8AEC-6C227A5D233A}" dt="2024-01-19T14:15:56.536" v="0" actId="47"/>
        <pc:sldMkLst>
          <pc:docMk/>
          <pc:sldMk cId="951331959" sldId="271"/>
        </pc:sldMkLst>
      </pc:sldChg>
      <pc:sldChg chg="del">
        <pc:chgData name="Kailas Lovlekar" userId="2fd52c39-4a34-4ff4-bd6d-bb07d7fb6228" providerId="ADAL" clId="{2ABCDAA8-A89D-430C-8AEC-6C227A5D233A}" dt="2024-01-19T14:15:56.536" v="0" actId="47"/>
        <pc:sldMkLst>
          <pc:docMk/>
          <pc:sldMk cId="1113496026" sldId="272"/>
        </pc:sldMkLst>
      </pc:sldChg>
      <pc:sldChg chg="del">
        <pc:chgData name="Kailas Lovlekar" userId="2fd52c39-4a34-4ff4-bd6d-bb07d7fb6228" providerId="ADAL" clId="{2ABCDAA8-A89D-430C-8AEC-6C227A5D233A}" dt="2024-01-19T14:15:56.536" v="0" actId="47"/>
        <pc:sldMkLst>
          <pc:docMk/>
          <pc:sldMk cId="2115678983" sldId="274"/>
        </pc:sldMkLst>
      </pc:sldChg>
      <pc:sldChg chg="del">
        <pc:chgData name="Kailas Lovlekar" userId="2fd52c39-4a34-4ff4-bd6d-bb07d7fb6228" providerId="ADAL" clId="{2ABCDAA8-A89D-430C-8AEC-6C227A5D233A}" dt="2024-01-19T14:15:56.536" v="0" actId="47"/>
        <pc:sldMkLst>
          <pc:docMk/>
          <pc:sldMk cId="3052523209" sldId="276"/>
        </pc:sldMkLst>
      </pc:sldChg>
      <pc:sldChg chg="del">
        <pc:chgData name="Kailas Lovlekar" userId="2fd52c39-4a34-4ff4-bd6d-bb07d7fb6228" providerId="ADAL" clId="{2ABCDAA8-A89D-430C-8AEC-6C227A5D233A}" dt="2024-01-19T14:15:56.536" v="0" actId="47"/>
        <pc:sldMkLst>
          <pc:docMk/>
          <pc:sldMk cId="3463683529" sldId="278"/>
        </pc:sldMkLst>
      </pc:sldChg>
      <pc:sldChg chg="del">
        <pc:chgData name="Kailas Lovlekar" userId="2fd52c39-4a34-4ff4-bd6d-bb07d7fb6228" providerId="ADAL" clId="{2ABCDAA8-A89D-430C-8AEC-6C227A5D233A}" dt="2024-01-19T14:15:56.536" v="0" actId="47"/>
        <pc:sldMkLst>
          <pc:docMk/>
          <pc:sldMk cId="4220628170" sldId="279"/>
        </pc:sldMkLst>
      </pc:sldChg>
      <pc:sldChg chg="del">
        <pc:chgData name="Kailas Lovlekar" userId="2fd52c39-4a34-4ff4-bd6d-bb07d7fb6228" providerId="ADAL" clId="{2ABCDAA8-A89D-430C-8AEC-6C227A5D233A}" dt="2024-01-19T14:15:56.536" v="0" actId="47"/>
        <pc:sldMkLst>
          <pc:docMk/>
          <pc:sldMk cId="3467645054" sldId="280"/>
        </pc:sldMkLst>
      </pc:sldChg>
      <pc:sldChg chg="del">
        <pc:chgData name="Kailas Lovlekar" userId="2fd52c39-4a34-4ff4-bd6d-bb07d7fb6228" providerId="ADAL" clId="{2ABCDAA8-A89D-430C-8AEC-6C227A5D233A}" dt="2024-01-19T14:15:56.536" v="0" actId="47"/>
        <pc:sldMkLst>
          <pc:docMk/>
          <pc:sldMk cId="864121951" sldId="281"/>
        </pc:sldMkLst>
      </pc:sldChg>
      <pc:sldChg chg="del">
        <pc:chgData name="Kailas Lovlekar" userId="2fd52c39-4a34-4ff4-bd6d-bb07d7fb6228" providerId="ADAL" clId="{2ABCDAA8-A89D-430C-8AEC-6C227A5D233A}" dt="2024-01-19T14:15:56.536" v="0" actId="47"/>
        <pc:sldMkLst>
          <pc:docMk/>
          <pc:sldMk cId="2951006448" sldId="282"/>
        </pc:sldMkLst>
      </pc:sldChg>
      <pc:sldChg chg="del">
        <pc:chgData name="Kailas Lovlekar" userId="2fd52c39-4a34-4ff4-bd6d-bb07d7fb6228" providerId="ADAL" clId="{2ABCDAA8-A89D-430C-8AEC-6C227A5D233A}" dt="2024-01-19T14:15:56.536" v="0" actId="47"/>
        <pc:sldMkLst>
          <pc:docMk/>
          <pc:sldMk cId="2122978197" sldId="283"/>
        </pc:sldMkLst>
      </pc:sldChg>
      <pc:sldChg chg="del">
        <pc:chgData name="Kailas Lovlekar" userId="2fd52c39-4a34-4ff4-bd6d-bb07d7fb6228" providerId="ADAL" clId="{2ABCDAA8-A89D-430C-8AEC-6C227A5D233A}" dt="2024-01-19T14:15:56.536" v="0" actId="47"/>
        <pc:sldMkLst>
          <pc:docMk/>
          <pc:sldMk cId="2816147932" sldId="285"/>
        </pc:sldMkLst>
      </pc:sldChg>
      <pc:sldChg chg="del">
        <pc:chgData name="Kailas Lovlekar" userId="2fd52c39-4a34-4ff4-bd6d-bb07d7fb6228" providerId="ADAL" clId="{2ABCDAA8-A89D-430C-8AEC-6C227A5D233A}" dt="2024-01-19T14:15:56.536" v="0" actId="47"/>
        <pc:sldMkLst>
          <pc:docMk/>
          <pc:sldMk cId="4050469980" sldId="286"/>
        </pc:sldMkLst>
      </pc:sldChg>
      <pc:sldChg chg="del">
        <pc:chgData name="Kailas Lovlekar" userId="2fd52c39-4a34-4ff4-bd6d-bb07d7fb6228" providerId="ADAL" clId="{2ABCDAA8-A89D-430C-8AEC-6C227A5D233A}" dt="2024-01-19T14:15:56.536" v="0" actId="47"/>
        <pc:sldMkLst>
          <pc:docMk/>
          <pc:sldMk cId="2212674914" sldId="287"/>
        </pc:sldMkLst>
      </pc:sldChg>
      <pc:sldChg chg="del">
        <pc:chgData name="Kailas Lovlekar" userId="2fd52c39-4a34-4ff4-bd6d-bb07d7fb6228" providerId="ADAL" clId="{2ABCDAA8-A89D-430C-8AEC-6C227A5D233A}" dt="2024-01-19T14:15:56.536" v="0" actId="47"/>
        <pc:sldMkLst>
          <pc:docMk/>
          <pc:sldMk cId="3684743180" sldId="288"/>
        </pc:sldMkLst>
      </pc:sldChg>
      <pc:sldChg chg="del">
        <pc:chgData name="Kailas Lovlekar" userId="2fd52c39-4a34-4ff4-bd6d-bb07d7fb6228" providerId="ADAL" clId="{2ABCDAA8-A89D-430C-8AEC-6C227A5D233A}" dt="2024-01-19T14:15:56.536" v="0" actId="47"/>
        <pc:sldMkLst>
          <pc:docMk/>
          <pc:sldMk cId="3543146263" sldId="289"/>
        </pc:sldMkLst>
      </pc:sldChg>
      <pc:sldChg chg="del">
        <pc:chgData name="Kailas Lovlekar" userId="2fd52c39-4a34-4ff4-bd6d-bb07d7fb6228" providerId="ADAL" clId="{2ABCDAA8-A89D-430C-8AEC-6C227A5D233A}" dt="2024-01-19T14:15:56.536" v="0" actId="47"/>
        <pc:sldMkLst>
          <pc:docMk/>
          <pc:sldMk cId="2999395659" sldId="290"/>
        </pc:sldMkLst>
      </pc:sldChg>
      <pc:sldChg chg="del">
        <pc:chgData name="Kailas Lovlekar" userId="2fd52c39-4a34-4ff4-bd6d-bb07d7fb6228" providerId="ADAL" clId="{2ABCDAA8-A89D-430C-8AEC-6C227A5D233A}" dt="2024-01-19T14:15:56.536" v="0" actId="47"/>
        <pc:sldMkLst>
          <pc:docMk/>
          <pc:sldMk cId="1435791045" sldId="291"/>
        </pc:sldMkLst>
      </pc:sldChg>
    </pc:docChg>
  </pc:docChgLst>
  <pc:docChgLst>
    <pc:chgData name="Kailas Lovlekar" userId="2fd52c39-4a34-4ff4-bd6d-bb07d7fb6228" providerId="ADAL" clId="{6C725117-A44B-46AA-A8BB-B17EDDA49FA9}"/>
    <pc:docChg chg="custSel addSld delSld modSld">
      <pc:chgData name="Kailas Lovlekar" userId="2fd52c39-4a34-4ff4-bd6d-bb07d7fb6228" providerId="ADAL" clId="{6C725117-A44B-46AA-A8BB-B17EDDA49FA9}" dt="2024-01-29T19:18:56.791" v="23" actId="2696"/>
      <pc:docMkLst>
        <pc:docMk/>
      </pc:docMkLst>
      <pc:sldChg chg="modSp mod">
        <pc:chgData name="Kailas Lovlekar" userId="2fd52c39-4a34-4ff4-bd6d-bb07d7fb6228" providerId="ADAL" clId="{6C725117-A44B-46AA-A8BB-B17EDDA49FA9}" dt="2024-01-19T14:16:28.029" v="13" actId="20577"/>
        <pc:sldMkLst>
          <pc:docMk/>
          <pc:sldMk cId="1314544904" sldId="265"/>
        </pc:sldMkLst>
        <pc:spChg chg="mod">
          <ac:chgData name="Kailas Lovlekar" userId="2fd52c39-4a34-4ff4-bd6d-bb07d7fb6228" providerId="ADAL" clId="{6C725117-A44B-46AA-A8BB-B17EDDA49FA9}" dt="2024-01-19T14:16:28.029" v="13" actId="20577"/>
          <ac:spMkLst>
            <pc:docMk/>
            <pc:sldMk cId="1314544904" sldId="265"/>
            <ac:spMk id="8" creationId="{2C593CA6-E3FE-D910-930F-202DCC686A1E}"/>
          </ac:spMkLst>
        </pc:spChg>
      </pc:sldChg>
      <pc:sldChg chg="addSp delSp modSp new del mod modClrScheme chgLayout">
        <pc:chgData name="Kailas Lovlekar" userId="2fd52c39-4a34-4ff4-bd6d-bb07d7fb6228" providerId="ADAL" clId="{6C725117-A44B-46AA-A8BB-B17EDDA49FA9}" dt="2024-01-29T19:18:56.791" v="23" actId="2696"/>
        <pc:sldMkLst>
          <pc:docMk/>
          <pc:sldMk cId="2364078695" sldId="267"/>
        </pc:sldMkLst>
        <pc:spChg chg="del">
          <ac:chgData name="Kailas Lovlekar" userId="2fd52c39-4a34-4ff4-bd6d-bb07d7fb6228" providerId="ADAL" clId="{6C725117-A44B-46AA-A8BB-B17EDDA49FA9}" dt="2024-01-29T19:17:21.568" v="15" actId="700"/>
          <ac:spMkLst>
            <pc:docMk/>
            <pc:sldMk cId="2364078695" sldId="267"/>
            <ac:spMk id="2" creationId="{2B1788F3-0B34-B94F-44AD-59F88F93AA2A}"/>
          </ac:spMkLst>
        </pc:spChg>
        <pc:spChg chg="del mod ord">
          <ac:chgData name="Kailas Lovlekar" userId="2fd52c39-4a34-4ff4-bd6d-bb07d7fb6228" providerId="ADAL" clId="{6C725117-A44B-46AA-A8BB-B17EDDA49FA9}" dt="2024-01-29T19:17:21.568" v="15" actId="700"/>
          <ac:spMkLst>
            <pc:docMk/>
            <pc:sldMk cId="2364078695" sldId="267"/>
            <ac:spMk id="3" creationId="{BA0103D2-E069-7C99-E0D1-C9ED5B36BD8F}"/>
          </ac:spMkLst>
        </pc:spChg>
        <pc:spChg chg="del mod ord">
          <ac:chgData name="Kailas Lovlekar" userId="2fd52c39-4a34-4ff4-bd6d-bb07d7fb6228" providerId="ADAL" clId="{6C725117-A44B-46AA-A8BB-B17EDDA49FA9}" dt="2024-01-29T19:17:21.568" v="15" actId="700"/>
          <ac:spMkLst>
            <pc:docMk/>
            <pc:sldMk cId="2364078695" sldId="267"/>
            <ac:spMk id="4" creationId="{6288C41B-FE6B-0AB1-7B7C-28C6941FE58E}"/>
          </ac:spMkLst>
        </pc:spChg>
        <pc:spChg chg="del mod ord">
          <ac:chgData name="Kailas Lovlekar" userId="2fd52c39-4a34-4ff4-bd6d-bb07d7fb6228" providerId="ADAL" clId="{6C725117-A44B-46AA-A8BB-B17EDDA49FA9}" dt="2024-01-29T19:17:21.568" v="15" actId="700"/>
          <ac:spMkLst>
            <pc:docMk/>
            <pc:sldMk cId="2364078695" sldId="267"/>
            <ac:spMk id="5" creationId="{6EC6B667-4974-B045-F2B1-265D9DB0D56F}"/>
          </ac:spMkLst>
        </pc:spChg>
        <pc:spChg chg="add del mod ord">
          <ac:chgData name="Kailas Lovlekar" userId="2fd52c39-4a34-4ff4-bd6d-bb07d7fb6228" providerId="ADAL" clId="{6C725117-A44B-46AA-A8BB-B17EDDA49FA9}" dt="2024-01-29T19:17:29.812" v="16" actId="700"/>
          <ac:spMkLst>
            <pc:docMk/>
            <pc:sldMk cId="2364078695" sldId="267"/>
            <ac:spMk id="6" creationId="{8BD1F72E-D92E-2839-9C75-0EEA7F91087C}"/>
          </ac:spMkLst>
        </pc:spChg>
        <pc:spChg chg="add del mod ord">
          <ac:chgData name="Kailas Lovlekar" userId="2fd52c39-4a34-4ff4-bd6d-bb07d7fb6228" providerId="ADAL" clId="{6C725117-A44B-46AA-A8BB-B17EDDA49FA9}" dt="2024-01-29T19:17:29.812" v="16" actId="700"/>
          <ac:spMkLst>
            <pc:docMk/>
            <pc:sldMk cId="2364078695" sldId="267"/>
            <ac:spMk id="7" creationId="{A178AC5A-9F31-74A8-C78C-0618EF271691}"/>
          </ac:spMkLst>
        </pc:spChg>
        <pc:spChg chg="add del mod ord">
          <ac:chgData name="Kailas Lovlekar" userId="2fd52c39-4a34-4ff4-bd6d-bb07d7fb6228" providerId="ADAL" clId="{6C725117-A44B-46AA-A8BB-B17EDDA49FA9}" dt="2024-01-29T19:17:29.812" v="16" actId="700"/>
          <ac:spMkLst>
            <pc:docMk/>
            <pc:sldMk cId="2364078695" sldId="267"/>
            <ac:spMk id="8" creationId="{84A29022-4F9D-4C97-87AD-C03B2CA3B17C}"/>
          </ac:spMkLst>
        </pc:spChg>
        <pc:spChg chg="add del mod ord">
          <ac:chgData name="Kailas Lovlekar" userId="2fd52c39-4a34-4ff4-bd6d-bb07d7fb6228" providerId="ADAL" clId="{6C725117-A44B-46AA-A8BB-B17EDDA49FA9}" dt="2024-01-29T19:17:29.812" v="16" actId="700"/>
          <ac:spMkLst>
            <pc:docMk/>
            <pc:sldMk cId="2364078695" sldId="267"/>
            <ac:spMk id="9" creationId="{D8343E5A-6E67-ABCF-4DD1-704B75B31884}"/>
          </ac:spMkLst>
        </pc:spChg>
        <pc:spChg chg="add del mod ord">
          <ac:chgData name="Kailas Lovlekar" userId="2fd52c39-4a34-4ff4-bd6d-bb07d7fb6228" providerId="ADAL" clId="{6C725117-A44B-46AA-A8BB-B17EDDA49FA9}" dt="2024-01-29T19:17:29.812" v="16" actId="700"/>
          <ac:spMkLst>
            <pc:docMk/>
            <pc:sldMk cId="2364078695" sldId="267"/>
            <ac:spMk id="10" creationId="{F11B41BA-3CAA-9499-A7B1-4CBA80B9F1E5}"/>
          </ac:spMkLst>
        </pc:spChg>
        <pc:spChg chg="add del mod ord">
          <ac:chgData name="Kailas Lovlekar" userId="2fd52c39-4a34-4ff4-bd6d-bb07d7fb6228" providerId="ADAL" clId="{6C725117-A44B-46AA-A8BB-B17EDDA49FA9}" dt="2024-01-29T19:17:29.812" v="16" actId="700"/>
          <ac:spMkLst>
            <pc:docMk/>
            <pc:sldMk cId="2364078695" sldId="267"/>
            <ac:spMk id="11" creationId="{59B77005-9188-78A1-F913-850E910C70C2}"/>
          </ac:spMkLst>
        </pc:spChg>
        <pc:spChg chg="add del mod ord">
          <ac:chgData name="Kailas Lovlekar" userId="2fd52c39-4a34-4ff4-bd6d-bb07d7fb6228" providerId="ADAL" clId="{6C725117-A44B-46AA-A8BB-B17EDDA49FA9}" dt="2024-01-29T19:17:29.812" v="16" actId="700"/>
          <ac:spMkLst>
            <pc:docMk/>
            <pc:sldMk cId="2364078695" sldId="267"/>
            <ac:spMk id="12" creationId="{016F23C1-E057-07AA-2160-E32AA7892497}"/>
          </ac:spMkLst>
        </pc:spChg>
        <pc:spChg chg="add del mod ord">
          <ac:chgData name="Kailas Lovlekar" userId="2fd52c39-4a34-4ff4-bd6d-bb07d7fb6228" providerId="ADAL" clId="{6C725117-A44B-46AA-A8BB-B17EDDA49FA9}" dt="2024-01-29T19:17:29.812" v="16" actId="700"/>
          <ac:spMkLst>
            <pc:docMk/>
            <pc:sldMk cId="2364078695" sldId="267"/>
            <ac:spMk id="13" creationId="{87A1F835-ECCE-0408-62FE-080A1F3030D9}"/>
          </ac:spMkLst>
        </pc:spChg>
        <pc:spChg chg="add del mod ord">
          <ac:chgData name="Kailas Lovlekar" userId="2fd52c39-4a34-4ff4-bd6d-bb07d7fb6228" providerId="ADAL" clId="{6C725117-A44B-46AA-A8BB-B17EDDA49FA9}" dt="2024-01-29T19:17:29.812" v="16" actId="700"/>
          <ac:spMkLst>
            <pc:docMk/>
            <pc:sldMk cId="2364078695" sldId="267"/>
            <ac:spMk id="14" creationId="{DB60A584-33AE-935F-0730-EC965A5F69A2}"/>
          </ac:spMkLst>
        </pc:spChg>
        <pc:spChg chg="add del mod ord">
          <ac:chgData name="Kailas Lovlekar" userId="2fd52c39-4a34-4ff4-bd6d-bb07d7fb6228" providerId="ADAL" clId="{6C725117-A44B-46AA-A8BB-B17EDDA49FA9}" dt="2024-01-29T19:17:29.812" v="16" actId="700"/>
          <ac:spMkLst>
            <pc:docMk/>
            <pc:sldMk cId="2364078695" sldId="267"/>
            <ac:spMk id="15" creationId="{0A713496-7FAF-35BB-50E0-1D3BF473307B}"/>
          </ac:spMkLst>
        </pc:spChg>
        <pc:spChg chg="add del mod ord">
          <ac:chgData name="Kailas Lovlekar" userId="2fd52c39-4a34-4ff4-bd6d-bb07d7fb6228" providerId="ADAL" clId="{6C725117-A44B-46AA-A8BB-B17EDDA49FA9}" dt="2024-01-29T19:17:29.812" v="16" actId="700"/>
          <ac:spMkLst>
            <pc:docMk/>
            <pc:sldMk cId="2364078695" sldId="267"/>
            <ac:spMk id="16" creationId="{BB67C398-97D6-28AE-D7EC-EB181BEBB7AA}"/>
          </ac:spMkLst>
        </pc:spChg>
        <pc:spChg chg="add del mod ord">
          <ac:chgData name="Kailas Lovlekar" userId="2fd52c39-4a34-4ff4-bd6d-bb07d7fb6228" providerId="ADAL" clId="{6C725117-A44B-46AA-A8BB-B17EDDA49FA9}" dt="2024-01-29T19:17:29.812" v="16" actId="700"/>
          <ac:spMkLst>
            <pc:docMk/>
            <pc:sldMk cId="2364078695" sldId="267"/>
            <ac:spMk id="17" creationId="{A4AD1291-2804-7429-AFF5-D6076E459C1D}"/>
          </ac:spMkLst>
        </pc:spChg>
        <pc:spChg chg="add del mod ord">
          <ac:chgData name="Kailas Lovlekar" userId="2fd52c39-4a34-4ff4-bd6d-bb07d7fb6228" providerId="ADAL" clId="{6C725117-A44B-46AA-A8BB-B17EDDA49FA9}" dt="2024-01-29T19:17:37.172" v="17" actId="700"/>
          <ac:spMkLst>
            <pc:docMk/>
            <pc:sldMk cId="2364078695" sldId="267"/>
            <ac:spMk id="18" creationId="{C03AD8E9-4F9D-898E-0B3D-B18FD08126F3}"/>
          </ac:spMkLst>
        </pc:spChg>
        <pc:spChg chg="add del mod ord">
          <ac:chgData name="Kailas Lovlekar" userId="2fd52c39-4a34-4ff4-bd6d-bb07d7fb6228" providerId="ADAL" clId="{6C725117-A44B-46AA-A8BB-B17EDDA49FA9}" dt="2024-01-29T19:17:37.172" v="17" actId="700"/>
          <ac:spMkLst>
            <pc:docMk/>
            <pc:sldMk cId="2364078695" sldId="267"/>
            <ac:spMk id="19" creationId="{197E528F-DC3D-FFE5-192A-85BB810A7667}"/>
          </ac:spMkLst>
        </pc:spChg>
        <pc:spChg chg="add del mod ord">
          <ac:chgData name="Kailas Lovlekar" userId="2fd52c39-4a34-4ff4-bd6d-bb07d7fb6228" providerId="ADAL" clId="{6C725117-A44B-46AA-A8BB-B17EDDA49FA9}" dt="2024-01-29T19:17:37.172" v="17" actId="700"/>
          <ac:spMkLst>
            <pc:docMk/>
            <pc:sldMk cId="2364078695" sldId="267"/>
            <ac:spMk id="20" creationId="{FDABF035-A05D-A718-8E55-EF3498ED9E94}"/>
          </ac:spMkLst>
        </pc:spChg>
        <pc:spChg chg="add del mod ord">
          <ac:chgData name="Kailas Lovlekar" userId="2fd52c39-4a34-4ff4-bd6d-bb07d7fb6228" providerId="ADAL" clId="{6C725117-A44B-46AA-A8BB-B17EDDA49FA9}" dt="2024-01-29T19:17:37.172" v="17" actId="700"/>
          <ac:spMkLst>
            <pc:docMk/>
            <pc:sldMk cId="2364078695" sldId="267"/>
            <ac:spMk id="21" creationId="{05FE14F9-31D7-8CC3-B29B-C46E3CFA909B}"/>
          </ac:spMkLst>
        </pc:spChg>
        <pc:spChg chg="add del mod ord">
          <ac:chgData name="Kailas Lovlekar" userId="2fd52c39-4a34-4ff4-bd6d-bb07d7fb6228" providerId="ADAL" clId="{6C725117-A44B-46AA-A8BB-B17EDDA49FA9}" dt="2024-01-29T19:18:01.584" v="18" actId="700"/>
          <ac:spMkLst>
            <pc:docMk/>
            <pc:sldMk cId="2364078695" sldId="267"/>
            <ac:spMk id="22" creationId="{CE5A8D0E-6A8E-3043-9F89-FC73D9E41F2B}"/>
          </ac:spMkLst>
        </pc:spChg>
        <pc:spChg chg="add del mod ord">
          <ac:chgData name="Kailas Lovlekar" userId="2fd52c39-4a34-4ff4-bd6d-bb07d7fb6228" providerId="ADAL" clId="{6C725117-A44B-46AA-A8BB-B17EDDA49FA9}" dt="2024-01-29T19:18:01.584" v="18" actId="700"/>
          <ac:spMkLst>
            <pc:docMk/>
            <pc:sldMk cId="2364078695" sldId="267"/>
            <ac:spMk id="23" creationId="{F1E2AE07-2E9D-205F-88D2-0195C03EA969}"/>
          </ac:spMkLst>
        </pc:spChg>
        <pc:spChg chg="add del mod ord">
          <ac:chgData name="Kailas Lovlekar" userId="2fd52c39-4a34-4ff4-bd6d-bb07d7fb6228" providerId="ADAL" clId="{6C725117-A44B-46AA-A8BB-B17EDDA49FA9}" dt="2024-01-29T19:18:01.584" v="18" actId="700"/>
          <ac:spMkLst>
            <pc:docMk/>
            <pc:sldMk cId="2364078695" sldId="267"/>
            <ac:spMk id="24" creationId="{403F15D0-399B-FAC1-42EC-C3DE03B62305}"/>
          </ac:spMkLst>
        </pc:spChg>
        <pc:spChg chg="add del mod ord">
          <ac:chgData name="Kailas Lovlekar" userId="2fd52c39-4a34-4ff4-bd6d-bb07d7fb6228" providerId="ADAL" clId="{6C725117-A44B-46AA-A8BB-B17EDDA49FA9}" dt="2024-01-29T19:18:01.584" v="18" actId="700"/>
          <ac:spMkLst>
            <pc:docMk/>
            <pc:sldMk cId="2364078695" sldId="267"/>
            <ac:spMk id="25" creationId="{38E68039-871D-7B43-0ED3-D6117E619715}"/>
          </ac:spMkLst>
        </pc:spChg>
        <pc:spChg chg="add del mod ord">
          <ac:chgData name="Kailas Lovlekar" userId="2fd52c39-4a34-4ff4-bd6d-bb07d7fb6228" providerId="ADAL" clId="{6C725117-A44B-46AA-A8BB-B17EDDA49FA9}" dt="2024-01-29T19:18:01.584" v="18" actId="700"/>
          <ac:spMkLst>
            <pc:docMk/>
            <pc:sldMk cId="2364078695" sldId="267"/>
            <ac:spMk id="26" creationId="{42586793-715F-4A86-5CAD-9D4399B649B3}"/>
          </ac:spMkLst>
        </pc:spChg>
        <pc:spChg chg="add del mod ord">
          <ac:chgData name="Kailas Lovlekar" userId="2fd52c39-4a34-4ff4-bd6d-bb07d7fb6228" providerId="ADAL" clId="{6C725117-A44B-46AA-A8BB-B17EDDA49FA9}" dt="2024-01-29T19:18:01.584" v="18" actId="700"/>
          <ac:spMkLst>
            <pc:docMk/>
            <pc:sldMk cId="2364078695" sldId="267"/>
            <ac:spMk id="27" creationId="{E3087207-9F53-1D21-B2EA-336BA0D56776}"/>
          </ac:spMkLst>
        </pc:spChg>
        <pc:spChg chg="add del mod ord">
          <ac:chgData name="Kailas Lovlekar" userId="2fd52c39-4a34-4ff4-bd6d-bb07d7fb6228" providerId="ADAL" clId="{6C725117-A44B-46AA-A8BB-B17EDDA49FA9}" dt="2024-01-29T19:18:01.584" v="18" actId="700"/>
          <ac:spMkLst>
            <pc:docMk/>
            <pc:sldMk cId="2364078695" sldId="267"/>
            <ac:spMk id="28" creationId="{6F8FCA65-09F4-C184-83F6-C9A7E8469F85}"/>
          </ac:spMkLst>
        </pc:spChg>
        <pc:spChg chg="add del mod ord">
          <ac:chgData name="Kailas Lovlekar" userId="2fd52c39-4a34-4ff4-bd6d-bb07d7fb6228" providerId="ADAL" clId="{6C725117-A44B-46AA-A8BB-B17EDDA49FA9}" dt="2024-01-29T19:18:01.584" v="18" actId="700"/>
          <ac:spMkLst>
            <pc:docMk/>
            <pc:sldMk cId="2364078695" sldId="267"/>
            <ac:spMk id="29" creationId="{37360FBF-7B12-8D01-09DC-4AABEB8535DD}"/>
          </ac:spMkLst>
        </pc:spChg>
        <pc:spChg chg="add del mod ord">
          <ac:chgData name="Kailas Lovlekar" userId="2fd52c39-4a34-4ff4-bd6d-bb07d7fb6228" providerId="ADAL" clId="{6C725117-A44B-46AA-A8BB-B17EDDA49FA9}" dt="2024-01-29T19:18:01.584" v="18" actId="700"/>
          <ac:spMkLst>
            <pc:docMk/>
            <pc:sldMk cId="2364078695" sldId="267"/>
            <ac:spMk id="30" creationId="{DC1A024C-2460-B852-B9E3-C9EF2565674F}"/>
          </ac:spMkLst>
        </pc:spChg>
        <pc:spChg chg="add del mod ord">
          <ac:chgData name="Kailas Lovlekar" userId="2fd52c39-4a34-4ff4-bd6d-bb07d7fb6228" providerId="ADAL" clId="{6C725117-A44B-46AA-A8BB-B17EDDA49FA9}" dt="2024-01-29T19:18:01.584" v="18" actId="700"/>
          <ac:spMkLst>
            <pc:docMk/>
            <pc:sldMk cId="2364078695" sldId="267"/>
            <ac:spMk id="31" creationId="{20273938-50B8-B60D-5326-019B0E9E8401}"/>
          </ac:spMkLst>
        </pc:spChg>
        <pc:spChg chg="add del mod ord">
          <ac:chgData name="Kailas Lovlekar" userId="2fd52c39-4a34-4ff4-bd6d-bb07d7fb6228" providerId="ADAL" clId="{6C725117-A44B-46AA-A8BB-B17EDDA49FA9}" dt="2024-01-29T19:18:01.584" v="18" actId="700"/>
          <ac:spMkLst>
            <pc:docMk/>
            <pc:sldMk cId="2364078695" sldId="267"/>
            <ac:spMk id="32" creationId="{892CEBB1-529B-98EE-19E6-73C38FADB371}"/>
          </ac:spMkLst>
        </pc:spChg>
        <pc:spChg chg="add del mod ord">
          <ac:chgData name="Kailas Lovlekar" userId="2fd52c39-4a34-4ff4-bd6d-bb07d7fb6228" providerId="ADAL" clId="{6C725117-A44B-46AA-A8BB-B17EDDA49FA9}" dt="2024-01-29T19:18:01.584" v="18" actId="700"/>
          <ac:spMkLst>
            <pc:docMk/>
            <pc:sldMk cId="2364078695" sldId="267"/>
            <ac:spMk id="33" creationId="{3521B2A4-6998-8EF7-DE4A-BA399F984D47}"/>
          </ac:spMkLst>
        </pc:spChg>
        <pc:spChg chg="add del mod ord">
          <ac:chgData name="Kailas Lovlekar" userId="2fd52c39-4a34-4ff4-bd6d-bb07d7fb6228" providerId="ADAL" clId="{6C725117-A44B-46AA-A8BB-B17EDDA49FA9}" dt="2024-01-29T19:18:07.591" v="19" actId="478"/>
          <ac:spMkLst>
            <pc:docMk/>
            <pc:sldMk cId="2364078695" sldId="267"/>
            <ac:spMk id="34" creationId="{9BF5C351-04D4-C953-1340-9654B3DF125E}"/>
          </ac:spMkLst>
        </pc:spChg>
        <pc:spChg chg="add del mod ord">
          <ac:chgData name="Kailas Lovlekar" userId="2fd52c39-4a34-4ff4-bd6d-bb07d7fb6228" providerId="ADAL" clId="{6C725117-A44B-46AA-A8BB-B17EDDA49FA9}" dt="2024-01-29T19:18:07.591" v="19" actId="478"/>
          <ac:spMkLst>
            <pc:docMk/>
            <pc:sldMk cId="2364078695" sldId="267"/>
            <ac:spMk id="35" creationId="{A43686DE-E77F-581E-742D-710EAADA1A97}"/>
          </ac:spMkLst>
        </pc:spChg>
        <pc:spChg chg="add del mod ord">
          <ac:chgData name="Kailas Lovlekar" userId="2fd52c39-4a34-4ff4-bd6d-bb07d7fb6228" providerId="ADAL" clId="{6C725117-A44B-46AA-A8BB-B17EDDA49FA9}" dt="2024-01-29T19:18:07.591" v="19" actId="478"/>
          <ac:spMkLst>
            <pc:docMk/>
            <pc:sldMk cId="2364078695" sldId="267"/>
            <ac:spMk id="36" creationId="{F985DC0A-7E9B-50E3-1E2F-AB4BAD2C716C}"/>
          </ac:spMkLst>
        </pc:spChg>
        <pc:spChg chg="add del mod ord">
          <ac:chgData name="Kailas Lovlekar" userId="2fd52c39-4a34-4ff4-bd6d-bb07d7fb6228" providerId="ADAL" clId="{6C725117-A44B-46AA-A8BB-B17EDDA49FA9}" dt="2024-01-29T19:18:07.591" v="19" actId="478"/>
          <ac:spMkLst>
            <pc:docMk/>
            <pc:sldMk cId="2364078695" sldId="267"/>
            <ac:spMk id="37" creationId="{BCD54CBF-D45C-D4F0-3E11-148892875E7E}"/>
          </ac:spMkLst>
        </pc:spChg>
        <pc:spChg chg="add del mod ord">
          <ac:chgData name="Kailas Lovlekar" userId="2fd52c39-4a34-4ff4-bd6d-bb07d7fb6228" providerId="ADAL" clId="{6C725117-A44B-46AA-A8BB-B17EDDA49FA9}" dt="2024-01-29T19:18:07.591" v="19" actId="478"/>
          <ac:spMkLst>
            <pc:docMk/>
            <pc:sldMk cId="2364078695" sldId="267"/>
            <ac:spMk id="38" creationId="{112A5813-B194-CAD4-840F-480645AF06FF}"/>
          </ac:spMkLst>
        </pc:spChg>
        <pc:spChg chg="add del mod ord">
          <ac:chgData name="Kailas Lovlekar" userId="2fd52c39-4a34-4ff4-bd6d-bb07d7fb6228" providerId="ADAL" clId="{6C725117-A44B-46AA-A8BB-B17EDDA49FA9}" dt="2024-01-29T19:18:07.591" v="19" actId="478"/>
          <ac:spMkLst>
            <pc:docMk/>
            <pc:sldMk cId="2364078695" sldId="267"/>
            <ac:spMk id="39" creationId="{1CAE6428-0680-A70B-A1D1-BAAFE536682B}"/>
          </ac:spMkLst>
        </pc:spChg>
        <pc:spChg chg="add del mod ord">
          <ac:chgData name="Kailas Lovlekar" userId="2fd52c39-4a34-4ff4-bd6d-bb07d7fb6228" providerId="ADAL" clId="{6C725117-A44B-46AA-A8BB-B17EDDA49FA9}" dt="2024-01-29T19:18:07.591" v="19" actId="478"/>
          <ac:spMkLst>
            <pc:docMk/>
            <pc:sldMk cId="2364078695" sldId="267"/>
            <ac:spMk id="40" creationId="{4EDA34CF-5DE2-F412-768B-0C3C57B789EA}"/>
          </ac:spMkLst>
        </pc:spChg>
        <pc:spChg chg="add del mod ord">
          <ac:chgData name="Kailas Lovlekar" userId="2fd52c39-4a34-4ff4-bd6d-bb07d7fb6228" providerId="ADAL" clId="{6C725117-A44B-46AA-A8BB-B17EDDA49FA9}" dt="2024-01-29T19:18:07.591" v="19" actId="478"/>
          <ac:spMkLst>
            <pc:docMk/>
            <pc:sldMk cId="2364078695" sldId="267"/>
            <ac:spMk id="41" creationId="{D31890E5-8838-EDED-A8D7-2DE2479038AD}"/>
          </ac:spMkLst>
        </pc:spChg>
        <pc:spChg chg="add del mod ord">
          <ac:chgData name="Kailas Lovlekar" userId="2fd52c39-4a34-4ff4-bd6d-bb07d7fb6228" providerId="ADAL" clId="{6C725117-A44B-46AA-A8BB-B17EDDA49FA9}" dt="2024-01-29T19:18:07.591" v="19" actId="478"/>
          <ac:spMkLst>
            <pc:docMk/>
            <pc:sldMk cId="2364078695" sldId="267"/>
            <ac:spMk id="42" creationId="{8A887D25-C79D-13F6-875D-4D1025AEF162}"/>
          </ac:spMkLst>
        </pc:spChg>
        <pc:spChg chg="add del mod ord">
          <ac:chgData name="Kailas Lovlekar" userId="2fd52c39-4a34-4ff4-bd6d-bb07d7fb6228" providerId="ADAL" clId="{6C725117-A44B-46AA-A8BB-B17EDDA49FA9}" dt="2024-01-29T19:18:07.591" v="19" actId="478"/>
          <ac:spMkLst>
            <pc:docMk/>
            <pc:sldMk cId="2364078695" sldId="267"/>
            <ac:spMk id="43" creationId="{ED1D425C-E37B-6DCB-1112-24B8FD151D5C}"/>
          </ac:spMkLst>
        </pc:spChg>
        <pc:spChg chg="add del mod ord">
          <ac:chgData name="Kailas Lovlekar" userId="2fd52c39-4a34-4ff4-bd6d-bb07d7fb6228" providerId="ADAL" clId="{6C725117-A44B-46AA-A8BB-B17EDDA49FA9}" dt="2024-01-29T19:18:07.591" v="19" actId="478"/>
          <ac:spMkLst>
            <pc:docMk/>
            <pc:sldMk cId="2364078695" sldId="267"/>
            <ac:spMk id="44" creationId="{1BEAE4C6-889B-E9C0-4477-5F498830DA1F}"/>
          </ac:spMkLst>
        </pc:spChg>
        <pc:spChg chg="add del mod ord">
          <ac:chgData name="Kailas Lovlekar" userId="2fd52c39-4a34-4ff4-bd6d-bb07d7fb6228" providerId="ADAL" clId="{6C725117-A44B-46AA-A8BB-B17EDDA49FA9}" dt="2024-01-29T19:18:07.591" v="19" actId="478"/>
          <ac:spMkLst>
            <pc:docMk/>
            <pc:sldMk cId="2364078695" sldId="267"/>
            <ac:spMk id="45" creationId="{77013469-FDC0-B548-138E-3E4EE757C6F3}"/>
          </ac:spMkLst>
        </pc:spChg>
        <pc:spChg chg="add del mod ord">
          <ac:chgData name="Kailas Lovlekar" userId="2fd52c39-4a34-4ff4-bd6d-bb07d7fb6228" providerId="ADAL" clId="{6C725117-A44B-46AA-A8BB-B17EDDA49FA9}" dt="2024-01-29T19:18:07.591" v="19" actId="478"/>
          <ac:spMkLst>
            <pc:docMk/>
            <pc:sldMk cId="2364078695" sldId="267"/>
            <ac:spMk id="46" creationId="{326453F1-6499-BC93-4028-EA615383E643}"/>
          </ac:spMkLst>
        </pc:spChg>
        <pc:graphicFrameChg chg="add mod modGraphic">
          <ac:chgData name="Kailas Lovlekar" userId="2fd52c39-4a34-4ff4-bd6d-bb07d7fb6228" providerId="ADAL" clId="{6C725117-A44B-46AA-A8BB-B17EDDA49FA9}" dt="2024-01-29T19:18:25.212" v="22" actId="14100"/>
          <ac:graphicFrameMkLst>
            <pc:docMk/>
            <pc:sldMk cId="2364078695" sldId="267"/>
            <ac:graphicFrameMk id="47" creationId="{7C17FDCF-2F00-AAD5-F367-C705BFE2A82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B2AB4F-A192-3545-8EF9-E325F13462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3809840-61EB-0342-AA68-9448E55B2F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98F3BB-F397-8343-A68E-A42E99E442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764B22-6B1C-C845-B23F-15789EB2CA1E}" type="slidenum">
              <a:rPr lang="en-US" smtClean="0"/>
              <a:t>‹#›</a:t>
            </a:fld>
            <a:endParaRPr lang="en-US"/>
          </a:p>
        </p:txBody>
      </p:sp>
    </p:spTree>
    <p:extLst>
      <p:ext uri="{BB962C8B-B14F-4D97-AF65-F5344CB8AC3E}">
        <p14:creationId xmlns:p14="http://schemas.microsoft.com/office/powerpoint/2010/main" val="3143159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53373-5B75-441D-8C30-CC490FAE8AF3}" type="datetimeFigureOut">
              <a:rPr lang="en-ID" smtClean="0"/>
              <a:t>29/01/2024</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E1386-84C7-46BC-A6B4-A7275175E746}" type="slidenum">
              <a:rPr lang="en-ID" smtClean="0"/>
              <a:t>‹#›</a:t>
            </a:fld>
            <a:endParaRPr lang="en-ID"/>
          </a:p>
        </p:txBody>
      </p:sp>
    </p:spTree>
    <p:extLst>
      <p:ext uri="{BB962C8B-B14F-4D97-AF65-F5344CB8AC3E}">
        <p14:creationId xmlns:p14="http://schemas.microsoft.com/office/powerpoint/2010/main" val="410166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5">
            <a:extLst>
              <a:ext uri="{FF2B5EF4-FFF2-40B4-BE49-F238E27FC236}">
                <a16:creationId xmlns:a16="http://schemas.microsoft.com/office/drawing/2014/main" id="{560BF9CE-1523-FA42-6DA0-28E84248CBCC}"/>
              </a:ext>
            </a:extLst>
          </p:cNvPr>
          <p:cNvSpPr>
            <a:spLocks noGrp="1"/>
          </p:cNvSpPr>
          <p:nvPr>
            <p:ph type="body" sz="quarter" idx="11" hasCustomPrompt="1"/>
          </p:nvPr>
        </p:nvSpPr>
        <p:spPr>
          <a:xfrm>
            <a:off x="4362451" y="2357575"/>
            <a:ext cx="7448550" cy="1882181"/>
          </a:xfrm>
        </p:spPr>
        <p:txBody>
          <a:bodyPr>
            <a:normAutofit/>
          </a:bodyPr>
          <a:lstStyle>
            <a:lvl1pPr marL="0" indent="0">
              <a:lnSpc>
                <a:spcPct val="100000"/>
              </a:lnSpc>
              <a:buNone/>
              <a:defRPr sz="4400" b="1">
                <a:solidFill>
                  <a:schemeClr val="bg1"/>
                </a:solidFill>
                <a:latin typeface="+mj-lt"/>
              </a:defRPr>
            </a:lvl1pPr>
          </a:lstStyle>
          <a:p>
            <a:pPr lvl="0"/>
            <a:r>
              <a:rPr lang="en-ID"/>
              <a:t>TITLE HERE</a:t>
            </a:r>
          </a:p>
        </p:txBody>
      </p:sp>
      <p:sp>
        <p:nvSpPr>
          <p:cNvPr id="9" name="Text Placeholder 5">
            <a:extLst>
              <a:ext uri="{FF2B5EF4-FFF2-40B4-BE49-F238E27FC236}">
                <a16:creationId xmlns:a16="http://schemas.microsoft.com/office/drawing/2014/main" id="{C693CAAC-D3FC-1161-7A02-E86A918C7475}"/>
              </a:ext>
            </a:extLst>
          </p:cNvPr>
          <p:cNvSpPr>
            <a:spLocks noGrp="1"/>
          </p:cNvSpPr>
          <p:nvPr>
            <p:ph type="body" sz="quarter" idx="12" hasCustomPrompt="1"/>
          </p:nvPr>
        </p:nvSpPr>
        <p:spPr>
          <a:xfrm>
            <a:off x="5883564" y="3943163"/>
            <a:ext cx="5927437" cy="400110"/>
          </a:xfrm>
        </p:spPr>
        <p:txBody>
          <a:bodyPr>
            <a:normAutofit/>
          </a:bodyPr>
          <a:lstStyle>
            <a:lvl1pPr marL="0" indent="0">
              <a:lnSpc>
                <a:spcPct val="100000"/>
              </a:lnSpc>
              <a:buNone/>
              <a:defRPr sz="2000" b="0">
                <a:solidFill>
                  <a:schemeClr val="accent2"/>
                </a:solidFill>
                <a:latin typeface="+mn-lt"/>
              </a:defRPr>
            </a:lvl1pPr>
          </a:lstStyle>
          <a:p>
            <a:pPr lvl="0"/>
            <a:r>
              <a:rPr lang="en-ID"/>
              <a:t>Subtitle Here</a:t>
            </a:r>
          </a:p>
        </p:txBody>
      </p:sp>
    </p:spTree>
    <p:extLst>
      <p:ext uri="{BB962C8B-B14F-4D97-AF65-F5344CB8AC3E}">
        <p14:creationId xmlns:p14="http://schemas.microsoft.com/office/powerpoint/2010/main" val="2907811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1" name="Text Placeholder 5">
            <a:extLst>
              <a:ext uri="{FF2B5EF4-FFF2-40B4-BE49-F238E27FC236}">
                <a16:creationId xmlns:a16="http://schemas.microsoft.com/office/drawing/2014/main" id="{147D305D-4B39-54ED-C9B4-D1068DB41C9A}"/>
              </a:ext>
            </a:extLst>
          </p:cNvPr>
          <p:cNvSpPr>
            <a:spLocks noGrp="1"/>
          </p:cNvSpPr>
          <p:nvPr>
            <p:ph type="body" sz="quarter" idx="12" hasCustomPrompt="1"/>
          </p:nvPr>
        </p:nvSpPr>
        <p:spPr>
          <a:xfrm>
            <a:off x="397412" y="857402"/>
            <a:ext cx="4350079" cy="307777"/>
          </a:xfrm>
        </p:spPr>
        <p:txBody>
          <a:bodyPr>
            <a:norm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5" name="Text Placeholder 5">
            <a:extLst>
              <a:ext uri="{FF2B5EF4-FFF2-40B4-BE49-F238E27FC236}">
                <a16:creationId xmlns:a16="http://schemas.microsoft.com/office/drawing/2014/main" id="{68B20F28-7BA6-E385-6785-BC5CFA12F458}"/>
              </a:ext>
            </a:extLst>
          </p:cNvPr>
          <p:cNvSpPr>
            <a:spLocks noGrp="1"/>
          </p:cNvSpPr>
          <p:nvPr>
            <p:ph type="body" sz="quarter" idx="13" hasCustomPrompt="1"/>
          </p:nvPr>
        </p:nvSpPr>
        <p:spPr>
          <a:xfrm>
            <a:off x="240394" y="1622899"/>
            <a:ext cx="5855606" cy="997709"/>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17" name="Text Placeholder 5">
            <a:extLst>
              <a:ext uri="{FF2B5EF4-FFF2-40B4-BE49-F238E27FC236}">
                <a16:creationId xmlns:a16="http://schemas.microsoft.com/office/drawing/2014/main" id="{EF542942-EC41-7623-AB73-C5CBA2ED4482}"/>
              </a:ext>
            </a:extLst>
          </p:cNvPr>
          <p:cNvSpPr>
            <a:spLocks noGrp="1"/>
          </p:cNvSpPr>
          <p:nvPr>
            <p:ph type="body" sz="quarter" idx="14" hasCustomPrompt="1"/>
          </p:nvPr>
        </p:nvSpPr>
        <p:spPr>
          <a:xfrm>
            <a:off x="240394" y="4954178"/>
            <a:ext cx="5754006" cy="997709"/>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23" name="Text Placeholder 5">
            <a:extLst>
              <a:ext uri="{FF2B5EF4-FFF2-40B4-BE49-F238E27FC236}">
                <a16:creationId xmlns:a16="http://schemas.microsoft.com/office/drawing/2014/main" id="{140351BA-9E88-CC9B-D03F-93B3D3F3B7D1}"/>
              </a:ext>
            </a:extLst>
          </p:cNvPr>
          <p:cNvSpPr>
            <a:spLocks noGrp="1"/>
          </p:cNvSpPr>
          <p:nvPr>
            <p:ph type="body" sz="quarter" idx="15" hasCustomPrompt="1"/>
          </p:nvPr>
        </p:nvSpPr>
        <p:spPr>
          <a:xfrm>
            <a:off x="676698" y="2827973"/>
            <a:ext cx="5419302" cy="276999"/>
          </a:xfrm>
        </p:spPr>
        <p:txBody>
          <a:bodyPr>
            <a:norm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25" name="Text Placeholder 5">
            <a:extLst>
              <a:ext uri="{FF2B5EF4-FFF2-40B4-BE49-F238E27FC236}">
                <a16:creationId xmlns:a16="http://schemas.microsoft.com/office/drawing/2014/main" id="{33BD547C-18A4-EE97-AF31-457612EDEC46}"/>
              </a:ext>
            </a:extLst>
          </p:cNvPr>
          <p:cNvSpPr>
            <a:spLocks noGrp="1"/>
          </p:cNvSpPr>
          <p:nvPr>
            <p:ph type="body" sz="quarter" idx="16" hasCustomPrompt="1"/>
          </p:nvPr>
        </p:nvSpPr>
        <p:spPr>
          <a:xfrm>
            <a:off x="676698" y="3341950"/>
            <a:ext cx="5419302" cy="276999"/>
          </a:xfrm>
        </p:spPr>
        <p:txBody>
          <a:bodyPr>
            <a:norm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27" name="Text Placeholder 5">
            <a:extLst>
              <a:ext uri="{FF2B5EF4-FFF2-40B4-BE49-F238E27FC236}">
                <a16:creationId xmlns:a16="http://schemas.microsoft.com/office/drawing/2014/main" id="{3AC549DC-F8EC-480A-FF56-C8D8D31AC1E7}"/>
              </a:ext>
            </a:extLst>
          </p:cNvPr>
          <p:cNvSpPr>
            <a:spLocks noGrp="1"/>
          </p:cNvSpPr>
          <p:nvPr>
            <p:ph type="body" sz="quarter" idx="17" hasCustomPrompt="1"/>
          </p:nvPr>
        </p:nvSpPr>
        <p:spPr>
          <a:xfrm>
            <a:off x="676698" y="3885762"/>
            <a:ext cx="5419302" cy="276999"/>
          </a:xfrm>
        </p:spPr>
        <p:txBody>
          <a:bodyPr>
            <a:norm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29" name="Text Placeholder 5">
            <a:extLst>
              <a:ext uri="{FF2B5EF4-FFF2-40B4-BE49-F238E27FC236}">
                <a16:creationId xmlns:a16="http://schemas.microsoft.com/office/drawing/2014/main" id="{73D7E81C-2BBF-B6A6-2DCE-EC9C7702B6FA}"/>
              </a:ext>
            </a:extLst>
          </p:cNvPr>
          <p:cNvSpPr>
            <a:spLocks noGrp="1"/>
          </p:cNvSpPr>
          <p:nvPr>
            <p:ph type="body" sz="quarter" idx="18" hasCustomPrompt="1"/>
          </p:nvPr>
        </p:nvSpPr>
        <p:spPr>
          <a:xfrm>
            <a:off x="676698" y="4405053"/>
            <a:ext cx="5419302" cy="276999"/>
          </a:xfrm>
        </p:spPr>
        <p:txBody>
          <a:bodyPr>
            <a:norm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9" name="Text Placeholder 5">
            <a:extLst>
              <a:ext uri="{FF2B5EF4-FFF2-40B4-BE49-F238E27FC236}">
                <a16:creationId xmlns:a16="http://schemas.microsoft.com/office/drawing/2014/main" id="{D5BC316B-B0E7-C0C8-9092-442B997B9F48}"/>
              </a:ext>
            </a:extLst>
          </p:cNvPr>
          <p:cNvSpPr>
            <a:spLocks noGrp="1"/>
          </p:cNvSpPr>
          <p:nvPr>
            <p:ph type="body" sz="quarter" idx="21" hasCustomPrompt="1"/>
          </p:nvPr>
        </p:nvSpPr>
        <p:spPr>
          <a:xfrm>
            <a:off x="6758290" y="2169933"/>
            <a:ext cx="4757012" cy="1311898"/>
          </a:xfrm>
        </p:spPr>
        <p:txBody>
          <a:bodyPr>
            <a:normAutofit/>
          </a:bodyPr>
          <a:lstStyle>
            <a:lvl1pPr marL="0" indent="0">
              <a:lnSpc>
                <a:spcPts val="1600"/>
              </a:lnSpc>
              <a:buNone/>
              <a:defRPr sz="1200" b="0">
                <a:solidFill>
                  <a:schemeClr val="bg1"/>
                </a:solidFill>
                <a:latin typeface="+mn-lt"/>
              </a:defRPr>
            </a:lvl1pPr>
          </a:lstStyle>
          <a:p>
            <a:pPr lvl="0"/>
            <a:r>
              <a:rPr lang="en-ID"/>
              <a:t>Description Here</a:t>
            </a:r>
          </a:p>
        </p:txBody>
      </p:sp>
      <p:sp>
        <p:nvSpPr>
          <p:cNvPr id="41" name="Text Placeholder 5">
            <a:extLst>
              <a:ext uri="{FF2B5EF4-FFF2-40B4-BE49-F238E27FC236}">
                <a16:creationId xmlns:a16="http://schemas.microsoft.com/office/drawing/2014/main" id="{D9FAC79C-B471-5BF5-315E-EE894CD54E16}"/>
              </a:ext>
            </a:extLst>
          </p:cNvPr>
          <p:cNvSpPr>
            <a:spLocks noGrp="1"/>
          </p:cNvSpPr>
          <p:nvPr>
            <p:ph type="body" sz="quarter" idx="22" hasCustomPrompt="1"/>
          </p:nvPr>
        </p:nvSpPr>
        <p:spPr>
          <a:xfrm>
            <a:off x="6758290" y="4386397"/>
            <a:ext cx="4757012" cy="1311898"/>
          </a:xfrm>
        </p:spPr>
        <p:txBody>
          <a:bodyPr>
            <a:normAutofit/>
          </a:bodyPr>
          <a:lstStyle>
            <a:lvl1pPr marL="0" indent="0">
              <a:lnSpc>
                <a:spcPts val="1600"/>
              </a:lnSpc>
              <a:buNone/>
              <a:defRPr sz="1200" b="0">
                <a:solidFill>
                  <a:schemeClr val="bg1"/>
                </a:solidFill>
                <a:latin typeface="+mn-lt"/>
              </a:defRPr>
            </a:lvl1pPr>
          </a:lstStyle>
          <a:p>
            <a:pPr lvl="0"/>
            <a:r>
              <a:rPr lang="en-ID"/>
              <a:t>Description Here</a:t>
            </a:r>
          </a:p>
        </p:txBody>
      </p:sp>
      <p:sp>
        <p:nvSpPr>
          <p:cNvPr id="35" name="Text Placeholder 5">
            <a:extLst>
              <a:ext uri="{FF2B5EF4-FFF2-40B4-BE49-F238E27FC236}">
                <a16:creationId xmlns:a16="http://schemas.microsoft.com/office/drawing/2014/main" id="{EB37D843-93A3-7722-01AD-230A0F5FC7FE}"/>
              </a:ext>
            </a:extLst>
          </p:cNvPr>
          <p:cNvSpPr>
            <a:spLocks noGrp="1"/>
          </p:cNvSpPr>
          <p:nvPr>
            <p:ph type="body" sz="quarter" idx="19" hasCustomPrompt="1"/>
          </p:nvPr>
        </p:nvSpPr>
        <p:spPr>
          <a:xfrm>
            <a:off x="6758289" y="1884177"/>
            <a:ext cx="4757011"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7" name="Text Placeholder 5">
            <a:extLst>
              <a:ext uri="{FF2B5EF4-FFF2-40B4-BE49-F238E27FC236}">
                <a16:creationId xmlns:a16="http://schemas.microsoft.com/office/drawing/2014/main" id="{F87AA437-5561-0777-1387-741ACD421EA4}"/>
              </a:ext>
            </a:extLst>
          </p:cNvPr>
          <p:cNvSpPr>
            <a:spLocks noGrp="1"/>
          </p:cNvSpPr>
          <p:nvPr>
            <p:ph type="body" sz="quarter" idx="20" hasCustomPrompt="1"/>
          </p:nvPr>
        </p:nvSpPr>
        <p:spPr>
          <a:xfrm>
            <a:off x="6758289" y="4100641"/>
            <a:ext cx="4757011"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Tree>
    <p:extLst>
      <p:ext uri="{BB962C8B-B14F-4D97-AF65-F5344CB8AC3E}">
        <p14:creationId xmlns:p14="http://schemas.microsoft.com/office/powerpoint/2010/main" val="2807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C5E2DA5-05B6-6466-C933-0133DE4A0D43}"/>
              </a:ext>
            </a:extLst>
          </p:cNvPr>
          <p:cNvSpPr>
            <a:spLocks noGrp="1"/>
          </p:cNvSpPr>
          <p:nvPr>
            <p:ph type="pic" sz="quarter" idx="10"/>
          </p:nvPr>
        </p:nvSpPr>
        <p:spPr>
          <a:xfrm>
            <a:off x="366577" y="1626570"/>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60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60"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12" name="Picture Placeholder 11">
            <a:extLst>
              <a:ext uri="{FF2B5EF4-FFF2-40B4-BE49-F238E27FC236}">
                <a16:creationId xmlns:a16="http://schemas.microsoft.com/office/drawing/2014/main" id="{87B7C0FC-9B44-6999-5D6F-99A594BEF114}"/>
              </a:ext>
            </a:extLst>
          </p:cNvPr>
          <p:cNvSpPr>
            <a:spLocks noGrp="1"/>
          </p:cNvSpPr>
          <p:nvPr>
            <p:ph type="pic" sz="quarter" idx="11"/>
          </p:nvPr>
        </p:nvSpPr>
        <p:spPr>
          <a:xfrm>
            <a:off x="366577" y="3181508"/>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59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59"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14" name="Picture Placeholder 13">
            <a:extLst>
              <a:ext uri="{FF2B5EF4-FFF2-40B4-BE49-F238E27FC236}">
                <a16:creationId xmlns:a16="http://schemas.microsoft.com/office/drawing/2014/main" id="{FEFD7D06-D5AF-CB6D-7C72-7A0D9D23E8B2}"/>
              </a:ext>
            </a:extLst>
          </p:cNvPr>
          <p:cNvSpPr>
            <a:spLocks noGrp="1"/>
          </p:cNvSpPr>
          <p:nvPr>
            <p:ph type="pic" sz="quarter" idx="12"/>
          </p:nvPr>
        </p:nvSpPr>
        <p:spPr>
          <a:xfrm>
            <a:off x="366577" y="4736446"/>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59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59"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5114061B-B9F3-EEAC-8BD7-CA182B96F27F}"/>
              </a:ext>
            </a:extLst>
          </p:cNvPr>
          <p:cNvSpPr>
            <a:spLocks noGrp="1"/>
          </p:cNvSpPr>
          <p:nvPr>
            <p:ph type="pic" sz="quarter" idx="13"/>
          </p:nvPr>
        </p:nvSpPr>
        <p:spPr>
          <a:xfrm>
            <a:off x="6191389" y="1626570"/>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60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60"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F8B31762-EAE2-4CCF-1BEF-70FBC618E2FB}"/>
              </a:ext>
            </a:extLst>
          </p:cNvPr>
          <p:cNvSpPr>
            <a:spLocks noGrp="1"/>
          </p:cNvSpPr>
          <p:nvPr>
            <p:ph type="pic" sz="quarter" idx="14"/>
          </p:nvPr>
        </p:nvSpPr>
        <p:spPr>
          <a:xfrm>
            <a:off x="6191389" y="3181508"/>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59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59"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20" name="Picture Placeholder 19">
            <a:extLst>
              <a:ext uri="{FF2B5EF4-FFF2-40B4-BE49-F238E27FC236}">
                <a16:creationId xmlns:a16="http://schemas.microsoft.com/office/drawing/2014/main" id="{1422BD2D-7532-40D3-51C5-FC5228F62FF6}"/>
              </a:ext>
            </a:extLst>
          </p:cNvPr>
          <p:cNvSpPr>
            <a:spLocks noGrp="1"/>
          </p:cNvSpPr>
          <p:nvPr>
            <p:ph type="pic" sz="quarter" idx="15"/>
          </p:nvPr>
        </p:nvSpPr>
        <p:spPr>
          <a:xfrm>
            <a:off x="6191389" y="4736446"/>
            <a:ext cx="5634036" cy="1486554"/>
          </a:xfrm>
          <a:custGeom>
            <a:avLst/>
            <a:gdLst>
              <a:gd name="connsiteX0" fmla="*/ 0 w 5634036"/>
              <a:gd name="connsiteY0" fmla="*/ 0 h 1486554"/>
              <a:gd name="connsiteX1" fmla="*/ 5634036 w 5634036"/>
              <a:gd name="connsiteY1" fmla="*/ 0 h 1486554"/>
              <a:gd name="connsiteX2" fmla="*/ 5634036 w 5634036"/>
              <a:gd name="connsiteY2" fmla="*/ 743277 h 1486554"/>
              <a:gd name="connsiteX3" fmla="*/ 4890759 w 5634036"/>
              <a:gd name="connsiteY3" fmla="*/ 1486554 h 1486554"/>
              <a:gd name="connsiteX4" fmla="*/ 0 w 5634036"/>
              <a:gd name="connsiteY4" fmla="*/ 1486554 h 1486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036" h="1486554">
                <a:moveTo>
                  <a:pt x="0" y="0"/>
                </a:moveTo>
                <a:lnTo>
                  <a:pt x="5634036" y="0"/>
                </a:lnTo>
                <a:lnTo>
                  <a:pt x="5634036" y="743277"/>
                </a:lnTo>
                <a:cubicBezTo>
                  <a:pt x="5634036" y="1153778"/>
                  <a:pt x="5301260" y="1486554"/>
                  <a:pt x="4890759" y="1486554"/>
                </a:cubicBezTo>
                <a:lnTo>
                  <a:pt x="0" y="1486554"/>
                </a:lnTo>
                <a:close/>
              </a:path>
            </a:pathLst>
          </a:custGeom>
          <a:solidFill>
            <a:schemeClr val="bg1">
              <a:lumMod val="95000"/>
            </a:schemeClr>
          </a:solidFill>
        </p:spPr>
        <p:txBody>
          <a:bodyPr wrap="square">
            <a:noAutofit/>
          </a:bodyPr>
          <a:lstStyle>
            <a:lvl1pPr>
              <a:defRPr sz="800"/>
            </a:lvl1pPr>
          </a:lstStyle>
          <a:p>
            <a:endParaRPr lang="en-ID"/>
          </a:p>
        </p:txBody>
      </p:sp>
      <p:sp>
        <p:nvSpPr>
          <p:cNvPr id="4" name="Text Placeholder 5">
            <a:extLst>
              <a:ext uri="{FF2B5EF4-FFF2-40B4-BE49-F238E27FC236}">
                <a16:creationId xmlns:a16="http://schemas.microsoft.com/office/drawing/2014/main" id="{B47EB2D6-FEF1-4059-736C-373611D493F1}"/>
              </a:ext>
            </a:extLst>
          </p:cNvPr>
          <p:cNvSpPr>
            <a:spLocks noGrp="1"/>
          </p:cNvSpPr>
          <p:nvPr>
            <p:ph type="body" sz="quarter" idx="16"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29CABD8-D928-6372-AD7E-9F9635E848CC}"/>
              </a:ext>
            </a:extLst>
          </p:cNvPr>
          <p:cNvSpPr>
            <a:spLocks noGrp="1"/>
          </p:cNvSpPr>
          <p:nvPr>
            <p:ph type="body" sz="quarter" idx="17" hasCustomPrompt="1"/>
          </p:nvPr>
        </p:nvSpPr>
        <p:spPr>
          <a:xfrm>
            <a:off x="491943" y="873239"/>
            <a:ext cx="6312806" cy="536044"/>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31" name="Text Placeholder 5">
            <a:extLst>
              <a:ext uri="{FF2B5EF4-FFF2-40B4-BE49-F238E27FC236}">
                <a16:creationId xmlns:a16="http://schemas.microsoft.com/office/drawing/2014/main" id="{291BE49E-16EE-1425-A21B-357D534D1453}"/>
              </a:ext>
            </a:extLst>
          </p:cNvPr>
          <p:cNvSpPr>
            <a:spLocks noGrp="1"/>
          </p:cNvSpPr>
          <p:nvPr>
            <p:ph type="body" sz="quarter" idx="19" hasCustomPrompt="1"/>
          </p:nvPr>
        </p:nvSpPr>
        <p:spPr>
          <a:xfrm>
            <a:off x="751386" y="1790394"/>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2" name="Text Placeholder 5">
            <a:extLst>
              <a:ext uri="{FF2B5EF4-FFF2-40B4-BE49-F238E27FC236}">
                <a16:creationId xmlns:a16="http://schemas.microsoft.com/office/drawing/2014/main" id="{C0A22273-4783-4EE3-30B2-515582E54C7B}"/>
              </a:ext>
            </a:extLst>
          </p:cNvPr>
          <p:cNvSpPr>
            <a:spLocks noGrp="1"/>
          </p:cNvSpPr>
          <p:nvPr>
            <p:ph type="body" sz="quarter" idx="20" hasCustomPrompt="1"/>
          </p:nvPr>
        </p:nvSpPr>
        <p:spPr>
          <a:xfrm>
            <a:off x="751386" y="3342608"/>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3" name="Text Placeholder 5">
            <a:extLst>
              <a:ext uri="{FF2B5EF4-FFF2-40B4-BE49-F238E27FC236}">
                <a16:creationId xmlns:a16="http://schemas.microsoft.com/office/drawing/2014/main" id="{109EC3B0-D8F5-6C0E-A0E2-7576D36C7A2B}"/>
              </a:ext>
            </a:extLst>
          </p:cNvPr>
          <p:cNvSpPr>
            <a:spLocks noGrp="1"/>
          </p:cNvSpPr>
          <p:nvPr>
            <p:ph type="body" sz="quarter" idx="21" hasCustomPrompt="1"/>
          </p:nvPr>
        </p:nvSpPr>
        <p:spPr>
          <a:xfrm>
            <a:off x="751386" y="4882611"/>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4" name="Text Placeholder 5">
            <a:extLst>
              <a:ext uri="{FF2B5EF4-FFF2-40B4-BE49-F238E27FC236}">
                <a16:creationId xmlns:a16="http://schemas.microsoft.com/office/drawing/2014/main" id="{10A08263-B2CC-34F4-2FA0-FE3252DA0583}"/>
              </a:ext>
            </a:extLst>
          </p:cNvPr>
          <p:cNvSpPr>
            <a:spLocks noGrp="1"/>
          </p:cNvSpPr>
          <p:nvPr>
            <p:ph type="body" sz="quarter" idx="22" hasCustomPrompt="1"/>
          </p:nvPr>
        </p:nvSpPr>
        <p:spPr>
          <a:xfrm>
            <a:off x="6505300" y="1790394"/>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5" name="Text Placeholder 5">
            <a:extLst>
              <a:ext uri="{FF2B5EF4-FFF2-40B4-BE49-F238E27FC236}">
                <a16:creationId xmlns:a16="http://schemas.microsoft.com/office/drawing/2014/main" id="{B02C5123-63A5-53AD-EBA5-ECF0627E8728}"/>
              </a:ext>
            </a:extLst>
          </p:cNvPr>
          <p:cNvSpPr>
            <a:spLocks noGrp="1"/>
          </p:cNvSpPr>
          <p:nvPr>
            <p:ph type="body" sz="quarter" idx="23" hasCustomPrompt="1"/>
          </p:nvPr>
        </p:nvSpPr>
        <p:spPr>
          <a:xfrm>
            <a:off x="6505300" y="3342608"/>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6" name="Text Placeholder 5">
            <a:extLst>
              <a:ext uri="{FF2B5EF4-FFF2-40B4-BE49-F238E27FC236}">
                <a16:creationId xmlns:a16="http://schemas.microsoft.com/office/drawing/2014/main" id="{AD12B641-A452-7985-51A3-82F266DFE6DC}"/>
              </a:ext>
            </a:extLst>
          </p:cNvPr>
          <p:cNvSpPr>
            <a:spLocks noGrp="1"/>
          </p:cNvSpPr>
          <p:nvPr>
            <p:ph type="body" sz="quarter" idx="24" hasCustomPrompt="1"/>
          </p:nvPr>
        </p:nvSpPr>
        <p:spPr>
          <a:xfrm>
            <a:off x="6505300" y="4882611"/>
            <a:ext cx="3472726"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8" name="Text Placeholder 5">
            <a:extLst>
              <a:ext uri="{FF2B5EF4-FFF2-40B4-BE49-F238E27FC236}">
                <a16:creationId xmlns:a16="http://schemas.microsoft.com/office/drawing/2014/main" id="{D36CDC1C-B5D2-D917-C9B4-5C2A0B7D8F25}"/>
              </a:ext>
            </a:extLst>
          </p:cNvPr>
          <p:cNvSpPr>
            <a:spLocks noGrp="1"/>
          </p:cNvSpPr>
          <p:nvPr>
            <p:ph type="body" sz="quarter" idx="25" hasCustomPrompt="1"/>
          </p:nvPr>
        </p:nvSpPr>
        <p:spPr>
          <a:xfrm>
            <a:off x="1050835" y="2148199"/>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0" name="Text Placeholder 5">
            <a:extLst>
              <a:ext uri="{FF2B5EF4-FFF2-40B4-BE49-F238E27FC236}">
                <a16:creationId xmlns:a16="http://schemas.microsoft.com/office/drawing/2014/main" id="{26BFC9FE-B5F1-DBEE-DB6E-6831387557C8}"/>
              </a:ext>
            </a:extLst>
          </p:cNvPr>
          <p:cNvSpPr>
            <a:spLocks noGrp="1"/>
          </p:cNvSpPr>
          <p:nvPr>
            <p:ph type="body" sz="quarter" idx="26" hasCustomPrompt="1"/>
          </p:nvPr>
        </p:nvSpPr>
        <p:spPr>
          <a:xfrm>
            <a:off x="1050835" y="3703834"/>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5" name="Text Placeholder 5">
            <a:extLst>
              <a:ext uri="{FF2B5EF4-FFF2-40B4-BE49-F238E27FC236}">
                <a16:creationId xmlns:a16="http://schemas.microsoft.com/office/drawing/2014/main" id="{B1D253C3-A002-ED41-7B86-821967C62127}"/>
              </a:ext>
            </a:extLst>
          </p:cNvPr>
          <p:cNvSpPr>
            <a:spLocks noGrp="1"/>
          </p:cNvSpPr>
          <p:nvPr>
            <p:ph type="body" sz="quarter" idx="27" hasCustomPrompt="1"/>
          </p:nvPr>
        </p:nvSpPr>
        <p:spPr>
          <a:xfrm>
            <a:off x="1050835" y="5238563"/>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9" name="Text Placeholder 5">
            <a:extLst>
              <a:ext uri="{FF2B5EF4-FFF2-40B4-BE49-F238E27FC236}">
                <a16:creationId xmlns:a16="http://schemas.microsoft.com/office/drawing/2014/main" id="{6786EC71-C833-B3A6-F808-07155E7C2558}"/>
              </a:ext>
            </a:extLst>
          </p:cNvPr>
          <p:cNvSpPr>
            <a:spLocks noGrp="1"/>
          </p:cNvSpPr>
          <p:nvPr>
            <p:ph type="body" sz="quarter" idx="28" hasCustomPrompt="1"/>
          </p:nvPr>
        </p:nvSpPr>
        <p:spPr>
          <a:xfrm>
            <a:off x="6804749" y="2148199"/>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50" name="Text Placeholder 5">
            <a:extLst>
              <a:ext uri="{FF2B5EF4-FFF2-40B4-BE49-F238E27FC236}">
                <a16:creationId xmlns:a16="http://schemas.microsoft.com/office/drawing/2014/main" id="{98E27FD6-024C-358A-84E0-787BB693EF2F}"/>
              </a:ext>
            </a:extLst>
          </p:cNvPr>
          <p:cNvSpPr>
            <a:spLocks noGrp="1"/>
          </p:cNvSpPr>
          <p:nvPr>
            <p:ph type="body" sz="quarter" idx="29" hasCustomPrompt="1"/>
          </p:nvPr>
        </p:nvSpPr>
        <p:spPr>
          <a:xfrm>
            <a:off x="6804749" y="3703834"/>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51" name="Text Placeholder 5">
            <a:extLst>
              <a:ext uri="{FF2B5EF4-FFF2-40B4-BE49-F238E27FC236}">
                <a16:creationId xmlns:a16="http://schemas.microsoft.com/office/drawing/2014/main" id="{F1912848-2DF0-B5E7-59B3-3C55AC86310A}"/>
              </a:ext>
            </a:extLst>
          </p:cNvPr>
          <p:cNvSpPr>
            <a:spLocks noGrp="1"/>
          </p:cNvSpPr>
          <p:nvPr>
            <p:ph type="body" sz="quarter" idx="30" hasCustomPrompt="1"/>
          </p:nvPr>
        </p:nvSpPr>
        <p:spPr>
          <a:xfrm>
            <a:off x="6804749" y="5238563"/>
            <a:ext cx="3173277" cy="77029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1952220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16" name="Text Placeholder 5">
            <a:extLst>
              <a:ext uri="{FF2B5EF4-FFF2-40B4-BE49-F238E27FC236}">
                <a16:creationId xmlns:a16="http://schemas.microsoft.com/office/drawing/2014/main" id="{560BF9CE-1523-FA42-6DA0-28E84248CBCC}"/>
              </a:ext>
            </a:extLst>
          </p:cNvPr>
          <p:cNvSpPr>
            <a:spLocks noGrp="1"/>
          </p:cNvSpPr>
          <p:nvPr>
            <p:ph type="body" sz="quarter" idx="11" hasCustomPrompt="1"/>
          </p:nvPr>
        </p:nvSpPr>
        <p:spPr>
          <a:xfrm>
            <a:off x="1171123" y="1932879"/>
            <a:ext cx="4444818" cy="1444879"/>
          </a:xfrm>
        </p:spPr>
        <p:txBody>
          <a:bodyPr>
            <a:normAutofit/>
          </a:bodyPr>
          <a:lstStyle>
            <a:lvl1pPr marL="0" indent="0">
              <a:lnSpc>
                <a:spcPct val="100000"/>
              </a:lnSpc>
              <a:buNone/>
              <a:defRPr sz="4400" b="1">
                <a:solidFill>
                  <a:schemeClr val="bg1"/>
                </a:solidFill>
                <a:latin typeface="+mj-lt"/>
              </a:defRPr>
            </a:lvl1pPr>
          </a:lstStyle>
          <a:p>
            <a:pPr lvl="0"/>
            <a:r>
              <a:rPr lang="en-ID"/>
              <a:t>TITLE HERE</a:t>
            </a:r>
          </a:p>
        </p:txBody>
      </p:sp>
      <p:sp>
        <p:nvSpPr>
          <p:cNvPr id="17" name="Text Placeholder 5">
            <a:extLst>
              <a:ext uri="{FF2B5EF4-FFF2-40B4-BE49-F238E27FC236}">
                <a16:creationId xmlns:a16="http://schemas.microsoft.com/office/drawing/2014/main" id="{C693CAAC-D3FC-1161-7A02-E86A918C7475}"/>
              </a:ext>
            </a:extLst>
          </p:cNvPr>
          <p:cNvSpPr>
            <a:spLocks noGrp="1"/>
          </p:cNvSpPr>
          <p:nvPr>
            <p:ph type="body" sz="quarter" idx="12" hasCustomPrompt="1"/>
          </p:nvPr>
        </p:nvSpPr>
        <p:spPr>
          <a:xfrm>
            <a:off x="1255258" y="3574016"/>
            <a:ext cx="4360683" cy="307777"/>
          </a:xfrm>
        </p:spPr>
        <p:txBody>
          <a:bodyPr>
            <a:norm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9" name="Text Placeholder 5">
            <a:extLst>
              <a:ext uri="{FF2B5EF4-FFF2-40B4-BE49-F238E27FC236}">
                <a16:creationId xmlns:a16="http://schemas.microsoft.com/office/drawing/2014/main" id="{23E739E7-FE0A-AD35-74FA-B2B6752989B9}"/>
              </a:ext>
            </a:extLst>
          </p:cNvPr>
          <p:cNvSpPr>
            <a:spLocks noGrp="1"/>
          </p:cNvSpPr>
          <p:nvPr>
            <p:ph type="body" sz="quarter" idx="13" hasCustomPrompt="1"/>
          </p:nvPr>
        </p:nvSpPr>
        <p:spPr>
          <a:xfrm>
            <a:off x="1171123" y="3943522"/>
            <a:ext cx="4444818" cy="276999"/>
          </a:xfrm>
        </p:spPr>
        <p:txBody>
          <a:bodyPr>
            <a:normAutofit/>
          </a:bodyPr>
          <a:lstStyle>
            <a:lvl1pPr marL="0" indent="0">
              <a:lnSpc>
                <a:spcPct val="100000"/>
              </a:lnSpc>
              <a:buNone/>
              <a:defRPr sz="1200" b="1">
                <a:solidFill>
                  <a:schemeClr val="bg1"/>
                </a:solidFill>
                <a:latin typeface="+mj-lt"/>
              </a:defRPr>
            </a:lvl1pPr>
          </a:lstStyle>
          <a:p>
            <a:pPr lvl="0"/>
            <a:r>
              <a:rPr lang="en-ID"/>
              <a:t>TEXT HERE</a:t>
            </a:r>
          </a:p>
        </p:txBody>
      </p:sp>
      <p:sp>
        <p:nvSpPr>
          <p:cNvPr id="22" name="Text Placeholder 5">
            <a:extLst>
              <a:ext uri="{FF2B5EF4-FFF2-40B4-BE49-F238E27FC236}">
                <a16:creationId xmlns:a16="http://schemas.microsoft.com/office/drawing/2014/main" id="{019A305D-98B1-682B-4F2E-C15D054E93AA}"/>
              </a:ext>
            </a:extLst>
          </p:cNvPr>
          <p:cNvSpPr>
            <a:spLocks noGrp="1"/>
          </p:cNvSpPr>
          <p:nvPr>
            <p:ph type="body" sz="quarter" idx="25" hasCustomPrompt="1"/>
          </p:nvPr>
        </p:nvSpPr>
        <p:spPr>
          <a:xfrm>
            <a:off x="1662249" y="4394905"/>
            <a:ext cx="2185851" cy="997708"/>
          </a:xfrm>
        </p:spPr>
        <p:txBody>
          <a:bodyPr>
            <a:norm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6" name="Text Placeholder 5">
            <a:extLst>
              <a:ext uri="{FF2B5EF4-FFF2-40B4-BE49-F238E27FC236}">
                <a16:creationId xmlns:a16="http://schemas.microsoft.com/office/drawing/2014/main" id="{C22C3D59-138A-F4B9-6E5E-294A78C1D571}"/>
              </a:ext>
            </a:extLst>
          </p:cNvPr>
          <p:cNvSpPr>
            <a:spLocks noGrp="1"/>
          </p:cNvSpPr>
          <p:nvPr>
            <p:ph type="body" sz="quarter" idx="26" hasCustomPrompt="1"/>
          </p:nvPr>
        </p:nvSpPr>
        <p:spPr>
          <a:xfrm>
            <a:off x="4589599" y="4410145"/>
            <a:ext cx="2262052" cy="277000"/>
          </a:xfrm>
        </p:spPr>
        <p:txBody>
          <a:bodyPr>
            <a:norm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28" name="Text Placeholder 5">
            <a:extLst>
              <a:ext uri="{FF2B5EF4-FFF2-40B4-BE49-F238E27FC236}">
                <a16:creationId xmlns:a16="http://schemas.microsoft.com/office/drawing/2014/main" id="{89AC4454-4E63-28F9-BB88-C94BEE82FC95}"/>
              </a:ext>
            </a:extLst>
          </p:cNvPr>
          <p:cNvSpPr>
            <a:spLocks noGrp="1"/>
          </p:cNvSpPr>
          <p:nvPr>
            <p:ph type="body" sz="quarter" idx="27" hasCustomPrompt="1"/>
          </p:nvPr>
        </p:nvSpPr>
        <p:spPr>
          <a:xfrm>
            <a:off x="4589599" y="4973124"/>
            <a:ext cx="2262052" cy="277000"/>
          </a:xfrm>
        </p:spPr>
        <p:txBody>
          <a:bodyPr>
            <a:norm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32" name="Text Placeholder 5">
            <a:extLst>
              <a:ext uri="{FF2B5EF4-FFF2-40B4-BE49-F238E27FC236}">
                <a16:creationId xmlns:a16="http://schemas.microsoft.com/office/drawing/2014/main" id="{7B993615-A7EA-D9E1-461F-341FD4C55417}"/>
              </a:ext>
            </a:extLst>
          </p:cNvPr>
          <p:cNvSpPr>
            <a:spLocks noGrp="1"/>
          </p:cNvSpPr>
          <p:nvPr>
            <p:ph type="body" sz="quarter" idx="28" hasCustomPrompt="1"/>
          </p:nvPr>
        </p:nvSpPr>
        <p:spPr>
          <a:xfrm>
            <a:off x="7254239" y="6260893"/>
            <a:ext cx="4826536" cy="277000"/>
          </a:xfrm>
        </p:spPr>
        <p:txBody>
          <a:bodyPr>
            <a:normAutofit/>
          </a:bodyPr>
          <a:lstStyle>
            <a:lvl1pPr marL="0" indent="0" algn="r">
              <a:lnSpc>
                <a:spcPct val="100000"/>
              </a:lnSpc>
              <a:spcBef>
                <a:spcPts val="0"/>
              </a:spcBef>
              <a:buNone/>
              <a:defRPr sz="1200" b="0">
                <a:solidFill>
                  <a:schemeClr val="bg1"/>
                </a:solidFill>
                <a:latin typeface="+mj-lt"/>
              </a:defRPr>
            </a:lvl1pPr>
          </a:lstStyle>
          <a:p>
            <a:pPr lvl="0"/>
            <a:r>
              <a:rPr lang="en-ID"/>
              <a:t>Text Here</a:t>
            </a:r>
          </a:p>
        </p:txBody>
      </p:sp>
    </p:spTree>
    <p:extLst>
      <p:ext uri="{BB962C8B-B14F-4D97-AF65-F5344CB8AC3E}">
        <p14:creationId xmlns:p14="http://schemas.microsoft.com/office/powerpoint/2010/main" val="3956155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5">
            <a:extLst>
              <a:ext uri="{FF2B5EF4-FFF2-40B4-BE49-F238E27FC236}">
                <a16:creationId xmlns:a16="http://schemas.microsoft.com/office/drawing/2014/main" id="{3387720E-E1FB-C6F0-8469-0F7D0727551A}"/>
              </a:ext>
            </a:extLst>
          </p:cNvPr>
          <p:cNvSpPr>
            <a:spLocks noGrp="1"/>
          </p:cNvSpPr>
          <p:nvPr>
            <p:ph type="body" sz="quarter" idx="11" hasCustomPrompt="1"/>
          </p:nvPr>
        </p:nvSpPr>
        <p:spPr>
          <a:xfrm>
            <a:off x="2371724" y="2123083"/>
            <a:ext cx="7448549" cy="2424456"/>
          </a:xfrm>
        </p:spPr>
        <p:txBody>
          <a:bodyPr>
            <a:noAutofit/>
          </a:bodyPr>
          <a:lstStyle>
            <a:lvl1pPr marL="0" indent="0" algn="ctr">
              <a:lnSpc>
                <a:spcPct val="100000"/>
              </a:lnSpc>
              <a:buNone/>
              <a:defRPr sz="6600" b="1">
                <a:solidFill>
                  <a:schemeClr val="bg1"/>
                </a:solidFill>
                <a:latin typeface="+mj-lt"/>
              </a:defRPr>
            </a:lvl1pPr>
          </a:lstStyle>
          <a:p>
            <a:pPr lvl="0"/>
            <a:r>
              <a:rPr lang="en-ID"/>
              <a:t>TITLE HERE</a:t>
            </a:r>
          </a:p>
        </p:txBody>
      </p:sp>
      <p:sp>
        <p:nvSpPr>
          <p:cNvPr id="9" name="Text Placeholder 5">
            <a:extLst>
              <a:ext uri="{FF2B5EF4-FFF2-40B4-BE49-F238E27FC236}">
                <a16:creationId xmlns:a16="http://schemas.microsoft.com/office/drawing/2014/main" id="{869C777B-0D26-B93D-8E2C-22FE7F4AD0FF}"/>
              </a:ext>
            </a:extLst>
          </p:cNvPr>
          <p:cNvSpPr>
            <a:spLocks noGrp="1"/>
          </p:cNvSpPr>
          <p:nvPr>
            <p:ph type="body" sz="quarter" idx="12" hasCustomPrompt="1"/>
          </p:nvPr>
        </p:nvSpPr>
        <p:spPr>
          <a:xfrm>
            <a:off x="3915659" y="4647407"/>
            <a:ext cx="4360683" cy="307777"/>
          </a:xfrm>
        </p:spPr>
        <p:txBody>
          <a:bodyPr>
            <a:normAutofit/>
          </a:bodyPr>
          <a:lstStyle>
            <a:lvl1pPr marL="0" indent="0" algn="ctr">
              <a:lnSpc>
                <a:spcPct val="100000"/>
              </a:lnSpc>
              <a:buNone/>
              <a:defRPr sz="1400" b="1">
                <a:solidFill>
                  <a:schemeClr val="accent1"/>
                </a:solidFill>
                <a:latin typeface="+mj-lt"/>
              </a:defRPr>
            </a:lvl1pPr>
          </a:lstStyle>
          <a:p>
            <a:pPr lvl="0"/>
            <a:r>
              <a:rPr lang="en-ID"/>
              <a:t>Subtitle Here</a:t>
            </a:r>
          </a:p>
        </p:txBody>
      </p:sp>
      <p:sp>
        <p:nvSpPr>
          <p:cNvPr id="11" name="Text Placeholder 5">
            <a:extLst>
              <a:ext uri="{FF2B5EF4-FFF2-40B4-BE49-F238E27FC236}">
                <a16:creationId xmlns:a16="http://schemas.microsoft.com/office/drawing/2014/main" id="{872AB27A-265C-4E3C-CFE4-A65C2CFE33A2}"/>
              </a:ext>
            </a:extLst>
          </p:cNvPr>
          <p:cNvSpPr>
            <a:spLocks noGrp="1"/>
          </p:cNvSpPr>
          <p:nvPr>
            <p:ph type="body" sz="quarter" idx="26" hasCustomPrompt="1"/>
          </p:nvPr>
        </p:nvSpPr>
        <p:spPr>
          <a:xfrm>
            <a:off x="2247900" y="6332494"/>
            <a:ext cx="7696200" cy="338554"/>
          </a:xfrm>
        </p:spPr>
        <p:txBody>
          <a:bodyPr>
            <a:noAutofit/>
          </a:bodyPr>
          <a:lstStyle>
            <a:lvl1pPr marL="0" indent="0" algn="ctr">
              <a:lnSpc>
                <a:spcPct val="100000"/>
              </a:lnSpc>
              <a:spcBef>
                <a:spcPts val="0"/>
              </a:spcBef>
              <a:buNone/>
              <a:defRPr sz="1600" b="0">
                <a:solidFill>
                  <a:schemeClr val="accent2"/>
                </a:solidFill>
                <a:latin typeface="+mn-lt"/>
              </a:defRPr>
            </a:lvl1pPr>
          </a:lstStyle>
          <a:p>
            <a:pPr lvl="0"/>
            <a:r>
              <a:rPr lang="en-ID"/>
              <a:t>Text Here</a:t>
            </a:r>
          </a:p>
        </p:txBody>
      </p:sp>
    </p:spTree>
    <p:extLst>
      <p:ext uri="{BB962C8B-B14F-4D97-AF65-F5344CB8AC3E}">
        <p14:creationId xmlns:p14="http://schemas.microsoft.com/office/powerpoint/2010/main" val="2701035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72E45EE1-E1EC-8304-E25B-13A0E6DAC875}"/>
              </a:ext>
            </a:extLst>
          </p:cNvPr>
          <p:cNvSpPr/>
          <p:nvPr userDrawn="1"/>
        </p:nvSpPr>
        <p:spPr>
          <a:xfrm rot="5400000" flipH="1" flipV="1">
            <a:off x="7815182" y="2480876"/>
            <a:ext cx="6859148" cy="1895100"/>
          </a:xfrm>
          <a:prstGeom prst="round1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pic>
        <p:nvPicPr>
          <p:cNvPr id="3" name="Picture 2">
            <a:extLst>
              <a:ext uri="{FF2B5EF4-FFF2-40B4-BE49-F238E27FC236}">
                <a16:creationId xmlns:a16="http://schemas.microsoft.com/office/drawing/2014/main" id="{8959038D-259A-4016-88D2-F6AB57734BD3}"/>
              </a:ext>
            </a:extLst>
          </p:cNvPr>
          <p:cNvPicPr>
            <a:picLocks noChangeAspect="1"/>
          </p:cNvPicPr>
          <p:nvPr userDrawn="1"/>
        </p:nvPicPr>
        <p:blipFill>
          <a:blip r:embed="rId2"/>
          <a:stretch>
            <a:fillRect/>
          </a:stretch>
        </p:blipFill>
        <p:spPr>
          <a:xfrm>
            <a:off x="11241718" y="314964"/>
            <a:ext cx="550269" cy="438150"/>
          </a:xfrm>
          <a:prstGeom prst="rect">
            <a:avLst/>
          </a:prstGeom>
        </p:spPr>
      </p:pic>
      <p:sp>
        <p:nvSpPr>
          <p:cNvPr id="4" name="Rectangle 3">
            <a:extLst>
              <a:ext uri="{FF2B5EF4-FFF2-40B4-BE49-F238E27FC236}">
                <a16:creationId xmlns:a16="http://schemas.microsoft.com/office/drawing/2014/main" id="{39C26575-7A41-2A4E-F556-7583289E2DB4}"/>
              </a:ext>
            </a:extLst>
          </p:cNvPr>
          <p:cNvSpPr/>
          <p:nvPr userDrawn="1"/>
        </p:nvSpPr>
        <p:spPr>
          <a:xfrm>
            <a:off x="10297206" y="6668271"/>
            <a:ext cx="1894792" cy="83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Single Corner Rounded 4">
            <a:extLst>
              <a:ext uri="{FF2B5EF4-FFF2-40B4-BE49-F238E27FC236}">
                <a16:creationId xmlns:a16="http://schemas.microsoft.com/office/drawing/2014/main" id="{93FAA84E-AED4-3253-B3C6-658300BBE1F9}"/>
              </a:ext>
            </a:extLst>
          </p:cNvPr>
          <p:cNvSpPr/>
          <p:nvPr userDrawn="1"/>
        </p:nvSpPr>
        <p:spPr>
          <a:xfrm flipH="1" flipV="1">
            <a:off x="11175206" y="6364191"/>
            <a:ext cx="1016794" cy="338554"/>
          </a:xfrm>
          <a:prstGeom prst="round1Rect">
            <a:avLst>
              <a:gd name="adj" fmla="val 50000"/>
            </a:avLst>
          </a:prstGeom>
          <a:solidFill>
            <a:schemeClr val="accent2"/>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Box 5">
            <a:extLst>
              <a:ext uri="{FF2B5EF4-FFF2-40B4-BE49-F238E27FC236}">
                <a16:creationId xmlns:a16="http://schemas.microsoft.com/office/drawing/2014/main" id="{DE870265-921E-F9D1-0ED5-E07E2D3E1B51}"/>
              </a:ext>
            </a:extLst>
          </p:cNvPr>
          <p:cNvSpPr txBox="1"/>
          <p:nvPr userDrawn="1"/>
        </p:nvSpPr>
        <p:spPr>
          <a:xfrm>
            <a:off x="11326530" y="6402663"/>
            <a:ext cx="930917" cy="261610"/>
          </a:xfrm>
          <a:prstGeom prst="rect">
            <a:avLst/>
          </a:prstGeom>
          <a:noFill/>
        </p:spPr>
        <p:txBody>
          <a:bodyPr wrap="square" rtlCol="0">
            <a:spAutoFit/>
          </a:bodyPr>
          <a:lstStyle/>
          <a:p>
            <a:r>
              <a:rPr lang="en-US" sz="1100" b="1">
                <a:solidFill>
                  <a:schemeClr val="accent1"/>
                </a:solidFill>
                <a:latin typeface="+mj-lt"/>
              </a:rPr>
              <a:t>PAGE | </a:t>
            </a:r>
            <a:fld id="{102009AA-E089-4079-8153-5D7FB6B42523}" type="slidenum">
              <a:rPr lang="en-US" sz="1100" b="1" smtClean="0">
                <a:solidFill>
                  <a:schemeClr val="accent1"/>
                </a:solidFill>
                <a:latin typeface="+mj-lt"/>
              </a:rPr>
              <a:t>‹#›</a:t>
            </a:fld>
            <a:endParaRPr lang="en-ID" sz="1100" b="1">
              <a:solidFill>
                <a:schemeClr val="accent1"/>
              </a:solidFill>
              <a:latin typeface="+mj-lt"/>
            </a:endParaRPr>
          </a:p>
        </p:txBody>
      </p:sp>
      <p:sp>
        <p:nvSpPr>
          <p:cNvPr id="21" name="Text Placeholder 5">
            <a:extLst>
              <a:ext uri="{FF2B5EF4-FFF2-40B4-BE49-F238E27FC236}">
                <a16:creationId xmlns:a16="http://schemas.microsoft.com/office/drawing/2014/main" id="{F79F6821-F5AC-1AB9-D751-C68EC68B386B}"/>
              </a:ext>
            </a:extLst>
          </p:cNvPr>
          <p:cNvSpPr>
            <a:spLocks noGrp="1"/>
          </p:cNvSpPr>
          <p:nvPr>
            <p:ph type="body" sz="quarter" idx="13" hasCustomPrompt="1"/>
          </p:nvPr>
        </p:nvSpPr>
        <p:spPr>
          <a:xfrm>
            <a:off x="1092110" y="878164"/>
            <a:ext cx="3098436" cy="1536317"/>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2" name="Text Placeholder 5">
            <a:extLst>
              <a:ext uri="{FF2B5EF4-FFF2-40B4-BE49-F238E27FC236}">
                <a16:creationId xmlns:a16="http://schemas.microsoft.com/office/drawing/2014/main" id="{3AC8A0F9-39BF-5F09-58C0-4AF90886374B}"/>
              </a:ext>
            </a:extLst>
          </p:cNvPr>
          <p:cNvSpPr>
            <a:spLocks noGrp="1"/>
          </p:cNvSpPr>
          <p:nvPr>
            <p:ph type="body" sz="quarter" idx="14" hasCustomPrompt="1"/>
          </p:nvPr>
        </p:nvSpPr>
        <p:spPr>
          <a:xfrm>
            <a:off x="1092110" y="2551836"/>
            <a:ext cx="3098436" cy="1305486"/>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6" name="Text Placeholder 5">
            <a:extLst>
              <a:ext uri="{FF2B5EF4-FFF2-40B4-BE49-F238E27FC236}">
                <a16:creationId xmlns:a16="http://schemas.microsoft.com/office/drawing/2014/main" id="{7018A634-FADD-BCAC-EEBD-BF391935FE3D}"/>
              </a:ext>
            </a:extLst>
          </p:cNvPr>
          <p:cNvSpPr>
            <a:spLocks noGrp="1"/>
          </p:cNvSpPr>
          <p:nvPr>
            <p:ph type="body" sz="quarter" idx="15" hasCustomPrompt="1"/>
          </p:nvPr>
        </p:nvSpPr>
        <p:spPr>
          <a:xfrm>
            <a:off x="1092110" y="3994675"/>
            <a:ext cx="3446778" cy="1074653"/>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0" name="Text Placeholder 5">
            <a:extLst>
              <a:ext uri="{FF2B5EF4-FFF2-40B4-BE49-F238E27FC236}">
                <a16:creationId xmlns:a16="http://schemas.microsoft.com/office/drawing/2014/main" id="{E8E67C1D-4CAE-B336-461F-A935A915EDF8}"/>
              </a:ext>
            </a:extLst>
          </p:cNvPr>
          <p:cNvSpPr>
            <a:spLocks noGrp="1"/>
          </p:cNvSpPr>
          <p:nvPr>
            <p:ph type="body" sz="quarter" idx="16" hasCustomPrompt="1"/>
          </p:nvPr>
        </p:nvSpPr>
        <p:spPr>
          <a:xfrm>
            <a:off x="5537172" y="878165"/>
            <a:ext cx="3446777" cy="1382430"/>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2" name="Text Placeholder 5">
            <a:extLst>
              <a:ext uri="{FF2B5EF4-FFF2-40B4-BE49-F238E27FC236}">
                <a16:creationId xmlns:a16="http://schemas.microsoft.com/office/drawing/2014/main" id="{4649B979-7CFC-B413-0E11-D6556E0419B7}"/>
              </a:ext>
            </a:extLst>
          </p:cNvPr>
          <p:cNvSpPr>
            <a:spLocks noGrp="1"/>
          </p:cNvSpPr>
          <p:nvPr>
            <p:ph type="body" sz="quarter" idx="17" hasCustomPrompt="1"/>
          </p:nvPr>
        </p:nvSpPr>
        <p:spPr>
          <a:xfrm>
            <a:off x="5537172" y="2553700"/>
            <a:ext cx="3243579" cy="1072788"/>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4" name="Text Placeholder 5">
            <a:extLst>
              <a:ext uri="{FF2B5EF4-FFF2-40B4-BE49-F238E27FC236}">
                <a16:creationId xmlns:a16="http://schemas.microsoft.com/office/drawing/2014/main" id="{992D8267-2E82-7C78-F9B1-B0EEC67C2E73}"/>
              </a:ext>
            </a:extLst>
          </p:cNvPr>
          <p:cNvSpPr>
            <a:spLocks noGrp="1"/>
          </p:cNvSpPr>
          <p:nvPr>
            <p:ph type="body" sz="quarter" idx="18" hasCustomPrompt="1"/>
          </p:nvPr>
        </p:nvSpPr>
        <p:spPr>
          <a:xfrm>
            <a:off x="5537172" y="3996539"/>
            <a:ext cx="3446777" cy="1303621"/>
          </a:xfrm>
        </p:spPr>
        <p:txBody>
          <a:bodyPr>
            <a:norm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Picture Placeholder 46">
            <a:extLst>
              <a:ext uri="{FF2B5EF4-FFF2-40B4-BE49-F238E27FC236}">
                <a16:creationId xmlns:a16="http://schemas.microsoft.com/office/drawing/2014/main" id="{4A727295-6202-75AC-0D8B-B677C442EDFD}"/>
              </a:ext>
            </a:extLst>
          </p:cNvPr>
          <p:cNvSpPr>
            <a:spLocks noGrp="1"/>
          </p:cNvSpPr>
          <p:nvPr>
            <p:ph type="pic" sz="quarter" idx="12"/>
          </p:nvPr>
        </p:nvSpPr>
        <p:spPr>
          <a:xfrm>
            <a:off x="372044" y="5542213"/>
            <a:ext cx="644117" cy="555552"/>
          </a:xfrm>
          <a:custGeom>
            <a:avLst/>
            <a:gdLst>
              <a:gd name="connsiteX0" fmla="*/ 0 w 644117"/>
              <a:gd name="connsiteY0" fmla="*/ 0 h 555552"/>
              <a:gd name="connsiteX1" fmla="*/ 644117 w 644117"/>
              <a:gd name="connsiteY1" fmla="*/ 0 h 555552"/>
              <a:gd name="connsiteX2" fmla="*/ 644117 w 644117"/>
              <a:gd name="connsiteY2" fmla="*/ 555552 h 555552"/>
              <a:gd name="connsiteX3" fmla="*/ 0 w 644117"/>
              <a:gd name="connsiteY3" fmla="*/ 555552 h 555552"/>
            </a:gdLst>
            <a:ahLst/>
            <a:cxnLst>
              <a:cxn ang="0">
                <a:pos x="connsiteX0" y="connsiteY0"/>
              </a:cxn>
              <a:cxn ang="0">
                <a:pos x="connsiteX1" y="connsiteY1"/>
              </a:cxn>
              <a:cxn ang="0">
                <a:pos x="connsiteX2" y="connsiteY2"/>
              </a:cxn>
              <a:cxn ang="0">
                <a:pos x="connsiteX3" y="connsiteY3"/>
              </a:cxn>
            </a:cxnLst>
            <a:rect l="l" t="t" r="r" b="b"/>
            <a:pathLst>
              <a:path w="644117" h="555552">
                <a:moveTo>
                  <a:pt x="0" y="0"/>
                </a:moveTo>
                <a:lnTo>
                  <a:pt x="644117" y="0"/>
                </a:lnTo>
                <a:lnTo>
                  <a:pt x="644117" y="555552"/>
                </a:lnTo>
                <a:lnTo>
                  <a:pt x="0" y="555552"/>
                </a:lnTo>
                <a:close/>
              </a:path>
            </a:pathLst>
          </a:custGeom>
          <a:noFill/>
        </p:spPr>
        <p:txBody>
          <a:bodyPr wrap="square">
            <a:noAutofit/>
          </a:bodyPr>
          <a:lstStyle>
            <a:lvl1pPr>
              <a:defRPr sz="800"/>
            </a:lvl1pPr>
          </a:lstStyle>
          <a:p>
            <a:endParaRPr lang="en-ID"/>
          </a:p>
        </p:txBody>
      </p:sp>
      <p:sp>
        <p:nvSpPr>
          <p:cNvPr id="50" name="Picture Placeholder 49">
            <a:extLst>
              <a:ext uri="{FF2B5EF4-FFF2-40B4-BE49-F238E27FC236}">
                <a16:creationId xmlns:a16="http://schemas.microsoft.com/office/drawing/2014/main" id="{75AF44EF-687B-D2A5-5201-742B35BD1957}"/>
              </a:ext>
            </a:extLst>
          </p:cNvPr>
          <p:cNvSpPr>
            <a:spLocks noGrp="1"/>
          </p:cNvSpPr>
          <p:nvPr>
            <p:ph type="pic" sz="quarter" idx="19"/>
          </p:nvPr>
        </p:nvSpPr>
        <p:spPr>
          <a:xfrm>
            <a:off x="1894795" y="5548238"/>
            <a:ext cx="645297" cy="543500"/>
          </a:xfrm>
          <a:custGeom>
            <a:avLst/>
            <a:gdLst>
              <a:gd name="connsiteX0" fmla="*/ 0 w 645297"/>
              <a:gd name="connsiteY0" fmla="*/ 0 h 543500"/>
              <a:gd name="connsiteX1" fmla="*/ 645297 w 645297"/>
              <a:gd name="connsiteY1" fmla="*/ 0 h 543500"/>
              <a:gd name="connsiteX2" fmla="*/ 645297 w 645297"/>
              <a:gd name="connsiteY2" fmla="*/ 543500 h 543500"/>
              <a:gd name="connsiteX3" fmla="*/ 0 w 645297"/>
              <a:gd name="connsiteY3" fmla="*/ 543500 h 543500"/>
            </a:gdLst>
            <a:ahLst/>
            <a:cxnLst>
              <a:cxn ang="0">
                <a:pos x="connsiteX0" y="connsiteY0"/>
              </a:cxn>
              <a:cxn ang="0">
                <a:pos x="connsiteX1" y="connsiteY1"/>
              </a:cxn>
              <a:cxn ang="0">
                <a:pos x="connsiteX2" y="connsiteY2"/>
              </a:cxn>
              <a:cxn ang="0">
                <a:pos x="connsiteX3" y="connsiteY3"/>
              </a:cxn>
            </a:cxnLst>
            <a:rect l="l" t="t" r="r" b="b"/>
            <a:pathLst>
              <a:path w="645297" h="543500">
                <a:moveTo>
                  <a:pt x="0" y="0"/>
                </a:moveTo>
                <a:lnTo>
                  <a:pt x="645297" y="0"/>
                </a:lnTo>
                <a:lnTo>
                  <a:pt x="645297" y="543500"/>
                </a:lnTo>
                <a:lnTo>
                  <a:pt x="0" y="543500"/>
                </a:lnTo>
                <a:close/>
              </a:path>
            </a:pathLst>
          </a:custGeom>
          <a:noFill/>
        </p:spPr>
        <p:txBody>
          <a:bodyPr wrap="square">
            <a:noAutofit/>
          </a:bodyPr>
          <a:lstStyle>
            <a:lvl1pPr>
              <a:defRPr sz="800"/>
            </a:lvl1pPr>
          </a:lstStyle>
          <a:p>
            <a:endParaRPr lang="en-ID"/>
          </a:p>
        </p:txBody>
      </p:sp>
      <p:sp>
        <p:nvSpPr>
          <p:cNvPr id="52" name="Picture Placeholder 51">
            <a:extLst>
              <a:ext uri="{FF2B5EF4-FFF2-40B4-BE49-F238E27FC236}">
                <a16:creationId xmlns:a16="http://schemas.microsoft.com/office/drawing/2014/main" id="{CC7D6989-A633-AA69-5357-880F4125F6F4}"/>
              </a:ext>
            </a:extLst>
          </p:cNvPr>
          <p:cNvSpPr>
            <a:spLocks noGrp="1"/>
          </p:cNvSpPr>
          <p:nvPr>
            <p:ph type="pic" sz="quarter" idx="20"/>
          </p:nvPr>
        </p:nvSpPr>
        <p:spPr>
          <a:xfrm>
            <a:off x="3418726" y="5546785"/>
            <a:ext cx="645297" cy="546408"/>
          </a:xfrm>
          <a:custGeom>
            <a:avLst/>
            <a:gdLst>
              <a:gd name="connsiteX0" fmla="*/ 0 w 645297"/>
              <a:gd name="connsiteY0" fmla="*/ 0 h 546408"/>
              <a:gd name="connsiteX1" fmla="*/ 645297 w 645297"/>
              <a:gd name="connsiteY1" fmla="*/ 0 h 546408"/>
              <a:gd name="connsiteX2" fmla="*/ 645297 w 645297"/>
              <a:gd name="connsiteY2" fmla="*/ 546408 h 546408"/>
              <a:gd name="connsiteX3" fmla="*/ 0 w 645297"/>
              <a:gd name="connsiteY3" fmla="*/ 546408 h 546408"/>
            </a:gdLst>
            <a:ahLst/>
            <a:cxnLst>
              <a:cxn ang="0">
                <a:pos x="connsiteX0" y="connsiteY0"/>
              </a:cxn>
              <a:cxn ang="0">
                <a:pos x="connsiteX1" y="connsiteY1"/>
              </a:cxn>
              <a:cxn ang="0">
                <a:pos x="connsiteX2" y="connsiteY2"/>
              </a:cxn>
              <a:cxn ang="0">
                <a:pos x="connsiteX3" y="connsiteY3"/>
              </a:cxn>
            </a:cxnLst>
            <a:rect l="l" t="t" r="r" b="b"/>
            <a:pathLst>
              <a:path w="645297" h="546408">
                <a:moveTo>
                  <a:pt x="0" y="0"/>
                </a:moveTo>
                <a:lnTo>
                  <a:pt x="645297" y="0"/>
                </a:lnTo>
                <a:lnTo>
                  <a:pt x="645297" y="546408"/>
                </a:lnTo>
                <a:lnTo>
                  <a:pt x="0" y="546408"/>
                </a:lnTo>
                <a:close/>
              </a:path>
            </a:pathLst>
          </a:custGeom>
          <a:noFill/>
        </p:spPr>
        <p:txBody>
          <a:bodyPr wrap="square">
            <a:noAutofit/>
          </a:bodyPr>
          <a:lstStyle>
            <a:lvl1pPr>
              <a:defRPr sz="800"/>
            </a:lvl1pPr>
          </a:lstStyle>
          <a:p>
            <a:endParaRPr lang="en-ID"/>
          </a:p>
        </p:txBody>
      </p:sp>
      <p:sp>
        <p:nvSpPr>
          <p:cNvPr id="54" name="Picture Placeholder 53">
            <a:extLst>
              <a:ext uri="{FF2B5EF4-FFF2-40B4-BE49-F238E27FC236}">
                <a16:creationId xmlns:a16="http://schemas.microsoft.com/office/drawing/2014/main" id="{BC0C01A7-921C-3658-E565-BD484BDD0BFC}"/>
              </a:ext>
            </a:extLst>
          </p:cNvPr>
          <p:cNvSpPr>
            <a:spLocks noGrp="1"/>
          </p:cNvSpPr>
          <p:nvPr>
            <p:ph type="pic" sz="quarter" idx="21"/>
          </p:nvPr>
        </p:nvSpPr>
        <p:spPr>
          <a:xfrm>
            <a:off x="4942657" y="5538313"/>
            <a:ext cx="645297" cy="563355"/>
          </a:xfrm>
          <a:custGeom>
            <a:avLst/>
            <a:gdLst>
              <a:gd name="connsiteX0" fmla="*/ 0 w 645297"/>
              <a:gd name="connsiteY0" fmla="*/ 0 h 563355"/>
              <a:gd name="connsiteX1" fmla="*/ 645297 w 645297"/>
              <a:gd name="connsiteY1" fmla="*/ 0 h 563355"/>
              <a:gd name="connsiteX2" fmla="*/ 645297 w 645297"/>
              <a:gd name="connsiteY2" fmla="*/ 563355 h 563355"/>
              <a:gd name="connsiteX3" fmla="*/ 0 w 645297"/>
              <a:gd name="connsiteY3" fmla="*/ 563355 h 563355"/>
            </a:gdLst>
            <a:ahLst/>
            <a:cxnLst>
              <a:cxn ang="0">
                <a:pos x="connsiteX0" y="connsiteY0"/>
              </a:cxn>
              <a:cxn ang="0">
                <a:pos x="connsiteX1" y="connsiteY1"/>
              </a:cxn>
              <a:cxn ang="0">
                <a:pos x="connsiteX2" y="connsiteY2"/>
              </a:cxn>
              <a:cxn ang="0">
                <a:pos x="connsiteX3" y="connsiteY3"/>
              </a:cxn>
            </a:cxnLst>
            <a:rect l="l" t="t" r="r" b="b"/>
            <a:pathLst>
              <a:path w="645297" h="563355">
                <a:moveTo>
                  <a:pt x="0" y="0"/>
                </a:moveTo>
                <a:lnTo>
                  <a:pt x="645297" y="0"/>
                </a:lnTo>
                <a:lnTo>
                  <a:pt x="645297" y="563355"/>
                </a:lnTo>
                <a:lnTo>
                  <a:pt x="0" y="563355"/>
                </a:lnTo>
                <a:close/>
              </a:path>
            </a:pathLst>
          </a:custGeom>
          <a:noFill/>
        </p:spPr>
        <p:txBody>
          <a:bodyPr wrap="square">
            <a:noAutofit/>
          </a:bodyPr>
          <a:lstStyle>
            <a:lvl1pPr>
              <a:defRPr sz="800"/>
            </a:lvl1pPr>
          </a:lstStyle>
          <a:p>
            <a:endParaRPr lang="en-ID"/>
          </a:p>
        </p:txBody>
      </p:sp>
      <p:sp>
        <p:nvSpPr>
          <p:cNvPr id="56" name="Picture Placeholder 55">
            <a:extLst>
              <a:ext uri="{FF2B5EF4-FFF2-40B4-BE49-F238E27FC236}">
                <a16:creationId xmlns:a16="http://schemas.microsoft.com/office/drawing/2014/main" id="{72055E02-5288-B24F-76BC-CBDCE1358D80}"/>
              </a:ext>
            </a:extLst>
          </p:cNvPr>
          <p:cNvSpPr>
            <a:spLocks noGrp="1"/>
          </p:cNvSpPr>
          <p:nvPr>
            <p:ph type="pic" sz="quarter" idx="22"/>
          </p:nvPr>
        </p:nvSpPr>
        <p:spPr>
          <a:xfrm>
            <a:off x="6466588" y="5523135"/>
            <a:ext cx="645297" cy="593709"/>
          </a:xfrm>
          <a:custGeom>
            <a:avLst/>
            <a:gdLst>
              <a:gd name="connsiteX0" fmla="*/ 0 w 645297"/>
              <a:gd name="connsiteY0" fmla="*/ 0 h 593709"/>
              <a:gd name="connsiteX1" fmla="*/ 645297 w 645297"/>
              <a:gd name="connsiteY1" fmla="*/ 0 h 593709"/>
              <a:gd name="connsiteX2" fmla="*/ 645297 w 645297"/>
              <a:gd name="connsiteY2" fmla="*/ 593709 h 593709"/>
              <a:gd name="connsiteX3" fmla="*/ 0 w 645297"/>
              <a:gd name="connsiteY3" fmla="*/ 593709 h 593709"/>
            </a:gdLst>
            <a:ahLst/>
            <a:cxnLst>
              <a:cxn ang="0">
                <a:pos x="connsiteX0" y="connsiteY0"/>
              </a:cxn>
              <a:cxn ang="0">
                <a:pos x="connsiteX1" y="connsiteY1"/>
              </a:cxn>
              <a:cxn ang="0">
                <a:pos x="connsiteX2" y="connsiteY2"/>
              </a:cxn>
              <a:cxn ang="0">
                <a:pos x="connsiteX3" y="connsiteY3"/>
              </a:cxn>
            </a:cxnLst>
            <a:rect l="l" t="t" r="r" b="b"/>
            <a:pathLst>
              <a:path w="645297" h="593709">
                <a:moveTo>
                  <a:pt x="0" y="0"/>
                </a:moveTo>
                <a:lnTo>
                  <a:pt x="645297" y="0"/>
                </a:lnTo>
                <a:lnTo>
                  <a:pt x="645297" y="593709"/>
                </a:lnTo>
                <a:lnTo>
                  <a:pt x="0" y="593709"/>
                </a:lnTo>
                <a:close/>
              </a:path>
            </a:pathLst>
          </a:custGeom>
          <a:noFill/>
        </p:spPr>
        <p:txBody>
          <a:bodyPr wrap="square">
            <a:noAutofit/>
          </a:bodyPr>
          <a:lstStyle>
            <a:lvl1pPr>
              <a:defRPr sz="800"/>
            </a:lvl1pPr>
          </a:lstStyle>
          <a:p>
            <a:endParaRPr lang="en-ID"/>
          </a:p>
        </p:txBody>
      </p:sp>
      <p:sp>
        <p:nvSpPr>
          <p:cNvPr id="58" name="Picture Placeholder 57">
            <a:extLst>
              <a:ext uri="{FF2B5EF4-FFF2-40B4-BE49-F238E27FC236}">
                <a16:creationId xmlns:a16="http://schemas.microsoft.com/office/drawing/2014/main" id="{F342DA0A-9E70-2DC9-E007-3E074B431790}"/>
              </a:ext>
            </a:extLst>
          </p:cNvPr>
          <p:cNvSpPr>
            <a:spLocks noGrp="1"/>
          </p:cNvSpPr>
          <p:nvPr>
            <p:ph type="pic" sz="quarter" idx="23"/>
          </p:nvPr>
        </p:nvSpPr>
        <p:spPr>
          <a:xfrm>
            <a:off x="7990521" y="5529160"/>
            <a:ext cx="645297" cy="581656"/>
          </a:xfrm>
          <a:custGeom>
            <a:avLst/>
            <a:gdLst>
              <a:gd name="connsiteX0" fmla="*/ 0 w 645297"/>
              <a:gd name="connsiteY0" fmla="*/ 0 h 581656"/>
              <a:gd name="connsiteX1" fmla="*/ 645297 w 645297"/>
              <a:gd name="connsiteY1" fmla="*/ 0 h 581656"/>
              <a:gd name="connsiteX2" fmla="*/ 645297 w 645297"/>
              <a:gd name="connsiteY2" fmla="*/ 581656 h 581656"/>
              <a:gd name="connsiteX3" fmla="*/ 0 w 645297"/>
              <a:gd name="connsiteY3" fmla="*/ 581656 h 581656"/>
            </a:gdLst>
            <a:ahLst/>
            <a:cxnLst>
              <a:cxn ang="0">
                <a:pos x="connsiteX0" y="connsiteY0"/>
              </a:cxn>
              <a:cxn ang="0">
                <a:pos x="connsiteX1" y="connsiteY1"/>
              </a:cxn>
              <a:cxn ang="0">
                <a:pos x="connsiteX2" y="connsiteY2"/>
              </a:cxn>
              <a:cxn ang="0">
                <a:pos x="connsiteX3" y="connsiteY3"/>
              </a:cxn>
            </a:cxnLst>
            <a:rect l="l" t="t" r="r" b="b"/>
            <a:pathLst>
              <a:path w="645297" h="581656">
                <a:moveTo>
                  <a:pt x="0" y="0"/>
                </a:moveTo>
                <a:lnTo>
                  <a:pt x="645297" y="0"/>
                </a:lnTo>
                <a:lnTo>
                  <a:pt x="645297" y="581656"/>
                </a:lnTo>
                <a:lnTo>
                  <a:pt x="0" y="581656"/>
                </a:lnTo>
                <a:close/>
              </a:path>
            </a:pathLst>
          </a:custGeom>
          <a:noFill/>
        </p:spPr>
        <p:txBody>
          <a:bodyPr wrap="square">
            <a:noAutofit/>
          </a:bodyPr>
          <a:lstStyle>
            <a:lvl1pPr>
              <a:defRPr sz="800"/>
            </a:lvl1pPr>
          </a:lstStyle>
          <a:p>
            <a:endParaRPr lang="en-ID"/>
          </a:p>
        </p:txBody>
      </p:sp>
    </p:spTree>
    <p:extLst>
      <p:ext uri="{BB962C8B-B14F-4D97-AF65-F5344CB8AC3E}">
        <p14:creationId xmlns:p14="http://schemas.microsoft.com/office/powerpoint/2010/main" val="164889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BD7C65-38DA-294F-072B-B9E54A4A6D9E}"/>
              </a:ext>
            </a:extLst>
          </p:cNvPr>
          <p:cNvSpPr>
            <a:spLocks noGrp="1"/>
          </p:cNvSpPr>
          <p:nvPr>
            <p:ph type="pic" sz="quarter" idx="10"/>
          </p:nvPr>
        </p:nvSpPr>
        <p:spPr>
          <a:xfrm>
            <a:off x="373401" y="1400837"/>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 name="Picture Placeholder 9">
            <a:extLst>
              <a:ext uri="{FF2B5EF4-FFF2-40B4-BE49-F238E27FC236}">
                <a16:creationId xmlns:a16="http://schemas.microsoft.com/office/drawing/2014/main" id="{EB2DC725-755C-480A-B800-0E068689E982}"/>
              </a:ext>
            </a:extLst>
          </p:cNvPr>
          <p:cNvSpPr>
            <a:spLocks noGrp="1"/>
          </p:cNvSpPr>
          <p:nvPr>
            <p:ph type="pic" sz="quarter" idx="11"/>
          </p:nvPr>
        </p:nvSpPr>
        <p:spPr>
          <a:xfrm>
            <a:off x="6198213" y="4929813"/>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1" name="Picture Placeholder 10">
            <a:extLst>
              <a:ext uri="{FF2B5EF4-FFF2-40B4-BE49-F238E27FC236}">
                <a16:creationId xmlns:a16="http://schemas.microsoft.com/office/drawing/2014/main" id="{000B8986-9E94-3B67-881F-B121FACC37F9}"/>
              </a:ext>
            </a:extLst>
          </p:cNvPr>
          <p:cNvSpPr>
            <a:spLocks noGrp="1"/>
          </p:cNvSpPr>
          <p:nvPr>
            <p:ph type="pic" sz="quarter" idx="12"/>
          </p:nvPr>
        </p:nvSpPr>
        <p:spPr>
          <a:xfrm>
            <a:off x="373401" y="4929813"/>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2203644A-93F8-7A03-13C1-AD0669C1DCBE}"/>
              </a:ext>
            </a:extLst>
          </p:cNvPr>
          <p:cNvSpPr>
            <a:spLocks noGrp="1"/>
          </p:cNvSpPr>
          <p:nvPr>
            <p:ph type="pic" sz="quarter" idx="13"/>
          </p:nvPr>
        </p:nvSpPr>
        <p:spPr>
          <a:xfrm>
            <a:off x="6198213" y="1400837"/>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8CCE7E01-F0D1-B966-97DF-D0D0DEA59237}"/>
              </a:ext>
            </a:extLst>
          </p:cNvPr>
          <p:cNvSpPr>
            <a:spLocks noGrp="1"/>
          </p:cNvSpPr>
          <p:nvPr>
            <p:ph type="pic" sz="quarter" idx="14"/>
          </p:nvPr>
        </p:nvSpPr>
        <p:spPr>
          <a:xfrm>
            <a:off x="6198213" y="3165325"/>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3" name="Picture Placeholder 12">
            <a:extLst>
              <a:ext uri="{FF2B5EF4-FFF2-40B4-BE49-F238E27FC236}">
                <a16:creationId xmlns:a16="http://schemas.microsoft.com/office/drawing/2014/main" id="{B8539267-2595-3A56-8EFF-FFAB1AF3B7FD}"/>
              </a:ext>
            </a:extLst>
          </p:cNvPr>
          <p:cNvSpPr>
            <a:spLocks noGrp="1"/>
          </p:cNvSpPr>
          <p:nvPr>
            <p:ph type="pic" sz="quarter" idx="15"/>
          </p:nvPr>
        </p:nvSpPr>
        <p:spPr>
          <a:xfrm>
            <a:off x="373401" y="3165325"/>
            <a:ext cx="1099820" cy="1099820"/>
          </a:xfrm>
          <a:custGeom>
            <a:avLst/>
            <a:gdLst>
              <a:gd name="connsiteX0" fmla="*/ 549910 w 1099820"/>
              <a:gd name="connsiteY0" fmla="*/ 0 h 1099820"/>
              <a:gd name="connsiteX1" fmla="*/ 1099820 w 1099820"/>
              <a:gd name="connsiteY1" fmla="*/ 549910 h 1099820"/>
              <a:gd name="connsiteX2" fmla="*/ 549910 w 1099820"/>
              <a:gd name="connsiteY2" fmla="*/ 1099820 h 1099820"/>
              <a:gd name="connsiteX3" fmla="*/ 0 w 1099820"/>
              <a:gd name="connsiteY3" fmla="*/ 549910 h 1099820"/>
              <a:gd name="connsiteX4" fmla="*/ 549910 w 1099820"/>
              <a:gd name="connsiteY4" fmla="*/ 0 h 109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820" h="1099820">
                <a:moveTo>
                  <a:pt x="549910" y="0"/>
                </a:moveTo>
                <a:cubicBezTo>
                  <a:pt x="853617" y="0"/>
                  <a:pt x="1099820" y="246203"/>
                  <a:pt x="1099820" y="549910"/>
                </a:cubicBezTo>
                <a:cubicBezTo>
                  <a:pt x="1099820" y="853617"/>
                  <a:pt x="853617" y="1099820"/>
                  <a:pt x="549910" y="1099820"/>
                </a:cubicBezTo>
                <a:cubicBezTo>
                  <a:pt x="246203" y="1099820"/>
                  <a:pt x="0" y="853617"/>
                  <a:pt x="0" y="549910"/>
                </a:cubicBezTo>
                <a:cubicBezTo>
                  <a:pt x="0" y="246203"/>
                  <a:pt x="246203" y="0"/>
                  <a:pt x="549910"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27" name="Text Placeholder 5">
            <a:extLst>
              <a:ext uri="{FF2B5EF4-FFF2-40B4-BE49-F238E27FC236}">
                <a16:creationId xmlns:a16="http://schemas.microsoft.com/office/drawing/2014/main" id="{81934649-93A2-E608-97A3-71760A3612B4}"/>
              </a:ext>
            </a:extLst>
          </p:cNvPr>
          <p:cNvSpPr>
            <a:spLocks noGrp="1"/>
          </p:cNvSpPr>
          <p:nvPr>
            <p:ph type="body" sz="quarter" idx="19" hasCustomPrompt="1"/>
          </p:nvPr>
        </p:nvSpPr>
        <p:spPr>
          <a:xfrm>
            <a:off x="1608817" y="1288529"/>
            <a:ext cx="1997934"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0" name="Text Placeholder 5">
            <a:extLst>
              <a:ext uri="{FF2B5EF4-FFF2-40B4-BE49-F238E27FC236}">
                <a16:creationId xmlns:a16="http://schemas.microsoft.com/office/drawing/2014/main" id="{A8A80BF4-98D9-3B8C-CA4E-3D517DE85FF0}"/>
              </a:ext>
            </a:extLst>
          </p:cNvPr>
          <p:cNvSpPr>
            <a:spLocks noGrp="1"/>
          </p:cNvSpPr>
          <p:nvPr>
            <p:ph type="body" sz="quarter" idx="20" hasCustomPrompt="1"/>
          </p:nvPr>
        </p:nvSpPr>
        <p:spPr>
          <a:xfrm>
            <a:off x="1608817" y="3009761"/>
            <a:ext cx="1997934" cy="311481"/>
          </a:xfrm>
        </p:spPr>
        <p:txBody>
          <a:bodyPr>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2" name="Text Placeholder 5">
            <a:extLst>
              <a:ext uri="{FF2B5EF4-FFF2-40B4-BE49-F238E27FC236}">
                <a16:creationId xmlns:a16="http://schemas.microsoft.com/office/drawing/2014/main" id="{004F5528-EB46-54F5-B54A-4DE73C45D35E}"/>
              </a:ext>
            </a:extLst>
          </p:cNvPr>
          <p:cNvSpPr>
            <a:spLocks noGrp="1"/>
          </p:cNvSpPr>
          <p:nvPr>
            <p:ph type="body" sz="quarter" idx="21" hasCustomPrompt="1"/>
          </p:nvPr>
        </p:nvSpPr>
        <p:spPr>
          <a:xfrm>
            <a:off x="1608817" y="4906236"/>
            <a:ext cx="1997934"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35" name="Text Placeholder 5">
            <a:extLst>
              <a:ext uri="{FF2B5EF4-FFF2-40B4-BE49-F238E27FC236}">
                <a16:creationId xmlns:a16="http://schemas.microsoft.com/office/drawing/2014/main" id="{724AFAF2-64F0-09FE-1EDD-F7E25D6D7146}"/>
              </a:ext>
            </a:extLst>
          </p:cNvPr>
          <p:cNvSpPr>
            <a:spLocks noGrp="1"/>
          </p:cNvSpPr>
          <p:nvPr>
            <p:ph type="body" sz="quarter" idx="24" hasCustomPrompt="1"/>
          </p:nvPr>
        </p:nvSpPr>
        <p:spPr>
          <a:xfrm>
            <a:off x="7442093" y="4866245"/>
            <a:ext cx="1997934" cy="311481"/>
          </a:xfrm>
        </p:spPr>
        <p:txBody>
          <a:bodyPr>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6" name="Text Placeholder 5">
            <a:extLst>
              <a:ext uri="{FF2B5EF4-FFF2-40B4-BE49-F238E27FC236}">
                <a16:creationId xmlns:a16="http://schemas.microsoft.com/office/drawing/2014/main" id="{F34F98B8-72BF-CA33-0575-2CD932609D32}"/>
              </a:ext>
            </a:extLst>
          </p:cNvPr>
          <p:cNvSpPr>
            <a:spLocks noGrp="1"/>
          </p:cNvSpPr>
          <p:nvPr>
            <p:ph type="body" sz="quarter" idx="22" hasCustomPrompt="1"/>
          </p:nvPr>
        </p:nvSpPr>
        <p:spPr>
          <a:xfrm>
            <a:off x="7442093" y="1273454"/>
            <a:ext cx="1997934" cy="326557"/>
          </a:xfrm>
        </p:spPr>
        <p:txBody>
          <a:bodyPr>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8" name="Text Placeholder 5">
            <a:extLst>
              <a:ext uri="{FF2B5EF4-FFF2-40B4-BE49-F238E27FC236}">
                <a16:creationId xmlns:a16="http://schemas.microsoft.com/office/drawing/2014/main" id="{72CB73B2-DE03-F290-2A5F-9C656F7B154B}"/>
              </a:ext>
            </a:extLst>
          </p:cNvPr>
          <p:cNvSpPr>
            <a:spLocks noGrp="1"/>
          </p:cNvSpPr>
          <p:nvPr>
            <p:ph type="body" sz="quarter" idx="23" hasCustomPrompt="1"/>
          </p:nvPr>
        </p:nvSpPr>
        <p:spPr>
          <a:xfrm>
            <a:off x="7442093" y="3034869"/>
            <a:ext cx="1997934" cy="311481"/>
          </a:xfrm>
        </p:spPr>
        <p:txBody>
          <a:bodyPr>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2" name="Text Placeholder 5">
            <a:extLst>
              <a:ext uri="{FF2B5EF4-FFF2-40B4-BE49-F238E27FC236}">
                <a16:creationId xmlns:a16="http://schemas.microsoft.com/office/drawing/2014/main" id="{B3809E3A-0141-57C1-6DE5-0D0B4C9B8AC9}"/>
              </a:ext>
            </a:extLst>
          </p:cNvPr>
          <p:cNvSpPr>
            <a:spLocks noGrp="1"/>
          </p:cNvSpPr>
          <p:nvPr>
            <p:ph type="body" sz="quarter" idx="26" hasCustomPrompt="1"/>
          </p:nvPr>
        </p:nvSpPr>
        <p:spPr>
          <a:xfrm>
            <a:off x="3146461" y="1313130"/>
            <a:ext cx="1238772" cy="263719"/>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44" name="Text Placeholder 5">
            <a:extLst>
              <a:ext uri="{FF2B5EF4-FFF2-40B4-BE49-F238E27FC236}">
                <a16:creationId xmlns:a16="http://schemas.microsoft.com/office/drawing/2014/main" id="{1AA86369-F7D7-A69E-B08D-6D2DFD50AC82}"/>
              </a:ext>
            </a:extLst>
          </p:cNvPr>
          <p:cNvSpPr>
            <a:spLocks noGrp="1"/>
          </p:cNvSpPr>
          <p:nvPr>
            <p:ph type="body" sz="quarter" idx="27" hasCustomPrompt="1"/>
          </p:nvPr>
        </p:nvSpPr>
        <p:spPr>
          <a:xfrm>
            <a:off x="3307370" y="3035368"/>
            <a:ext cx="1986483" cy="253916"/>
          </a:xfrm>
        </p:spPr>
        <p:txBody>
          <a:bodyPr>
            <a:noAutofit/>
          </a:bodyPr>
          <a:lstStyle>
            <a:lvl1pPr marL="0" indent="0" algn="l">
              <a:lnSpc>
                <a:spcPct val="100000"/>
              </a:lnSpc>
              <a:spcBef>
                <a:spcPts val="0"/>
              </a:spcBef>
              <a:buNone/>
              <a:defRPr sz="1050" b="0">
                <a:solidFill>
                  <a:schemeClr val="accent2"/>
                </a:solidFill>
                <a:latin typeface="+mn-lt"/>
              </a:defRPr>
            </a:lvl1pPr>
          </a:lstStyle>
          <a:p>
            <a:pPr lvl="0"/>
            <a:r>
              <a:rPr lang="en-ID"/>
              <a:t>Text Here</a:t>
            </a:r>
          </a:p>
        </p:txBody>
      </p:sp>
      <p:sp>
        <p:nvSpPr>
          <p:cNvPr id="46" name="Text Placeholder 5">
            <a:extLst>
              <a:ext uri="{FF2B5EF4-FFF2-40B4-BE49-F238E27FC236}">
                <a16:creationId xmlns:a16="http://schemas.microsoft.com/office/drawing/2014/main" id="{338CF13B-7A3D-3970-2221-5E3D661ED2C2}"/>
              </a:ext>
            </a:extLst>
          </p:cNvPr>
          <p:cNvSpPr>
            <a:spLocks noGrp="1"/>
          </p:cNvSpPr>
          <p:nvPr>
            <p:ph type="body" sz="quarter" idx="28" hasCustomPrompt="1"/>
          </p:nvPr>
        </p:nvSpPr>
        <p:spPr>
          <a:xfrm>
            <a:off x="3345180" y="4928279"/>
            <a:ext cx="2053158" cy="253916"/>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51" name="Text Placeholder 5">
            <a:extLst>
              <a:ext uri="{FF2B5EF4-FFF2-40B4-BE49-F238E27FC236}">
                <a16:creationId xmlns:a16="http://schemas.microsoft.com/office/drawing/2014/main" id="{83ECA517-AFC1-E014-3A5A-DD40413E5618}"/>
              </a:ext>
            </a:extLst>
          </p:cNvPr>
          <p:cNvSpPr>
            <a:spLocks noGrp="1"/>
          </p:cNvSpPr>
          <p:nvPr>
            <p:ph type="body" sz="quarter" idx="29" hasCustomPrompt="1"/>
          </p:nvPr>
        </p:nvSpPr>
        <p:spPr>
          <a:xfrm>
            <a:off x="8971271" y="1291970"/>
            <a:ext cx="1986482" cy="257245"/>
          </a:xfrm>
        </p:spPr>
        <p:txBody>
          <a:bodyPr>
            <a:noAutofit/>
          </a:bodyPr>
          <a:lstStyle>
            <a:lvl1pPr marL="0" indent="0" algn="l">
              <a:lnSpc>
                <a:spcPct val="100000"/>
              </a:lnSpc>
              <a:spcBef>
                <a:spcPts val="0"/>
              </a:spcBef>
              <a:buNone/>
              <a:defRPr sz="1050" b="0">
                <a:solidFill>
                  <a:schemeClr val="accent2"/>
                </a:solidFill>
                <a:latin typeface="+mn-lt"/>
              </a:defRPr>
            </a:lvl1pPr>
          </a:lstStyle>
          <a:p>
            <a:pPr lvl="0"/>
            <a:r>
              <a:rPr lang="en-ID"/>
              <a:t>Text Here</a:t>
            </a:r>
          </a:p>
        </p:txBody>
      </p:sp>
      <p:sp>
        <p:nvSpPr>
          <p:cNvPr id="53" name="Text Placeholder 5">
            <a:extLst>
              <a:ext uri="{FF2B5EF4-FFF2-40B4-BE49-F238E27FC236}">
                <a16:creationId xmlns:a16="http://schemas.microsoft.com/office/drawing/2014/main" id="{7632F04A-5350-5AF4-46F9-1F8149BCA839}"/>
              </a:ext>
            </a:extLst>
          </p:cNvPr>
          <p:cNvSpPr>
            <a:spLocks noGrp="1"/>
          </p:cNvSpPr>
          <p:nvPr>
            <p:ph type="body" sz="quarter" idx="30" hasCustomPrompt="1"/>
          </p:nvPr>
        </p:nvSpPr>
        <p:spPr>
          <a:xfrm>
            <a:off x="9108539" y="3060155"/>
            <a:ext cx="2157161" cy="257245"/>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56" name="Text Placeholder 5">
            <a:extLst>
              <a:ext uri="{FF2B5EF4-FFF2-40B4-BE49-F238E27FC236}">
                <a16:creationId xmlns:a16="http://schemas.microsoft.com/office/drawing/2014/main" id="{6B4D1F39-8991-F4F4-8570-BAE54F59FA72}"/>
              </a:ext>
            </a:extLst>
          </p:cNvPr>
          <p:cNvSpPr>
            <a:spLocks noGrp="1"/>
          </p:cNvSpPr>
          <p:nvPr>
            <p:ph type="body" sz="quarter" idx="31" hasCustomPrompt="1"/>
          </p:nvPr>
        </p:nvSpPr>
        <p:spPr>
          <a:xfrm>
            <a:off x="8971271" y="4887775"/>
            <a:ext cx="1986483" cy="257245"/>
          </a:xfrm>
        </p:spPr>
        <p:txBody>
          <a:bodyPr>
            <a:noAutofit/>
          </a:bodyPr>
          <a:lstStyle>
            <a:lvl1pPr marL="0" indent="0" algn="l">
              <a:lnSpc>
                <a:spcPct val="100000"/>
              </a:lnSpc>
              <a:spcBef>
                <a:spcPts val="0"/>
              </a:spcBef>
              <a:buNone/>
              <a:defRPr sz="1050" b="0">
                <a:solidFill>
                  <a:schemeClr val="accent2"/>
                </a:solidFill>
                <a:latin typeface="+mn-lt"/>
              </a:defRPr>
            </a:lvl1pPr>
          </a:lstStyle>
          <a:p>
            <a:pPr lvl="0"/>
            <a:r>
              <a:rPr lang="en-ID"/>
              <a:t>Text Here</a:t>
            </a:r>
          </a:p>
        </p:txBody>
      </p:sp>
      <p:sp>
        <p:nvSpPr>
          <p:cNvPr id="58" name="Text Placeholder 5">
            <a:extLst>
              <a:ext uri="{FF2B5EF4-FFF2-40B4-BE49-F238E27FC236}">
                <a16:creationId xmlns:a16="http://schemas.microsoft.com/office/drawing/2014/main" id="{BF563145-CC34-0A00-6B62-EC7C8C6FD108}"/>
              </a:ext>
            </a:extLst>
          </p:cNvPr>
          <p:cNvSpPr>
            <a:spLocks noGrp="1"/>
          </p:cNvSpPr>
          <p:nvPr>
            <p:ph type="body" sz="quarter" idx="32" hasCustomPrompt="1"/>
          </p:nvPr>
        </p:nvSpPr>
        <p:spPr>
          <a:xfrm>
            <a:off x="1608817" y="1581417"/>
            <a:ext cx="4065869" cy="1045799"/>
          </a:xfrm>
        </p:spPr>
        <p:txBody>
          <a:bodyPr>
            <a:normAutofit/>
          </a:bodyPr>
          <a:lstStyle>
            <a:lvl1pPr marL="0" indent="0">
              <a:lnSpc>
                <a:spcPts val="1500"/>
              </a:lnSpc>
              <a:buNone/>
              <a:defRPr sz="1200" b="0">
                <a:solidFill>
                  <a:schemeClr val="bg1"/>
                </a:solidFill>
                <a:latin typeface="+mn-lt"/>
              </a:defRPr>
            </a:lvl1pPr>
          </a:lstStyle>
          <a:p>
            <a:pPr lvl="0"/>
            <a:r>
              <a:rPr lang="en-ID"/>
              <a:t>Description Here</a:t>
            </a:r>
          </a:p>
        </p:txBody>
      </p:sp>
      <p:sp>
        <p:nvSpPr>
          <p:cNvPr id="60" name="Text Placeholder 5">
            <a:extLst>
              <a:ext uri="{FF2B5EF4-FFF2-40B4-BE49-F238E27FC236}">
                <a16:creationId xmlns:a16="http://schemas.microsoft.com/office/drawing/2014/main" id="{A03E29F5-53D6-81CE-A639-CA0012D20984}"/>
              </a:ext>
            </a:extLst>
          </p:cNvPr>
          <p:cNvSpPr>
            <a:spLocks noGrp="1"/>
          </p:cNvSpPr>
          <p:nvPr>
            <p:ph type="body" sz="quarter" idx="33" hasCustomPrompt="1"/>
          </p:nvPr>
        </p:nvSpPr>
        <p:spPr>
          <a:xfrm>
            <a:off x="1608817" y="3338917"/>
            <a:ext cx="4065869" cy="1045799"/>
          </a:xfrm>
        </p:spPr>
        <p:txBody>
          <a:bodyPr>
            <a:normAutofit/>
          </a:bodyPr>
          <a:lstStyle>
            <a:lvl1pPr marL="0" indent="0">
              <a:lnSpc>
                <a:spcPts val="1500"/>
              </a:lnSpc>
              <a:buNone/>
              <a:defRPr sz="1200" b="0">
                <a:solidFill>
                  <a:schemeClr val="tx1"/>
                </a:solidFill>
                <a:latin typeface="+mn-lt"/>
              </a:defRPr>
            </a:lvl1pPr>
          </a:lstStyle>
          <a:p>
            <a:pPr lvl="0"/>
            <a:r>
              <a:rPr lang="en-ID"/>
              <a:t>Description Here</a:t>
            </a:r>
          </a:p>
        </p:txBody>
      </p:sp>
      <p:sp>
        <p:nvSpPr>
          <p:cNvPr id="62" name="Text Placeholder 5">
            <a:extLst>
              <a:ext uri="{FF2B5EF4-FFF2-40B4-BE49-F238E27FC236}">
                <a16:creationId xmlns:a16="http://schemas.microsoft.com/office/drawing/2014/main" id="{6943DD9D-A0A4-6D81-0662-7424F0721A78}"/>
              </a:ext>
            </a:extLst>
          </p:cNvPr>
          <p:cNvSpPr>
            <a:spLocks noGrp="1"/>
          </p:cNvSpPr>
          <p:nvPr>
            <p:ph type="body" sz="quarter" idx="34" hasCustomPrompt="1"/>
          </p:nvPr>
        </p:nvSpPr>
        <p:spPr>
          <a:xfrm>
            <a:off x="1612956" y="5204238"/>
            <a:ext cx="4054419" cy="848325"/>
          </a:xfrm>
        </p:spPr>
        <p:txBody>
          <a:bodyPr>
            <a:normAutofit/>
          </a:bodyPr>
          <a:lstStyle>
            <a:lvl1pPr marL="0" indent="0">
              <a:lnSpc>
                <a:spcPts val="1500"/>
              </a:lnSpc>
              <a:buNone/>
              <a:defRPr sz="1200" b="0">
                <a:solidFill>
                  <a:schemeClr val="bg1"/>
                </a:solidFill>
                <a:latin typeface="+mn-lt"/>
              </a:defRPr>
            </a:lvl1pPr>
          </a:lstStyle>
          <a:p>
            <a:pPr lvl="0"/>
            <a:r>
              <a:rPr lang="en-ID"/>
              <a:t>Description Here</a:t>
            </a:r>
          </a:p>
        </p:txBody>
      </p:sp>
      <p:sp>
        <p:nvSpPr>
          <p:cNvPr id="64" name="Text Placeholder 5">
            <a:extLst>
              <a:ext uri="{FF2B5EF4-FFF2-40B4-BE49-F238E27FC236}">
                <a16:creationId xmlns:a16="http://schemas.microsoft.com/office/drawing/2014/main" id="{E94F1A5A-A178-7F90-BC49-835B87ED858C}"/>
              </a:ext>
            </a:extLst>
          </p:cNvPr>
          <p:cNvSpPr>
            <a:spLocks noGrp="1"/>
          </p:cNvSpPr>
          <p:nvPr>
            <p:ph type="body" sz="quarter" idx="35" hasCustomPrompt="1"/>
          </p:nvPr>
        </p:nvSpPr>
        <p:spPr>
          <a:xfrm>
            <a:off x="7442094" y="1600011"/>
            <a:ext cx="4050094" cy="1045798"/>
          </a:xfrm>
        </p:spPr>
        <p:txBody>
          <a:bodyPr>
            <a:normAutofit/>
          </a:bodyPr>
          <a:lstStyle>
            <a:lvl1pPr marL="0" indent="0">
              <a:lnSpc>
                <a:spcPts val="1500"/>
              </a:lnSpc>
              <a:buNone/>
              <a:defRPr sz="1200" b="0">
                <a:solidFill>
                  <a:schemeClr val="tx1"/>
                </a:solidFill>
                <a:latin typeface="+mn-lt"/>
              </a:defRPr>
            </a:lvl1pPr>
          </a:lstStyle>
          <a:p>
            <a:pPr lvl="0"/>
            <a:r>
              <a:rPr lang="en-ID"/>
              <a:t>Description Here</a:t>
            </a:r>
          </a:p>
        </p:txBody>
      </p:sp>
      <p:sp>
        <p:nvSpPr>
          <p:cNvPr id="66" name="Text Placeholder 65">
            <a:extLst>
              <a:ext uri="{FF2B5EF4-FFF2-40B4-BE49-F238E27FC236}">
                <a16:creationId xmlns:a16="http://schemas.microsoft.com/office/drawing/2014/main" id="{F06B28BE-0D1C-A321-176E-CA22D18C7F34}"/>
              </a:ext>
            </a:extLst>
          </p:cNvPr>
          <p:cNvSpPr>
            <a:spLocks noGrp="1"/>
          </p:cNvSpPr>
          <p:nvPr>
            <p:ph type="body" sz="quarter" idx="36" hasCustomPrompt="1"/>
          </p:nvPr>
        </p:nvSpPr>
        <p:spPr>
          <a:xfrm>
            <a:off x="7442093" y="3329831"/>
            <a:ext cx="4054418" cy="1045799"/>
          </a:xfrm>
          <a:custGeom>
            <a:avLst/>
            <a:gdLst>
              <a:gd name="connsiteX0" fmla="*/ 0 w 4054418"/>
              <a:gd name="connsiteY0" fmla="*/ 0 h 1045799"/>
              <a:gd name="connsiteX1" fmla="*/ 4054418 w 4054418"/>
              <a:gd name="connsiteY1" fmla="*/ 0 h 1045799"/>
              <a:gd name="connsiteX2" fmla="*/ 4054418 w 4054418"/>
              <a:gd name="connsiteY2" fmla="*/ 1045799 h 1045799"/>
              <a:gd name="connsiteX3" fmla="*/ 0 w 405441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4054418" h="1045799">
                <a:moveTo>
                  <a:pt x="0" y="0"/>
                </a:moveTo>
                <a:lnTo>
                  <a:pt x="4054418" y="0"/>
                </a:lnTo>
                <a:lnTo>
                  <a:pt x="4054418" y="1045799"/>
                </a:lnTo>
                <a:lnTo>
                  <a:pt x="0" y="1045799"/>
                </a:lnTo>
                <a:close/>
              </a:path>
            </a:pathLst>
          </a:custGeom>
        </p:spPr>
        <p:txBody>
          <a:bodyPr wrap="square">
            <a:noAutofit/>
          </a:bodyPr>
          <a:lstStyle>
            <a:lvl1pPr marL="0" indent="0">
              <a:lnSpc>
                <a:spcPts val="1500"/>
              </a:lnSpc>
              <a:buNone/>
              <a:defRPr sz="1200" b="0">
                <a:solidFill>
                  <a:schemeClr val="bg1"/>
                </a:solidFill>
                <a:latin typeface="+mn-lt"/>
              </a:defRPr>
            </a:lvl1pPr>
          </a:lstStyle>
          <a:p>
            <a:pPr lvl="0"/>
            <a:r>
              <a:rPr lang="en-ID"/>
              <a:t>Description Here</a:t>
            </a:r>
          </a:p>
        </p:txBody>
      </p:sp>
      <p:sp>
        <p:nvSpPr>
          <p:cNvPr id="68" name="Text Placeholder 67">
            <a:extLst>
              <a:ext uri="{FF2B5EF4-FFF2-40B4-BE49-F238E27FC236}">
                <a16:creationId xmlns:a16="http://schemas.microsoft.com/office/drawing/2014/main" id="{C0C431BF-378B-0966-689B-E430A23F84B4}"/>
              </a:ext>
            </a:extLst>
          </p:cNvPr>
          <p:cNvSpPr>
            <a:spLocks noGrp="1"/>
          </p:cNvSpPr>
          <p:nvPr>
            <p:ph type="body" sz="quarter" idx="37" hasCustomPrompt="1"/>
          </p:nvPr>
        </p:nvSpPr>
        <p:spPr>
          <a:xfrm>
            <a:off x="7437769" y="5194655"/>
            <a:ext cx="4054418" cy="853439"/>
          </a:xfrm>
          <a:custGeom>
            <a:avLst/>
            <a:gdLst>
              <a:gd name="connsiteX0" fmla="*/ 0 w 4054418"/>
              <a:gd name="connsiteY0" fmla="*/ 0 h 853439"/>
              <a:gd name="connsiteX1" fmla="*/ 4054418 w 4054418"/>
              <a:gd name="connsiteY1" fmla="*/ 0 h 853439"/>
              <a:gd name="connsiteX2" fmla="*/ 4054418 w 4054418"/>
              <a:gd name="connsiteY2" fmla="*/ 853439 h 853439"/>
              <a:gd name="connsiteX3" fmla="*/ 0 w 4054418"/>
              <a:gd name="connsiteY3" fmla="*/ 853439 h 853439"/>
            </a:gdLst>
            <a:ahLst/>
            <a:cxnLst>
              <a:cxn ang="0">
                <a:pos x="connsiteX0" y="connsiteY0"/>
              </a:cxn>
              <a:cxn ang="0">
                <a:pos x="connsiteX1" y="connsiteY1"/>
              </a:cxn>
              <a:cxn ang="0">
                <a:pos x="connsiteX2" y="connsiteY2"/>
              </a:cxn>
              <a:cxn ang="0">
                <a:pos x="connsiteX3" y="connsiteY3"/>
              </a:cxn>
            </a:cxnLst>
            <a:rect l="l" t="t" r="r" b="b"/>
            <a:pathLst>
              <a:path w="4054418" h="853439">
                <a:moveTo>
                  <a:pt x="0" y="0"/>
                </a:moveTo>
                <a:lnTo>
                  <a:pt x="4054418" y="0"/>
                </a:lnTo>
                <a:lnTo>
                  <a:pt x="4054418" y="853439"/>
                </a:lnTo>
                <a:lnTo>
                  <a:pt x="0" y="853439"/>
                </a:lnTo>
                <a:close/>
              </a:path>
            </a:pathLst>
          </a:custGeom>
        </p:spPr>
        <p:txBody>
          <a:bodyPr wrap="square">
            <a:noAutofit/>
          </a:bodyPr>
          <a:lstStyle>
            <a:lvl1pPr marL="0" indent="0">
              <a:lnSpc>
                <a:spcPts val="1500"/>
              </a:lnSpc>
              <a:buNone/>
              <a:defRPr sz="1200" b="0">
                <a:solidFill>
                  <a:schemeClr val="tx1"/>
                </a:solidFill>
                <a:latin typeface="+mn-lt"/>
              </a:defRPr>
            </a:lvl1pPr>
          </a:lstStyle>
          <a:p>
            <a:pPr lvl="0"/>
            <a:r>
              <a:rPr lang="en-ID"/>
              <a:t>Description Here</a:t>
            </a:r>
          </a:p>
        </p:txBody>
      </p:sp>
      <p:sp>
        <p:nvSpPr>
          <p:cNvPr id="69" name="Text Placeholder 5">
            <a:extLst>
              <a:ext uri="{FF2B5EF4-FFF2-40B4-BE49-F238E27FC236}">
                <a16:creationId xmlns:a16="http://schemas.microsoft.com/office/drawing/2014/main" id="{A6C5EA59-7106-06C7-CA6B-DE312B5BB646}"/>
              </a:ext>
            </a:extLst>
          </p:cNvPr>
          <p:cNvSpPr>
            <a:spLocks noGrp="1"/>
          </p:cNvSpPr>
          <p:nvPr>
            <p:ph type="body" sz="quarter" idx="38"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Tree>
    <p:extLst>
      <p:ext uri="{BB962C8B-B14F-4D97-AF65-F5344CB8AC3E}">
        <p14:creationId xmlns:p14="http://schemas.microsoft.com/office/powerpoint/2010/main" val="421354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4" name="Picture Placeholder 3">
            <a:extLst>
              <a:ext uri="{FF2B5EF4-FFF2-40B4-BE49-F238E27FC236}">
                <a16:creationId xmlns:a16="http://schemas.microsoft.com/office/drawing/2014/main" id="{D843B671-B4F6-DA88-44EA-C4950388159B}"/>
              </a:ext>
            </a:extLst>
          </p:cNvPr>
          <p:cNvSpPr>
            <a:spLocks noGrp="1"/>
          </p:cNvSpPr>
          <p:nvPr>
            <p:ph type="pic" sz="quarter" idx="11"/>
          </p:nvPr>
        </p:nvSpPr>
        <p:spPr>
          <a:xfrm>
            <a:off x="5065552" y="419505"/>
            <a:ext cx="4727370" cy="6438493"/>
          </a:xfrm>
          <a:custGeom>
            <a:avLst/>
            <a:gdLst>
              <a:gd name="connsiteX0" fmla="*/ 0 w 4727370"/>
              <a:gd name="connsiteY0" fmla="*/ 0 h 6438493"/>
              <a:gd name="connsiteX1" fmla="*/ 4727370 w 4727370"/>
              <a:gd name="connsiteY1" fmla="*/ 0 h 6438493"/>
              <a:gd name="connsiteX2" fmla="*/ 4727370 w 4727370"/>
              <a:gd name="connsiteY2" fmla="*/ 6438493 h 6438493"/>
              <a:gd name="connsiteX3" fmla="*/ 0 w 4727370"/>
              <a:gd name="connsiteY3" fmla="*/ 6438493 h 6438493"/>
            </a:gdLst>
            <a:ahLst/>
            <a:cxnLst>
              <a:cxn ang="0">
                <a:pos x="connsiteX0" y="connsiteY0"/>
              </a:cxn>
              <a:cxn ang="0">
                <a:pos x="connsiteX1" y="connsiteY1"/>
              </a:cxn>
              <a:cxn ang="0">
                <a:pos x="connsiteX2" y="connsiteY2"/>
              </a:cxn>
              <a:cxn ang="0">
                <a:pos x="connsiteX3" y="connsiteY3"/>
              </a:cxn>
            </a:cxnLst>
            <a:rect l="l" t="t" r="r" b="b"/>
            <a:pathLst>
              <a:path w="4727370" h="6438493">
                <a:moveTo>
                  <a:pt x="0" y="0"/>
                </a:moveTo>
                <a:lnTo>
                  <a:pt x="4727370" y="0"/>
                </a:lnTo>
                <a:lnTo>
                  <a:pt x="4727370" y="6438493"/>
                </a:lnTo>
                <a:lnTo>
                  <a:pt x="0" y="6438493"/>
                </a:lnTo>
                <a:close/>
              </a:path>
            </a:pathLst>
          </a:custGeom>
          <a:noFill/>
        </p:spPr>
        <p:txBody>
          <a:bodyPr wrap="square">
            <a:noAutofit/>
          </a:bodyPr>
          <a:lstStyle>
            <a:lvl1pPr>
              <a:defRPr sz="800"/>
            </a:lvl1pPr>
          </a:lstStyle>
          <a:p>
            <a:endParaRPr lang="en-ID"/>
          </a:p>
        </p:txBody>
      </p:sp>
      <p:sp>
        <p:nvSpPr>
          <p:cNvPr id="6" name="Text Placeholder 5">
            <a:extLst>
              <a:ext uri="{FF2B5EF4-FFF2-40B4-BE49-F238E27FC236}">
                <a16:creationId xmlns:a16="http://schemas.microsoft.com/office/drawing/2014/main" id="{72CD5224-5AAC-FBE6-6AE7-6499B02F0F4F}"/>
              </a:ext>
            </a:extLst>
          </p:cNvPr>
          <p:cNvSpPr>
            <a:spLocks noGrp="1"/>
          </p:cNvSpPr>
          <p:nvPr>
            <p:ph type="body" sz="quarter" idx="12" hasCustomPrompt="1"/>
          </p:nvPr>
        </p:nvSpPr>
        <p:spPr>
          <a:xfrm>
            <a:off x="794202" y="921087"/>
            <a:ext cx="5512767" cy="1938227"/>
          </a:xfrm>
        </p:spPr>
        <p:txBody>
          <a:bodyPr>
            <a:noAutofit/>
          </a:bodyPr>
          <a:lstStyle>
            <a:lvl1pPr marL="0" indent="0" algn="l">
              <a:lnSpc>
                <a:spcPct val="100000"/>
              </a:lnSpc>
              <a:buNone/>
              <a:defRPr sz="5400" b="1">
                <a:solidFill>
                  <a:schemeClr val="bg1"/>
                </a:solidFill>
                <a:latin typeface="+mj-lt"/>
              </a:defRPr>
            </a:lvl1pPr>
          </a:lstStyle>
          <a:p>
            <a:pPr lvl="0"/>
            <a:r>
              <a:rPr lang="en-ID"/>
              <a:t>TITLE HERE</a:t>
            </a:r>
          </a:p>
        </p:txBody>
      </p:sp>
      <p:sp>
        <p:nvSpPr>
          <p:cNvPr id="12" name="Text Placeholder 11">
            <a:extLst>
              <a:ext uri="{FF2B5EF4-FFF2-40B4-BE49-F238E27FC236}">
                <a16:creationId xmlns:a16="http://schemas.microsoft.com/office/drawing/2014/main" id="{68581986-4857-7AA7-F83D-661F06EF8AB8}"/>
              </a:ext>
            </a:extLst>
          </p:cNvPr>
          <p:cNvSpPr>
            <a:spLocks noGrp="1"/>
          </p:cNvSpPr>
          <p:nvPr>
            <p:ph type="body" sz="quarter" idx="33" hasCustomPrompt="1"/>
          </p:nvPr>
        </p:nvSpPr>
        <p:spPr>
          <a:xfrm>
            <a:off x="625859" y="3376824"/>
            <a:ext cx="4691862" cy="1699824"/>
          </a:xfrm>
          <a:custGeom>
            <a:avLst/>
            <a:gdLst>
              <a:gd name="connsiteX0" fmla="*/ 0 w 4691862"/>
              <a:gd name="connsiteY0" fmla="*/ 0 h 1699824"/>
              <a:gd name="connsiteX1" fmla="*/ 4691862 w 4691862"/>
              <a:gd name="connsiteY1" fmla="*/ 0 h 1699824"/>
              <a:gd name="connsiteX2" fmla="*/ 4691862 w 4691862"/>
              <a:gd name="connsiteY2" fmla="*/ 1699824 h 1699824"/>
              <a:gd name="connsiteX3" fmla="*/ 0 w 4691862"/>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691862" h="1699824">
                <a:moveTo>
                  <a:pt x="0" y="0"/>
                </a:moveTo>
                <a:lnTo>
                  <a:pt x="4691862" y="0"/>
                </a:lnTo>
                <a:lnTo>
                  <a:pt x="4691862" y="1699824"/>
                </a:lnTo>
                <a:lnTo>
                  <a:pt x="0" y="1699824"/>
                </a:lnTo>
                <a:close/>
              </a:path>
            </a:pathLst>
          </a:custGeom>
        </p:spPr>
        <p:txBody>
          <a:bodyPr wrap="square">
            <a:noAutofit/>
          </a:bodyPr>
          <a:lstStyle>
            <a:lvl1pPr marL="0" indent="0">
              <a:lnSpc>
                <a:spcPts val="1500"/>
              </a:lnSpc>
              <a:spcBef>
                <a:spcPts val="600"/>
              </a:spcBef>
              <a:buNone/>
              <a:defRPr sz="1200" b="0">
                <a:solidFill>
                  <a:schemeClr val="tx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C61D98DF-0462-C94A-BD98-68CAF12EAE45}"/>
              </a:ext>
            </a:extLst>
          </p:cNvPr>
          <p:cNvSpPr>
            <a:spLocks noGrp="1"/>
          </p:cNvSpPr>
          <p:nvPr>
            <p:ph type="body" sz="quarter" idx="19" hasCustomPrompt="1"/>
          </p:nvPr>
        </p:nvSpPr>
        <p:spPr>
          <a:xfrm>
            <a:off x="706070" y="5188858"/>
            <a:ext cx="4611651"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16" name="Text Placeholder 15">
            <a:extLst>
              <a:ext uri="{FF2B5EF4-FFF2-40B4-BE49-F238E27FC236}">
                <a16:creationId xmlns:a16="http://schemas.microsoft.com/office/drawing/2014/main" id="{2B174FB4-5D62-D612-D9ED-5A10080527CC}"/>
              </a:ext>
            </a:extLst>
          </p:cNvPr>
          <p:cNvSpPr>
            <a:spLocks noGrp="1"/>
          </p:cNvSpPr>
          <p:nvPr>
            <p:ph type="body" sz="quarter" idx="34" hasCustomPrompt="1"/>
          </p:nvPr>
        </p:nvSpPr>
        <p:spPr>
          <a:xfrm>
            <a:off x="8753912" y="3494105"/>
            <a:ext cx="2925727"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18" name="Text Placeholder 17">
            <a:extLst>
              <a:ext uri="{FF2B5EF4-FFF2-40B4-BE49-F238E27FC236}">
                <a16:creationId xmlns:a16="http://schemas.microsoft.com/office/drawing/2014/main" id="{EF0E4A63-58CA-8397-0B83-67BFAA74CB78}"/>
              </a:ext>
            </a:extLst>
          </p:cNvPr>
          <p:cNvSpPr>
            <a:spLocks noGrp="1"/>
          </p:cNvSpPr>
          <p:nvPr>
            <p:ph type="body" sz="quarter" idx="35" hasCustomPrompt="1"/>
          </p:nvPr>
        </p:nvSpPr>
        <p:spPr>
          <a:xfrm>
            <a:off x="8705681" y="2106229"/>
            <a:ext cx="2980096" cy="1238159"/>
          </a:xfrm>
          <a:custGeom>
            <a:avLst/>
            <a:gdLst>
              <a:gd name="connsiteX0" fmla="*/ 0 w 2980096"/>
              <a:gd name="connsiteY0" fmla="*/ 0 h 1238159"/>
              <a:gd name="connsiteX1" fmla="*/ 2980096 w 2980096"/>
              <a:gd name="connsiteY1" fmla="*/ 0 h 1238159"/>
              <a:gd name="connsiteX2" fmla="*/ 2980096 w 2980096"/>
              <a:gd name="connsiteY2" fmla="*/ 1238159 h 1238159"/>
              <a:gd name="connsiteX3" fmla="*/ 0 w 2980096"/>
              <a:gd name="connsiteY3" fmla="*/ 1238159 h 1238159"/>
            </a:gdLst>
            <a:ahLst/>
            <a:cxnLst>
              <a:cxn ang="0">
                <a:pos x="connsiteX0" y="connsiteY0"/>
              </a:cxn>
              <a:cxn ang="0">
                <a:pos x="connsiteX1" y="connsiteY1"/>
              </a:cxn>
              <a:cxn ang="0">
                <a:pos x="connsiteX2" y="connsiteY2"/>
              </a:cxn>
              <a:cxn ang="0">
                <a:pos x="connsiteX3" y="connsiteY3"/>
              </a:cxn>
            </a:cxnLst>
            <a:rect l="l" t="t" r="r" b="b"/>
            <a:pathLst>
              <a:path w="2980096" h="1238159">
                <a:moveTo>
                  <a:pt x="0" y="0"/>
                </a:moveTo>
                <a:lnTo>
                  <a:pt x="2980096" y="0"/>
                </a:lnTo>
                <a:lnTo>
                  <a:pt x="2980096" y="1238159"/>
                </a:lnTo>
                <a:lnTo>
                  <a:pt x="0" y="1238159"/>
                </a:lnTo>
                <a:close/>
              </a:path>
            </a:pathLst>
          </a:custGeom>
        </p:spPr>
        <p:txBody>
          <a:bodyPr wrap="square">
            <a:noAutofit/>
          </a:bodyPr>
          <a:lstStyle>
            <a:lvl1pPr marL="0" indent="0">
              <a:lnSpc>
                <a:spcPts val="1500"/>
              </a:lnSpc>
              <a:spcBef>
                <a:spcPts val="600"/>
              </a:spcBef>
              <a:buNone/>
              <a:defRPr sz="1200" b="0">
                <a:solidFill>
                  <a:schemeClr val="tx1"/>
                </a:solidFill>
                <a:latin typeface="+mn-lt"/>
              </a:defRPr>
            </a:lvl1pPr>
          </a:lstStyle>
          <a:p>
            <a:pPr lvl="0"/>
            <a:r>
              <a:rPr lang="en-ID"/>
              <a:t>Description Here</a:t>
            </a:r>
          </a:p>
        </p:txBody>
      </p:sp>
    </p:spTree>
    <p:extLst>
      <p:ext uri="{BB962C8B-B14F-4D97-AF65-F5344CB8AC3E}">
        <p14:creationId xmlns:p14="http://schemas.microsoft.com/office/powerpoint/2010/main" val="2803785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BE6B6CCA-264F-3C57-6EA7-AE7DBB75D199}"/>
              </a:ext>
            </a:extLst>
          </p:cNvPr>
          <p:cNvSpPr>
            <a:spLocks noGrp="1"/>
          </p:cNvSpPr>
          <p:nvPr>
            <p:ph type="body" sz="quarter" idx="33" hasCustomPrompt="1"/>
          </p:nvPr>
        </p:nvSpPr>
        <p:spPr>
          <a:xfrm>
            <a:off x="809747" y="1905744"/>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9BB6D425-871D-5B38-1932-8457284BF7A2}"/>
              </a:ext>
            </a:extLst>
          </p:cNvPr>
          <p:cNvSpPr>
            <a:spLocks noGrp="1"/>
          </p:cNvSpPr>
          <p:nvPr>
            <p:ph type="body" sz="quarter" idx="19" hasCustomPrompt="1"/>
          </p:nvPr>
        </p:nvSpPr>
        <p:spPr>
          <a:xfrm>
            <a:off x="555804" y="1547717"/>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4" name="Text Placeholder 23">
            <a:extLst>
              <a:ext uri="{FF2B5EF4-FFF2-40B4-BE49-F238E27FC236}">
                <a16:creationId xmlns:a16="http://schemas.microsoft.com/office/drawing/2014/main" id="{937955A1-1A70-3D1C-FB8C-294F7BBBE00F}"/>
              </a:ext>
            </a:extLst>
          </p:cNvPr>
          <p:cNvSpPr>
            <a:spLocks noGrp="1"/>
          </p:cNvSpPr>
          <p:nvPr>
            <p:ph type="body" sz="quarter" idx="34" hasCustomPrompt="1"/>
          </p:nvPr>
        </p:nvSpPr>
        <p:spPr>
          <a:xfrm>
            <a:off x="555804" y="4260634"/>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023FDA89-4ACA-2C7C-B257-252DC3FD0AB2}"/>
              </a:ext>
            </a:extLst>
          </p:cNvPr>
          <p:cNvSpPr>
            <a:spLocks noGrp="1"/>
          </p:cNvSpPr>
          <p:nvPr>
            <p:ph type="body" sz="quarter" idx="35" hasCustomPrompt="1"/>
          </p:nvPr>
        </p:nvSpPr>
        <p:spPr>
          <a:xfrm>
            <a:off x="809747" y="4618662"/>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9BAECCAE-899E-55A0-B62C-9E88D3F67B00}"/>
              </a:ext>
            </a:extLst>
          </p:cNvPr>
          <p:cNvSpPr>
            <a:spLocks noGrp="1"/>
          </p:cNvSpPr>
          <p:nvPr>
            <p:ph type="body" sz="quarter" idx="36" hasCustomPrompt="1"/>
          </p:nvPr>
        </p:nvSpPr>
        <p:spPr>
          <a:xfrm>
            <a:off x="4414257" y="1479143"/>
            <a:ext cx="7107753"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3" name="Text Placeholder 32">
            <a:extLst>
              <a:ext uri="{FF2B5EF4-FFF2-40B4-BE49-F238E27FC236}">
                <a16:creationId xmlns:a16="http://schemas.microsoft.com/office/drawing/2014/main" id="{ECFCEDF1-5A7B-9144-FCFC-B0E5DB031745}"/>
              </a:ext>
            </a:extLst>
          </p:cNvPr>
          <p:cNvSpPr>
            <a:spLocks noGrp="1"/>
          </p:cNvSpPr>
          <p:nvPr>
            <p:ph type="body" sz="quarter" idx="37" hasCustomPrompt="1"/>
          </p:nvPr>
        </p:nvSpPr>
        <p:spPr>
          <a:xfrm>
            <a:off x="4414257" y="4796962"/>
            <a:ext cx="7450597"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6" name="Text Placeholder 35">
            <a:extLst>
              <a:ext uri="{FF2B5EF4-FFF2-40B4-BE49-F238E27FC236}">
                <a16:creationId xmlns:a16="http://schemas.microsoft.com/office/drawing/2014/main" id="{90425FC9-261E-584F-5006-7E93ECF6F34A}"/>
              </a:ext>
            </a:extLst>
          </p:cNvPr>
          <p:cNvSpPr>
            <a:spLocks noGrp="1"/>
          </p:cNvSpPr>
          <p:nvPr>
            <p:ph type="body" sz="quarter" idx="38" hasCustomPrompt="1"/>
          </p:nvPr>
        </p:nvSpPr>
        <p:spPr>
          <a:xfrm>
            <a:off x="4414258" y="1751267"/>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2" name="Text Placeholder 41">
            <a:extLst>
              <a:ext uri="{FF2B5EF4-FFF2-40B4-BE49-F238E27FC236}">
                <a16:creationId xmlns:a16="http://schemas.microsoft.com/office/drawing/2014/main" id="{86C84269-A954-3D13-A821-45D8B71E91F3}"/>
              </a:ext>
            </a:extLst>
          </p:cNvPr>
          <p:cNvSpPr>
            <a:spLocks noGrp="1"/>
          </p:cNvSpPr>
          <p:nvPr>
            <p:ph type="body" sz="quarter" idx="39" hasCustomPrompt="1"/>
          </p:nvPr>
        </p:nvSpPr>
        <p:spPr>
          <a:xfrm>
            <a:off x="4414258" y="2666989"/>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E372DF29-43F7-1B87-67F7-6933C84D323B}"/>
              </a:ext>
            </a:extLst>
          </p:cNvPr>
          <p:cNvSpPr>
            <a:spLocks noGrp="1"/>
          </p:cNvSpPr>
          <p:nvPr>
            <p:ph type="body" sz="quarter" idx="40" hasCustomPrompt="1"/>
          </p:nvPr>
        </p:nvSpPr>
        <p:spPr>
          <a:xfrm>
            <a:off x="4668200" y="2018365"/>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382928C7-FF49-3BDD-5B5E-3AB4D2E2C8C2}"/>
              </a:ext>
            </a:extLst>
          </p:cNvPr>
          <p:cNvSpPr>
            <a:spLocks noGrp="1"/>
          </p:cNvSpPr>
          <p:nvPr>
            <p:ph type="body" sz="quarter" idx="41" hasCustomPrompt="1"/>
          </p:nvPr>
        </p:nvSpPr>
        <p:spPr>
          <a:xfrm>
            <a:off x="4668201" y="2934648"/>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E5A50C6F-0697-6464-760C-24091EBF7220}"/>
              </a:ext>
            </a:extLst>
          </p:cNvPr>
          <p:cNvSpPr>
            <a:spLocks noGrp="1"/>
          </p:cNvSpPr>
          <p:nvPr>
            <p:ph type="body" sz="quarter" idx="42" hasCustomPrompt="1"/>
          </p:nvPr>
        </p:nvSpPr>
        <p:spPr>
          <a:xfrm>
            <a:off x="4414258" y="506908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52" name="Text Placeholder 51">
            <a:extLst>
              <a:ext uri="{FF2B5EF4-FFF2-40B4-BE49-F238E27FC236}">
                <a16:creationId xmlns:a16="http://schemas.microsoft.com/office/drawing/2014/main" id="{63537FFE-27A3-823F-1D80-398A896D12B5}"/>
              </a:ext>
            </a:extLst>
          </p:cNvPr>
          <p:cNvSpPr>
            <a:spLocks noGrp="1"/>
          </p:cNvSpPr>
          <p:nvPr>
            <p:ph type="body" sz="quarter" idx="43" hasCustomPrompt="1"/>
          </p:nvPr>
        </p:nvSpPr>
        <p:spPr>
          <a:xfrm>
            <a:off x="4668200" y="5336184"/>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Tree>
    <p:extLst>
      <p:ext uri="{BB962C8B-B14F-4D97-AF65-F5344CB8AC3E}">
        <p14:creationId xmlns:p14="http://schemas.microsoft.com/office/powerpoint/2010/main" val="401556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ustom Layout">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88636E7-1961-3B3A-0794-5275883E61D1}"/>
              </a:ext>
            </a:extLst>
          </p:cNvPr>
          <p:cNvSpPr>
            <a:spLocks noGrp="1"/>
          </p:cNvSpPr>
          <p:nvPr>
            <p:ph type="pic" sz="quarter" idx="13"/>
          </p:nvPr>
        </p:nvSpPr>
        <p:spPr>
          <a:xfrm>
            <a:off x="0" y="1"/>
            <a:ext cx="6565900" cy="6857998"/>
          </a:xfrm>
          <a:custGeom>
            <a:avLst/>
            <a:gdLst>
              <a:gd name="connsiteX0" fmla="*/ 0 w 6565900"/>
              <a:gd name="connsiteY0" fmla="*/ 0 h 6857998"/>
              <a:gd name="connsiteX1" fmla="*/ 6565900 w 6565900"/>
              <a:gd name="connsiteY1" fmla="*/ 0 h 6857998"/>
              <a:gd name="connsiteX2" fmla="*/ 5252720 w 6565900"/>
              <a:gd name="connsiteY2" fmla="*/ 6857998 h 6857998"/>
              <a:gd name="connsiteX3" fmla="*/ 0 w 65659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6565900" h="6857998">
                <a:moveTo>
                  <a:pt x="0" y="0"/>
                </a:moveTo>
                <a:lnTo>
                  <a:pt x="6565900" y="0"/>
                </a:lnTo>
                <a:lnTo>
                  <a:pt x="5252720" y="6857998"/>
                </a:lnTo>
                <a:lnTo>
                  <a:pt x="0" y="6857998"/>
                </a:lnTo>
                <a:close/>
              </a:path>
            </a:pathLst>
          </a:custGeom>
          <a:solidFill>
            <a:schemeClr val="bg1">
              <a:lumMod val="95000"/>
            </a:schemeClr>
          </a:solidFill>
        </p:spPr>
        <p:txBody>
          <a:bodyPr wrap="square">
            <a:noAutofit/>
          </a:bodyPr>
          <a:lstStyle>
            <a:lvl1pPr algn="l">
              <a:defRPr sz="800"/>
            </a:lvl1pPr>
          </a:lstStyle>
          <a:p>
            <a:endParaRPr lang="en-ID"/>
          </a:p>
        </p:txBody>
      </p:sp>
      <p:sp>
        <p:nvSpPr>
          <p:cNvPr id="7" name="Text Placeholder 6">
            <a:extLst>
              <a:ext uri="{FF2B5EF4-FFF2-40B4-BE49-F238E27FC236}">
                <a16:creationId xmlns:a16="http://schemas.microsoft.com/office/drawing/2014/main" id="{85A090F1-E919-EC14-20B1-60299E11F52A}"/>
              </a:ext>
            </a:extLst>
          </p:cNvPr>
          <p:cNvSpPr>
            <a:spLocks noGrp="1"/>
          </p:cNvSpPr>
          <p:nvPr>
            <p:ph type="body" sz="quarter" idx="11" hasCustomPrompt="1"/>
          </p:nvPr>
        </p:nvSpPr>
        <p:spPr>
          <a:xfrm>
            <a:off x="7108825" y="1379093"/>
            <a:ext cx="3787775" cy="2420179"/>
          </a:xfrm>
          <a:custGeom>
            <a:avLst/>
            <a:gdLst>
              <a:gd name="connsiteX0" fmla="*/ 0 w 3787775"/>
              <a:gd name="connsiteY0" fmla="*/ 0 h 2123658"/>
              <a:gd name="connsiteX1" fmla="*/ 3787775 w 3787775"/>
              <a:gd name="connsiteY1" fmla="*/ 0 h 2123658"/>
              <a:gd name="connsiteX2" fmla="*/ 3787775 w 3787775"/>
              <a:gd name="connsiteY2" fmla="*/ 2123658 h 2123658"/>
              <a:gd name="connsiteX3" fmla="*/ 0 w 3787775"/>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3787775" h="2123658">
                <a:moveTo>
                  <a:pt x="0" y="0"/>
                </a:moveTo>
                <a:lnTo>
                  <a:pt x="3787775" y="0"/>
                </a:lnTo>
                <a:lnTo>
                  <a:pt x="3787775" y="2123658"/>
                </a:lnTo>
                <a:lnTo>
                  <a:pt x="0" y="2123658"/>
                </a:lnTo>
                <a:close/>
              </a:path>
            </a:pathLst>
          </a:custGeom>
        </p:spPr>
        <p:txBody>
          <a:bodyPr wrap="square">
            <a:noAutofit/>
          </a:bodyPr>
          <a:lstStyle>
            <a:lvl1pPr marL="0" indent="0" algn="l">
              <a:lnSpc>
                <a:spcPct val="100000"/>
              </a:lnSpc>
              <a:buNone/>
              <a:defRPr sz="66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FCF88729-6D8E-B4A6-081C-CA10B7B882A7}"/>
              </a:ext>
            </a:extLst>
          </p:cNvPr>
          <p:cNvSpPr>
            <a:spLocks noGrp="1"/>
          </p:cNvSpPr>
          <p:nvPr>
            <p:ph type="body" sz="quarter" idx="36" hasCustomPrompt="1"/>
          </p:nvPr>
        </p:nvSpPr>
        <p:spPr>
          <a:xfrm>
            <a:off x="7242908" y="4153867"/>
            <a:ext cx="2472592" cy="307777"/>
          </a:xfrm>
          <a:custGeom>
            <a:avLst/>
            <a:gdLst>
              <a:gd name="connsiteX0" fmla="*/ 0 w 979548"/>
              <a:gd name="connsiteY0" fmla="*/ 0 h 307777"/>
              <a:gd name="connsiteX1" fmla="*/ 979548 w 979548"/>
              <a:gd name="connsiteY1" fmla="*/ 0 h 307777"/>
              <a:gd name="connsiteX2" fmla="*/ 979548 w 979548"/>
              <a:gd name="connsiteY2" fmla="*/ 307777 h 307777"/>
              <a:gd name="connsiteX3" fmla="*/ 0 w 97954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979548" h="307777">
                <a:moveTo>
                  <a:pt x="0" y="0"/>
                </a:moveTo>
                <a:lnTo>
                  <a:pt x="979548" y="0"/>
                </a:lnTo>
                <a:lnTo>
                  <a:pt x="979548"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1" name="Text Placeholder 10">
            <a:extLst>
              <a:ext uri="{FF2B5EF4-FFF2-40B4-BE49-F238E27FC236}">
                <a16:creationId xmlns:a16="http://schemas.microsoft.com/office/drawing/2014/main" id="{A10F2A3F-E46E-94DD-A259-87375501A44F}"/>
              </a:ext>
            </a:extLst>
          </p:cNvPr>
          <p:cNvSpPr>
            <a:spLocks noGrp="1"/>
          </p:cNvSpPr>
          <p:nvPr>
            <p:ph type="body" sz="quarter" idx="37" hasCustomPrompt="1"/>
          </p:nvPr>
        </p:nvSpPr>
        <p:spPr>
          <a:xfrm>
            <a:off x="7633433" y="4651137"/>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Subtitle Here</a:t>
            </a:r>
          </a:p>
        </p:txBody>
      </p:sp>
    </p:spTree>
    <p:extLst>
      <p:ext uri="{BB962C8B-B14F-4D97-AF65-F5344CB8AC3E}">
        <p14:creationId xmlns:p14="http://schemas.microsoft.com/office/powerpoint/2010/main" val="167472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6096000" y="1"/>
            <a:ext cx="6096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2E91DE91-DAF9-07FF-5153-6F05DBF089AB}"/>
              </a:ext>
            </a:extLst>
          </p:cNvPr>
          <p:cNvSpPr>
            <a:spLocks noGrp="1"/>
          </p:cNvSpPr>
          <p:nvPr>
            <p:ph type="body" sz="quarter" idx="11" hasCustomPrompt="1"/>
          </p:nvPr>
        </p:nvSpPr>
        <p:spPr>
          <a:xfrm>
            <a:off x="1245856" y="2560320"/>
            <a:ext cx="7340599" cy="1521707"/>
          </a:xfrm>
          <a:custGeom>
            <a:avLst/>
            <a:gdLst>
              <a:gd name="connsiteX0" fmla="*/ 0 w 7340599"/>
              <a:gd name="connsiteY0" fmla="*/ 0 h 1323439"/>
              <a:gd name="connsiteX1" fmla="*/ 7340599 w 7340599"/>
              <a:gd name="connsiteY1" fmla="*/ 0 h 1323439"/>
              <a:gd name="connsiteX2" fmla="*/ 7340599 w 7340599"/>
              <a:gd name="connsiteY2" fmla="*/ 1323439 h 1323439"/>
              <a:gd name="connsiteX3" fmla="*/ 0 w 7340599"/>
              <a:gd name="connsiteY3" fmla="*/ 1323439 h 1323439"/>
            </a:gdLst>
            <a:ahLst/>
            <a:cxnLst>
              <a:cxn ang="0">
                <a:pos x="connsiteX0" y="connsiteY0"/>
              </a:cxn>
              <a:cxn ang="0">
                <a:pos x="connsiteX1" y="connsiteY1"/>
              </a:cxn>
              <a:cxn ang="0">
                <a:pos x="connsiteX2" y="connsiteY2"/>
              </a:cxn>
              <a:cxn ang="0">
                <a:pos x="connsiteX3" y="connsiteY3"/>
              </a:cxn>
            </a:cxnLst>
            <a:rect l="l" t="t" r="r" b="b"/>
            <a:pathLst>
              <a:path w="7340599" h="1323439">
                <a:moveTo>
                  <a:pt x="0" y="0"/>
                </a:moveTo>
                <a:lnTo>
                  <a:pt x="7340599" y="0"/>
                </a:lnTo>
                <a:lnTo>
                  <a:pt x="7340599" y="1323439"/>
                </a:lnTo>
                <a:lnTo>
                  <a:pt x="0" y="1323439"/>
                </a:lnTo>
                <a:close/>
              </a:path>
            </a:pathLst>
          </a:custGeom>
        </p:spPr>
        <p:txBody>
          <a:bodyPr wrap="square">
            <a:noAutofit/>
          </a:bodyPr>
          <a:lstStyle>
            <a:lvl1pPr marL="0" indent="0" algn="l">
              <a:lnSpc>
                <a:spcPct val="100000"/>
              </a:lnSpc>
              <a:buNone/>
              <a:defRPr sz="4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10FF51A8-DA11-10AB-B47F-F24CEE1942A6}"/>
              </a:ext>
            </a:extLst>
          </p:cNvPr>
          <p:cNvSpPr>
            <a:spLocks noGrp="1"/>
          </p:cNvSpPr>
          <p:nvPr>
            <p:ph type="body" sz="quarter" idx="36" hasCustomPrompt="1"/>
          </p:nvPr>
        </p:nvSpPr>
        <p:spPr>
          <a:xfrm>
            <a:off x="1440591" y="4082028"/>
            <a:ext cx="7145864" cy="307777"/>
          </a:xfrm>
          <a:custGeom>
            <a:avLst/>
            <a:gdLst>
              <a:gd name="connsiteX0" fmla="*/ 0 w 4262962"/>
              <a:gd name="connsiteY0" fmla="*/ 0 h 307777"/>
              <a:gd name="connsiteX1" fmla="*/ 4262962 w 4262962"/>
              <a:gd name="connsiteY1" fmla="*/ 0 h 307777"/>
              <a:gd name="connsiteX2" fmla="*/ 4262962 w 4262962"/>
              <a:gd name="connsiteY2" fmla="*/ 307777 h 307777"/>
              <a:gd name="connsiteX3" fmla="*/ 0 w 426296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262962" h="307777">
                <a:moveTo>
                  <a:pt x="0" y="0"/>
                </a:moveTo>
                <a:lnTo>
                  <a:pt x="4262962" y="0"/>
                </a:lnTo>
                <a:lnTo>
                  <a:pt x="4262962"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2" name="Text Placeholder 11">
            <a:extLst>
              <a:ext uri="{FF2B5EF4-FFF2-40B4-BE49-F238E27FC236}">
                <a16:creationId xmlns:a16="http://schemas.microsoft.com/office/drawing/2014/main" id="{7CA76AEA-CEBA-33BC-85FD-A5F7459AEF7A}"/>
              </a:ext>
            </a:extLst>
          </p:cNvPr>
          <p:cNvSpPr>
            <a:spLocks noGrp="1"/>
          </p:cNvSpPr>
          <p:nvPr>
            <p:ph type="body" sz="quarter" idx="42" hasCustomPrompt="1"/>
          </p:nvPr>
        </p:nvSpPr>
        <p:spPr>
          <a:xfrm>
            <a:off x="1726114" y="5981012"/>
            <a:ext cx="2154990" cy="307777"/>
          </a:xfrm>
          <a:custGeom>
            <a:avLst/>
            <a:gdLst>
              <a:gd name="connsiteX0" fmla="*/ 0 w 2154990"/>
              <a:gd name="connsiteY0" fmla="*/ 0 h 307777"/>
              <a:gd name="connsiteX1" fmla="*/ 2154990 w 2154990"/>
              <a:gd name="connsiteY1" fmla="*/ 0 h 307777"/>
              <a:gd name="connsiteX2" fmla="*/ 2154990 w 2154990"/>
              <a:gd name="connsiteY2" fmla="*/ 307777 h 307777"/>
              <a:gd name="connsiteX3" fmla="*/ 0 w 215499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54990" h="307777">
                <a:moveTo>
                  <a:pt x="0" y="0"/>
                </a:moveTo>
                <a:lnTo>
                  <a:pt x="2154990" y="0"/>
                </a:lnTo>
                <a:lnTo>
                  <a:pt x="2154990" y="307777"/>
                </a:lnTo>
                <a:lnTo>
                  <a:pt x="0" y="307777"/>
                </a:lnTo>
                <a:close/>
              </a:path>
            </a:pathLst>
          </a:custGeom>
        </p:spPr>
        <p:txBody>
          <a:bodyPr wrap="square">
            <a:noAutofit/>
          </a:bodyPr>
          <a:lstStyle>
            <a:lvl1pPr marL="0" indent="0">
              <a:lnSpc>
                <a:spcPct val="100000"/>
              </a:lnSpc>
              <a:buNone/>
              <a:defRPr sz="1400" b="0">
                <a:solidFill>
                  <a:schemeClr val="accent2"/>
                </a:solidFill>
                <a:latin typeface="+mn-lt"/>
              </a:defRPr>
            </a:lvl1pPr>
          </a:lstStyle>
          <a:p>
            <a:pPr lvl="0"/>
            <a:r>
              <a:rPr lang="en-ID"/>
              <a:t>Subtitle Here</a:t>
            </a:r>
          </a:p>
        </p:txBody>
      </p:sp>
    </p:spTree>
    <p:extLst>
      <p:ext uri="{BB962C8B-B14F-4D97-AF65-F5344CB8AC3E}">
        <p14:creationId xmlns:p14="http://schemas.microsoft.com/office/powerpoint/2010/main" val="404480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A013209-43FB-D981-FC9F-D46239C254AA}"/>
              </a:ext>
            </a:extLst>
          </p:cNvPr>
          <p:cNvSpPr>
            <a:spLocks noGrp="1"/>
          </p:cNvSpPr>
          <p:nvPr>
            <p:ph type="pic" sz="quarter" idx="10"/>
          </p:nvPr>
        </p:nvSpPr>
        <p:spPr>
          <a:xfrm>
            <a:off x="958181" y="3238500"/>
            <a:ext cx="4416060" cy="3114675"/>
          </a:xfrm>
          <a:prstGeom prst="roundRect">
            <a:avLst>
              <a:gd name="adj" fmla="val 8716"/>
            </a:avLst>
          </a:pr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20" name="Text Placeholder 19">
            <a:extLst>
              <a:ext uri="{FF2B5EF4-FFF2-40B4-BE49-F238E27FC236}">
                <a16:creationId xmlns:a16="http://schemas.microsoft.com/office/drawing/2014/main" id="{F310C531-7808-5922-FE4E-A4E2C526F778}"/>
              </a:ext>
            </a:extLst>
          </p:cNvPr>
          <p:cNvSpPr>
            <a:spLocks noGrp="1"/>
          </p:cNvSpPr>
          <p:nvPr>
            <p:ph type="body" sz="quarter" idx="32" hasCustomPrompt="1"/>
          </p:nvPr>
        </p:nvSpPr>
        <p:spPr>
          <a:xfrm>
            <a:off x="867145" y="1431302"/>
            <a:ext cx="4102679" cy="1459374"/>
          </a:xfrm>
          <a:custGeom>
            <a:avLst/>
            <a:gdLst>
              <a:gd name="connsiteX0" fmla="*/ 0 w 4102679"/>
              <a:gd name="connsiteY0" fmla="*/ 0 h 1459374"/>
              <a:gd name="connsiteX1" fmla="*/ 4102679 w 4102679"/>
              <a:gd name="connsiteY1" fmla="*/ 0 h 1459374"/>
              <a:gd name="connsiteX2" fmla="*/ 4102679 w 4102679"/>
              <a:gd name="connsiteY2" fmla="*/ 1459374 h 1459374"/>
              <a:gd name="connsiteX3" fmla="*/ 0 w 4102679"/>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102679" h="1459374">
                <a:moveTo>
                  <a:pt x="0" y="0"/>
                </a:moveTo>
                <a:lnTo>
                  <a:pt x="4102679" y="0"/>
                </a:lnTo>
                <a:lnTo>
                  <a:pt x="4102679"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B14082E-773D-8D9E-3061-6DB291AF6A98}"/>
              </a:ext>
            </a:extLst>
          </p:cNvPr>
          <p:cNvSpPr>
            <a:spLocks noGrp="1"/>
          </p:cNvSpPr>
          <p:nvPr>
            <p:ph type="body" sz="quarter" idx="37" hasCustomPrompt="1"/>
          </p:nvPr>
        </p:nvSpPr>
        <p:spPr>
          <a:xfrm>
            <a:off x="5929142" y="1412779"/>
            <a:ext cx="1830252" cy="536044"/>
          </a:xfrm>
          <a:custGeom>
            <a:avLst/>
            <a:gdLst>
              <a:gd name="connsiteX0" fmla="*/ 0 w 1830252"/>
              <a:gd name="connsiteY0" fmla="*/ 0 h 536044"/>
              <a:gd name="connsiteX1" fmla="*/ 1830252 w 1830252"/>
              <a:gd name="connsiteY1" fmla="*/ 0 h 536044"/>
              <a:gd name="connsiteX2" fmla="*/ 1830252 w 1830252"/>
              <a:gd name="connsiteY2" fmla="*/ 536044 h 536044"/>
              <a:gd name="connsiteX3" fmla="*/ 0 w 1830252"/>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1830252" h="536044">
                <a:moveTo>
                  <a:pt x="0" y="0"/>
                </a:moveTo>
                <a:lnTo>
                  <a:pt x="1830252" y="0"/>
                </a:lnTo>
                <a:lnTo>
                  <a:pt x="1830252"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03DFA8C6-3A6B-A6DB-5516-77CDD2687254}"/>
              </a:ext>
            </a:extLst>
          </p:cNvPr>
          <p:cNvSpPr>
            <a:spLocks noGrp="1"/>
          </p:cNvSpPr>
          <p:nvPr>
            <p:ph type="body" sz="quarter" idx="38" hasCustomPrompt="1"/>
          </p:nvPr>
        </p:nvSpPr>
        <p:spPr>
          <a:xfrm>
            <a:off x="5893099" y="2366157"/>
            <a:ext cx="2040109" cy="536044"/>
          </a:xfrm>
          <a:custGeom>
            <a:avLst/>
            <a:gdLst>
              <a:gd name="connsiteX0" fmla="*/ 0 w 2040109"/>
              <a:gd name="connsiteY0" fmla="*/ 0 h 536044"/>
              <a:gd name="connsiteX1" fmla="*/ 2040109 w 2040109"/>
              <a:gd name="connsiteY1" fmla="*/ 0 h 536044"/>
              <a:gd name="connsiteX2" fmla="*/ 2040109 w 2040109"/>
              <a:gd name="connsiteY2" fmla="*/ 536044 h 536044"/>
              <a:gd name="connsiteX3" fmla="*/ 0 w 2040109"/>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2040109" h="536044">
                <a:moveTo>
                  <a:pt x="0" y="0"/>
                </a:moveTo>
                <a:lnTo>
                  <a:pt x="2040109" y="0"/>
                </a:lnTo>
                <a:lnTo>
                  <a:pt x="2040109"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C4D4305A-D84B-EE39-2D90-81E7F6247226}"/>
              </a:ext>
            </a:extLst>
          </p:cNvPr>
          <p:cNvSpPr>
            <a:spLocks noGrp="1"/>
          </p:cNvSpPr>
          <p:nvPr>
            <p:ph type="body" sz="quarter" idx="39" hasCustomPrompt="1"/>
          </p:nvPr>
        </p:nvSpPr>
        <p:spPr>
          <a:xfrm>
            <a:off x="8604240" y="1412779"/>
            <a:ext cx="3157007" cy="536044"/>
          </a:xfrm>
          <a:custGeom>
            <a:avLst/>
            <a:gdLst>
              <a:gd name="connsiteX0" fmla="*/ 0 w 3157007"/>
              <a:gd name="connsiteY0" fmla="*/ 0 h 536044"/>
              <a:gd name="connsiteX1" fmla="*/ 3157007 w 3157007"/>
              <a:gd name="connsiteY1" fmla="*/ 0 h 536044"/>
              <a:gd name="connsiteX2" fmla="*/ 3157007 w 3157007"/>
              <a:gd name="connsiteY2" fmla="*/ 536044 h 536044"/>
              <a:gd name="connsiteX3" fmla="*/ 0 w 3157007"/>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3157007" h="536044">
                <a:moveTo>
                  <a:pt x="0" y="0"/>
                </a:moveTo>
                <a:lnTo>
                  <a:pt x="3157007" y="0"/>
                </a:lnTo>
                <a:lnTo>
                  <a:pt x="3157007"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E4B9E1D-1038-E069-EABD-0F403D6FEF15}"/>
              </a:ext>
            </a:extLst>
          </p:cNvPr>
          <p:cNvSpPr>
            <a:spLocks noGrp="1"/>
          </p:cNvSpPr>
          <p:nvPr>
            <p:ph type="body" sz="quarter" idx="40" hasCustomPrompt="1"/>
          </p:nvPr>
        </p:nvSpPr>
        <p:spPr>
          <a:xfrm>
            <a:off x="8568198" y="2446357"/>
            <a:ext cx="3193050" cy="305212"/>
          </a:xfrm>
          <a:custGeom>
            <a:avLst/>
            <a:gdLst>
              <a:gd name="connsiteX0" fmla="*/ 0 w 3072149"/>
              <a:gd name="connsiteY0" fmla="*/ 0 h 305212"/>
              <a:gd name="connsiteX1" fmla="*/ 3072149 w 3072149"/>
              <a:gd name="connsiteY1" fmla="*/ 0 h 305212"/>
              <a:gd name="connsiteX2" fmla="*/ 3072149 w 3072149"/>
              <a:gd name="connsiteY2" fmla="*/ 305212 h 305212"/>
              <a:gd name="connsiteX3" fmla="*/ 0 w 307214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3072149" h="305212">
                <a:moveTo>
                  <a:pt x="0" y="0"/>
                </a:moveTo>
                <a:lnTo>
                  <a:pt x="3072149" y="0"/>
                </a:lnTo>
                <a:lnTo>
                  <a:pt x="3072149" y="305212"/>
                </a:lnTo>
                <a:lnTo>
                  <a:pt x="0" y="305212"/>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160E7A35-F25E-FA09-5A29-ACD7EFECB8B9}"/>
              </a:ext>
            </a:extLst>
          </p:cNvPr>
          <p:cNvSpPr>
            <a:spLocks noGrp="1"/>
          </p:cNvSpPr>
          <p:nvPr>
            <p:ph type="body" sz="quarter" idx="41" hasCustomPrompt="1"/>
          </p:nvPr>
        </p:nvSpPr>
        <p:spPr>
          <a:xfrm>
            <a:off x="1147862" y="4984386"/>
            <a:ext cx="4102679" cy="1228541"/>
          </a:xfrm>
          <a:custGeom>
            <a:avLst/>
            <a:gdLst>
              <a:gd name="connsiteX0" fmla="*/ 0 w 4102679"/>
              <a:gd name="connsiteY0" fmla="*/ 0 h 1228541"/>
              <a:gd name="connsiteX1" fmla="*/ 4102679 w 4102679"/>
              <a:gd name="connsiteY1" fmla="*/ 0 h 1228541"/>
              <a:gd name="connsiteX2" fmla="*/ 4102679 w 4102679"/>
              <a:gd name="connsiteY2" fmla="*/ 1228541 h 1228541"/>
              <a:gd name="connsiteX3" fmla="*/ 0 w 4102679"/>
              <a:gd name="connsiteY3" fmla="*/ 1228541 h 1228541"/>
            </a:gdLst>
            <a:ahLst/>
            <a:cxnLst>
              <a:cxn ang="0">
                <a:pos x="connsiteX0" y="connsiteY0"/>
              </a:cxn>
              <a:cxn ang="0">
                <a:pos x="connsiteX1" y="connsiteY1"/>
              </a:cxn>
              <a:cxn ang="0">
                <a:pos x="connsiteX2" y="connsiteY2"/>
              </a:cxn>
              <a:cxn ang="0">
                <a:pos x="connsiteX3" y="connsiteY3"/>
              </a:cxn>
            </a:cxnLst>
            <a:rect l="l" t="t" r="r" b="b"/>
            <a:pathLst>
              <a:path w="4102679" h="1228541">
                <a:moveTo>
                  <a:pt x="0" y="0"/>
                </a:moveTo>
                <a:lnTo>
                  <a:pt x="4102679" y="0"/>
                </a:lnTo>
                <a:lnTo>
                  <a:pt x="4102679" y="1228541"/>
                </a:lnTo>
                <a:lnTo>
                  <a:pt x="0" y="1228541"/>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3" name="Text Placeholder 32">
            <a:extLst>
              <a:ext uri="{FF2B5EF4-FFF2-40B4-BE49-F238E27FC236}">
                <a16:creationId xmlns:a16="http://schemas.microsoft.com/office/drawing/2014/main" id="{6FCE14CC-F63C-FBF5-8AC9-5408ADB3A79C}"/>
              </a:ext>
            </a:extLst>
          </p:cNvPr>
          <p:cNvSpPr>
            <a:spLocks noGrp="1"/>
          </p:cNvSpPr>
          <p:nvPr>
            <p:ph type="body" sz="quarter" idx="42" hasCustomPrompt="1"/>
          </p:nvPr>
        </p:nvSpPr>
        <p:spPr>
          <a:xfrm>
            <a:off x="5603444" y="3594105"/>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C66DE4D-C615-B6CD-A9F1-93BC7C9A1FFC}"/>
              </a:ext>
            </a:extLst>
          </p:cNvPr>
          <p:cNvSpPr>
            <a:spLocks noGrp="1"/>
          </p:cNvSpPr>
          <p:nvPr>
            <p:ph type="body" sz="quarter" idx="43" hasCustomPrompt="1"/>
          </p:nvPr>
        </p:nvSpPr>
        <p:spPr>
          <a:xfrm>
            <a:off x="5603444" y="5147319"/>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06364A42-3B9F-5D02-8A20-AB38ADB77CC6}"/>
              </a:ext>
            </a:extLst>
          </p:cNvPr>
          <p:cNvSpPr>
            <a:spLocks noGrp="1"/>
          </p:cNvSpPr>
          <p:nvPr>
            <p:ph type="body" sz="quarter" idx="44" hasCustomPrompt="1"/>
          </p:nvPr>
        </p:nvSpPr>
        <p:spPr>
          <a:xfrm>
            <a:off x="5960611" y="3312054"/>
            <a:ext cx="5926588"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DFBE40F0-1F89-07E7-7A74-E5E67F0CCCAE}"/>
              </a:ext>
            </a:extLst>
          </p:cNvPr>
          <p:cNvSpPr>
            <a:spLocks noGrp="1"/>
          </p:cNvSpPr>
          <p:nvPr>
            <p:ph type="body" sz="quarter" idx="45" hasCustomPrompt="1"/>
          </p:nvPr>
        </p:nvSpPr>
        <p:spPr>
          <a:xfrm>
            <a:off x="5960610" y="4871614"/>
            <a:ext cx="5926590" cy="307777"/>
          </a:xfrm>
          <a:custGeom>
            <a:avLst/>
            <a:gdLst>
              <a:gd name="connsiteX0" fmla="*/ 0 w 3664380"/>
              <a:gd name="connsiteY0" fmla="*/ 0 h 307777"/>
              <a:gd name="connsiteX1" fmla="*/ 3664380 w 3664380"/>
              <a:gd name="connsiteY1" fmla="*/ 0 h 307777"/>
              <a:gd name="connsiteX2" fmla="*/ 3664380 w 3664380"/>
              <a:gd name="connsiteY2" fmla="*/ 307777 h 307777"/>
              <a:gd name="connsiteX3" fmla="*/ 0 w 366438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664380" h="307777">
                <a:moveTo>
                  <a:pt x="0" y="0"/>
                </a:moveTo>
                <a:lnTo>
                  <a:pt x="3664380" y="0"/>
                </a:lnTo>
                <a:lnTo>
                  <a:pt x="3664380"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Tree>
    <p:extLst>
      <p:ext uri="{BB962C8B-B14F-4D97-AF65-F5344CB8AC3E}">
        <p14:creationId xmlns:p14="http://schemas.microsoft.com/office/powerpoint/2010/main" val="419453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0A6498A7-23FF-1E5D-D8B6-D62509750426}"/>
              </a:ext>
            </a:extLst>
          </p:cNvPr>
          <p:cNvSpPr>
            <a:spLocks noGrp="1"/>
          </p:cNvSpPr>
          <p:nvPr>
            <p:ph type="body" sz="quarter" idx="44" hasCustomPrompt="1"/>
          </p:nvPr>
        </p:nvSpPr>
        <p:spPr>
          <a:xfrm>
            <a:off x="1509061" y="1458764"/>
            <a:ext cx="337875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22" name="Text Placeholder 21">
            <a:extLst>
              <a:ext uri="{FF2B5EF4-FFF2-40B4-BE49-F238E27FC236}">
                <a16:creationId xmlns:a16="http://schemas.microsoft.com/office/drawing/2014/main" id="{1C457EA1-0DD6-ED33-67BC-1416FAEA2061}"/>
              </a:ext>
            </a:extLst>
          </p:cNvPr>
          <p:cNvSpPr>
            <a:spLocks noGrp="1"/>
          </p:cNvSpPr>
          <p:nvPr>
            <p:ph type="body" sz="quarter" idx="45" hasCustomPrompt="1"/>
          </p:nvPr>
        </p:nvSpPr>
        <p:spPr>
          <a:xfrm>
            <a:off x="812533" y="3123658"/>
            <a:ext cx="3208587"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25264DE3-8861-15A9-4E98-3B22DFACDC93}"/>
              </a:ext>
            </a:extLst>
          </p:cNvPr>
          <p:cNvSpPr>
            <a:spLocks noGrp="1"/>
          </p:cNvSpPr>
          <p:nvPr>
            <p:ph type="body" sz="quarter" idx="46" hasCustomPrompt="1"/>
          </p:nvPr>
        </p:nvSpPr>
        <p:spPr>
          <a:xfrm>
            <a:off x="1509059" y="4789668"/>
            <a:ext cx="3378751"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30" name="Text Placeholder 29">
            <a:extLst>
              <a:ext uri="{FF2B5EF4-FFF2-40B4-BE49-F238E27FC236}">
                <a16:creationId xmlns:a16="http://schemas.microsoft.com/office/drawing/2014/main" id="{412CEAD8-26E5-0934-3B0C-7AAA6FB4725D}"/>
              </a:ext>
            </a:extLst>
          </p:cNvPr>
          <p:cNvSpPr>
            <a:spLocks noGrp="1"/>
          </p:cNvSpPr>
          <p:nvPr>
            <p:ph type="body" sz="quarter" idx="47" hasCustomPrompt="1"/>
          </p:nvPr>
        </p:nvSpPr>
        <p:spPr>
          <a:xfrm>
            <a:off x="8006695" y="1458764"/>
            <a:ext cx="342569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34" name="Text Placeholder 33">
            <a:extLst>
              <a:ext uri="{FF2B5EF4-FFF2-40B4-BE49-F238E27FC236}">
                <a16:creationId xmlns:a16="http://schemas.microsoft.com/office/drawing/2014/main" id="{2C8BC5EE-892F-F719-A1D7-73516A767B6D}"/>
              </a:ext>
            </a:extLst>
          </p:cNvPr>
          <p:cNvSpPr>
            <a:spLocks noGrp="1"/>
          </p:cNvSpPr>
          <p:nvPr>
            <p:ph type="body" sz="quarter" idx="48" hasCustomPrompt="1"/>
          </p:nvPr>
        </p:nvSpPr>
        <p:spPr>
          <a:xfrm>
            <a:off x="8886963" y="3129074"/>
            <a:ext cx="26310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38" name="Text Placeholder 37">
            <a:extLst>
              <a:ext uri="{FF2B5EF4-FFF2-40B4-BE49-F238E27FC236}">
                <a16:creationId xmlns:a16="http://schemas.microsoft.com/office/drawing/2014/main" id="{F5326656-62D8-1B30-C945-9814BFE5472F}"/>
              </a:ext>
            </a:extLst>
          </p:cNvPr>
          <p:cNvSpPr>
            <a:spLocks noGrp="1"/>
          </p:cNvSpPr>
          <p:nvPr>
            <p:ph type="body" sz="quarter" idx="49" hasCustomPrompt="1"/>
          </p:nvPr>
        </p:nvSpPr>
        <p:spPr>
          <a:xfrm>
            <a:off x="8006696" y="4784524"/>
            <a:ext cx="342568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FFD4BB20-51ED-3B51-5B90-C268524AD98F}"/>
              </a:ext>
            </a:extLst>
          </p:cNvPr>
          <p:cNvSpPr>
            <a:spLocks noGrp="1"/>
          </p:cNvSpPr>
          <p:nvPr>
            <p:ph type="body" sz="quarter" idx="38" hasCustomPrompt="1"/>
          </p:nvPr>
        </p:nvSpPr>
        <p:spPr>
          <a:xfrm>
            <a:off x="1509059"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3" name="Text Placeholder 42">
            <a:extLst>
              <a:ext uri="{FF2B5EF4-FFF2-40B4-BE49-F238E27FC236}">
                <a16:creationId xmlns:a16="http://schemas.microsoft.com/office/drawing/2014/main" id="{5744D522-1E54-9C9D-8893-0E4C19CF975C}"/>
              </a:ext>
            </a:extLst>
          </p:cNvPr>
          <p:cNvSpPr>
            <a:spLocks noGrp="1"/>
          </p:cNvSpPr>
          <p:nvPr>
            <p:ph type="body" sz="quarter" idx="50" hasCustomPrompt="1"/>
          </p:nvPr>
        </p:nvSpPr>
        <p:spPr>
          <a:xfrm>
            <a:off x="812533" y="3444930"/>
            <a:ext cx="3003114" cy="766877"/>
          </a:xfrm>
          <a:custGeom>
            <a:avLst/>
            <a:gdLst>
              <a:gd name="connsiteX0" fmla="*/ 0 w 3003114"/>
              <a:gd name="connsiteY0" fmla="*/ 0 h 766877"/>
              <a:gd name="connsiteX1" fmla="*/ 3003114 w 3003114"/>
              <a:gd name="connsiteY1" fmla="*/ 0 h 766877"/>
              <a:gd name="connsiteX2" fmla="*/ 3003114 w 3003114"/>
              <a:gd name="connsiteY2" fmla="*/ 766877 h 766877"/>
              <a:gd name="connsiteX3" fmla="*/ 0 w 3003114"/>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003114" h="766877">
                <a:moveTo>
                  <a:pt x="0" y="0"/>
                </a:moveTo>
                <a:lnTo>
                  <a:pt x="3003114" y="0"/>
                </a:lnTo>
                <a:lnTo>
                  <a:pt x="3003114"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5" name="Text Placeholder 44">
            <a:extLst>
              <a:ext uri="{FF2B5EF4-FFF2-40B4-BE49-F238E27FC236}">
                <a16:creationId xmlns:a16="http://schemas.microsoft.com/office/drawing/2014/main" id="{50498EC6-A509-0450-552D-AA9BE94199AB}"/>
              </a:ext>
            </a:extLst>
          </p:cNvPr>
          <p:cNvSpPr>
            <a:spLocks noGrp="1"/>
          </p:cNvSpPr>
          <p:nvPr>
            <p:ph type="body" sz="quarter" idx="51" hasCustomPrompt="1"/>
          </p:nvPr>
        </p:nvSpPr>
        <p:spPr>
          <a:xfrm>
            <a:off x="1509060" y="5110940"/>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D541878C-9A3F-5CD6-C6EE-BB653CC9017B}"/>
              </a:ext>
            </a:extLst>
          </p:cNvPr>
          <p:cNvSpPr>
            <a:spLocks noGrp="1"/>
          </p:cNvSpPr>
          <p:nvPr>
            <p:ph type="body" sz="quarter" idx="52" hasCustomPrompt="1"/>
          </p:nvPr>
        </p:nvSpPr>
        <p:spPr>
          <a:xfrm>
            <a:off x="8259108"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755AC6B4-05E1-74C9-48DD-FED97A0C49BF}"/>
              </a:ext>
            </a:extLst>
          </p:cNvPr>
          <p:cNvSpPr>
            <a:spLocks noGrp="1"/>
          </p:cNvSpPr>
          <p:nvPr>
            <p:ph type="body" sz="quarter" idx="53" hasCustomPrompt="1"/>
          </p:nvPr>
        </p:nvSpPr>
        <p:spPr>
          <a:xfrm>
            <a:off x="9139375" y="3450346"/>
            <a:ext cx="2378597" cy="766877"/>
          </a:xfrm>
          <a:custGeom>
            <a:avLst/>
            <a:gdLst>
              <a:gd name="connsiteX0" fmla="*/ 0 w 2378597"/>
              <a:gd name="connsiteY0" fmla="*/ 0 h 766877"/>
              <a:gd name="connsiteX1" fmla="*/ 2378597 w 2378597"/>
              <a:gd name="connsiteY1" fmla="*/ 0 h 766877"/>
              <a:gd name="connsiteX2" fmla="*/ 2378597 w 2378597"/>
              <a:gd name="connsiteY2" fmla="*/ 766877 h 766877"/>
              <a:gd name="connsiteX3" fmla="*/ 0 w 237859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378597" h="766877">
                <a:moveTo>
                  <a:pt x="0" y="0"/>
                </a:moveTo>
                <a:lnTo>
                  <a:pt x="2378597" y="0"/>
                </a:lnTo>
                <a:lnTo>
                  <a:pt x="237859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1" name="Text Placeholder 50">
            <a:extLst>
              <a:ext uri="{FF2B5EF4-FFF2-40B4-BE49-F238E27FC236}">
                <a16:creationId xmlns:a16="http://schemas.microsoft.com/office/drawing/2014/main" id="{1B908C6D-5B50-43A6-3E59-D16920C16173}"/>
              </a:ext>
            </a:extLst>
          </p:cNvPr>
          <p:cNvSpPr>
            <a:spLocks noGrp="1"/>
          </p:cNvSpPr>
          <p:nvPr>
            <p:ph type="body" sz="quarter" idx="54" hasCustomPrompt="1"/>
          </p:nvPr>
        </p:nvSpPr>
        <p:spPr>
          <a:xfrm>
            <a:off x="8259108" y="5105796"/>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3" name="Text Placeholder 52">
            <a:extLst>
              <a:ext uri="{FF2B5EF4-FFF2-40B4-BE49-F238E27FC236}">
                <a16:creationId xmlns:a16="http://schemas.microsoft.com/office/drawing/2014/main" id="{C829BBC9-4914-D876-F2F5-B0E1B8877644}"/>
              </a:ext>
            </a:extLst>
          </p:cNvPr>
          <p:cNvSpPr>
            <a:spLocks noGrp="1"/>
          </p:cNvSpPr>
          <p:nvPr>
            <p:ph type="body" sz="quarter" idx="55" hasCustomPrompt="1"/>
          </p:nvPr>
        </p:nvSpPr>
        <p:spPr>
          <a:xfrm>
            <a:off x="5501351" y="2937557"/>
            <a:ext cx="1874956" cy="1661748"/>
          </a:xfrm>
          <a:custGeom>
            <a:avLst/>
            <a:gdLst>
              <a:gd name="connsiteX0" fmla="*/ 0 w 1874956"/>
              <a:gd name="connsiteY0" fmla="*/ 0 h 1446550"/>
              <a:gd name="connsiteX1" fmla="*/ 1874956 w 1874956"/>
              <a:gd name="connsiteY1" fmla="*/ 0 h 1446550"/>
              <a:gd name="connsiteX2" fmla="*/ 1874956 w 1874956"/>
              <a:gd name="connsiteY2" fmla="*/ 1446550 h 1446550"/>
              <a:gd name="connsiteX3" fmla="*/ 0 w 1874956"/>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1874956" h="1446550">
                <a:moveTo>
                  <a:pt x="0" y="0"/>
                </a:moveTo>
                <a:lnTo>
                  <a:pt x="1874956" y="0"/>
                </a:lnTo>
                <a:lnTo>
                  <a:pt x="1874956" y="1446550"/>
                </a:lnTo>
                <a:lnTo>
                  <a:pt x="0" y="1446550"/>
                </a:lnTo>
                <a:close/>
              </a:path>
            </a:pathLst>
          </a:custGeom>
        </p:spPr>
        <p:txBody>
          <a:bodyPr wrap="square">
            <a:noAutofit/>
          </a:bodyPr>
          <a:lstStyle>
            <a:lvl1pPr marL="0" indent="0" algn="ctr">
              <a:lnSpc>
                <a:spcPct val="100000"/>
              </a:lnSpc>
              <a:spcBef>
                <a:spcPts val="0"/>
              </a:spcBef>
              <a:buNone/>
              <a:defRPr sz="11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1877389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1662573" y="1666876"/>
            <a:ext cx="3524250" cy="3524248"/>
          </a:xfrm>
          <a:custGeom>
            <a:avLst/>
            <a:gdLst>
              <a:gd name="connsiteX0" fmla="*/ 1762125 w 3524250"/>
              <a:gd name="connsiteY0" fmla="*/ 0 h 3524248"/>
              <a:gd name="connsiteX1" fmla="*/ 3524250 w 3524250"/>
              <a:gd name="connsiteY1" fmla="*/ 1762125 h 3524248"/>
              <a:gd name="connsiteX2" fmla="*/ 1942292 w 3524250"/>
              <a:gd name="connsiteY2" fmla="*/ 3515153 h 3524248"/>
              <a:gd name="connsiteX3" fmla="*/ 1762165 w 3524250"/>
              <a:gd name="connsiteY3" fmla="*/ 3524248 h 3524248"/>
              <a:gd name="connsiteX4" fmla="*/ 1762085 w 3524250"/>
              <a:gd name="connsiteY4" fmla="*/ 3524248 h 3524248"/>
              <a:gd name="connsiteX5" fmla="*/ 1581958 w 3524250"/>
              <a:gd name="connsiteY5" fmla="*/ 3515153 h 3524248"/>
              <a:gd name="connsiteX6" fmla="*/ 0 w 3524250"/>
              <a:gd name="connsiteY6" fmla="*/ 1762125 h 3524248"/>
              <a:gd name="connsiteX7" fmla="*/ 1762125 w 3524250"/>
              <a:gd name="connsiteY7" fmla="*/ 0 h 352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0" h="3524248">
                <a:moveTo>
                  <a:pt x="1762125" y="0"/>
                </a:moveTo>
                <a:cubicBezTo>
                  <a:pt x="2735320" y="0"/>
                  <a:pt x="3524250" y="788930"/>
                  <a:pt x="3524250" y="1762125"/>
                </a:cubicBezTo>
                <a:cubicBezTo>
                  <a:pt x="3524250" y="2674496"/>
                  <a:pt x="2830855" y="3424914"/>
                  <a:pt x="1942292" y="3515153"/>
                </a:cubicBezTo>
                <a:lnTo>
                  <a:pt x="1762165" y="3524248"/>
                </a:lnTo>
                <a:lnTo>
                  <a:pt x="1762085" y="3524248"/>
                </a:lnTo>
                <a:lnTo>
                  <a:pt x="1581958" y="3515153"/>
                </a:lnTo>
                <a:cubicBezTo>
                  <a:pt x="693396" y="3424914"/>
                  <a:pt x="0" y="2674496"/>
                  <a:pt x="0" y="1762125"/>
                </a:cubicBezTo>
                <a:cubicBezTo>
                  <a:pt x="0" y="788930"/>
                  <a:pt x="788930" y="0"/>
                  <a:pt x="1762125"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4" name="Freeform: Shape 3">
            <a:extLst>
              <a:ext uri="{FF2B5EF4-FFF2-40B4-BE49-F238E27FC236}">
                <a16:creationId xmlns:a16="http://schemas.microsoft.com/office/drawing/2014/main" id="{16A6EBD7-130A-3E0F-8A20-A7200B156A7B}"/>
              </a:ext>
            </a:extLst>
          </p:cNvPr>
          <p:cNvSpPr/>
          <p:nvPr userDrawn="1"/>
        </p:nvSpPr>
        <p:spPr>
          <a:xfrm>
            <a:off x="1012070" y="104867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 name="Freeform: Shape 4">
            <a:extLst>
              <a:ext uri="{FF2B5EF4-FFF2-40B4-BE49-F238E27FC236}">
                <a16:creationId xmlns:a16="http://schemas.microsoft.com/office/drawing/2014/main" id="{2E7F9527-B7BE-99F8-7E8C-2D6A1A104984}"/>
              </a:ext>
            </a:extLst>
          </p:cNvPr>
          <p:cNvSpPr/>
          <p:nvPr userDrawn="1"/>
        </p:nvSpPr>
        <p:spPr>
          <a:xfrm rot="10800000">
            <a:off x="1507370" y="342900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 name="Text Placeholder 12">
            <a:extLst>
              <a:ext uri="{FF2B5EF4-FFF2-40B4-BE49-F238E27FC236}">
                <a16:creationId xmlns:a16="http://schemas.microsoft.com/office/drawing/2014/main" id="{5A2A93B9-970F-5406-2131-512D9394ED28}"/>
              </a:ext>
            </a:extLst>
          </p:cNvPr>
          <p:cNvSpPr>
            <a:spLocks noGrp="1"/>
          </p:cNvSpPr>
          <p:nvPr>
            <p:ph type="body" sz="quarter" idx="11" hasCustomPrompt="1"/>
          </p:nvPr>
        </p:nvSpPr>
        <p:spPr>
          <a:xfrm>
            <a:off x="6470686" y="1334430"/>
            <a:ext cx="4444818" cy="164280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53D50775-89E5-7619-4A28-662F0FE88132}"/>
              </a:ext>
            </a:extLst>
          </p:cNvPr>
          <p:cNvSpPr>
            <a:spLocks noGrp="1"/>
          </p:cNvSpPr>
          <p:nvPr>
            <p:ph type="body" sz="quarter" idx="47" hasCustomPrompt="1"/>
          </p:nvPr>
        </p:nvSpPr>
        <p:spPr>
          <a:xfrm>
            <a:off x="6554822" y="2977238"/>
            <a:ext cx="4360682" cy="307777"/>
          </a:xfrm>
          <a:custGeom>
            <a:avLst/>
            <a:gdLst>
              <a:gd name="connsiteX0" fmla="*/ 0 w 3580267"/>
              <a:gd name="connsiteY0" fmla="*/ 0 h 307777"/>
              <a:gd name="connsiteX1" fmla="*/ 3580267 w 3580267"/>
              <a:gd name="connsiteY1" fmla="*/ 0 h 307777"/>
              <a:gd name="connsiteX2" fmla="*/ 3580267 w 3580267"/>
              <a:gd name="connsiteY2" fmla="*/ 307777 h 307777"/>
              <a:gd name="connsiteX3" fmla="*/ 0 w 3580267"/>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580267" h="307777">
                <a:moveTo>
                  <a:pt x="0" y="0"/>
                </a:moveTo>
                <a:lnTo>
                  <a:pt x="3580267" y="0"/>
                </a:lnTo>
                <a:lnTo>
                  <a:pt x="3580267"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7" name="Text Placeholder 16">
            <a:extLst>
              <a:ext uri="{FF2B5EF4-FFF2-40B4-BE49-F238E27FC236}">
                <a16:creationId xmlns:a16="http://schemas.microsoft.com/office/drawing/2014/main" id="{BC6BD46C-6964-59F1-70B3-C8420524C628}"/>
              </a:ext>
            </a:extLst>
          </p:cNvPr>
          <p:cNvSpPr>
            <a:spLocks noGrp="1"/>
          </p:cNvSpPr>
          <p:nvPr>
            <p:ph type="body" sz="quarter" idx="48" hasCustomPrompt="1"/>
          </p:nvPr>
        </p:nvSpPr>
        <p:spPr>
          <a:xfrm>
            <a:off x="6470687" y="3386522"/>
            <a:ext cx="4444817" cy="276999"/>
          </a:xfrm>
          <a:custGeom>
            <a:avLst/>
            <a:gdLst>
              <a:gd name="connsiteX0" fmla="*/ 0 w 4269301"/>
              <a:gd name="connsiteY0" fmla="*/ 0 h 276999"/>
              <a:gd name="connsiteX1" fmla="*/ 4269301 w 4269301"/>
              <a:gd name="connsiteY1" fmla="*/ 0 h 276999"/>
              <a:gd name="connsiteX2" fmla="*/ 4269301 w 4269301"/>
              <a:gd name="connsiteY2" fmla="*/ 276999 h 276999"/>
              <a:gd name="connsiteX3" fmla="*/ 0 w 426930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269301" h="276999">
                <a:moveTo>
                  <a:pt x="0" y="0"/>
                </a:moveTo>
                <a:lnTo>
                  <a:pt x="4269301" y="0"/>
                </a:lnTo>
                <a:lnTo>
                  <a:pt x="4269301" y="276999"/>
                </a:lnTo>
                <a:lnTo>
                  <a:pt x="0" y="276999"/>
                </a:lnTo>
                <a:close/>
              </a:path>
            </a:pathLst>
          </a:custGeom>
        </p:spPr>
        <p:txBody>
          <a:bodyPr wrap="square">
            <a:noAutofit/>
          </a:bodyPr>
          <a:lstStyle>
            <a:lvl1pPr marL="0" indent="0" algn="l">
              <a:lnSpc>
                <a:spcPct val="100000"/>
              </a:lnSpc>
              <a:buNone/>
              <a:defRPr sz="1200" b="1">
                <a:solidFill>
                  <a:schemeClr val="bg1"/>
                </a:solidFill>
                <a:latin typeface="+mj-lt"/>
              </a:defRPr>
            </a:lvl1pPr>
          </a:lstStyle>
          <a:p>
            <a:pPr lvl="0"/>
            <a:r>
              <a:rPr lang="en-ID"/>
              <a:t>SUBTITLE HERE</a:t>
            </a:r>
          </a:p>
        </p:txBody>
      </p:sp>
      <p:sp>
        <p:nvSpPr>
          <p:cNvPr id="19" name="Text Placeholder 18">
            <a:extLst>
              <a:ext uri="{FF2B5EF4-FFF2-40B4-BE49-F238E27FC236}">
                <a16:creationId xmlns:a16="http://schemas.microsoft.com/office/drawing/2014/main" id="{D5AADAAA-6AE0-DB7F-3CF2-6A7658599063}"/>
              </a:ext>
            </a:extLst>
          </p:cNvPr>
          <p:cNvSpPr>
            <a:spLocks noGrp="1"/>
          </p:cNvSpPr>
          <p:nvPr>
            <p:ph type="body" sz="quarter" idx="52" hasCustomPrompt="1"/>
          </p:nvPr>
        </p:nvSpPr>
        <p:spPr>
          <a:xfrm>
            <a:off x="6701220" y="4438051"/>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503B7ACC-17C7-5604-522C-74ED825E70DF}"/>
              </a:ext>
            </a:extLst>
          </p:cNvPr>
          <p:cNvSpPr>
            <a:spLocks noGrp="1"/>
          </p:cNvSpPr>
          <p:nvPr>
            <p:ph type="body" sz="quarter" idx="53" hasCustomPrompt="1"/>
          </p:nvPr>
        </p:nvSpPr>
        <p:spPr>
          <a:xfrm>
            <a:off x="9474429" y="4135397"/>
            <a:ext cx="1563524" cy="305212"/>
          </a:xfrm>
          <a:custGeom>
            <a:avLst/>
            <a:gdLst>
              <a:gd name="connsiteX0" fmla="*/ 0 w 1563524"/>
              <a:gd name="connsiteY0" fmla="*/ 0 h 305212"/>
              <a:gd name="connsiteX1" fmla="*/ 1563524 w 1563524"/>
              <a:gd name="connsiteY1" fmla="*/ 0 h 305212"/>
              <a:gd name="connsiteX2" fmla="*/ 1563524 w 1563524"/>
              <a:gd name="connsiteY2" fmla="*/ 305212 h 305212"/>
              <a:gd name="connsiteX3" fmla="*/ 0 w 1563524"/>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563524" h="305212">
                <a:moveTo>
                  <a:pt x="0" y="0"/>
                </a:moveTo>
                <a:lnTo>
                  <a:pt x="1563524" y="0"/>
                </a:lnTo>
                <a:lnTo>
                  <a:pt x="1563524"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E138683A-9BF1-0964-BFEC-664944F91032}"/>
              </a:ext>
            </a:extLst>
          </p:cNvPr>
          <p:cNvSpPr>
            <a:spLocks noGrp="1"/>
          </p:cNvSpPr>
          <p:nvPr>
            <p:ph type="body" sz="quarter" idx="54" hasCustomPrompt="1"/>
          </p:nvPr>
        </p:nvSpPr>
        <p:spPr>
          <a:xfrm>
            <a:off x="9474429" y="5049321"/>
            <a:ext cx="1831692" cy="305212"/>
          </a:xfrm>
          <a:custGeom>
            <a:avLst/>
            <a:gdLst>
              <a:gd name="connsiteX0" fmla="*/ 0 w 1831692"/>
              <a:gd name="connsiteY0" fmla="*/ 0 h 305212"/>
              <a:gd name="connsiteX1" fmla="*/ 1831692 w 1831692"/>
              <a:gd name="connsiteY1" fmla="*/ 0 h 305212"/>
              <a:gd name="connsiteX2" fmla="*/ 1831692 w 1831692"/>
              <a:gd name="connsiteY2" fmla="*/ 305212 h 305212"/>
              <a:gd name="connsiteX3" fmla="*/ 0 w 1831692"/>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31692" h="305212">
                <a:moveTo>
                  <a:pt x="0" y="0"/>
                </a:moveTo>
                <a:lnTo>
                  <a:pt x="1831692" y="0"/>
                </a:lnTo>
                <a:lnTo>
                  <a:pt x="1831692"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8233D8CD-E5E5-CB69-815F-F4C0C4ADB9DA}"/>
              </a:ext>
            </a:extLst>
          </p:cNvPr>
          <p:cNvSpPr>
            <a:spLocks noGrp="1"/>
          </p:cNvSpPr>
          <p:nvPr>
            <p:ph type="body" sz="quarter" idx="55" hasCustomPrompt="1"/>
          </p:nvPr>
        </p:nvSpPr>
        <p:spPr>
          <a:xfrm>
            <a:off x="649664" y="6442499"/>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1154792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0" y="0"/>
            <a:ext cx="12192000" cy="4711700"/>
          </a:xfrm>
          <a:prstGeom prst="rect">
            <a:avLst/>
          </a:pr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7B674275-633E-50B6-A5F6-619DFE817C08}"/>
              </a:ext>
            </a:extLst>
          </p:cNvPr>
          <p:cNvSpPr>
            <a:spLocks noGrp="1"/>
          </p:cNvSpPr>
          <p:nvPr>
            <p:ph type="body" sz="quarter" idx="11" hasCustomPrompt="1"/>
          </p:nvPr>
        </p:nvSpPr>
        <p:spPr>
          <a:xfrm>
            <a:off x="1178793" y="3748048"/>
            <a:ext cx="4942673" cy="1721311"/>
          </a:xfrm>
          <a:custGeom>
            <a:avLst/>
            <a:gdLst>
              <a:gd name="connsiteX0" fmla="*/ 0 w 4942673"/>
              <a:gd name="connsiteY0" fmla="*/ 0 h 1569660"/>
              <a:gd name="connsiteX1" fmla="*/ 4942673 w 4942673"/>
              <a:gd name="connsiteY1" fmla="*/ 0 h 1569660"/>
              <a:gd name="connsiteX2" fmla="*/ 4942673 w 4942673"/>
              <a:gd name="connsiteY2" fmla="*/ 1569660 h 1569660"/>
              <a:gd name="connsiteX3" fmla="*/ 0 w 4942673"/>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4942673" h="1569660">
                <a:moveTo>
                  <a:pt x="0" y="0"/>
                </a:moveTo>
                <a:lnTo>
                  <a:pt x="4942673" y="0"/>
                </a:lnTo>
                <a:lnTo>
                  <a:pt x="4942673" y="1569660"/>
                </a:lnTo>
                <a:lnTo>
                  <a:pt x="0" y="1569660"/>
                </a:lnTo>
                <a:close/>
              </a:path>
            </a:pathLst>
          </a:custGeom>
        </p:spPr>
        <p:txBody>
          <a:bodyPr wrap="square">
            <a:noAutofit/>
          </a:bodyPr>
          <a:lstStyle>
            <a:lvl1pPr marL="0" indent="0">
              <a:lnSpc>
                <a:spcPct val="100000"/>
              </a:lnSpc>
              <a:buNone/>
              <a:defRPr sz="48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4F6F5706-8F75-74F8-B0CE-814FC973417D}"/>
              </a:ext>
            </a:extLst>
          </p:cNvPr>
          <p:cNvSpPr>
            <a:spLocks noGrp="1"/>
          </p:cNvSpPr>
          <p:nvPr>
            <p:ph type="body" sz="quarter" idx="47" hasCustomPrompt="1"/>
          </p:nvPr>
        </p:nvSpPr>
        <p:spPr>
          <a:xfrm>
            <a:off x="1354426" y="5570959"/>
            <a:ext cx="4767039"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1" name="Text Placeholder 10">
            <a:extLst>
              <a:ext uri="{FF2B5EF4-FFF2-40B4-BE49-F238E27FC236}">
                <a16:creationId xmlns:a16="http://schemas.microsoft.com/office/drawing/2014/main" id="{44348BEE-AF4E-BA3F-F02C-D8417E2DC2FE}"/>
              </a:ext>
            </a:extLst>
          </p:cNvPr>
          <p:cNvSpPr>
            <a:spLocks noGrp="1"/>
          </p:cNvSpPr>
          <p:nvPr>
            <p:ph type="body" sz="quarter" idx="52" hasCustomPrompt="1"/>
          </p:nvPr>
        </p:nvSpPr>
        <p:spPr>
          <a:xfrm>
            <a:off x="7832094" y="5435947"/>
            <a:ext cx="4098276" cy="584775"/>
          </a:xfrm>
          <a:custGeom>
            <a:avLst/>
            <a:gdLst>
              <a:gd name="connsiteX0" fmla="*/ 0 w 4098276"/>
              <a:gd name="connsiteY0" fmla="*/ 0 h 584775"/>
              <a:gd name="connsiteX1" fmla="*/ 4098276 w 4098276"/>
              <a:gd name="connsiteY1" fmla="*/ 0 h 584775"/>
              <a:gd name="connsiteX2" fmla="*/ 4098276 w 4098276"/>
              <a:gd name="connsiteY2" fmla="*/ 584775 h 584775"/>
              <a:gd name="connsiteX3" fmla="*/ 0 w 4098276"/>
              <a:gd name="connsiteY3" fmla="*/ 584775 h 584775"/>
            </a:gdLst>
            <a:ahLst/>
            <a:cxnLst>
              <a:cxn ang="0">
                <a:pos x="connsiteX0" y="connsiteY0"/>
              </a:cxn>
              <a:cxn ang="0">
                <a:pos x="connsiteX1" y="connsiteY1"/>
              </a:cxn>
              <a:cxn ang="0">
                <a:pos x="connsiteX2" y="connsiteY2"/>
              </a:cxn>
              <a:cxn ang="0">
                <a:pos x="connsiteX3" y="connsiteY3"/>
              </a:cxn>
            </a:cxnLst>
            <a:rect l="l" t="t" r="r" b="b"/>
            <a:pathLst>
              <a:path w="4098276" h="584775">
                <a:moveTo>
                  <a:pt x="0" y="0"/>
                </a:moveTo>
                <a:lnTo>
                  <a:pt x="4098276" y="0"/>
                </a:lnTo>
                <a:lnTo>
                  <a:pt x="4098276" y="584775"/>
                </a:lnTo>
                <a:lnTo>
                  <a:pt x="0" y="584775"/>
                </a:lnTo>
                <a:close/>
              </a:path>
            </a:pathLst>
          </a:custGeom>
        </p:spPr>
        <p:txBody>
          <a:bodyPr wrap="square">
            <a:noAutofit/>
          </a:bodyPr>
          <a:lstStyle>
            <a:lvl1pPr marL="0" indent="0" algn="l">
              <a:lnSpc>
                <a:spcPct val="100000"/>
              </a:lnSpc>
              <a:spcBef>
                <a:spcPts val="0"/>
              </a:spcBef>
              <a:buNone/>
              <a:defRPr sz="16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2781314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3728B0E8-19C1-023B-74E5-3CBB0238E6AA}"/>
              </a:ext>
            </a:extLst>
          </p:cNvPr>
          <p:cNvSpPr>
            <a:spLocks noGrp="1"/>
          </p:cNvSpPr>
          <p:nvPr>
            <p:ph type="body" sz="quarter" idx="53" hasCustomPrompt="1"/>
          </p:nvPr>
        </p:nvSpPr>
        <p:spPr>
          <a:xfrm>
            <a:off x="1587497" y="1017754"/>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ED984737-CD1D-A22D-A244-11A50360F766}"/>
              </a:ext>
            </a:extLst>
          </p:cNvPr>
          <p:cNvSpPr>
            <a:spLocks noGrp="1"/>
          </p:cNvSpPr>
          <p:nvPr>
            <p:ph type="body" sz="quarter" idx="54" hasCustomPrompt="1"/>
          </p:nvPr>
        </p:nvSpPr>
        <p:spPr>
          <a:xfrm>
            <a:off x="1587496" y="2793241"/>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BB22377B-5FD5-E3D8-490E-74C117CAD8B7}"/>
              </a:ext>
            </a:extLst>
          </p:cNvPr>
          <p:cNvSpPr>
            <a:spLocks noGrp="1"/>
          </p:cNvSpPr>
          <p:nvPr>
            <p:ph type="body" sz="quarter" idx="55" hasCustomPrompt="1"/>
          </p:nvPr>
        </p:nvSpPr>
        <p:spPr>
          <a:xfrm>
            <a:off x="5488494" y="2793241"/>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DF1DCAEE-D9F7-CA48-B7B9-E00B3E90110D}"/>
              </a:ext>
            </a:extLst>
          </p:cNvPr>
          <p:cNvSpPr>
            <a:spLocks noGrp="1"/>
          </p:cNvSpPr>
          <p:nvPr>
            <p:ph type="body" sz="quarter" idx="56" hasCustomPrompt="1"/>
          </p:nvPr>
        </p:nvSpPr>
        <p:spPr>
          <a:xfrm>
            <a:off x="5488495" y="1022242"/>
            <a:ext cx="2601569" cy="1497846"/>
          </a:xfrm>
          <a:custGeom>
            <a:avLst/>
            <a:gdLst>
              <a:gd name="connsiteX0" fmla="*/ 0 w 2601569"/>
              <a:gd name="connsiteY0" fmla="*/ 0 h 1497846"/>
              <a:gd name="connsiteX1" fmla="*/ 2601569 w 2601569"/>
              <a:gd name="connsiteY1" fmla="*/ 0 h 1497846"/>
              <a:gd name="connsiteX2" fmla="*/ 2601569 w 2601569"/>
              <a:gd name="connsiteY2" fmla="*/ 1497846 h 1497846"/>
              <a:gd name="connsiteX3" fmla="*/ 0 w 2601569"/>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601569" h="1497846">
                <a:moveTo>
                  <a:pt x="0" y="0"/>
                </a:moveTo>
                <a:lnTo>
                  <a:pt x="2601569" y="0"/>
                </a:lnTo>
                <a:lnTo>
                  <a:pt x="2601569" y="1497846"/>
                </a:lnTo>
                <a:lnTo>
                  <a:pt x="0" y="149784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F0FD6C18-52CC-3EA2-CAE5-6D9B03A08A59}"/>
              </a:ext>
            </a:extLst>
          </p:cNvPr>
          <p:cNvSpPr>
            <a:spLocks noGrp="1"/>
          </p:cNvSpPr>
          <p:nvPr>
            <p:ph type="body" sz="quarter" idx="57" hasCustomPrompt="1"/>
          </p:nvPr>
        </p:nvSpPr>
        <p:spPr>
          <a:xfrm>
            <a:off x="9104484" y="1022242"/>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CD5EA6D8-C892-5842-E982-B7AA5B1D1020}"/>
              </a:ext>
            </a:extLst>
          </p:cNvPr>
          <p:cNvSpPr>
            <a:spLocks noGrp="1"/>
          </p:cNvSpPr>
          <p:nvPr>
            <p:ph type="body" sz="quarter" idx="58" hasCustomPrompt="1"/>
          </p:nvPr>
        </p:nvSpPr>
        <p:spPr>
          <a:xfrm>
            <a:off x="9104484" y="2793241"/>
            <a:ext cx="2827200" cy="1536318"/>
          </a:xfrm>
          <a:custGeom>
            <a:avLst/>
            <a:gdLst>
              <a:gd name="connsiteX0" fmla="*/ 0 w 2827200"/>
              <a:gd name="connsiteY0" fmla="*/ 0 h 1536318"/>
              <a:gd name="connsiteX1" fmla="*/ 2827200 w 2827200"/>
              <a:gd name="connsiteY1" fmla="*/ 0 h 1536318"/>
              <a:gd name="connsiteX2" fmla="*/ 2827200 w 2827200"/>
              <a:gd name="connsiteY2" fmla="*/ 1536318 h 1536318"/>
              <a:gd name="connsiteX3" fmla="*/ 0 w 2827200"/>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827200" h="1536318">
                <a:moveTo>
                  <a:pt x="0" y="0"/>
                </a:moveTo>
                <a:lnTo>
                  <a:pt x="2827200" y="0"/>
                </a:lnTo>
                <a:lnTo>
                  <a:pt x="2827200"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AF1E3764-D96C-48EA-3EEF-CEA2915EFE8A}"/>
              </a:ext>
            </a:extLst>
          </p:cNvPr>
          <p:cNvSpPr>
            <a:spLocks noGrp="1"/>
          </p:cNvSpPr>
          <p:nvPr>
            <p:ph type="body" sz="quarter" idx="47" hasCustomPrompt="1"/>
          </p:nvPr>
        </p:nvSpPr>
        <p:spPr>
          <a:xfrm>
            <a:off x="753557" y="1104109"/>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37" name="Text Placeholder 36">
            <a:extLst>
              <a:ext uri="{FF2B5EF4-FFF2-40B4-BE49-F238E27FC236}">
                <a16:creationId xmlns:a16="http://schemas.microsoft.com/office/drawing/2014/main" id="{E8CBC80B-9D63-2F68-A7E3-81362DF18354}"/>
              </a:ext>
            </a:extLst>
          </p:cNvPr>
          <p:cNvSpPr>
            <a:spLocks noGrp="1"/>
          </p:cNvSpPr>
          <p:nvPr>
            <p:ph type="body" sz="quarter" idx="59" hasCustomPrompt="1"/>
          </p:nvPr>
        </p:nvSpPr>
        <p:spPr>
          <a:xfrm>
            <a:off x="753557" y="288950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2" name="Text Placeholder 41">
            <a:extLst>
              <a:ext uri="{FF2B5EF4-FFF2-40B4-BE49-F238E27FC236}">
                <a16:creationId xmlns:a16="http://schemas.microsoft.com/office/drawing/2014/main" id="{547B414D-5963-A1D8-77DC-E405C45FE9C2}"/>
              </a:ext>
            </a:extLst>
          </p:cNvPr>
          <p:cNvSpPr>
            <a:spLocks noGrp="1"/>
          </p:cNvSpPr>
          <p:nvPr>
            <p:ph type="body" sz="quarter" idx="60" hasCustomPrompt="1"/>
          </p:nvPr>
        </p:nvSpPr>
        <p:spPr>
          <a:xfrm>
            <a:off x="4703717" y="112064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1" name="Text Placeholder 40">
            <a:extLst>
              <a:ext uri="{FF2B5EF4-FFF2-40B4-BE49-F238E27FC236}">
                <a16:creationId xmlns:a16="http://schemas.microsoft.com/office/drawing/2014/main" id="{F29399CA-DBC7-44C3-9DC2-48F4B08B3C4D}"/>
              </a:ext>
            </a:extLst>
          </p:cNvPr>
          <p:cNvSpPr>
            <a:spLocks noGrp="1"/>
          </p:cNvSpPr>
          <p:nvPr>
            <p:ph type="body" sz="quarter" idx="61" hasCustomPrompt="1"/>
          </p:nvPr>
        </p:nvSpPr>
        <p:spPr>
          <a:xfrm>
            <a:off x="469970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4" name="Text Placeholder 43">
            <a:extLst>
              <a:ext uri="{FF2B5EF4-FFF2-40B4-BE49-F238E27FC236}">
                <a16:creationId xmlns:a16="http://schemas.microsoft.com/office/drawing/2014/main" id="{2AF757E7-45BF-7A29-36F5-6F202BD9C955}"/>
              </a:ext>
            </a:extLst>
          </p:cNvPr>
          <p:cNvSpPr>
            <a:spLocks noGrp="1"/>
          </p:cNvSpPr>
          <p:nvPr>
            <p:ph type="body" sz="quarter" idx="62" hasCustomPrompt="1"/>
          </p:nvPr>
        </p:nvSpPr>
        <p:spPr>
          <a:xfrm>
            <a:off x="8315694" y="1118504"/>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6" name="Text Placeholder 45">
            <a:extLst>
              <a:ext uri="{FF2B5EF4-FFF2-40B4-BE49-F238E27FC236}">
                <a16:creationId xmlns:a16="http://schemas.microsoft.com/office/drawing/2014/main" id="{D8E06FFC-7ECC-D159-6727-EF286C2B78F0}"/>
              </a:ext>
            </a:extLst>
          </p:cNvPr>
          <p:cNvSpPr>
            <a:spLocks noGrp="1"/>
          </p:cNvSpPr>
          <p:nvPr>
            <p:ph type="body" sz="quarter" idx="63" hasCustomPrompt="1"/>
          </p:nvPr>
        </p:nvSpPr>
        <p:spPr>
          <a:xfrm>
            <a:off x="831569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76" name="Text Placeholder 75">
            <a:extLst>
              <a:ext uri="{FF2B5EF4-FFF2-40B4-BE49-F238E27FC236}">
                <a16:creationId xmlns:a16="http://schemas.microsoft.com/office/drawing/2014/main" id="{A45849A8-464D-C816-F36E-2E8E6D00DA63}"/>
              </a:ext>
            </a:extLst>
          </p:cNvPr>
          <p:cNvSpPr>
            <a:spLocks noGrp="1"/>
          </p:cNvSpPr>
          <p:nvPr>
            <p:ph type="body" sz="quarter" idx="64" hasCustomPrompt="1"/>
          </p:nvPr>
        </p:nvSpPr>
        <p:spPr>
          <a:xfrm>
            <a:off x="8238707" y="4921708"/>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3" name="Text Placeholder 82">
            <a:extLst>
              <a:ext uri="{FF2B5EF4-FFF2-40B4-BE49-F238E27FC236}">
                <a16:creationId xmlns:a16="http://schemas.microsoft.com/office/drawing/2014/main" id="{044F187C-6335-92AF-79F8-62EE1B493C0D}"/>
              </a:ext>
            </a:extLst>
          </p:cNvPr>
          <p:cNvSpPr>
            <a:spLocks noGrp="1"/>
          </p:cNvSpPr>
          <p:nvPr>
            <p:ph type="body" sz="quarter" idx="67" hasCustomPrompt="1"/>
          </p:nvPr>
        </p:nvSpPr>
        <p:spPr>
          <a:xfrm>
            <a:off x="10541164" y="4921708"/>
            <a:ext cx="1500056"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4" name="Text Placeholder 83">
            <a:extLst>
              <a:ext uri="{FF2B5EF4-FFF2-40B4-BE49-F238E27FC236}">
                <a16:creationId xmlns:a16="http://schemas.microsoft.com/office/drawing/2014/main" id="{FAEB5359-15AF-0811-D155-424446F04523}"/>
              </a:ext>
            </a:extLst>
          </p:cNvPr>
          <p:cNvSpPr>
            <a:spLocks noGrp="1"/>
          </p:cNvSpPr>
          <p:nvPr>
            <p:ph type="body" sz="quarter" idx="68" hasCustomPrompt="1"/>
          </p:nvPr>
        </p:nvSpPr>
        <p:spPr>
          <a:xfrm>
            <a:off x="10541163" y="5597873"/>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5" name="Text Placeholder 84">
            <a:extLst>
              <a:ext uri="{FF2B5EF4-FFF2-40B4-BE49-F238E27FC236}">
                <a16:creationId xmlns:a16="http://schemas.microsoft.com/office/drawing/2014/main" id="{4D9AD84F-845C-AB3E-4425-2F78D23A95DD}"/>
              </a:ext>
            </a:extLst>
          </p:cNvPr>
          <p:cNvSpPr>
            <a:spLocks noGrp="1"/>
          </p:cNvSpPr>
          <p:nvPr>
            <p:ph type="body" sz="quarter" idx="69" hasCustomPrompt="1"/>
          </p:nvPr>
        </p:nvSpPr>
        <p:spPr>
          <a:xfrm>
            <a:off x="10541163" y="6256448"/>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6" name="Text Placeholder 85">
            <a:extLst>
              <a:ext uri="{FF2B5EF4-FFF2-40B4-BE49-F238E27FC236}">
                <a16:creationId xmlns:a16="http://schemas.microsoft.com/office/drawing/2014/main" id="{C267804F-6ECF-963B-E942-23332E55D796}"/>
              </a:ext>
            </a:extLst>
          </p:cNvPr>
          <p:cNvSpPr>
            <a:spLocks noGrp="1"/>
          </p:cNvSpPr>
          <p:nvPr>
            <p:ph type="body" sz="quarter" idx="65" hasCustomPrompt="1"/>
          </p:nvPr>
        </p:nvSpPr>
        <p:spPr>
          <a:xfrm>
            <a:off x="8238707" y="5597873"/>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1BD97B-5C61-800D-C74D-70E8D89F8823}"/>
              </a:ext>
            </a:extLst>
          </p:cNvPr>
          <p:cNvSpPr>
            <a:spLocks noGrp="1"/>
          </p:cNvSpPr>
          <p:nvPr>
            <p:ph type="body" sz="quarter" idx="66" hasCustomPrompt="1"/>
          </p:nvPr>
        </p:nvSpPr>
        <p:spPr>
          <a:xfrm>
            <a:off x="8238706" y="6256448"/>
            <a:ext cx="1578729"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8" name="Text Placeholder 15">
            <a:extLst>
              <a:ext uri="{FF2B5EF4-FFF2-40B4-BE49-F238E27FC236}">
                <a16:creationId xmlns:a16="http://schemas.microsoft.com/office/drawing/2014/main" id="{D80CC23B-0751-80E1-914C-A2108E4F1C65}"/>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306681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338329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338329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7133251"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7133251"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10883209"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10883209"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29" name="Text Placeholder 28">
            <a:extLst>
              <a:ext uri="{FF2B5EF4-FFF2-40B4-BE49-F238E27FC236}">
                <a16:creationId xmlns:a16="http://schemas.microsoft.com/office/drawing/2014/main" id="{FD512EA3-913F-C49C-05A3-3BE39DD42E07}"/>
              </a:ext>
            </a:extLst>
          </p:cNvPr>
          <p:cNvSpPr>
            <a:spLocks noGrp="1"/>
          </p:cNvSpPr>
          <p:nvPr>
            <p:ph type="body" sz="quarter" idx="53" hasCustomPrompt="1"/>
          </p:nvPr>
        </p:nvSpPr>
        <p:spPr>
          <a:xfrm>
            <a:off x="1104661"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0E411C11-B97F-6AA0-9E10-9F72EE0BEF97}"/>
              </a:ext>
            </a:extLst>
          </p:cNvPr>
          <p:cNvSpPr>
            <a:spLocks noGrp="1"/>
          </p:cNvSpPr>
          <p:nvPr>
            <p:ph type="body" sz="quarter" idx="54" hasCustomPrompt="1"/>
          </p:nvPr>
        </p:nvSpPr>
        <p:spPr>
          <a:xfrm>
            <a:off x="4854620"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35D9E9E6-DA13-C8AB-3A2C-B9376D3A170D}"/>
              </a:ext>
            </a:extLst>
          </p:cNvPr>
          <p:cNvSpPr>
            <a:spLocks noGrp="1"/>
          </p:cNvSpPr>
          <p:nvPr>
            <p:ph type="body" sz="quarter" idx="55" hasCustomPrompt="1"/>
          </p:nvPr>
        </p:nvSpPr>
        <p:spPr>
          <a:xfrm>
            <a:off x="8604578"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CB15A69C-DFA0-BE8B-AE33-20BA075EA614}"/>
              </a:ext>
            </a:extLst>
          </p:cNvPr>
          <p:cNvSpPr>
            <a:spLocks noGrp="1"/>
          </p:cNvSpPr>
          <p:nvPr>
            <p:ph type="body" sz="quarter" idx="56" hasCustomPrompt="1"/>
          </p:nvPr>
        </p:nvSpPr>
        <p:spPr>
          <a:xfrm>
            <a:off x="1104661" y="4716695"/>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E7DDC7E9-E78B-9FD3-83A4-1E8F2FED282B}"/>
              </a:ext>
            </a:extLst>
          </p:cNvPr>
          <p:cNvSpPr>
            <a:spLocks noGrp="1"/>
          </p:cNvSpPr>
          <p:nvPr>
            <p:ph type="body" sz="quarter" idx="57" hasCustomPrompt="1"/>
          </p:nvPr>
        </p:nvSpPr>
        <p:spPr>
          <a:xfrm>
            <a:off x="4854620"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4CB4478-A2B7-D3BB-5ECC-7BB99D5E0EC2}"/>
              </a:ext>
            </a:extLst>
          </p:cNvPr>
          <p:cNvSpPr>
            <a:spLocks noGrp="1"/>
          </p:cNvSpPr>
          <p:nvPr>
            <p:ph type="body" sz="quarter" idx="58" hasCustomPrompt="1"/>
          </p:nvPr>
        </p:nvSpPr>
        <p:spPr>
          <a:xfrm>
            <a:off x="8604578"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EB61D7F9-7024-3EE9-2562-A0A45B4B2D68}"/>
              </a:ext>
            </a:extLst>
          </p:cNvPr>
          <p:cNvSpPr>
            <a:spLocks noGrp="1"/>
          </p:cNvSpPr>
          <p:nvPr>
            <p:ph type="body" sz="quarter" idx="59" hasCustomPrompt="1"/>
          </p:nvPr>
        </p:nvSpPr>
        <p:spPr>
          <a:xfrm>
            <a:off x="1022154" y="1540714"/>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4" name="Text Placeholder 43">
            <a:extLst>
              <a:ext uri="{FF2B5EF4-FFF2-40B4-BE49-F238E27FC236}">
                <a16:creationId xmlns:a16="http://schemas.microsoft.com/office/drawing/2014/main" id="{7E0054C8-3513-A4FC-A9CB-D16837AF1CA6}"/>
              </a:ext>
            </a:extLst>
          </p:cNvPr>
          <p:cNvSpPr>
            <a:spLocks noGrp="1"/>
          </p:cNvSpPr>
          <p:nvPr>
            <p:ph type="body" sz="quarter" idx="60" hasCustomPrompt="1"/>
          </p:nvPr>
        </p:nvSpPr>
        <p:spPr>
          <a:xfrm>
            <a:off x="4772113" y="1540714"/>
            <a:ext cx="2210860" cy="253916"/>
          </a:xfrm>
          <a:custGeom>
            <a:avLst/>
            <a:gdLst>
              <a:gd name="connsiteX0" fmla="*/ 0 w 1639831"/>
              <a:gd name="connsiteY0" fmla="*/ 0 h 253916"/>
              <a:gd name="connsiteX1" fmla="*/ 1639831 w 1639831"/>
              <a:gd name="connsiteY1" fmla="*/ 0 h 253916"/>
              <a:gd name="connsiteX2" fmla="*/ 1639831 w 1639831"/>
              <a:gd name="connsiteY2" fmla="*/ 253916 h 253916"/>
              <a:gd name="connsiteX3" fmla="*/ 0 w 1639831"/>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1639831" h="253916">
                <a:moveTo>
                  <a:pt x="0" y="0"/>
                </a:moveTo>
                <a:lnTo>
                  <a:pt x="1639831" y="0"/>
                </a:lnTo>
                <a:lnTo>
                  <a:pt x="1639831"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6" name="Text Placeholder 45">
            <a:extLst>
              <a:ext uri="{FF2B5EF4-FFF2-40B4-BE49-F238E27FC236}">
                <a16:creationId xmlns:a16="http://schemas.microsoft.com/office/drawing/2014/main" id="{63A7EA0A-0115-C7FF-0FE3-A6C2FC5018AF}"/>
              </a:ext>
            </a:extLst>
          </p:cNvPr>
          <p:cNvSpPr>
            <a:spLocks noGrp="1"/>
          </p:cNvSpPr>
          <p:nvPr>
            <p:ph type="body" sz="quarter" idx="61" hasCustomPrompt="1"/>
          </p:nvPr>
        </p:nvSpPr>
        <p:spPr>
          <a:xfrm>
            <a:off x="8522071" y="1540714"/>
            <a:ext cx="2280400" cy="253916"/>
          </a:xfrm>
          <a:custGeom>
            <a:avLst/>
            <a:gdLst>
              <a:gd name="connsiteX0" fmla="*/ 0 w 2361138"/>
              <a:gd name="connsiteY0" fmla="*/ 0 h 253916"/>
              <a:gd name="connsiteX1" fmla="*/ 2361138 w 2361138"/>
              <a:gd name="connsiteY1" fmla="*/ 0 h 253916"/>
              <a:gd name="connsiteX2" fmla="*/ 2361138 w 2361138"/>
              <a:gd name="connsiteY2" fmla="*/ 253916 h 253916"/>
              <a:gd name="connsiteX3" fmla="*/ 0 w 2361138"/>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361138" h="253916">
                <a:moveTo>
                  <a:pt x="0" y="0"/>
                </a:moveTo>
                <a:lnTo>
                  <a:pt x="2361138" y="0"/>
                </a:lnTo>
                <a:lnTo>
                  <a:pt x="2361138"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8" name="Text Placeholder 47">
            <a:extLst>
              <a:ext uri="{FF2B5EF4-FFF2-40B4-BE49-F238E27FC236}">
                <a16:creationId xmlns:a16="http://schemas.microsoft.com/office/drawing/2014/main" id="{4ED03342-1F2B-C623-464D-BAD67B06F59C}"/>
              </a:ext>
            </a:extLst>
          </p:cNvPr>
          <p:cNvSpPr>
            <a:spLocks noGrp="1"/>
          </p:cNvSpPr>
          <p:nvPr>
            <p:ph type="body" sz="quarter" idx="62" hasCustomPrompt="1"/>
          </p:nvPr>
        </p:nvSpPr>
        <p:spPr>
          <a:xfrm>
            <a:off x="8522071" y="4299893"/>
            <a:ext cx="2280400" cy="253916"/>
          </a:xfrm>
          <a:custGeom>
            <a:avLst/>
            <a:gdLst>
              <a:gd name="connsiteX0" fmla="*/ 0 w 2136843"/>
              <a:gd name="connsiteY0" fmla="*/ 0 h 253916"/>
              <a:gd name="connsiteX1" fmla="*/ 2136843 w 2136843"/>
              <a:gd name="connsiteY1" fmla="*/ 0 h 253916"/>
              <a:gd name="connsiteX2" fmla="*/ 2136843 w 2136843"/>
              <a:gd name="connsiteY2" fmla="*/ 253916 h 253916"/>
              <a:gd name="connsiteX3" fmla="*/ 0 w 2136843"/>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136843" h="253916">
                <a:moveTo>
                  <a:pt x="0" y="0"/>
                </a:moveTo>
                <a:lnTo>
                  <a:pt x="2136843" y="0"/>
                </a:lnTo>
                <a:lnTo>
                  <a:pt x="2136843"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0" name="Text Placeholder 49">
            <a:extLst>
              <a:ext uri="{FF2B5EF4-FFF2-40B4-BE49-F238E27FC236}">
                <a16:creationId xmlns:a16="http://schemas.microsoft.com/office/drawing/2014/main" id="{C0F8F424-71EB-B0C2-0DFD-C5072AA7B155}"/>
              </a:ext>
            </a:extLst>
          </p:cNvPr>
          <p:cNvSpPr>
            <a:spLocks noGrp="1"/>
          </p:cNvSpPr>
          <p:nvPr>
            <p:ph type="body" sz="quarter" idx="63" hasCustomPrompt="1"/>
          </p:nvPr>
        </p:nvSpPr>
        <p:spPr>
          <a:xfrm>
            <a:off x="4772113" y="4299893"/>
            <a:ext cx="2210860" cy="253916"/>
          </a:xfrm>
          <a:custGeom>
            <a:avLst/>
            <a:gdLst>
              <a:gd name="connsiteX0" fmla="*/ 0 w 2210860"/>
              <a:gd name="connsiteY0" fmla="*/ 0 h 253916"/>
              <a:gd name="connsiteX1" fmla="*/ 2210860 w 2210860"/>
              <a:gd name="connsiteY1" fmla="*/ 0 h 253916"/>
              <a:gd name="connsiteX2" fmla="*/ 2210860 w 2210860"/>
              <a:gd name="connsiteY2" fmla="*/ 253916 h 253916"/>
              <a:gd name="connsiteX3" fmla="*/ 0 w 2210860"/>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210860" h="253916">
                <a:moveTo>
                  <a:pt x="0" y="0"/>
                </a:moveTo>
                <a:lnTo>
                  <a:pt x="2210860" y="0"/>
                </a:lnTo>
                <a:lnTo>
                  <a:pt x="2210860"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2" name="Text Placeholder 51">
            <a:extLst>
              <a:ext uri="{FF2B5EF4-FFF2-40B4-BE49-F238E27FC236}">
                <a16:creationId xmlns:a16="http://schemas.microsoft.com/office/drawing/2014/main" id="{B8F133D1-AE3D-EC03-1736-E8AECFED0382}"/>
              </a:ext>
            </a:extLst>
          </p:cNvPr>
          <p:cNvSpPr>
            <a:spLocks noGrp="1"/>
          </p:cNvSpPr>
          <p:nvPr>
            <p:ph type="body" sz="quarter" idx="64" hasCustomPrompt="1"/>
          </p:nvPr>
        </p:nvSpPr>
        <p:spPr>
          <a:xfrm>
            <a:off x="1022154" y="4299893"/>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4" name="Text Placeholder 53">
            <a:extLst>
              <a:ext uri="{FF2B5EF4-FFF2-40B4-BE49-F238E27FC236}">
                <a16:creationId xmlns:a16="http://schemas.microsoft.com/office/drawing/2014/main" id="{E79E14BF-8700-BC95-1EFA-867CA9630CA6}"/>
              </a:ext>
            </a:extLst>
          </p:cNvPr>
          <p:cNvSpPr>
            <a:spLocks noGrp="1"/>
          </p:cNvSpPr>
          <p:nvPr>
            <p:ph type="body" sz="quarter" idx="47" hasCustomPrompt="1"/>
          </p:nvPr>
        </p:nvSpPr>
        <p:spPr>
          <a:xfrm>
            <a:off x="1022154" y="1211327"/>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6" name="Text Placeholder 55">
            <a:extLst>
              <a:ext uri="{FF2B5EF4-FFF2-40B4-BE49-F238E27FC236}">
                <a16:creationId xmlns:a16="http://schemas.microsoft.com/office/drawing/2014/main" id="{0BA12012-649D-8AA9-D912-3163A195AAC9}"/>
              </a:ext>
            </a:extLst>
          </p:cNvPr>
          <p:cNvSpPr>
            <a:spLocks noGrp="1"/>
          </p:cNvSpPr>
          <p:nvPr>
            <p:ph type="body" sz="quarter" idx="65" hasCustomPrompt="1"/>
          </p:nvPr>
        </p:nvSpPr>
        <p:spPr>
          <a:xfrm>
            <a:off x="4772114" y="1211328"/>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8" name="Text Placeholder 57">
            <a:extLst>
              <a:ext uri="{FF2B5EF4-FFF2-40B4-BE49-F238E27FC236}">
                <a16:creationId xmlns:a16="http://schemas.microsoft.com/office/drawing/2014/main" id="{5453878E-E93A-ECC1-19EC-CF8A3A8CA149}"/>
              </a:ext>
            </a:extLst>
          </p:cNvPr>
          <p:cNvSpPr>
            <a:spLocks noGrp="1"/>
          </p:cNvSpPr>
          <p:nvPr>
            <p:ph type="body" sz="quarter" idx="66" hasCustomPrompt="1"/>
          </p:nvPr>
        </p:nvSpPr>
        <p:spPr>
          <a:xfrm>
            <a:off x="8522071" y="1211328"/>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2" name="Text Placeholder 61">
            <a:extLst>
              <a:ext uri="{FF2B5EF4-FFF2-40B4-BE49-F238E27FC236}">
                <a16:creationId xmlns:a16="http://schemas.microsoft.com/office/drawing/2014/main" id="{1D90487E-2A5D-9FA5-943E-45B114E66E8A}"/>
              </a:ext>
            </a:extLst>
          </p:cNvPr>
          <p:cNvSpPr>
            <a:spLocks noGrp="1"/>
          </p:cNvSpPr>
          <p:nvPr>
            <p:ph type="body" sz="quarter" idx="67" hasCustomPrompt="1"/>
          </p:nvPr>
        </p:nvSpPr>
        <p:spPr>
          <a:xfrm>
            <a:off x="1022154" y="3970506"/>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3" name="Text Placeholder 62">
            <a:extLst>
              <a:ext uri="{FF2B5EF4-FFF2-40B4-BE49-F238E27FC236}">
                <a16:creationId xmlns:a16="http://schemas.microsoft.com/office/drawing/2014/main" id="{20FA909F-7973-0E14-6601-F9F48A882743}"/>
              </a:ext>
            </a:extLst>
          </p:cNvPr>
          <p:cNvSpPr>
            <a:spLocks noGrp="1"/>
          </p:cNvSpPr>
          <p:nvPr>
            <p:ph type="body" sz="quarter" idx="68" hasCustomPrompt="1"/>
          </p:nvPr>
        </p:nvSpPr>
        <p:spPr>
          <a:xfrm>
            <a:off x="4772114" y="3970507"/>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4" name="Text Placeholder 63">
            <a:extLst>
              <a:ext uri="{FF2B5EF4-FFF2-40B4-BE49-F238E27FC236}">
                <a16:creationId xmlns:a16="http://schemas.microsoft.com/office/drawing/2014/main" id="{1B57714D-406E-0617-E46D-F1E13009F176}"/>
              </a:ext>
            </a:extLst>
          </p:cNvPr>
          <p:cNvSpPr>
            <a:spLocks noGrp="1"/>
          </p:cNvSpPr>
          <p:nvPr>
            <p:ph type="body" sz="quarter" idx="69" hasCustomPrompt="1"/>
          </p:nvPr>
        </p:nvSpPr>
        <p:spPr>
          <a:xfrm>
            <a:off x="8522071" y="3970507"/>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5" name="Text Placeholder 15">
            <a:extLst>
              <a:ext uri="{FF2B5EF4-FFF2-40B4-BE49-F238E27FC236}">
                <a16:creationId xmlns:a16="http://schemas.microsoft.com/office/drawing/2014/main" id="{00376703-C76B-3F26-15AB-0AE2750F61C1}"/>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1975961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F5E72F8-00BC-14CD-4931-A9C8830FC56D}"/>
              </a:ext>
            </a:extLst>
          </p:cNvPr>
          <p:cNvSpPr/>
          <p:nvPr userDrawn="1"/>
        </p:nvSpPr>
        <p:spPr>
          <a:xfrm>
            <a:off x="5635690" y="0"/>
            <a:ext cx="6556310" cy="5747657"/>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89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89" y="5861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Picture Placeholder 3">
            <a:extLst>
              <a:ext uri="{FF2B5EF4-FFF2-40B4-BE49-F238E27FC236}">
                <a16:creationId xmlns:a16="http://schemas.microsoft.com/office/drawing/2014/main" id="{6E1E1192-FEED-67FF-9E6F-A13D5EFC1666}"/>
              </a:ext>
            </a:extLst>
          </p:cNvPr>
          <p:cNvSpPr>
            <a:spLocks noGrp="1"/>
          </p:cNvSpPr>
          <p:nvPr>
            <p:ph type="pic" sz="quarter" idx="10"/>
          </p:nvPr>
        </p:nvSpPr>
        <p:spPr>
          <a:xfrm>
            <a:off x="6016484" y="0"/>
            <a:ext cx="6175515" cy="5413829"/>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90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90" y="58610"/>
                </a:cubicBez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AF954973-1A4F-1032-1E68-176102F8621A}"/>
              </a:ext>
            </a:extLst>
          </p:cNvPr>
          <p:cNvSpPr>
            <a:spLocks noGrp="1"/>
          </p:cNvSpPr>
          <p:nvPr>
            <p:ph type="body" sz="quarter" idx="11" hasCustomPrompt="1"/>
          </p:nvPr>
        </p:nvSpPr>
        <p:spPr>
          <a:xfrm>
            <a:off x="887639" y="613359"/>
            <a:ext cx="4349298" cy="2016016"/>
          </a:xfrm>
          <a:custGeom>
            <a:avLst/>
            <a:gdLst>
              <a:gd name="connsiteX0" fmla="*/ 0 w 4349298"/>
              <a:gd name="connsiteY0" fmla="*/ 0 h 1754326"/>
              <a:gd name="connsiteX1" fmla="*/ 4349298 w 4349298"/>
              <a:gd name="connsiteY1" fmla="*/ 0 h 1754326"/>
              <a:gd name="connsiteX2" fmla="*/ 4349298 w 4349298"/>
              <a:gd name="connsiteY2" fmla="*/ 1754326 h 1754326"/>
              <a:gd name="connsiteX3" fmla="*/ 0 w 4349298"/>
              <a:gd name="connsiteY3" fmla="*/ 1754326 h 1754326"/>
            </a:gdLst>
            <a:ahLst/>
            <a:cxnLst>
              <a:cxn ang="0">
                <a:pos x="connsiteX0" y="connsiteY0"/>
              </a:cxn>
              <a:cxn ang="0">
                <a:pos x="connsiteX1" y="connsiteY1"/>
              </a:cxn>
              <a:cxn ang="0">
                <a:pos x="connsiteX2" y="connsiteY2"/>
              </a:cxn>
              <a:cxn ang="0">
                <a:pos x="connsiteX3" y="connsiteY3"/>
              </a:cxn>
            </a:cxnLst>
            <a:rect l="l" t="t" r="r" b="b"/>
            <a:pathLst>
              <a:path w="4349298" h="1754326">
                <a:moveTo>
                  <a:pt x="0" y="0"/>
                </a:moveTo>
                <a:lnTo>
                  <a:pt x="4349298" y="0"/>
                </a:lnTo>
                <a:lnTo>
                  <a:pt x="4349298" y="1754326"/>
                </a:lnTo>
                <a:lnTo>
                  <a:pt x="0" y="1754326"/>
                </a:lnTo>
                <a:close/>
              </a:path>
            </a:pathLst>
          </a:custGeom>
        </p:spPr>
        <p:txBody>
          <a:bodyPr wrap="square">
            <a:noAutofit/>
          </a:bodyPr>
          <a:lstStyle>
            <a:lvl1pPr marL="0" indent="0">
              <a:lnSpc>
                <a:spcPct val="100000"/>
              </a:lnSpc>
              <a:buNone/>
              <a:defRPr sz="5400" b="1">
                <a:solidFill>
                  <a:schemeClr val="bg1"/>
                </a:solidFill>
                <a:latin typeface="+mj-lt"/>
              </a:defRPr>
            </a:lvl1pPr>
          </a:lstStyle>
          <a:p>
            <a:pPr lvl="0"/>
            <a:r>
              <a:rPr lang="en-ID"/>
              <a:t>TITLE HERE</a:t>
            </a:r>
          </a:p>
        </p:txBody>
      </p:sp>
      <p:sp>
        <p:nvSpPr>
          <p:cNvPr id="12" name="Text Placeholder 11">
            <a:extLst>
              <a:ext uri="{FF2B5EF4-FFF2-40B4-BE49-F238E27FC236}">
                <a16:creationId xmlns:a16="http://schemas.microsoft.com/office/drawing/2014/main" id="{4583B103-43A4-54C0-566A-65262819BF08}"/>
              </a:ext>
            </a:extLst>
          </p:cNvPr>
          <p:cNvSpPr>
            <a:spLocks noGrp="1"/>
          </p:cNvSpPr>
          <p:nvPr>
            <p:ph type="body" sz="quarter" idx="53" hasCustomPrompt="1"/>
          </p:nvPr>
        </p:nvSpPr>
        <p:spPr>
          <a:xfrm>
            <a:off x="887639" y="2629375"/>
            <a:ext cx="4922034" cy="1699824"/>
          </a:xfrm>
          <a:custGeom>
            <a:avLst/>
            <a:gdLst>
              <a:gd name="connsiteX0" fmla="*/ 0 w 4922034"/>
              <a:gd name="connsiteY0" fmla="*/ 0 h 1699824"/>
              <a:gd name="connsiteX1" fmla="*/ 4922034 w 4922034"/>
              <a:gd name="connsiteY1" fmla="*/ 0 h 1699824"/>
              <a:gd name="connsiteX2" fmla="*/ 4922034 w 4922034"/>
              <a:gd name="connsiteY2" fmla="*/ 1699824 h 1699824"/>
              <a:gd name="connsiteX3" fmla="*/ 0 w 4922034"/>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922034" h="1699824">
                <a:moveTo>
                  <a:pt x="0" y="0"/>
                </a:moveTo>
                <a:lnTo>
                  <a:pt x="4922034" y="0"/>
                </a:lnTo>
                <a:lnTo>
                  <a:pt x="4922034" y="1699824"/>
                </a:lnTo>
                <a:lnTo>
                  <a:pt x="0" y="1699824"/>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38663CEE-9AF3-5737-5607-AA29E58F5404}"/>
              </a:ext>
            </a:extLst>
          </p:cNvPr>
          <p:cNvSpPr>
            <a:spLocks noGrp="1"/>
          </p:cNvSpPr>
          <p:nvPr>
            <p:ph type="body" sz="quarter" idx="47" hasCustomPrompt="1"/>
          </p:nvPr>
        </p:nvSpPr>
        <p:spPr>
          <a:xfrm>
            <a:off x="1110684" y="4478646"/>
            <a:ext cx="4698989"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Description</a:t>
            </a:r>
          </a:p>
        </p:txBody>
      </p:sp>
      <p:sp>
        <p:nvSpPr>
          <p:cNvPr id="16" name="Text Placeholder 15">
            <a:extLst>
              <a:ext uri="{FF2B5EF4-FFF2-40B4-BE49-F238E27FC236}">
                <a16:creationId xmlns:a16="http://schemas.microsoft.com/office/drawing/2014/main" id="{09772520-70A1-E3FE-F362-0A785D505CC1}"/>
              </a:ext>
            </a:extLst>
          </p:cNvPr>
          <p:cNvSpPr>
            <a:spLocks noGrp="1"/>
          </p:cNvSpPr>
          <p:nvPr>
            <p:ph type="body" sz="quarter" idx="54" hasCustomPrompt="1"/>
          </p:nvPr>
        </p:nvSpPr>
        <p:spPr>
          <a:xfrm>
            <a:off x="1715390" y="5213407"/>
            <a:ext cx="6107810" cy="661078"/>
          </a:xfrm>
          <a:custGeom>
            <a:avLst/>
            <a:gdLst>
              <a:gd name="connsiteX0" fmla="*/ 0 w 6107810"/>
              <a:gd name="connsiteY0" fmla="*/ 0 h 661078"/>
              <a:gd name="connsiteX1" fmla="*/ 6107810 w 6107810"/>
              <a:gd name="connsiteY1" fmla="*/ 0 h 661078"/>
              <a:gd name="connsiteX2" fmla="*/ 6107810 w 6107810"/>
              <a:gd name="connsiteY2" fmla="*/ 661078 h 661078"/>
              <a:gd name="connsiteX3" fmla="*/ 0 w 6107810"/>
              <a:gd name="connsiteY3" fmla="*/ 661078 h 661078"/>
            </a:gdLst>
            <a:ahLst/>
            <a:cxnLst>
              <a:cxn ang="0">
                <a:pos x="connsiteX0" y="connsiteY0"/>
              </a:cxn>
              <a:cxn ang="0">
                <a:pos x="connsiteX1" y="connsiteY1"/>
              </a:cxn>
              <a:cxn ang="0">
                <a:pos x="connsiteX2" y="connsiteY2"/>
              </a:cxn>
              <a:cxn ang="0">
                <a:pos x="connsiteX3" y="connsiteY3"/>
              </a:cxn>
            </a:cxnLst>
            <a:rect l="l" t="t" r="r" b="b"/>
            <a:pathLst>
              <a:path w="6107810" h="661078">
                <a:moveTo>
                  <a:pt x="0" y="0"/>
                </a:moveTo>
                <a:lnTo>
                  <a:pt x="6107810" y="0"/>
                </a:lnTo>
                <a:lnTo>
                  <a:pt x="6107810" y="661078"/>
                </a:lnTo>
                <a:lnTo>
                  <a:pt x="0" y="661078"/>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2D284A30-BD84-939F-9D66-DE3919DB734D}"/>
              </a:ext>
            </a:extLst>
          </p:cNvPr>
          <p:cNvSpPr>
            <a:spLocks noGrp="1"/>
          </p:cNvSpPr>
          <p:nvPr>
            <p:ph type="body" sz="quarter" idx="55" hasCustomPrompt="1"/>
          </p:nvPr>
        </p:nvSpPr>
        <p:spPr>
          <a:xfrm>
            <a:off x="1938434" y="5942405"/>
            <a:ext cx="5884766"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ID"/>
              <a:t>Description</a:t>
            </a:r>
          </a:p>
        </p:txBody>
      </p:sp>
    </p:spTree>
    <p:extLst>
      <p:ext uri="{BB962C8B-B14F-4D97-AF65-F5344CB8AC3E}">
        <p14:creationId xmlns:p14="http://schemas.microsoft.com/office/powerpoint/2010/main" val="1375746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1F3BE1C-764B-8328-4458-63315E329FB3}"/>
              </a:ext>
            </a:extLst>
          </p:cNvPr>
          <p:cNvSpPr>
            <a:spLocks noGrp="1"/>
          </p:cNvSpPr>
          <p:nvPr>
            <p:ph type="pic" sz="quarter" idx="10"/>
          </p:nvPr>
        </p:nvSpPr>
        <p:spPr>
          <a:xfrm>
            <a:off x="0" y="0"/>
            <a:ext cx="5384800" cy="6858000"/>
          </a:xfrm>
          <a:custGeom>
            <a:avLst/>
            <a:gdLst>
              <a:gd name="connsiteX0" fmla="*/ 0 w 5384800"/>
              <a:gd name="connsiteY0" fmla="*/ 0 h 6858000"/>
              <a:gd name="connsiteX1" fmla="*/ 5384800 w 5384800"/>
              <a:gd name="connsiteY1" fmla="*/ 0 h 6858000"/>
              <a:gd name="connsiteX2" fmla="*/ 5384800 w 5384800"/>
              <a:gd name="connsiteY2" fmla="*/ 6858000 h 6858000"/>
              <a:gd name="connsiteX3" fmla="*/ 0 w 5384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384800" h="6858000">
                <a:moveTo>
                  <a:pt x="0" y="0"/>
                </a:moveTo>
                <a:lnTo>
                  <a:pt x="5384800" y="0"/>
                </a:lnTo>
                <a:lnTo>
                  <a:pt x="53848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5" name="Text Placeholder 15">
            <a:extLst>
              <a:ext uri="{FF2B5EF4-FFF2-40B4-BE49-F238E27FC236}">
                <a16:creationId xmlns:a16="http://schemas.microsoft.com/office/drawing/2014/main" id="{333231B6-940B-A2EC-A70D-E31F0A1B57C2}"/>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7" name="Text Placeholder 16">
            <a:extLst>
              <a:ext uri="{FF2B5EF4-FFF2-40B4-BE49-F238E27FC236}">
                <a16:creationId xmlns:a16="http://schemas.microsoft.com/office/drawing/2014/main" id="{FB8F053F-FB32-A2F1-530C-AB5AB5951B74}"/>
              </a:ext>
            </a:extLst>
          </p:cNvPr>
          <p:cNvSpPr>
            <a:spLocks noGrp="1"/>
          </p:cNvSpPr>
          <p:nvPr>
            <p:ph type="body" sz="quarter" idx="53" hasCustomPrompt="1"/>
          </p:nvPr>
        </p:nvSpPr>
        <p:spPr>
          <a:xfrm>
            <a:off x="1124085" y="2170703"/>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9B6F48B3-B404-108D-4CB1-E84D8F43761B}"/>
              </a:ext>
            </a:extLst>
          </p:cNvPr>
          <p:cNvSpPr>
            <a:spLocks noGrp="1"/>
          </p:cNvSpPr>
          <p:nvPr>
            <p:ph type="body" sz="quarter" idx="71" hasCustomPrompt="1"/>
          </p:nvPr>
        </p:nvSpPr>
        <p:spPr>
          <a:xfrm>
            <a:off x="1124085" y="4883621"/>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B75B4764-12BA-FA8A-CCAB-388D14253B7F}"/>
              </a:ext>
            </a:extLst>
          </p:cNvPr>
          <p:cNvSpPr>
            <a:spLocks noGrp="1"/>
          </p:cNvSpPr>
          <p:nvPr>
            <p:ph type="body" sz="quarter" idx="72" hasCustomPrompt="1"/>
          </p:nvPr>
        </p:nvSpPr>
        <p:spPr>
          <a:xfrm>
            <a:off x="4831213" y="2283324"/>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07FFE89-DA6D-F6A9-865C-A0967A6A4005}"/>
              </a:ext>
            </a:extLst>
          </p:cNvPr>
          <p:cNvSpPr>
            <a:spLocks noGrp="1"/>
          </p:cNvSpPr>
          <p:nvPr>
            <p:ph type="body" sz="quarter" idx="73" hasCustomPrompt="1"/>
          </p:nvPr>
        </p:nvSpPr>
        <p:spPr>
          <a:xfrm>
            <a:off x="4831213" y="3199607"/>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5C0563EE-894E-98A1-71C0-A83F05FD8871}"/>
              </a:ext>
            </a:extLst>
          </p:cNvPr>
          <p:cNvSpPr>
            <a:spLocks noGrp="1"/>
          </p:cNvSpPr>
          <p:nvPr>
            <p:ph type="body" sz="quarter" idx="74" hasCustomPrompt="1"/>
          </p:nvPr>
        </p:nvSpPr>
        <p:spPr>
          <a:xfrm>
            <a:off x="4831212" y="5601143"/>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6F00099B-02CF-0B04-A2FF-09825804DD8E}"/>
              </a:ext>
            </a:extLst>
          </p:cNvPr>
          <p:cNvSpPr>
            <a:spLocks noGrp="1"/>
          </p:cNvSpPr>
          <p:nvPr>
            <p:ph type="body" sz="quarter" idx="47" hasCustomPrompt="1"/>
          </p:nvPr>
        </p:nvSpPr>
        <p:spPr>
          <a:xfrm>
            <a:off x="870141" y="1812675"/>
            <a:ext cx="2894419"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29" name="Text Placeholder 28">
            <a:extLst>
              <a:ext uri="{FF2B5EF4-FFF2-40B4-BE49-F238E27FC236}">
                <a16:creationId xmlns:a16="http://schemas.microsoft.com/office/drawing/2014/main" id="{4837FDBD-CDD0-A9CD-62C0-04D6B9D60C5B}"/>
              </a:ext>
            </a:extLst>
          </p:cNvPr>
          <p:cNvSpPr>
            <a:spLocks noGrp="1"/>
          </p:cNvSpPr>
          <p:nvPr>
            <p:ph type="body" sz="quarter" idx="75" hasCustomPrompt="1"/>
          </p:nvPr>
        </p:nvSpPr>
        <p:spPr>
          <a:xfrm>
            <a:off x="870141" y="4525592"/>
            <a:ext cx="3108577"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2" name="Text Placeholder 31">
            <a:extLst>
              <a:ext uri="{FF2B5EF4-FFF2-40B4-BE49-F238E27FC236}">
                <a16:creationId xmlns:a16="http://schemas.microsoft.com/office/drawing/2014/main" id="{ECD0A31B-5898-0350-66EC-F13E3593E6BB}"/>
              </a:ext>
            </a:extLst>
          </p:cNvPr>
          <p:cNvSpPr>
            <a:spLocks noGrp="1"/>
          </p:cNvSpPr>
          <p:nvPr>
            <p:ph type="body" sz="quarter" idx="76" hasCustomPrompt="1"/>
          </p:nvPr>
        </p:nvSpPr>
        <p:spPr>
          <a:xfrm>
            <a:off x="4577270" y="1744101"/>
            <a:ext cx="7107754"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4" name="Text Placeholder 33">
            <a:extLst>
              <a:ext uri="{FF2B5EF4-FFF2-40B4-BE49-F238E27FC236}">
                <a16:creationId xmlns:a16="http://schemas.microsoft.com/office/drawing/2014/main" id="{80C3449B-591A-08AF-8376-01AC39F10FF5}"/>
              </a:ext>
            </a:extLst>
          </p:cNvPr>
          <p:cNvSpPr>
            <a:spLocks noGrp="1"/>
          </p:cNvSpPr>
          <p:nvPr>
            <p:ph type="body" sz="quarter" idx="77" hasCustomPrompt="1"/>
          </p:nvPr>
        </p:nvSpPr>
        <p:spPr>
          <a:xfrm>
            <a:off x="4577270" y="5061921"/>
            <a:ext cx="7450596"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6" name="Text Placeholder 35">
            <a:extLst>
              <a:ext uri="{FF2B5EF4-FFF2-40B4-BE49-F238E27FC236}">
                <a16:creationId xmlns:a16="http://schemas.microsoft.com/office/drawing/2014/main" id="{94940F78-917B-0D52-78D1-B97FC66C6F5D}"/>
              </a:ext>
            </a:extLst>
          </p:cNvPr>
          <p:cNvSpPr>
            <a:spLocks noGrp="1"/>
          </p:cNvSpPr>
          <p:nvPr>
            <p:ph type="body" sz="quarter" idx="78" hasCustomPrompt="1"/>
          </p:nvPr>
        </p:nvSpPr>
        <p:spPr>
          <a:xfrm>
            <a:off x="4577270" y="2016226"/>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38" name="Text Placeholder 37">
            <a:extLst>
              <a:ext uri="{FF2B5EF4-FFF2-40B4-BE49-F238E27FC236}">
                <a16:creationId xmlns:a16="http://schemas.microsoft.com/office/drawing/2014/main" id="{EF57B86C-808B-6288-5F1E-5455249B1E15}"/>
              </a:ext>
            </a:extLst>
          </p:cNvPr>
          <p:cNvSpPr>
            <a:spLocks noGrp="1"/>
          </p:cNvSpPr>
          <p:nvPr>
            <p:ph type="body" sz="quarter" idx="79" hasCustomPrompt="1"/>
          </p:nvPr>
        </p:nvSpPr>
        <p:spPr>
          <a:xfrm>
            <a:off x="4577270" y="2932508"/>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40" name="Text Placeholder 39">
            <a:extLst>
              <a:ext uri="{FF2B5EF4-FFF2-40B4-BE49-F238E27FC236}">
                <a16:creationId xmlns:a16="http://schemas.microsoft.com/office/drawing/2014/main" id="{D0318703-55E1-BD7F-510A-7049C4383FE2}"/>
              </a:ext>
            </a:extLst>
          </p:cNvPr>
          <p:cNvSpPr>
            <a:spLocks noGrp="1"/>
          </p:cNvSpPr>
          <p:nvPr>
            <p:ph type="body" sz="quarter" idx="80" hasCustomPrompt="1"/>
          </p:nvPr>
        </p:nvSpPr>
        <p:spPr>
          <a:xfrm>
            <a:off x="4577270" y="533404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Tree>
    <p:extLst>
      <p:ext uri="{BB962C8B-B14F-4D97-AF65-F5344CB8AC3E}">
        <p14:creationId xmlns:p14="http://schemas.microsoft.com/office/powerpoint/2010/main" val="3216051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C720834-2E87-6EC5-565D-18472E31518B}"/>
              </a:ext>
            </a:extLst>
          </p:cNvPr>
          <p:cNvSpPr>
            <a:spLocks noGrp="1"/>
          </p:cNvSpPr>
          <p:nvPr>
            <p:ph type="pic" sz="quarter" idx="10"/>
          </p:nvPr>
        </p:nvSpPr>
        <p:spPr>
          <a:xfrm>
            <a:off x="1171576" y="1190625"/>
            <a:ext cx="10229849" cy="4781550"/>
          </a:xfrm>
          <a:custGeom>
            <a:avLst/>
            <a:gdLst>
              <a:gd name="connsiteX0" fmla="*/ 373487 w 10229849"/>
              <a:gd name="connsiteY0" fmla="*/ 0 h 4781550"/>
              <a:gd name="connsiteX1" fmla="*/ 9856362 w 10229849"/>
              <a:gd name="connsiteY1" fmla="*/ 0 h 4781550"/>
              <a:gd name="connsiteX2" fmla="*/ 10229849 w 10229849"/>
              <a:gd name="connsiteY2" fmla="*/ 373487 h 4781550"/>
              <a:gd name="connsiteX3" fmla="*/ 10229849 w 10229849"/>
              <a:gd name="connsiteY3" fmla="*/ 4408063 h 4781550"/>
              <a:gd name="connsiteX4" fmla="*/ 9856362 w 10229849"/>
              <a:gd name="connsiteY4" fmla="*/ 4781550 h 4781550"/>
              <a:gd name="connsiteX5" fmla="*/ 373487 w 10229849"/>
              <a:gd name="connsiteY5" fmla="*/ 4781550 h 4781550"/>
              <a:gd name="connsiteX6" fmla="*/ 0 w 10229849"/>
              <a:gd name="connsiteY6" fmla="*/ 4408063 h 4781550"/>
              <a:gd name="connsiteX7" fmla="*/ 0 w 10229849"/>
              <a:gd name="connsiteY7" fmla="*/ 373487 h 4781550"/>
              <a:gd name="connsiteX8" fmla="*/ 373487 w 10229849"/>
              <a:gd name="connsiteY8" fmla="*/ 0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29849" h="4781550">
                <a:moveTo>
                  <a:pt x="373487" y="0"/>
                </a:moveTo>
                <a:lnTo>
                  <a:pt x="9856362" y="0"/>
                </a:lnTo>
                <a:cubicBezTo>
                  <a:pt x="10062633" y="0"/>
                  <a:pt x="10229849" y="167216"/>
                  <a:pt x="10229849" y="373487"/>
                </a:cubicBezTo>
                <a:lnTo>
                  <a:pt x="10229849" y="4408063"/>
                </a:lnTo>
                <a:cubicBezTo>
                  <a:pt x="10229849" y="4614334"/>
                  <a:pt x="10062633" y="4781550"/>
                  <a:pt x="9856362" y="4781550"/>
                </a:cubicBezTo>
                <a:lnTo>
                  <a:pt x="373487" y="4781550"/>
                </a:lnTo>
                <a:cubicBezTo>
                  <a:pt x="167216" y="4781550"/>
                  <a:pt x="0" y="4614334"/>
                  <a:pt x="0" y="4408063"/>
                </a:cubicBezTo>
                <a:lnTo>
                  <a:pt x="0" y="373487"/>
                </a:lnTo>
                <a:cubicBezTo>
                  <a:pt x="0" y="167216"/>
                  <a:pt x="167216" y="0"/>
                  <a:pt x="373487"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CF0636F9-3481-97BE-74B9-74688BE8A6EC}"/>
              </a:ext>
            </a:extLst>
          </p:cNvPr>
          <p:cNvSpPr>
            <a:spLocks noGrp="1"/>
          </p:cNvSpPr>
          <p:nvPr>
            <p:ph type="body" sz="quarter" idx="11" hasCustomPrompt="1"/>
          </p:nvPr>
        </p:nvSpPr>
        <p:spPr>
          <a:xfrm>
            <a:off x="6656926" y="1635666"/>
            <a:ext cx="3787775" cy="2700775"/>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8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7081DCA0-E10D-2228-EAFB-26D8D57AAC3A}"/>
              </a:ext>
            </a:extLst>
          </p:cNvPr>
          <p:cNvSpPr>
            <a:spLocks noGrp="1"/>
          </p:cNvSpPr>
          <p:nvPr>
            <p:ph type="body" sz="quarter" idx="47" hasCustomPrompt="1"/>
          </p:nvPr>
        </p:nvSpPr>
        <p:spPr>
          <a:xfrm>
            <a:off x="6905309" y="4336442"/>
            <a:ext cx="1512550" cy="307777"/>
          </a:xfrm>
          <a:custGeom>
            <a:avLst/>
            <a:gdLst>
              <a:gd name="connsiteX0" fmla="*/ 0 w 979548"/>
              <a:gd name="connsiteY0" fmla="*/ 0 h 307777"/>
              <a:gd name="connsiteX1" fmla="*/ 979548 w 979548"/>
              <a:gd name="connsiteY1" fmla="*/ 0 h 307777"/>
              <a:gd name="connsiteX2" fmla="*/ 979548 w 979548"/>
              <a:gd name="connsiteY2" fmla="*/ 307777 h 307777"/>
              <a:gd name="connsiteX3" fmla="*/ 0 w 97954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979548" h="307777">
                <a:moveTo>
                  <a:pt x="0" y="0"/>
                </a:moveTo>
                <a:lnTo>
                  <a:pt x="979548" y="0"/>
                </a:lnTo>
                <a:lnTo>
                  <a:pt x="97954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66245B82-CCBC-C50C-9367-69D8D9D1DD7E}"/>
              </a:ext>
            </a:extLst>
          </p:cNvPr>
          <p:cNvSpPr>
            <a:spLocks noGrp="1"/>
          </p:cNvSpPr>
          <p:nvPr>
            <p:ph type="body" sz="quarter" idx="48" hasCustomPrompt="1"/>
          </p:nvPr>
        </p:nvSpPr>
        <p:spPr>
          <a:xfrm>
            <a:off x="7295834" y="4932936"/>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Your Mail</a:t>
            </a:r>
          </a:p>
        </p:txBody>
      </p:sp>
    </p:spTree>
    <p:extLst>
      <p:ext uri="{BB962C8B-B14F-4D97-AF65-F5344CB8AC3E}">
        <p14:creationId xmlns:p14="http://schemas.microsoft.com/office/powerpoint/2010/main" val="1225913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0"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5" name="Text Placeholder 4">
            <a:extLst>
              <a:ext uri="{FF2B5EF4-FFF2-40B4-BE49-F238E27FC236}">
                <a16:creationId xmlns:a16="http://schemas.microsoft.com/office/drawing/2014/main" id="{F7CC40C1-E07A-E94E-0664-7EABB9F34257}"/>
              </a:ext>
            </a:extLst>
          </p:cNvPr>
          <p:cNvSpPr>
            <a:spLocks noGrp="1"/>
          </p:cNvSpPr>
          <p:nvPr>
            <p:ph type="body" sz="quarter" idx="11" hasCustomPrompt="1"/>
          </p:nvPr>
        </p:nvSpPr>
        <p:spPr>
          <a:xfrm>
            <a:off x="6843857" y="1680146"/>
            <a:ext cx="4484543" cy="3122418"/>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7" name="Text Placeholder 6">
            <a:extLst>
              <a:ext uri="{FF2B5EF4-FFF2-40B4-BE49-F238E27FC236}">
                <a16:creationId xmlns:a16="http://schemas.microsoft.com/office/drawing/2014/main" id="{9139FDB3-ED98-BFA0-222B-205DB5C2AC33}"/>
              </a:ext>
            </a:extLst>
          </p:cNvPr>
          <p:cNvSpPr>
            <a:spLocks noGrp="1"/>
          </p:cNvSpPr>
          <p:nvPr>
            <p:ph type="body" sz="quarter" idx="72" hasCustomPrompt="1"/>
          </p:nvPr>
        </p:nvSpPr>
        <p:spPr>
          <a:xfrm>
            <a:off x="6843858" y="4802564"/>
            <a:ext cx="4056371" cy="707886"/>
          </a:xfrm>
          <a:custGeom>
            <a:avLst/>
            <a:gdLst>
              <a:gd name="connsiteX0" fmla="*/ 0 w 4056371"/>
              <a:gd name="connsiteY0" fmla="*/ 0 h 707886"/>
              <a:gd name="connsiteX1" fmla="*/ 4056371 w 4056371"/>
              <a:gd name="connsiteY1" fmla="*/ 0 h 707886"/>
              <a:gd name="connsiteX2" fmla="*/ 4056371 w 4056371"/>
              <a:gd name="connsiteY2" fmla="*/ 707886 h 707886"/>
              <a:gd name="connsiteX3" fmla="*/ 0 w 4056371"/>
              <a:gd name="connsiteY3" fmla="*/ 707886 h 707886"/>
            </a:gdLst>
            <a:ahLst/>
            <a:cxnLst>
              <a:cxn ang="0">
                <a:pos x="connsiteX0" y="connsiteY0"/>
              </a:cxn>
              <a:cxn ang="0">
                <a:pos x="connsiteX1" y="connsiteY1"/>
              </a:cxn>
              <a:cxn ang="0">
                <a:pos x="connsiteX2" y="connsiteY2"/>
              </a:cxn>
              <a:cxn ang="0">
                <a:pos x="connsiteX3" y="connsiteY3"/>
              </a:cxn>
            </a:cxnLst>
            <a:rect l="l" t="t" r="r" b="b"/>
            <a:pathLst>
              <a:path w="4056371" h="707886">
                <a:moveTo>
                  <a:pt x="0" y="0"/>
                </a:moveTo>
                <a:lnTo>
                  <a:pt x="4056371" y="0"/>
                </a:lnTo>
                <a:lnTo>
                  <a:pt x="4056371" y="707886"/>
                </a:lnTo>
                <a:lnTo>
                  <a:pt x="0" y="707886"/>
                </a:lnTo>
                <a:close/>
              </a:path>
            </a:pathLst>
          </a:custGeom>
        </p:spPr>
        <p:txBody>
          <a:bodyPr wrap="square">
            <a:noAutofit/>
          </a:bodyPr>
          <a:lstStyle>
            <a:lvl1pPr marL="0" indent="0" algn="l">
              <a:lnSpc>
                <a:spcPct val="100000"/>
              </a:lnSpc>
              <a:spcBef>
                <a:spcPts val="300"/>
              </a:spcBef>
              <a:buNone/>
              <a:defRPr sz="2000" b="0">
                <a:solidFill>
                  <a:schemeClr val="accent1"/>
                </a:solidFill>
                <a:latin typeface="+mn-lt"/>
              </a:defRPr>
            </a:lvl1pPr>
          </a:lstStyle>
          <a:p>
            <a:pPr lvl="0"/>
            <a:r>
              <a:rPr lang="en-ID"/>
              <a:t>Subtitle Here</a:t>
            </a:r>
          </a:p>
        </p:txBody>
      </p:sp>
    </p:spTree>
    <p:extLst>
      <p:ext uri="{BB962C8B-B14F-4D97-AF65-F5344CB8AC3E}">
        <p14:creationId xmlns:p14="http://schemas.microsoft.com/office/powerpoint/2010/main" val="807785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6E30144-1E81-1443-D290-E26C66130CAF}"/>
              </a:ext>
            </a:extLst>
          </p:cNvPr>
          <p:cNvSpPr>
            <a:spLocks noGrp="1"/>
          </p:cNvSpPr>
          <p:nvPr>
            <p:ph type="pic" sz="quarter" idx="10"/>
          </p:nvPr>
        </p:nvSpPr>
        <p:spPr>
          <a:xfrm>
            <a:off x="6415041" y="0"/>
            <a:ext cx="5776960" cy="6858000"/>
          </a:xfrm>
          <a:custGeom>
            <a:avLst/>
            <a:gdLst>
              <a:gd name="connsiteX0" fmla="*/ 0 w 5776960"/>
              <a:gd name="connsiteY0" fmla="*/ 0 h 6858000"/>
              <a:gd name="connsiteX1" fmla="*/ 5776960 w 5776960"/>
              <a:gd name="connsiteY1" fmla="*/ 0 h 6858000"/>
              <a:gd name="connsiteX2" fmla="*/ 5776960 w 5776960"/>
              <a:gd name="connsiteY2" fmla="*/ 6858000 h 6858000"/>
              <a:gd name="connsiteX3" fmla="*/ 0 w 577696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6960" h="6858000">
                <a:moveTo>
                  <a:pt x="0" y="0"/>
                </a:moveTo>
                <a:lnTo>
                  <a:pt x="5776960" y="0"/>
                </a:lnTo>
                <a:lnTo>
                  <a:pt x="577696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7E7609C5-5D04-8B30-5308-CA1C12DE81B6}"/>
              </a:ext>
            </a:extLst>
          </p:cNvPr>
          <p:cNvSpPr>
            <a:spLocks noGrp="1"/>
          </p:cNvSpPr>
          <p:nvPr>
            <p:ph type="body" sz="quarter" idx="11" hasCustomPrompt="1"/>
          </p:nvPr>
        </p:nvSpPr>
        <p:spPr>
          <a:xfrm>
            <a:off x="410719" y="969152"/>
            <a:ext cx="4103006" cy="1060304"/>
          </a:xfrm>
          <a:custGeom>
            <a:avLst/>
            <a:gdLst>
              <a:gd name="connsiteX0" fmla="*/ 0 w 4103006"/>
              <a:gd name="connsiteY0" fmla="*/ 0 h 954107"/>
              <a:gd name="connsiteX1" fmla="*/ 4103006 w 4103006"/>
              <a:gd name="connsiteY1" fmla="*/ 0 h 954107"/>
              <a:gd name="connsiteX2" fmla="*/ 4103006 w 4103006"/>
              <a:gd name="connsiteY2" fmla="*/ 954107 h 954107"/>
              <a:gd name="connsiteX3" fmla="*/ 0 w 4103006"/>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103006" h="954107">
                <a:moveTo>
                  <a:pt x="0" y="0"/>
                </a:moveTo>
                <a:lnTo>
                  <a:pt x="4103006" y="0"/>
                </a:lnTo>
                <a:lnTo>
                  <a:pt x="4103006" y="954107"/>
                </a:lnTo>
                <a:lnTo>
                  <a:pt x="0" y="954107"/>
                </a:lnTo>
                <a:close/>
              </a:path>
            </a:pathLst>
          </a:custGeom>
        </p:spPr>
        <p:txBody>
          <a:bodyPr wrap="square">
            <a:no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8" name="Text Placeholder 17">
            <a:extLst>
              <a:ext uri="{FF2B5EF4-FFF2-40B4-BE49-F238E27FC236}">
                <a16:creationId xmlns:a16="http://schemas.microsoft.com/office/drawing/2014/main" id="{2907863C-3794-96EB-1730-4EACF0D8C10F}"/>
              </a:ext>
            </a:extLst>
          </p:cNvPr>
          <p:cNvSpPr>
            <a:spLocks noGrp="1"/>
          </p:cNvSpPr>
          <p:nvPr>
            <p:ph type="body" sz="quarter" idx="47" hasCustomPrompt="1"/>
          </p:nvPr>
        </p:nvSpPr>
        <p:spPr>
          <a:xfrm>
            <a:off x="410720" y="2029456"/>
            <a:ext cx="3226706" cy="523220"/>
          </a:xfrm>
          <a:custGeom>
            <a:avLst/>
            <a:gdLst>
              <a:gd name="connsiteX0" fmla="*/ 0 w 3226706"/>
              <a:gd name="connsiteY0" fmla="*/ 0 h 523220"/>
              <a:gd name="connsiteX1" fmla="*/ 3226706 w 3226706"/>
              <a:gd name="connsiteY1" fmla="*/ 0 h 523220"/>
              <a:gd name="connsiteX2" fmla="*/ 3226706 w 3226706"/>
              <a:gd name="connsiteY2" fmla="*/ 523220 h 523220"/>
              <a:gd name="connsiteX3" fmla="*/ 0 w 3226706"/>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226706" h="523220">
                <a:moveTo>
                  <a:pt x="0" y="0"/>
                </a:moveTo>
                <a:lnTo>
                  <a:pt x="3226706" y="0"/>
                </a:lnTo>
                <a:lnTo>
                  <a:pt x="3226706" y="523220"/>
                </a:lnTo>
                <a:lnTo>
                  <a:pt x="0" y="523220"/>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20" name="Text Placeholder 19">
            <a:extLst>
              <a:ext uri="{FF2B5EF4-FFF2-40B4-BE49-F238E27FC236}">
                <a16:creationId xmlns:a16="http://schemas.microsoft.com/office/drawing/2014/main" id="{2453F42B-92FD-EBF4-494D-391A1EB50498}"/>
              </a:ext>
            </a:extLst>
          </p:cNvPr>
          <p:cNvSpPr>
            <a:spLocks noGrp="1"/>
          </p:cNvSpPr>
          <p:nvPr>
            <p:ph type="body" sz="quarter" idx="33" hasCustomPrompt="1"/>
          </p:nvPr>
        </p:nvSpPr>
        <p:spPr>
          <a:xfrm>
            <a:off x="410719" y="2658875"/>
            <a:ext cx="5776960" cy="997709"/>
          </a:xfrm>
          <a:custGeom>
            <a:avLst/>
            <a:gdLst>
              <a:gd name="connsiteX0" fmla="*/ 0 w 5776960"/>
              <a:gd name="connsiteY0" fmla="*/ 0 h 997709"/>
              <a:gd name="connsiteX1" fmla="*/ 5776960 w 5776960"/>
              <a:gd name="connsiteY1" fmla="*/ 0 h 997709"/>
              <a:gd name="connsiteX2" fmla="*/ 5776960 w 5776960"/>
              <a:gd name="connsiteY2" fmla="*/ 997709 h 997709"/>
              <a:gd name="connsiteX3" fmla="*/ 0 w 5776960"/>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5776960" h="997709">
                <a:moveTo>
                  <a:pt x="0" y="0"/>
                </a:moveTo>
                <a:lnTo>
                  <a:pt x="5776960" y="0"/>
                </a:lnTo>
                <a:lnTo>
                  <a:pt x="5776960" y="997709"/>
                </a:lnTo>
                <a:lnTo>
                  <a:pt x="0" y="99770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B5E8A05B-C5AA-E845-BC89-E2D0EF4D4D0B}"/>
              </a:ext>
            </a:extLst>
          </p:cNvPr>
          <p:cNvSpPr>
            <a:spLocks noGrp="1"/>
          </p:cNvSpPr>
          <p:nvPr>
            <p:ph type="body" sz="quarter" idx="48" hasCustomPrompt="1"/>
          </p:nvPr>
        </p:nvSpPr>
        <p:spPr>
          <a:xfrm>
            <a:off x="768378" y="3892287"/>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1AA3FECF-C576-3125-D8C1-65DA7E182777}"/>
              </a:ext>
            </a:extLst>
          </p:cNvPr>
          <p:cNvSpPr>
            <a:spLocks noGrp="1"/>
          </p:cNvSpPr>
          <p:nvPr>
            <p:ph type="body" sz="quarter" idx="49" hasCustomPrompt="1"/>
          </p:nvPr>
        </p:nvSpPr>
        <p:spPr>
          <a:xfrm>
            <a:off x="768378" y="4406265"/>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E122F129-2268-56DD-C684-879DB35D01EA}"/>
              </a:ext>
            </a:extLst>
          </p:cNvPr>
          <p:cNvSpPr>
            <a:spLocks noGrp="1"/>
          </p:cNvSpPr>
          <p:nvPr>
            <p:ph type="body" sz="quarter" idx="50" hasCustomPrompt="1"/>
          </p:nvPr>
        </p:nvSpPr>
        <p:spPr>
          <a:xfrm>
            <a:off x="768377" y="4955391"/>
            <a:ext cx="5419302" cy="276999"/>
          </a:xfrm>
          <a:custGeom>
            <a:avLst/>
            <a:gdLst>
              <a:gd name="connsiteX0" fmla="*/ 0 w 5419302"/>
              <a:gd name="connsiteY0" fmla="*/ 0 h 276999"/>
              <a:gd name="connsiteX1" fmla="*/ 5419302 w 5419302"/>
              <a:gd name="connsiteY1" fmla="*/ 0 h 276999"/>
              <a:gd name="connsiteX2" fmla="*/ 5419302 w 5419302"/>
              <a:gd name="connsiteY2" fmla="*/ 276999 h 276999"/>
              <a:gd name="connsiteX3" fmla="*/ 0 w 5419302"/>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419302" h="276999">
                <a:moveTo>
                  <a:pt x="0" y="0"/>
                </a:moveTo>
                <a:lnTo>
                  <a:pt x="5419302" y="0"/>
                </a:lnTo>
                <a:lnTo>
                  <a:pt x="5419302"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A9E81B4-A7FC-021D-6F08-DC80E580AF9A}"/>
              </a:ext>
            </a:extLst>
          </p:cNvPr>
          <p:cNvSpPr>
            <a:spLocks noGrp="1"/>
          </p:cNvSpPr>
          <p:nvPr>
            <p:ph type="body" sz="quarter" idx="51" hasCustomPrompt="1"/>
          </p:nvPr>
        </p:nvSpPr>
        <p:spPr>
          <a:xfrm>
            <a:off x="768377" y="5474241"/>
            <a:ext cx="5419302"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074BD007-1174-DC5F-44D6-832964878780}"/>
              </a:ext>
            </a:extLst>
          </p:cNvPr>
          <p:cNvSpPr>
            <a:spLocks noGrp="1"/>
          </p:cNvSpPr>
          <p:nvPr>
            <p:ph type="body" sz="quarter" idx="52" hasCustomPrompt="1"/>
          </p:nvPr>
        </p:nvSpPr>
        <p:spPr>
          <a:xfrm>
            <a:off x="6818865" y="946828"/>
            <a:ext cx="4915661" cy="997709"/>
          </a:xfrm>
          <a:custGeom>
            <a:avLst/>
            <a:gdLst>
              <a:gd name="connsiteX0" fmla="*/ 0 w 4915661"/>
              <a:gd name="connsiteY0" fmla="*/ 0 h 997709"/>
              <a:gd name="connsiteX1" fmla="*/ 4915661 w 4915661"/>
              <a:gd name="connsiteY1" fmla="*/ 0 h 997709"/>
              <a:gd name="connsiteX2" fmla="*/ 4915661 w 4915661"/>
              <a:gd name="connsiteY2" fmla="*/ 997709 h 997709"/>
              <a:gd name="connsiteX3" fmla="*/ 0 w 491566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4915661" h="997709">
                <a:moveTo>
                  <a:pt x="0" y="0"/>
                </a:moveTo>
                <a:lnTo>
                  <a:pt x="4915661" y="0"/>
                </a:lnTo>
                <a:lnTo>
                  <a:pt x="4915661" y="997709"/>
                </a:lnTo>
                <a:lnTo>
                  <a:pt x="0" y="997709"/>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6300673-DC58-57AC-8982-F8C0765AE6E7}"/>
              </a:ext>
            </a:extLst>
          </p:cNvPr>
          <p:cNvSpPr>
            <a:spLocks noGrp="1"/>
          </p:cNvSpPr>
          <p:nvPr>
            <p:ph type="body" sz="quarter" idx="53" hasCustomPrompt="1"/>
          </p:nvPr>
        </p:nvSpPr>
        <p:spPr>
          <a:xfrm>
            <a:off x="6850016" y="2512948"/>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863405F6-AEDA-3146-B5EC-716F2A844FFA}"/>
              </a:ext>
            </a:extLst>
          </p:cNvPr>
          <p:cNvSpPr>
            <a:spLocks noGrp="1"/>
          </p:cNvSpPr>
          <p:nvPr>
            <p:ph type="body" sz="quarter" idx="54" hasCustomPrompt="1"/>
          </p:nvPr>
        </p:nvSpPr>
        <p:spPr>
          <a:xfrm>
            <a:off x="6850016" y="4552655"/>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9" name="Text Placeholder 38">
            <a:extLst>
              <a:ext uri="{FF2B5EF4-FFF2-40B4-BE49-F238E27FC236}">
                <a16:creationId xmlns:a16="http://schemas.microsoft.com/office/drawing/2014/main" id="{D4CEDB26-3924-2677-1BF7-0C1B5EA9230B}"/>
              </a:ext>
            </a:extLst>
          </p:cNvPr>
          <p:cNvSpPr>
            <a:spLocks noGrp="1"/>
          </p:cNvSpPr>
          <p:nvPr>
            <p:ph type="body" sz="quarter" idx="55" hasCustomPrompt="1"/>
          </p:nvPr>
        </p:nvSpPr>
        <p:spPr>
          <a:xfrm>
            <a:off x="7265993" y="2208282"/>
            <a:ext cx="4341035"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A6A9DA33-E1C2-3D78-FCF3-B27E6432CFA3}"/>
              </a:ext>
            </a:extLst>
          </p:cNvPr>
          <p:cNvSpPr>
            <a:spLocks noGrp="1"/>
          </p:cNvSpPr>
          <p:nvPr>
            <p:ph type="body" sz="quarter" idx="56" hasCustomPrompt="1"/>
          </p:nvPr>
        </p:nvSpPr>
        <p:spPr>
          <a:xfrm>
            <a:off x="7265992" y="4247989"/>
            <a:ext cx="4341036" cy="307777"/>
          </a:xfrm>
          <a:custGeom>
            <a:avLst/>
            <a:gdLst>
              <a:gd name="connsiteX0" fmla="*/ 0 w 3957334"/>
              <a:gd name="connsiteY0" fmla="*/ 0 h 307777"/>
              <a:gd name="connsiteX1" fmla="*/ 3957334 w 3957334"/>
              <a:gd name="connsiteY1" fmla="*/ 0 h 307777"/>
              <a:gd name="connsiteX2" fmla="*/ 3957334 w 3957334"/>
              <a:gd name="connsiteY2" fmla="*/ 307777 h 307777"/>
              <a:gd name="connsiteX3" fmla="*/ 0 w 395733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957334" h="307777">
                <a:moveTo>
                  <a:pt x="0" y="0"/>
                </a:moveTo>
                <a:lnTo>
                  <a:pt x="3957334" y="0"/>
                </a:lnTo>
                <a:lnTo>
                  <a:pt x="3957334"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Tree>
    <p:extLst>
      <p:ext uri="{BB962C8B-B14F-4D97-AF65-F5344CB8AC3E}">
        <p14:creationId xmlns:p14="http://schemas.microsoft.com/office/powerpoint/2010/main" val="2147728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8" name="Text Placeholder 15">
            <a:extLst>
              <a:ext uri="{FF2B5EF4-FFF2-40B4-BE49-F238E27FC236}">
                <a16:creationId xmlns:a16="http://schemas.microsoft.com/office/drawing/2014/main" id="{E224EE29-93AA-26C9-FE06-7AD7952EBD48}"/>
              </a:ext>
            </a:extLst>
          </p:cNvPr>
          <p:cNvSpPr>
            <a:spLocks noGrp="1"/>
          </p:cNvSpPr>
          <p:nvPr>
            <p:ph type="body" sz="quarter" idx="70" hasCustomPrompt="1"/>
          </p:nvPr>
        </p:nvSpPr>
        <p:spPr>
          <a:xfrm>
            <a:off x="1306286" y="591518"/>
            <a:ext cx="9579424"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gn="ctr">
              <a:lnSpc>
                <a:spcPct val="100000"/>
              </a:lnSpc>
              <a:buNone/>
              <a:defRPr sz="2800" b="1">
                <a:solidFill>
                  <a:schemeClr val="bg1"/>
                </a:solidFill>
                <a:latin typeface="+mj-lt"/>
              </a:defRPr>
            </a:lvl1pPr>
          </a:lstStyle>
          <a:p>
            <a:pPr lvl="0"/>
            <a:r>
              <a:rPr lang="en-ID"/>
              <a:t>TITLE HERE</a:t>
            </a:r>
          </a:p>
        </p:txBody>
      </p:sp>
      <p:sp>
        <p:nvSpPr>
          <p:cNvPr id="19" name="Rectangle 18">
            <a:extLst>
              <a:ext uri="{FF2B5EF4-FFF2-40B4-BE49-F238E27FC236}">
                <a16:creationId xmlns:a16="http://schemas.microsoft.com/office/drawing/2014/main" id="{AB1110FB-4322-43B3-CC96-9D58845AAF1A}"/>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B0A3AECE-0730-675D-43D5-A0BDAEC363F8}"/>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pic>
        <p:nvPicPr>
          <p:cNvPr id="21" name="Picture 20" descr="A logo with a blue and yellow text&#10;&#10;Description automatically generated">
            <a:extLst>
              <a:ext uri="{FF2B5EF4-FFF2-40B4-BE49-F238E27FC236}">
                <a16:creationId xmlns:a16="http://schemas.microsoft.com/office/drawing/2014/main" id="{9B90C8EE-F888-BAC0-F7F4-32231431C695}"/>
              </a:ext>
            </a:extLst>
          </p:cNvPr>
          <p:cNvPicPr>
            <a:picLocks noChangeAspect="1"/>
          </p:cNvPicPr>
          <p:nvPr userDrawn="1"/>
        </p:nvPicPr>
        <p:blipFill>
          <a:blip r:embed="rId2"/>
          <a:stretch>
            <a:fillRect/>
          </a:stretch>
        </p:blipFill>
        <p:spPr>
          <a:xfrm>
            <a:off x="11241718" y="314963"/>
            <a:ext cx="550269" cy="438151"/>
          </a:xfrm>
          <a:prstGeom prst="rect">
            <a:avLst/>
          </a:prstGeom>
        </p:spPr>
      </p:pic>
      <p:pic>
        <p:nvPicPr>
          <p:cNvPr id="22" name="Picture 21">
            <a:extLst>
              <a:ext uri="{FF2B5EF4-FFF2-40B4-BE49-F238E27FC236}">
                <a16:creationId xmlns:a16="http://schemas.microsoft.com/office/drawing/2014/main" id="{5F39D192-FB89-A26D-B46B-CAE5FAC5089A}"/>
              </a:ext>
            </a:extLst>
          </p:cNvPr>
          <p:cNvPicPr>
            <a:picLocks noChangeAspect="1"/>
          </p:cNvPicPr>
          <p:nvPr userDrawn="1"/>
        </p:nvPicPr>
        <p:blipFill>
          <a:blip r:embed="rId3"/>
          <a:stretch>
            <a:fillRect/>
          </a:stretch>
        </p:blipFill>
        <p:spPr>
          <a:xfrm>
            <a:off x="11241718" y="314964"/>
            <a:ext cx="550269" cy="438150"/>
          </a:xfrm>
          <a:prstGeom prst="rect">
            <a:avLst/>
          </a:prstGeom>
        </p:spPr>
      </p:pic>
      <p:sp>
        <p:nvSpPr>
          <p:cNvPr id="24" name="Text Placeholder 23">
            <a:extLst>
              <a:ext uri="{FF2B5EF4-FFF2-40B4-BE49-F238E27FC236}">
                <a16:creationId xmlns:a16="http://schemas.microsoft.com/office/drawing/2014/main" id="{3B6EBED8-55CA-B23D-809A-4AD0574DA132}"/>
              </a:ext>
            </a:extLst>
          </p:cNvPr>
          <p:cNvSpPr>
            <a:spLocks noGrp="1"/>
          </p:cNvSpPr>
          <p:nvPr>
            <p:ph type="body" sz="quarter" idx="47" hasCustomPrompt="1"/>
          </p:nvPr>
        </p:nvSpPr>
        <p:spPr>
          <a:xfrm>
            <a:off x="755828"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6" name="Text Placeholder 25">
            <a:extLst>
              <a:ext uri="{FF2B5EF4-FFF2-40B4-BE49-F238E27FC236}">
                <a16:creationId xmlns:a16="http://schemas.microsoft.com/office/drawing/2014/main" id="{207C030A-6F5E-5DEF-A66A-A59984374E07}"/>
              </a:ext>
            </a:extLst>
          </p:cNvPr>
          <p:cNvSpPr>
            <a:spLocks noGrp="1"/>
          </p:cNvSpPr>
          <p:nvPr>
            <p:ph type="body" sz="quarter" idx="71" hasCustomPrompt="1"/>
          </p:nvPr>
        </p:nvSpPr>
        <p:spPr>
          <a:xfrm>
            <a:off x="8631359"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8" name="Text Placeholder 27">
            <a:extLst>
              <a:ext uri="{FF2B5EF4-FFF2-40B4-BE49-F238E27FC236}">
                <a16:creationId xmlns:a16="http://schemas.microsoft.com/office/drawing/2014/main" id="{6980A5B0-B93E-6F96-E9A9-CA27164531BA}"/>
              </a:ext>
            </a:extLst>
          </p:cNvPr>
          <p:cNvSpPr>
            <a:spLocks noGrp="1"/>
          </p:cNvSpPr>
          <p:nvPr>
            <p:ph type="body" sz="quarter" idx="72" hasCustomPrompt="1"/>
          </p:nvPr>
        </p:nvSpPr>
        <p:spPr>
          <a:xfrm>
            <a:off x="4693596" y="487205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30" name="Text Placeholder 29">
            <a:extLst>
              <a:ext uri="{FF2B5EF4-FFF2-40B4-BE49-F238E27FC236}">
                <a16:creationId xmlns:a16="http://schemas.microsoft.com/office/drawing/2014/main" id="{4788CDF9-FCF4-81C2-53C8-0B0C815C5E0E}"/>
              </a:ext>
            </a:extLst>
          </p:cNvPr>
          <p:cNvSpPr>
            <a:spLocks noGrp="1"/>
          </p:cNvSpPr>
          <p:nvPr>
            <p:ph type="body" sz="quarter" idx="33" hasCustomPrompt="1"/>
          </p:nvPr>
        </p:nvSpPr>
        <p:spPr>
          <a:xfrm>
            <a:off x="714550"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87476D78-195A-934A-BDC6-D98CC14475EE}"/>
              </a:ext>
            </a:extLst>
          </p:cNvPr>
          <p:cNvSpPr>
            <a:spLocks noGrp="1"/>
          </p:cNvSpPr>
          <p:nvPr>
            <p:ph type="body" sz="quarter" idx="73" hasCustomPrompt="1"/>
          </p:nvPr>
        </p:nvSpPr>
        <p:spPr>
          <a:xfrm>
            <a:off x="8996496" y="2512448"/>
            <a:ext cx="2439673" cy="766877"/>
          </a:xfrm>
          <a:custGeom>
            <a:avLst/>
            <a:gdLst>
              <a:gd name="connsiteX0" fmla="*/ 0 w 2439673"/>
              <a:gd name="connsiteY0" fmla="*/ 0 h 766877"/>
              <a:gd name="connsiteX1" fmla="*/ 2439673 w 2439673"/>
              <a:gd name="connsiteY1" fmla="*/ 0 h 766877"/>
              <a:gd name="connsiteX2" fmla="*/ 2439673 w 2439673"/>
              <a:gd name="connsiteY2" fmla="*/ 766877 h 766877"/>
              <a:gd name="connsiteX3" fmla="*/ 0 w 2439673"/>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439673" h="766877">
                <a:moveTo>
                  <a:pt x="0" y="0"/>
                </a:moveTo>
                <a:lnTo>
                  <a:pt x="2439673" y="0"/>
                </a:lnTo>
                <a:lnTo>
                  <a:pt x="2439673"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ADF46494-50A6-A338-AB70-60A53BA49D77}"/>
              </a:ext>
            </a:extLst>
          </p:cNvPr>
          <p:cNvSpPr>
            <a:spLocks noGrp="1"/>
          </p:cNvSpPr>
          <p:nvPr>
            <p:ph type="body" sz="quarter" idx="74" hasCustomPrompt="1"/>
          </p:nvPr>
        </p:nvSpPr>
        <p:spPr>
          <a:xfrm>
            <a:off x="5294045" y="5166649"/>
            <a:ext cx="1899236" cy="766877"/>
          </a:xfrm>
          <a:custGeom>
            <a:avLst/>
            <a:gdLst>
              <a:gd name="connsiteX0" fmla="*/ 0 w 1899236"/>
              <a:gd name="connsiteY0" fmla="*/ 0 h 766877"/>
              <a:gd name="connsiteX1" fmla="*/ 1899236 w 1899236"/>
              <a:gd name="connsiteY1" fmla="*/ 0 h 766877"/>
              <a:gd name="connsiteX2" fmla="*/ 1899236 w 1899236"/>
              <a:gd name="connsiteY2" fmla="*/ 766877 h 766877"/>
              <a:gd name="connsiteX3" fmla="*/ 0 w 1899236"/>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1899236" h="766877">
                <a:moveTo>
                  <a:pt x="0" y="0"/>
                </a:moveTo>
                <a:lnTo>
                  <a:pt x="1899236" y="0"/>
                </a:lnTo>
                <a:lnTo>
                  <a:pt x="1899236"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3D328D96-4E53-F2CD-D69E-2200C2A6C649}"/>
              </a:ext>
            </a:extLst>
          </p:cNvPr>
          <p:cNvSpPr>
            <a:spLocks noGrp="1"/>
          </p:cNvSpPr>
          <p:nvPr>
            <p:ph type="body" sz="quarter" idx="75" hasCustomPrompt="1"/>
          </p:nvPr>
        </p:nvSpPr>
        <p:spPr>
          <a:xfrm>
            <a:off x="4663682"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C56F84EE-C6BF-0C5F-D660-07ACFCF2A917}"/>
              </a:ext>
            </a:extLst>
          </p:cNvPr>
          <p:cNvSpPr>
            <a:spLocks noGrp="1"/>
          </p:cNvSpPr>
          <p:nvPr>
            <p:ph type="body" sz="quarter" idx="76" hasCustomPrompt="1"/>
          </p:nvPr>
        </p:nvSpPr>
        <p:spPr>
          <a:xfrm>
            <a:off x="938117" y="5169370"/>
            <a:ext cx="2804809" cy="766877"/>
          </a:xfrm>
          <a:custGeom>
            <a:avLst/>
            <a:gdLst>
              <a:gd name="connsiteX0" fmla="*/ 0 w 2804809"/>
              <a:gd name="connsiteY0" fmla="*/ 0 h 766877"/>
              <a:gd name="connsiteX1" fmla="*/ 2804809 w 2804809"/>
              <a:gd name="connsiteY1" fmla="*/ 0 h 766877"/>
              <a:gd name="connsiteX2" fmla="*/ 2804809 w 2804809"/>
              <a:gd name="connsiteY2" fmla="*/ 766877 h 766877"/>
              <a:gd name="connsiteX3" fmla="*/ 0 w 2804809"/>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804809" h="766877">
                <a:moveTo>
                  <a:pt x="0" y="0"/>
                </a:moveTo>
                <a:lnTo>
                  <a:pt x="2804809" y="0"/>
                </a:lnTo>
                <a:lnTo>
                  <a:pt x="2804809"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D81E059-F0CA-FE92-51E0-33807C1627D9}"/>
              </a:ext>
            </a:extLst>
          </p:cNvPr>
          <p:cNvSpPr>
            <a:spLocks noGrp="1"/>
          </p:cNvSpPr>
          <p:nvPr>
            <p:ph type="body" sz="quarter" idx="77" hasCustomPrompt="1"/>
          </p:nvPr>
        </p:nvSpPr>
        <p:spPr>
          <a:xfrm>
            <a:off x="9102513" y="5169370"/>
            <a:ext cx="2247905" cy="766877"/>
          </a:xfrm>
          <a:custGeom>
            <a:avLst/>
            <a:gdLst>
              <a:gd name="connsiteX0" fmla="*/ 0 w 2247905"/>
              <a:gd name="connsiteY0" fmla="*/ 0 h 766877"/>
              <a:gd name="connsiteX1" fmla="*/ 2247905 w 2247905"/>
              <a:gd name="connsiteY1" fmla="*/ 0 h 766877"/>
              <a:gd name="connsiteX2" fmla="*/ 2247905 w 2247905"/>
              <a:gd name="connsiteY2" fmla="*/ 766877 h 766877"/>
              <a:gd name="connsiteX3" fmla="*/ 0 w 2247905"/>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247905" h="766877">
                <a:moveTo>
                  <a:pt x="0" y="0"/>
                </a:moveTo>
                <a:lnTo>
                  <a:pt x="2247905" y="0"/>
                </a:lnTo>
                <a:lnTo>
                  <a:pt x="2247905"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96B1E18D-E8A5-9438-1AE8-353BA494A801}"/>
              </a:ext>
            </a:extLst>
          </p:cNvPr>
          <p:cNvSpPr>
            <a:spLocks noGrp="1"/>
          </p:cNvSpPr>
          <p:nvPr>
            <p:ph type="body" sz="quarter" idx="78" hasCustomPrompt="1"/>
          </p:nvPr>
        </p:nvSpPr>
        <p:spPr>
          <a:xfrm>
            <a:off x="4693594"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4" name="Text Placeholder 43">
            <a:extLst>
              <a:ext uri="{FF2B5EF4-FFF2-40B4-BE49-F238E27FC236}">
                <a16:creationId xmlns:a16="http://schemas.microsoft.com/office/drawing/2014/main" id="{C6CC485A-1697-A9D5-05EA-827C433AC0BF}"/>
              </a:ext>
            </a:extLst>
          </p:cNvPr>
          <p:cNvSpPr>
            <a:spLocks noGrp="1"/>
          </p:cNvSpPr>
          <p:nvPr>
            <p:ph type="body" sz="quarter" idx="79" hasCustomPrompt="1"/>
          </p:nvPr>
        </p:nvSpPr>
        <p:spPr>
          <a:xfrm>
            <a:off x="755830"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6" name="Text Placeholder 45">
            <a:extLst>
              <a:ext uri="{FF2B5EF4-FFF2-40B4-BE49-F238E27FC236}">
                <a16:creationId xmlns:a16="http://schemas.microsoft.com/office/drawing/2014/main" id="{A1A14E04-B39F-5E96-8B04-BF73452C15CD}"/>
              </a:ext>
            </a:extLst>
          </p:cNvPr>
          <p:cNvSpPr>
            <a:spLocks noGrp="1"/>
          </p:cNvSpPr>
          <p:nvPr>
            <p:ph type="body" sz="quarter" idx="80" hasCustomPrompt="1"/>
          </p:nvPr>
        </p:nvSpPr>
        <p:spPr>
          <a:xfrm>
            <a:off x="8631358"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Tree>
    <p:extLst>
      <p:ext uri="{BB962C8B-B14F-4D97-AF65-F5344CB8AC3E}">
        <p14:creationId xmlns:p14="http://schemas.microsoft.com/office/powerpoint/2010/main" val="766278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7301C5-0EB5-749B-4F93-AEB343751799}"/>
              </a:ext>
            </a:extLst>
          </p:cNvPr>
          <p:cNvSpPr>
            <a:spLocks noGrp="1"/>
          </p:cNvSpPr>
          <p:nvPr>
            <p:ph type="pic" sz="quarter" idx="10"/>
          </p:nvPr>
        </p:nvSpPr>
        <p:spPr>
          <a:xfrm>
            <a:off x="0" y="2209800"/>
            <a:ext cx="6096000" cy="4648200"/>
          </a:xfrm>
          <a:custGeom>
            <a:avLst/>
            <a:gdLst>
              <a:gd name="connsiteX0" fmla="*/ 0 w 6616700"/>
              <a:gd name="connsiteY0" fmla="*/ 0 h 4648200"/>
              <a:gd name="connsiteX1" fmla="*/ 6616700 w 6616700"/>
              <a:gd name="connsiteY1" fmla="*/ 0 h 4648200"/>
              <a:gd name="connsiteX2" fmla="*/ 6616700 w 6616700"/>
              <a:gd name="connsiteY2" fmla="*/ 4648200 h 4648200"/>
              <a:gd name="connsiteX3" fmla="*/ 0 w 6616700"/>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6616700" h="4648200">
                <a:moveTo>
                  <a:pt x="0" y="0"/>
                </a:moveTo>
                <a:lnTo>
                  <a:pt x="6616700" y="0"/>
                </a:lnTo>
                <a:lnTo>
                  <a:pt x="6616700" y="4648200"/>
                </a:lnTo>
                <a:lnTo>
                  <a:pt x="0" y="4648200"/>
                </a:lnTo>
                <a:close/>
              </a:path>
            </a:pathLst>
          </a:custGeom>
          <a:solidFill>
            <a:schemeClr val="bg1">
              <a:lumMod val="95000"/>
            </a:schemeClr>
          </a:solidFill>
        </p:spPr>
        <p:txBody>
          <a:bodyPr wrap="square">
            <a:noAutofit/>
          </a:bodyPr>
          <a:lstStyle>
            <a:lvl1pPr>
              <a:defRPr sz="800"/>
            </a:lvl1pPr>
          </a:lstStyle>
          <a:p>
            <a:endParaRPr lang="en-ID"/>
          </a:p>
        </p:txBody>
      </p:sp>
      <p:sp>
        <p:nvSpPr>
          <p:cNvPr id="2" name="Rectangle 1">
            <a:extLst>
              <a:ext uri="{FF2B5EF4-FFF2-40B4-BE49-F238E27FC236}">
                <a16:creationId xmlns:a16="http://schemas.microsoft.com/office/drawing/2014/main" id="{4184FC66-68A0-4667-F817-E7FC468877F8}"/>
              </a:ext>
            </a:extLst>
          </p:cNvPr>
          <p:cNvSpPr/>
          <p:nvPr userDrawn="1"/>
        </p:nvSpPr>
        <p:spPr>
          <a:xfrm>
            <a:off x="0" y="0"/>
            <a:ext cx="6096000" cy="2209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Text Placeholder 10">
            <a:extLst>
              <a:ext uri="{FF2B5EF4-FFF2-40B4-BE49-F238E27FC236}">
                <a16:creationId xmlns:a16="http://schemas.microsoft.com/office/drawing/2014/main" id="{2440132B-96E3-3CDD-7763-7D197F4C1966}"/>
              </a:ext>
            </a:extLst>
          </p:cNvPr>
          <p:cNvSpPr>
            <a:spLocks noGrp="1"/>
          </p:cNvSpPr>
          <p:nvPr>
            <p:ph type="body" sz="quarter" idx="70" hasCustomPrompt="1"/>
          </p:nvPr>
        </p:nvSpPr>
        <p:spPr>
          <a:xfrm>
            <a:off x="826683" y="371475"/>
            <a:ext cx="4444818" cy="159319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gn="l">
              <a:lnSpc>
                <a:spcPct val="100000"/>
              </a:lnSpc>
              <a:buNone/>
              <a:defRPr sz="4400" b="1">
                <a:solidFill>
                  <a:schemeClr val="bg1"/>
                </a:solidFill>
                <a:latin typeface="+mj-lt"/>
              </a:defRPr>
            </a:lvl1pPr>
          </a:lstStyle>
          <a:p>
            <a:pPr lvl="0"/>
            <a:r>
              <a:rPr lang="en-ID"/>
              <a:t>TITLE HERE</a:t>
            </a:r>
          </a:p>
        </p:txBody>
      </p:sp>
      <p:sp>
        <p:nvSpPr>
          <p:cNvPr id="16" name="Text Placeholder 15">
            <a:extLst>
              <a:ext uri="{FF2B5EF4-FFF2-40B4-BE49-F238E27FC236}">
                <a16:creationId xmlns:a16="http://schemas.microsoft.com/office/drawing/2014/main" id="{F70948A9-92AB-F3B9-A3B3-403BBA19C15A}"/>
              </a:ext>
            </a:extLst>
          </p:cNvPr>
          <p:cNvSpPr>
            <a:spLocks noGrp="1"/>
          </p:cNvSpPr>
          <p:nvPr>
            <p:ph type="body" sz="quarter" idx="71" hasCustomPrompt="1"/>
          </p:nvPr>
        </p:nvSpPr>
        <p:spPr>
          <a:xfrm>
            <a:off x="6115081" y="1865339"/>
            <a:ext cx="4686897" cy="954107"/>
          </a:xfrm>
          <a:custGeom>
            <a:avLst/>
            <a:gdLst>
              <a:gd name="connsiteX0" fmla="*/ 0 w 4686897"/>
              <a:gd name="connsiteY0" fmla="*/ 0 h 954107"/>
              <a:gd name="connsiteX1" fmla="*/ 4686897 w 4686897"/>
              <a:gd name="connsiteY1" fmla="*/ 0 h 954107"/>
              <a:gd name="connsiteX2" fmla="*/ 4686897 w 4686897"/>
              <a:gd name="connsiteY2" fmla="*/ 954107 h 954107"/>
              <a:gd name="connsiteX3" fmla="*/ 0 w 4686897"/>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686897" h="954107">
                <a:moveTo>
                  <a:pt x="0" y="0"/>
                </a:moveTo>
                <a:lnTo>
                  <a:pt x="4686897" y="0"/>
                </a:lnTo>
                <a:lnTo>
                  <a:pt x="4686897" y="954107"/>
                </a:lnTo>
                <a:lnTo>
                  <a:pt x="0" y="954107"/>
                </a:lnTo>
                <a:close/>
              </a:path>
            </a:pathLst>
          </a:custGeom>
        </p:spPr>
        <p:txBody>
          <a:bodyPr wrap="square">
            <a:noAutofit/>
          </a:bodyPr>
          <a:lstStyle>
            <a:lvl1pPr marL="0" indent="0" algn="l">
              <a:lnSpc>
                <a:spcPct val="100000"/>
              </a:lnSpc>
              <a:buNone/>
              <a:defRPr sz="2800" b="1">
                <a:solidFill>
                  <a:schemeClr val="accent1"/>
                </a:solidFill>
                <a:latin typeface="+mj-lt"/>
              </a:defRPr>
            </a:lvl1pPr>
          </a:lstStyle>
          <a:p>
            <a:pPr lvl="0"/>
            <a:r>
              <a:rPr lang="en-ID"/>
              <a:t>SUBTITLE HERE</a:t>
            </a:r>
          </a:p>
        </p:txBody>
      </p:sp>
      <p:sp>
        <p:nvSpPr>
          <p:cNvPr id="18" name="Text Placeholder 17">
            <a:extLst>
              <a:ext uri="{FF2B5EF4-FFF2-40B4-BE49-F238E27FC236}">
                <a16:creationId xmlns:a16="http://schemas.microsoft.com/office/drawing/2014/main" id="{0BA8B1F5-3E04-945E-BB4F-ED6882977797}"/>
              </a:ext>
            </a:extLst>
          </p:cNvPr>
          <p:cNvSpPr>
            <a:spLocks noGrp="1"/>
          </p:cNvSpPr>
          <p:nvPr>
            <p:ph type="body" sz="quarter" idx="78" hasCustomPrompt="1"/>
          </p:nvPr>
        </p:nvSpPr>
        <p:spPr>
          <a:xfrm>
            <a:off x="6640581" y="3384741"/>
            <a:ext cx="4269301" cy="369332"/>
          </a:xfrm>
          <a:custGeom>
            <a:avLst/>
            <a:gdLst>
              <a:gd name="connsiteX0" fmla="*/ 0 w 4269301"/>
              <a:gd name="connsiteY0" fmla="*/ 0 h 369332"/>
              <a:gd name="connsiteX1" fmla="*/ 4269301 w 4269301"/>
              <a:gd name="connsiteY1" fmla="*/ 0 h 369332"/>
              <a:gd name="connsiteX2" fmla="*/ 4269301 w 4269301"/>
              <a:gd name="connsiteY2" fmla="*/ 369332 h 369332"/>
              <a:gd name="connsiteX3" fmla="*/ 0 w 4269301"/>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4269301" h="369332">
                <a:moveTo>
                  <a:pt x="0" y="0"/>
                </a:moveTo>
                <a:lnTo>
                  <a:pt x="4269301" y="0"/>
                </a:lnTo>
                <a:lnTo>
                  <a:pt x="4269301" y="369332"/>
                </a:lnTo>
                <a:lnTo>
                  <a:pt x="0" y="369332"/>
                </a:lnTo>
                <a:close/>
              </a:path>
            </a:pathLst>
          </a:custGeom>
        </p:spPr>
        <p:txBody>
          <a:bodyPr wrap="square">
            <a:noAutofit/>
          </a:bodyPr>
          <a:lstStyle>
            <a:lvl1pPr marL="0" indent="0" algn="l">
              <a:lnSpc>
                <a:spcPct val="100000"/>
              </a:lnSpc>
              <a:buNone/>
              <a:defRPr sz="1800" b="1">
                <a:solidFill>
                  <a:schemeClr val="bg1"/>
                </a:solidFill>
                <a:latin typeface="+mj-lt"/>
              </a:defRPr>
            </a:lvl1pPr>
          </a:lstStyle>
          <a:p>
            <a:pPr lvl="0"/>
            <a:r>
              <a:rPr lang="en-ID"/>
              <a:t>DESCRIPTION</a:t>
            </a:r>
          </a:p>
        </p:txBody>
      </p:sp>
      <p:sp>
        <p:nvSpPr>
          <p:cNvPr id="20" name="Text Placeholder 19">
            <a:extLst>
              <a:ext uri="{FF2B5EF4-FFF2-40B4-BE49-F238E27FC236}">
                <a16:creationId xmlns:a16="http://schemas.microsoft.com/office/drawing/2014/main" id="{0387B03B-8EE4-FFAC-894B-432AA6D1AC73}"/>
              </a:ext>
            </a:extLst>
          </p:cNvPr>
          <p:cNvSpPr>
            <a:spLocks noGrp="1"/>
          </p:cNvSpPr>
          <p:nvPr>
            <p:ph type="body" sz="quarter" idx="53" hasCustomPrompt="1"/>
          </p:nvPr>
        </p:nvSpPr>
        <p:spPr>
          <a:xfrm>
            <a:off x="7136703" y="3975099"/>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26DA2851-FC0C-F954-493A-68510EC2E3B8}"/>
              </a:ext>
            </a:extLst>
          </p:cNvPr>
          <p:cNvSpPr>
            <a:spLocks noGrp="1"/>
          </p:cNvSpPr>
          <p:nvPr>
            <p:ph type="body" sz="quarter" idx="79" hasCustomPrompt="1"/>
          </p:nvPr>
        </p:nvSpPr>
        <p:spPr>
          <a:xfrm>
            <a:off x="9907721" y="40096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89E4925-9526-EF13-FF3E-BE873DE62855}"/>
              </a:ext>
            </a:extLst>
          </p:cNvPr>
          <p:cNvSpPr>
            <a:spLocks noGrp="1"/>
          </p:cNvSpPr>
          <p:nvPr>
            <p:ph type="body" sz="quarter" idx="80" hasCustomPrompt="1"/>
          </p:nvPr>
        </p:nvSpPr>
        <p:spPr>
          <a:xfrm>
            <a:off x="9907721" y="45807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pic>
        <p:nvPicPr>
          <p:cNvPr id="25" name="Picture 24" descr="A logo with a blue and yellow text&#10;&#10;Description automatically generated">
            <a:extLst>
              <a:ext uri="{FF2B5EF4-FFF2-40B4-BE49-F238E27FC236}">
                <a16:creationId xmlns:a16="http://schemas.microsoft.com/office/drawing/2014/main" id="{DF52809D-8821-EAED-7F24-6B7D9CADC342}"/>
              </a:ext>
            </a:extLst>
          </p:cNvPr>
          <p:cNvPicPr>
            <a:picLocks noChangeAspect="1"/>
          </p:cNvPicPr>
          <p:nvPr userDrawn="1"/>
        </p:nvPicPr>
        <p:blipFill>
          <a:blip r:embed="rId2"/>
          <a:stretch>
            <a:fillRect/>
          </a:stretch>
        </p:blipFill>
        <p:spPr>
          <a:xfrm>
            <a:off x="11241718" y="314963"/>
            <a:ext cx="550269" cy="438151"/>
          </a:xfrm>
          <a:prstGeom prst="rect">
            <a:avLst/>
          </a:prstGeom>
        </p:spPr>
      </p:pic>
      <p:sp>
        <p:nvSpPr>
          <p:cNvPr id="26" name="Rectangle 25">
            <a:extLst>
              <a:ext uri="{FF2B5EF4-FFF2-40B4-BE49-F238E27FC236}">
                <a16:creationId xmlns:a16="http://schemas.microsoft.com/office/drawing/2014/main" id="{4160A797-6039-430B-100F-77672AC14A52}"/>
              </a:ext>
            </a:extLst>
          </p:cNvPr>
          <p:cNvSpPr/>
          <p:nvPr userDrawn="1"/>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54EBC6DF-6120-BD4F-A0BC-D62F993EC144}"/>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989928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6589486"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6" name="Text Placeholder 5">
            <a:extLst>
              <a:ext uri="{FF2B5EF4-FFF2-40B4-BE49-F238E27FC236}">
                <a16:creationId xmlns:a16="http://schemas.microsoft.com/office/drawing/2014/main" id="{089CD33F-FA1B-7C97-5DC6-DC84206AEF00}"/>
              </a:ext>
            </a:extLst>
          </p:cNvPr>
          <p:cNvSpPr>
            <a:spLocks noGrp="1"/>
          </p:cNvSpPr>
          <p:nvPr>
            <p:ph type="body" sz="quarter" idx="11" hasCustomPrompt="1"/>
          </p:nvPr>
        </p:nvSpPr>
        <p:spPr>
          <a:xfrm>
            <a:off x="804382" y="2140753"/>
            <a:ext cx="5011849" cy="1806376"/>
          </a:xfrm>
          <a:custGeom>
            <a:avLst/>
            <a:gdLst>
              <a:gd name="connsiteX0" fmla="*/ 0 w 5011849"/>
              <a:gd name="connsiteY0" fmla="*/ 0 h 1569660"/>
              <a:gd name="connsiteX1" fmla="*/ 5011849 w 5011849"/>
              <a:gd name="connsiteY1" fmla="*/ 0 h 1569660"/>
              <a:gd name="connsiteX2" fmla="*/ 5011849 w 5011849"/>
              <a:gd name="connsiteY2" fmla="*/ 1569660 h 1569660"/>
              <a:gd name="connsiteX3" fmla="*/ 0 w 5011849"/>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5011849" h="1569660">
                <a:moveTo>
                  <a:pt x="0" y="0"/>
                </a:moveTo>
                <a:lnTo>
                  <a:pt x="5011849" y="0"/>
                </a:lnTo>
                <a:lnTo>
                  <a:pt x="5011849" y="1569660"/>
                </a:lnTo>
                <a:lnTo>
                  <a:pt x="0" y="1569660"/>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8" name="Text Placeholder 7">
            <a:extLst>
              <a:ext uri="{FF2B5EF4-FFF2-40B4-BE49-F238E27FC236}">
                <a16:creationId xmlns:a16="http://schemas.microsoft.com/office/drawing/2014/main" id="{FFFF0D06-4FD4-CC55-09D8-2A4E69208DD9}"/>
              </a:ext>
            </a:extLst>
          </p:cNvPr>
          <p:cNvSpPr>
            <a:spLocks noGrp="1"/>
          </p:cNvSpPr>
          <p:nvPr>
            <p:ph type="body" sz="quarter" idx="78" hasCustomPrompt="1"/>
          </p:nvPr>
        </p:nvSpPr>
        <p:spPr>
          <a:xfrm>
            <a:off x="1001926" y="3947129"/>
            <a:ext cx="1641254"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ctr">
              <a:lnSpc>
                <a:spcPct val="100000"/>
              </a:lnSpc>
              <a:buNone/>
              <a:defRPr sz="1400" b="1">
                <a:solidFill>
                  <a:schemeClr val="accent2"/>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C7800E4D-84C7-253A-99C8-46E73F70CFD1}"/>
              </a:ext>
            </a:extLst>
          </p:cNvPr>
          <p:cNvSpPr>
            <a:spLocks noGrp="1"/>
          </p:cNvSpPr>
          <p:nvPr>
            <p:ph type="body" sz="quarter" idx="53" hasCustomPrompt="1"/>
          </p:nvPr>
        </p:nvSpPr>
        <p:spPr>
          <a:xfrm>
            <a:off x="110532" y="5968712"/>
            <a:ext cx="3550835" cy="523220"/>
          </a:xfrm>
          <a:custGeom>
            <a:avLst/>
            <a:gdLst>
              <a:gd name="connsiteX0" fmla="*/ 0 w 3550835"/>
              <a:gd name="connsiteY0" fmla="*/ 0 h 523220"/>
              <a:gd name="connsiteX1" fmla="*/ 3550835 w 3550835"/>
              <a:gd name="connsiteY1" fmla="*/ 0 h 523220"/>
              <a:gd name="connsiteX2" fmla="*/ 3550835 w 3550835"/>
              <a:gd name="connsiteY2" fmla="*/ 523220 h 523220"/>
              <a:gd name="connsiteX3" fmla="*/ 0 w 3550835"/>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550835" h="523220">
                <a:moveTo>
                  <a:pt x="0" y="0"/>
                </a:moveTo>
                <a:lnTo>
                  <a:pt x="3550835" y="0"/>
                </a:lnTo>
                <a:lnTo>
                  <a:pt x="3550835" y="523220"/>
                </a:lnTo>
                <a:lnTo>
                  <a:pt x="0" y="523220"/>
                </a:lnTo>
                <a:close/>
              </a:path>
            </a:pathLst>
          </a:custGeom>
        </p:spPr>
        <p:txBody>
          <a:bodyPr wrap="square">
            <a:noAutofit/>
          </a:bodyPr>
          <a:lstStyle>
            <a:lvl1pPr marL="0" indent="0" algn="l">
              <a:lnSpc>
                <a:spcPct val="100000"/>
              </a:lnSpc>
              <a:spcBef>
                <a:spcPts val="0"/>
              </a:spcBef>
              <a:buNone/>
              <a:defRPr sz="14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89643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EA06658-C322-2370-7664-42468F401FE1}"/>
              </a:ext>
            </a:extLst>
          </p:cNvPr>
          <p:cNvSpPr/>
          <p:nvPr userDrawn="1"/>
        </p:nvSpPr>
        <p:spPr>
          <a:xfrm>
            <a:off x="0" y="4289713"/>
            <a:ext cx="12192000" cy="25682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 Placeholder 5">
            <a:extLst>
              <a:ext uri="{FF2B5EF4-FFF2-40B4-BE49-F238E27FC236}">
                <a16:creationId xmlns:a16="http://schemas.microsoft.com/office/drawing/2014/main" id="{E33FB3BA-3D90-5401-ED3A-05643BA9A9AE}"/>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4" name="Text Placeholder 43">
            <a:extLst>
              <a:ext uri="{FF2B5EF4-FFF2-40B4-BE49-F238E27FC236}">
                <a16:creationId xmlns:a16="http://schemas.microsoft.com/office/drawing/2014/main" id="{658C5DB4-8C85-6C5E-24C2-00E4606C5FF9}"/>
              </a:ext>
            </a:extLst>
          </p:cNvPr>
          <p:cNvSpPr>
            <a:spLocks noGrp="1"/>
          </p:cNvSpPr>
          <p:nvPr>
            <p:ph type="body" sz="quarter" idx="33" hasCustomPrompt="1"/>
          </p:nvPr>
        </p:nvSpPr>
        <p:spPr>
          <a:xfrm>
            <a:off x="1132423" y="905431"/>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9698FC64-EA4D-1DB4-6D7F-3350D09E3223}"/>
              </a:ext>
            </a:extLst>
          </p:cNvPr>
          <p:cNvSpPr>
            <a:spLocks noGrp="1"/>
          </p:cNvSpPr>
          <p:nvPr>
            <p:ph type="body" sz="quarter" idx="34" hasCustomPrompt="1"/>
          </p:nvPr>
        </p:nvSpPr>
        <p:spPr>
          <a:xfrm>
            <a:off x="1132424" y="2603616"/>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8" name="Text Placeholder 47">
            <a:extLst>
              <a:ext uri="{FF2B5EF4-FFF2-40B4-BE49-F238E27FC236}">
                <a16:creationId xmlns:a16="http://schemas.microsoft.com/office/drawing/2014/main" id="{9D8B3A8E-1A18-9AF4-87A4-DF1154C9D351}"/>
              </a:ext>
            </a:extLst>
          </p:cNvPr>
          <p:cNvSpPr>
            <a:spLocks noGrp="1"/>
          </p:cNvSpPr>
          <p:nvPr>
            <p:ph type="body" sz="quarter" idx="35" hasCustomPrompt="1"/>
          </p:nvPr>
        </p:nvSpPr>
        <p:spPr>
          <a:xfrm>
            <a:off x="5037557" y="909919"/>
            <a:ext cx="2808281" cy="1497846"/>
          </a:xfrm>
          <a:custGeom>
            <a:avLst/>
            <a:gdLst>
              <a:gd name="connsiteX0" fmla="*/ 0 w 2808281"/>
              <a:gd name="connsiteY0" fmla="*/ 0 h 1497846"/>
              <a:gd name="connsiteX1" fmla="*/ 2808281 w 2808281"/>
              <a:gd name="connsiteY1" fmla="*/ 0 h 1497846"/>
              <a:gd name="connsiteX2" fmla="*/ 2808281 w 2808281"/>
              <a:gd name="connsiteY2" fmla="*/ 1497846 h 1497846"/>
              <a:gd name="connsiteX3" fmla="*/ 0 w 2808281"/>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808281" h="1497846">
                <a:moveTo>
                  <a:pt x="0" y="0"/>
                </a:moveTo>
                <a:lnTo>
                  <a:pt x="2808281" y="0"/>
                </a:lnTo>
                <a:lnTo>
                  <a:pt x="2808281" y="1497846"/>
                </a:lnTo>
                <a:lnTo>
                  <a:pt x="0" y="149784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0" name="Text Placeholder 49">
            <a:extLst>
              <a:ext uri="{FF2B5EF4-FFF2-40B4-BE49-F238E27FC236}">
                <a16:creationId xmlns:a16="http://schemas.microsoft.com/office/drawing/2014/main" id="{5E2981F9-5EDD-FD2D-B3BA-0DD3BE378DBB}"/>
              </a:ext>
            </a:extLst>
          </p:cNvPr>
          <p:cNvSpPr>
            <a:spLocks noGrp="1"/>
          </p:cNvSpPr>
          <p:nvPr>
            <p:ph type="body" sz="quarter" idx="36" hasCustomPrompt="1"/>
          </p:nvPr>
        </p:nvSpPr>
        <p:spPr>
          <a:xfrm>
            <a:off x="5037556" y="2603616"/>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2" name="Text Placeholder 51">
            <a:extLst>
              <a:ext uri="{FF2B5EF4-FFF2-40B4-BE49-F238E27FC236}">
                <a16:creationId xmlns:a16="http://schemas.microsoft.com/office/drawing/2014/main" id="{3517D35B-7679-B28F-4BD9-96A77DE4DA58}"/>
              </a:ext>
            </a:extLst>
          </p:cNvPr>
          <p:cNvSpPr>
            <a:spLocks noGrp="1"/>
          </p:cNvSpPr>
          <p:nvPr>
            <p:ph type="body" sz="quarter" idx="37" hasCustomPrompt="1"/>
          </p:nvPr>
        </p:nvSpPr>
        <p:spPr>
          <a:xfrm>
            <a:off x="8907532" y="909919"/>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4" name="Text Placeholder 53">
            <a:extLst>
              <a:ext uri="{FF2B5EF4-FFF2-40B4-BE49-F238E27FC236}">
                <a16:creationId xmlns:a16="http://schemas.microsoft.com/office/drawing/2014/main" id="{511FA820-55EB-C5CE-3221-31F9BAA94C6C}"/>
              </a:ext>
            </a:extLst>
          </p:cNvPr>
          <p:cNvSpPr>
            <a:spLocks noGrp="1"/>
          </p:cNvSpPr>
          <p:nvPr>
            <p:ph type="body" sz="quarter" idx="38" hasCustomPrompt="1"/>
          </p:nvPr>
        </p:nvSpPr>
        <p:spPr>
          <a:xfrm>
            <a:off x="8907532" y="2603616"/>
            <a:ext cx="3010842" cy="1536318"/>
          </a:xfrm>
          <a:custGeom>
            <a:avLst/>
            <a:gdLst>
              <a:gd name="connsiteX0" fmla="*/ 0 w 3010842"/>
              <a:gd name="connsiteY0" fmla="*/ 0 h 1536318"/>
              <a:gd name="connsiteX1" fmla="*/ 3010842 w 3010842"/>
              <a:gd name="connsiteY1" fmla="*/ 0 h 1536318"/>
              <a:gd name="connsiteX2" fmla="*/ 3010842 w 3010842"/>
              <a:gd name="connsiteY2" fmla="*/ 1536318 h 1536318"/>
              <a:gd name="connsiteX3" fmla="*/ 0 w 3010842"/>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3010842" h="1536318">
                <a:moveTo>
                  <a:pt x="0" y="0"/>
                </a:moveTo>
                <a:lnTo>
                  <a:pt x="3010842" y="0"/>
                </a:lnTo>
                <a:lnTo>
                  <a:pt x="3010842"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8" name="Text Placeholder 57">
            <a:extLst>
              <a:ext uri="{FF2B5EF4-FFF2-40B4-BE49-F238E27FC236}">
                <a16:creationId xmlns:a16="http://schemas.microsoft.com/office/drawing/2014/main" id="{FC2971D3-F71A-51E7-376F-A87DDE5FD4A6}"/>
              </a:ext>
            </a:extLst>
          </p:cNvPr>
          <p:cNvSpPr>
            <a:spLocks noGrp="1"/>
          </p:cNvSpPr>
          <p:nvPr>
            <p:ph type="body" sz="quarter" idx="47" hasCustomPrompt="1"/>
          </p:nvPr>
        </p:nvSpPr>
        <p:spPr>
          <a:xfrm>
            <a:off x="298485"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1" name="Text Placeholder 60">
            <a:extLst>
              <a:ext uri="{FF2B5EF4-FFF2-40B4-BE49-F238E27FC236}">
                <a16:creationId xmlns:a16="http://schemas.microsoft.com/office/drawing/2014/main" id="{F6E04CCA-9A3C-ECC8-7CEA-747FF03A668E}"/>
              </a:ext>
            </a:extLst>
          </p:cNvPr>
          <p:cNvSpPr>
            <a:spLocks noGrp="1"/>
          </p:cNvSpPr>
          <p:nvPr>
            <p:ph type="body" sz="quarter" idx="48" hasCustomPrompt="1"/>
          </p:nvPr>
        </p:nvSpPr>
        <p:spPr>
          <a:xfrm>
            <a:off x="298485"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4" name="Text Placeholder 63">
            <a:extLst>
              <a:ext uri="{FF2B5EF4-FFF2-40B4-BE49-F238E27FC236}">
                <a16:creationId xmlns:a16="http://schemas.microsoft.com/office/drawing/2014/main" id="{7DB1A551-E67E-8E52-B31B-3F8C541F5AD4}"/>
              </a:ext>
            </a:extLst>
          </p:cNvPr>
          <p:cNvSpPr>
            <a:spLocks noGrp="1"/>
          </p:cNvSpPr>
          <p:nvPr>
            <p:ph type="body" sz="quarter" idx="49" hasCustomPrompt="1"/>
          </p:nvPr>
        </p:nvSpPr>
        <p:spPr>
          <a:xfrm>
            <a:off x="4249702"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5" name="Text Placeholder 64">
            <a:extLst>
              <a:ext uri="{FF2B5EF4-FFF2-40B4-BE49-F238E27FC236}">
                <a16:creationId xmlns:a16="http://schemas.microsoft.com/office/drawing/2014/main" id="{03E6518E-625C-DDD0-A3CA-F77A28554FCB}"/>
              </a:ext>
            </a:extLst>
          </p:cNvPr>
          <p:cNvSpPr>
            <a:spLocks noGrp="1"/>
          </p:cNvSpPr>
          <p:nvPr>
            <p:ph type="body" sz="quarter" idx="50" hasCustomPrompt="1"/>
          </p:nvPr>
        </p:nvSpPr>
        <p:spPr>
          <a:xfrm>
            <a:off x="4249702"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0" name="Text Placeholder 69">
            <a:extLst>
              <a:ext uri="{FF2B5EF4-FFF2-40B4-BE49-F238E27FC236}">
                <a16:creationId xmlns:a16="http://schemas.microsoft.com/office/drawing/2014/main" id="{96178F0E-16D3-977D-1149-E3A7A6F6B443}"/>
              </a:ext>
            </a:extLst>
          </p:cNvPr>
          <p:cNvSpPr>
            <a:spLocks noGrp="1"/>
          </p:cNvSpPr>
          <p:nvPr>
            <p:ph type="body" sz="quarter" idx="51" hasCustomPrompt="1"/>
          </p:nvPr>
        </p:nvSpPr>
        <p:spPr>
          <a:xfrm>
            <a:off x="8122556"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1" name="Text Placeholder 70">
            <a:extLst>
              <a:ext uri="{FF2B5EF4-FFF2-40B4-BE49-F238E27FC236}">
                <a16:creationId xmlns:a16="http://schemas.microsoft.com/office/drawing/2014/main" id="{34FFD559-B80B-15CB-86B8-FEFF7B620905}"/>
              </a:ext>
            </a:extLst>
          </p:cNvPr>
          <p:cNvSpPr>
            <a:spLocks noGrp="1"/>
          </p:cNvSpPr>
          <p:nvPr>
            <p:ph type="body" sz="quarter" idx="52" hasCustomPrompt="1"/>
          </p:nvPr>
        </p:nvSpPr>
        <p:spPr>
          <a:xfrm>
            <a:off x="8122556"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86" name="Text Placeholder 85">
            <a:extLst>
              <a:ext uri="{FF2B5EF4-FFF2-40B4-BE49-F238E27FC236}">
                <a16:creationId xmlns:a16="http://schemas.microsoft.com/office/drawing/2014/main" id="{023DDE06-067B-9A06-3226-B8C433A45C1E}"/>
              </a:ext>
            </a:extLst>
          </p:cNvPr>
          <p:cNvSpPr>
            <a:spLocks noGrp="1"/>
          </p:cNvSpPr>
          <p:nvPr>
            <p:ph type="body" sz="quarter" idx="53" hasCustomPrompt="1"/>
          </p:nvPr>
        </p:nvSpPr>
        <p:spPr>
          <a:xfrm>
            <a:off x="7948770"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D579E3-B539-4DC5-4769-D11128008B8C}"/>
              </a:ext>
            </a:extLst>
          </p:cNvPr>
          <p:cNvSpPr>
            <a:spLocks noGrp="1"/>
          </p:cNvSpPr>
          <p:nvPr>
            <p:ph type="body" sz="quarter" idx="54" hasCustomPrompt="1"/>
          </p:nvPr>
        </p:nvSpPr>
        <p:spPr>
          <a:xfrm>
            <a:off x="7948770"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8" name="Text Placeholder 87">
            <a:extLst>
              <a:ext uri="{FF2B5EF4-FFF2-40B4-BE49-F238E27FC236}">
                <a16:creationId xmlns:a16="http://schemas.microsoft.com/office/drawing/2014/main" id="{4CE73790-F759-74B9-203C-3DC5B8596A10}"/>
              </a:ext>
            </a:extLst>
          </p:cNvPr>
          <p:cNvSpPr>
            <a:spLocks noGrp="1"/>
          </p:cNvSpPr>
          <p:nvPr>
            <p:ph type="body" sz="quarter" idx="55" hasCustomPrompt="1"/>
          </p:nvPr>
        </p:nvSpPr>
        <p:spPr>
          <a:xfrm>
            <a:off x="7948770"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2" name="Text Placeholder 91">
            <a:extLst>
              <a:ext uri="{FF2B5EF4-FFF2-40B4-BE49-F238E27FC236}">
                <a16:creationId xmlns:a16="http://schemas.microsoft.com/office/drawing/2014/main" id="{80A6BDD6-D6F1-B2DE-8491-140F19DE2BFE}"/>
              </a:ext>
            </a:extLst>
          </p:cNvPr>
          <p:cNvSpPr>
            <a:spLocks noGrp="1"/>
          </p:cNvSpPr>
          <p:nvPr>
            <p:ph type="body" sz="quarter" idx="56" hasCustomPrompt="1"/>
          </p:nvPr>
        </p:nvSpPr>
        <p:spPr>
          <a:xfrm>
            <a:off x="10251227"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3" name="Text Placeholder 92">
            <a:extLst>
              <a:ext uri="{FF2B5EF4-FFF2-40B4-BE49-F238E27FC236}">
                <a16:creationId xmlns:a16="http://schemas.microsoft.com/office/drawing/2014/main" id="{DA75BC15-07E3-B82F-D775-8ACEDCF11ACB}"/>
              </a:ext>
            </a:extLst>
          </p:cNvPr>
          <p:cNvSpPr>
            <a:spLocks noGrp="1"/>
          </p:cNvSpPr>
          <p:nvPr>
            <p:ph type="body" sz="quarter" idx="57" hasCustomPrompt="1"/>
          </p:nvPr>
        </p:nvSpPr>
        <p:spPr>
          <a:xfrm>
            <a:off x="10251227"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4" name="Text Placeholder 93">
            <a:extLst>
              <a:ext uri="{FF2B5EF4-FFF2-40B4-BE49-F238E27FC236}">
                <a16:creationId xmlns:a16="http://schemas.microsoft.com/office/drawing/2014/main" id="{24825936-7B63-7E0E-42B4-EE8F308F55EE}"/>
              </a:ext>
            </a:extLst>
          </p:cNvPr>
          <p:cNvSpPr>
            <a:spLocks noGrp="1"/>
          </p:cNvSpPr>
          <p:nvPr>
            <p:ph type="body" sz="quarter" idx="58" hasCustomPrompt="1"/>
          </p:nvPr>
        </p:nvSpPr>
        <p:spPr>
          <a:xfrm>
            <a:off x="10251227"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5" name="Rectangle 94">
            <a:extLst>
              <a:ext uri="{FF2B5EF4-FFF2-40B4-BE49-F238E27FC236}">
                <a16:creationId xmlns:a16="http://schemas.microsoft.com/office/drawing/2014/main" id="{9235A998-42F3-4F6D-1726-01B18539E0D2}"/>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6" name="TextBox 95">
            <a:extLst>
              <a:ext uri="{FF2B5EF4-FFF2-40B4-BE49-F238E27FC236}">
                <a16:creationId xmlns:a16="http://schemas.microsoft.com/office/drawing/2014/main" id="{ADAAD7B0-6023-CEDD-6B0B-AA7C2C8ECE07}"/>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10340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500063"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500063"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425002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425002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7999980"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7999980"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34" name="Text Placeholder 33">
            <a:extLst>
              <a:ext uri="{FF2B5EF4-FFF2-40B4-BE49-F238E27FC236}">
                <a16:creationId xmlns:a16="http://schemas.microsoft.com/office/drawing/2014/main" id="{874918CA-DBDA-A73B-7B16-949796B58EC9}"/>
              </a:ext>
            </a:extLst>
          </p:cNvPr>
          <p:cNvSpPr>
            <a:spLocks noGrp="1"/>
          </p:cNvSpPr>
          <p:nvPr>
            <p:ph type="body" sz="quarter" idx="33" hasCustomPrompt="1"/>
          </p:nvPr>
        </p:nvSpPr>
        <p:spPr>
          <a:xfrm>
            <a:off x="700684"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99D4F5EC-BEAD-E566-059E-400283691247}"/>
              </a:ext>
            </a:extLst>
          </p:cNvPr>
          <p:cNvSpPr>
            <a:spLocks noGrp="1"/>
          </p:cNvSpPr>
          <p:nvPr>
            <p:ph type="body" sz="quarter" idx="34" hasCustomPrompt="1"/>
          </p:nvPr>
        </p:nvSpPr>
        <p:spPr>
          <a:xfrm>
            <a:off x="4450643"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5E5A9B6B-9989-E9BD-3442-514006EC26EF}"/>
              </a:ext>
            </a:extLst>
          </p:cNvPr>
          <p:cNvSpPr>
            <a:spLocks noGrp="1"/>
          </p:cNvSpPr>
          <p:nvPr>
            <p:ph type="body" sz="quarter" idx="35" hasCustomPrompt="1"/>
          </p:nvPr>
        </p:nvSpPr>
        <p:spPr>
          <a:xfrm>
            <a:off x="8200601"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C00E14C0-100F-A66D-B925-EC785C28401F}"/>
              </a:ext>
            </a:extLst>
          </p:cNvPr>
          <p:cNvSpPr>
            <a:spLocks noGrp="1"/>
          </p:cNvSpPr>
          <p:nvPr>
            <p:ph type="body" sz="quarter" idx="36" hasCustomPrompt="1"/>
          </p:nvPr>
        </p:nvSpPr>
        <p:spPr>
          <a:xfrm>
            <a:off x="700684" y="4687667"/>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C3CAA1FB-3DF9-B33F-1A60-F64F3626CAF5}"/>
              </a:ext>
            </a:extLst>
          </p:cNvPr>
          <p:cNvSpPr>
            <a:spLocks noGrp="1"/>
          </p:cNvSpPr>
          <p:nvPr>
            <p:ph type="body" sz="quarter" idx="37" hasCustomPrompt="1"/>
          </p:nvPr>
        </p:nvSpPr>
        <p:spPr>
          <a:xfrm>
            <a:off x="4450643"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4" name="Text Placeholder 43">
            <a:extLst>
              <a:ext uri="{FF2B5EF4-FFF2-40B4-BE49-F238E27FC236}">
                <a16:creationId xmlns:a16="http://schemas.microsoft.com/office/drawing/2014/main" id="{5BB22934-54AF-4F96-0EA7-EB4FBBB041B0}"/>
              </a:ext>
            </a:extLst>
          </p:cNvPr>
          <p:cNvSpPr>
            <a:spLocks noGrp="1"/>
          </p:cNvSpPr>
          <p:nvPr>
            <p:ph type="body" sz="quarter" idx="38" hasCustomPrompt="1"/>
          </p:nvPr>
        </p:nvSpPr>
        <p:spPr>
          <a:xfrm>
            <a:off x="8200601"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F3D03F8B-0476-B557-C074-D195E12A8A0B}"/>
              </a:ext>
            </a:extLst>
          </p:cNvPr>
          <p:cNvSpPr>
            <a:spLocks noGrp="1"/>
          </p:cNvSpPr>
          <p:nvPr>
            <p:ph type="body" sz="quarter" idx="39" hasCustomPrompt="1"/>
          </p:nvPr>
        </p:nvSpPr>
        <p:spPr>
          <a:xfrm>
            <a:off x="1332158"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48" name="Text Placeholder 47">
            <a:extLst>
              <a:ext uri="{FF2B5EF4-FFF2-40B4-BE49-F238E27FC236}">
                <a16:creationId xmlns:a16="http://schemas.microsoft.com/office/drawing/2014/main" id="{FEBD84D9-1CEB-6584-7118-C79728A7E0A5}"/>
              </a:ext>
            </a:extLst>
          </p:cNvPr>
          <p:cNvSpPr>
            <a:spLocks noGrp="1"/>
          </p:cNvSpPr>
          <p:nvPr>
            <p:ph type="body" sz="quarter" idx="40" hasCustomPrompt="1"/>
          </p:nvPr>
        </p:nvSpPr>
        <p:spPr>
          <a:xfrm>
            <a:off x="1332159"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1" name="Text Placeholder 50">
            <a:extLst>
              <a:ext uri="{FF2B5EF4-FFF2-40B4-BE49-F238E27FC236}">
                <a16:creationId xmlns:a16="http://schemas.microsoft.com/office/drawing/2014/main" id="{D3322E85-BFE0-00F7-8615-1C71A040A20A}"/>
              </a:ext>
            </a:extLst>
          </p:cNvPr>
          <p:cNvSpPr>
            <a:spLocks noGrp="1"/>
          </p:cNvSpPr>
          <p:nvPr>
            <p:ph type="body" sz="quarter" idx="41" hasCustomPrompt="1"/>
          </p:nvPr>
        </p:nvSpPr>
        <p:spPr>
          <a:xfrm>
            <a:off x="5068202"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52" name="Text Placeholder 51">
            <a:extLst>
              <a:ext uri="{FF2B5EF4-FFF2-40B4-BE49-F238E27FC236}">
                <a16:creationId xmlns:a16="http://schemas.microsoft.com/office/drawing/2014/main" id="{725A90FB-8218-FA16-462F-C803ACEBF9A6}"/>
              </a:ext>
            </a:extLst>
          </p:cNvPr>
          <p:cNvSpPr>
            <a:spLocks noGrp="1"/>
          </p:cNvSpPr>
          <p:nvPr>
            <p:ph type="body" sz="quarter" idx="42" hasCustomPrompt="1"/>
          </p:nvPr>
        </p:nvSpPr>
        <p:spPr>
          <a:xfrm>
            <a:off x="5068203"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55" name="Text Placeholder 54">
            <a:extLst>
              <a:ext uri="{FF2B5EF4-FFF2-40B4-BE49-F238E27FC236}">
                <a16:creationId xmlns:a16="http://schemas.microsoft.com/office/drawing/2014/main" id="{5232A778-7710-F20B-8251-CE7AF9B38C82}"/>
              </a:ext>
            </a:extLst>
          </p:cNvPr>
          <p:cNvSpPr>
            <a:spLocks noGrp="1"/>
          </p:cNvSpPr>
          <p:nvPr>
            <p:ph type="body" sz="quarter" idx="43" hasCustomPrompt="1"/>
          </p:nvPr>
        </p:nvSpPr>
        <p:spPr>
          <a:xfrm>
            <a:off x="8818159"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56" name="Text Placeholder 55">
            <a:extLst>
              <a:ext uri="{FF2B5EF4-FFF2-40B4-BE49-F238E27FC236}">
                <a16:creationId xmlns:a16="http://schemas.microsoft.com/office/drawing/2014/main" id="{449FC82D-ACE0-8DBF-1A36-5B1C960F3A80}"/>
              </a:ext>
            </a:extLst>
          </p:cNvPr>
          <p:cNvSpPr>
            <a:spLocks noGrp="1"/>
          </p:cNvSpPr>
          <p:nvPr>
            <p:ph type="body" sz="quarter" idx="44" hasCustomPrompt="1"/>
          </p:nvPr>
        </p:nvSpPr>
        <p:spPr>
          <a:xfrm>
            <a:off x="8818160"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9" name="Text Placeholder 58">
            <a:extLst>
              <a:ext uri="{FF2B5EF4-FFF2-40B4-BE49-F238E27FC236}">
                <a16:creationId xmlns:a16="http://schemas.microsoft.com/office/drawing/2014/main" id="{A4E1870F-719D-C207-C656-53016DD7001C}"/>
              </a:ext>
            </a:extLst>
          </p:cNvPr>
          <p:cNvSpPr>
            <a:spLocks noGrp="1"/>
          </p:cNvSpPr>
          <p:nvPr>
            <p:ph type="body" sz="quarter" idx="45" hasCustomPrompt="1"/>
          </p:nvPr>
        </p:nvSpPr>
        <p:spPr>
          <a:xfrm>
            <a:off x="8818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0" name="Text Placeholder 59">
            <a:extLst>
              <a:ext uri="{FF2B5EF4-FFF2-40B4-BE49-F238E27FC236}">
                <a16:creationId xmlns:a16="http://schemas.microsoft.com/office/drawing/2014/main" id="{EA1393E3-574B-1BD9-0FB7-37EF06C2F013}"/>
              </a:ext>
            </a:extLst>
          </p:cNvPr>
          <p:cNvSpPr>
            <a:spLocks noGrp="1"/>
          </p:cNvSpPr>
          <p:nvPr>
            <p:ph type="body" sz="quarter" idx="46" hasCustomPrompt="1"/>
          </p:nvPr>
        </p:nvSpPr>
        <p:spPr>
          <a:xfrm>
            <a:off x="8818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3" name="Text Placeholder 62">
            <a:extLst>
              <a:ext uri="{FF2B5EF4-FFF2-40B4-BE49-F238E27FC236}">
                <a16:creationId xmlns:a16="http://schemas.microsoft.com/office/drawing/2014/main" id="{2E102C80-B576-B7A8-74E4-86A3017D0883}"/>
              </a:ext>
            </a:extLst>
          </p:cNvPr>
          <p:cNvSpPr>
            <a:spLocks noGrp="1"/>
          </p:cNvSpPr>
          <p:nvPr>
            <p:ph type="body" sz="quarter" idx="47" hasCustomPrompt="1"/>
          </p:nvPr>
        </p:nvSpPr>
        <p:spPr>
          <a:xfrm>
            <a:off x="5068203"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64" name="Text Placeholder 63">
            <a:extLst>
              <a:ext uri="{FF2B5EF4-FFF2-40B4-BE49-F238E27FC236}">
                <a16:creationId xmlns:a16="http://schemas.microsoft.com/office/drawing/2014/main" id="{207A9533-06DD-790B-5D17-F3794A61BE40}"/>
              </a:ext>
            </a:extLst>
          </p:cNvPr>
          <p:cNvSpPr>
            <a:spLocks noGrp="1"/>
          </p:cNvSpPr>
          <p:nvPr>
            <p:ph type="body" sz="quarter" idx="48" hasCustomPrompt="1"/>
          </p:nvPr>
        </p:nvSpPr>
        <p:spPr>
          <a:xfrm>
            <a:off x="5068204"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67" name="Text Placeholder 66">
            <a:extLst>
              <a:ext uri="{FF2B5EF4-FFF2-40B4-BE49-F238E27FC236}">
                <a16:creationId xmlns:a16="http://schemas.microsoft.com/office/drawing/2014/main" id="{6C54E3D8-DCBA-88BC-6A77-F74873E02555}"/>
              </a:ext>
            </a:extLst>
          </p:cNvPr>
          <p:cNvSpPr>
            <a:spLocks noGrp="1"/>
          </p:cNvSpPr>
          <p:nvPr>
            <p:ph type="body" sz="quarter" idx="49" hasCustomPrompt="1"/>
          </p:nvPr>
        </p:nvSpPr>
        <p:spPr>
          <a:xfrm>
            <a:off x="1332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8" name="Text Placeholder 67">
            <a:extLst>
              <a:ext uri="{FF2B5EF4-FFF2-40B4-BE49-F238E27FC236}">
                <a16:creationId xmlns:a16="http://schemas.microsoft.com/office/drawing/2014/main" id="{BD9DA7B2-C71E-55D8-3E8A-31DF28019B76}"/>
              </a:ext>
            </a:extLst>
          </p:cNvPr>
          <p:cNvSpPr>
            <a:spLocks noGrp="1"/>
          </p:cNvSpPr>
          <p:nvPr>
            <p:ph type="body" sz="quarter" idx="50" hasCustomPrompt="1"/>
          </p:nvPr>
        </p:nvSpPr>
        <p:spPr>
          <a:xfrm>
            <a:off x="1332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9" name="Text Placeholder 5">
            <a:extLst>
              <a:ext uri="{FF2B5EF4-FFF2-40B4-BE49-F238E27FC236}">
                <a16:creationId xmlns:a16="http://schemas.microsoft.com/office/drawing/2014/main" id="{4B9E5C4C-EA10-B1D9-0656-98FFDCA1DAF3}"/>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Tree>
    <p:extLst>
      <p:ext uri="{BB962C8B-B14F-4D97-AF65-F5344CB8AC3E}">
        <p14:creationId xmlns:p14="http://schemas.microsoft.com/office/powerpoint/2010/main" val="131410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2" name="Text Placeholder 5">
            <a:extLst>
              <a:ext uri="{FF2B5EF4-FFF2-40B4-BE49-F238E27FC236}">
                <a16:creationId xmlns:a16="http://schemas.microsoft.com/office/drawing/2014/main" id="{FCB4181D-9817-F342-B438-1A7C35E4DC16}"/>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ADBD93BB-15B3-F51F-17A8-B8F84E7B4CB1}"/>
              </a:ext>
            </a:extLst>
          </p:cNvPr>
          <p:cNvSpPr>
            <a:spLocks noGrp="1"/>
          </p:cNvSpPr>
          <p:nvPr>
            <p:ph type="body" sz="quarter" idx="34" hasCustomPrompt="1"/>
          </p:nvPr>
        </p:nvSpPr>
        <p:spPr>
          <a:xfrm>
            <a:off x="609600" y="1625188"/>
            <a:ext cx="4394200" cy="3453702"/>
          </a:xfrm>
          <a:custGeom>
            <a:avLst/>
            <a:gdLst>
              <a:gd name="connsiteX0" fmla="*/ 0 w 4394200"/>
              <a:gd name="connsiteY0" fmla="*/ 0 h 3453702"/>
              <a:gd name="connsiteX1" fmla="*/ 4394200 w 4394200"/>
              <a:gd name="connsiteY1" fmla="*/ 0 h 3453702"/>
              <a:gd name="connsiteX2" fmla="*/ 4394200 w 4394200"/>
              <a:gd name="connsiteY2" fmla="*/ 3453702 h 3453702"/>
              <a:gd name="connsiteX3" fmla="*/ 0 w 4394200"/>
              <a:gd name="connsiteY3" fmla="*/ 3453702 h 3453702"/>
            </a:gdLst>
            <a:ahLst/>
            <a:cxnLst>
              <a:cxn ang="0">
                <a:pos x="connsiteX0" y="connsiteY0"/>
              </a:cxn>
              <a:cxn ang="0">
                <a:pos x="connsiteX1" y="connsiteY1"/>
              </a:cxn>
              <a:cxn ang="0">
                <a:pos x="connsiteX2" y="connsiteY2"/>
              </a:cxn>
              <a:cxn ang="0">
                <a:pos x="connsiteX3" y="connsiteY3"/>
              </a:cxn>
            </a:cxnLst>
            <a:rect l="l" t="t" r="r" b="b"/>
            <a:pathLst>
              <a:path w="4394200" h="3453702">
                <a:moveTo>
                  <a:pt x="0" y="0"/>
                </a:moveTo>
                <a:lnTo>
                  <a:pt x="4394200" y="0"/>
                </a:lnTo>
                <a:lnTo>
                  <a:pt x="4394200" y="3453702"/>
                </a:lnTo>
                <a:lnTo>
                  <a:pt x="0" y="3453702"/>
                </a:lnTo>
                <a:close/>
              </a:path>
            </a:pathLst>
          </a:custGeom>
        </p:spPr>
        <p:txBody>
          <a:bodyPr wrap="square">
            <a:noAutofit/>
          </a:bodyPr>
          <a:lstStyle>
            <a:lvl1pPr marL="0" indent="0">
              <a:lnSpc>
                <a:spcPts val="2200"/>
              </a:lnSpc>
              <a:spcBef>
                <a:spcPts val="0"/>
              </a:spcBef>
              <a:buNone/>
              <a:defRPr sz="14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5E30F091-505D-9CFB-DDA2-3701B71ABF89}"/>
              </a:ext>
            </a:extLst>
          </p:cNvPr>
          <p:cNvSpPr>
            <a:spLocks noGrp="1"/>
          </p:cNvSpPr>
          <p:nvPr>
            <p:ph type="body" sz="quarter" idx="50" hasCustomPrompt="1"/>
          </p:nvPr>
        </p:nvSpPr>
        <p:spPr>
          <a:xfrm>
            <a:off x="2677159" y="5396484"/>
            <a:ext cx="3317241" cy="311817"/>
          </a:xfrm>
          <a:custGeom>
            <a:avLst/>
            <a:gdLst>
              <a:gd name="connsiteX0" fmla="*/ 0 w 4275280"/>
              <a:gd name="connsiteY0" fmla="*/ 0 h 311817"/>
              <a:gd name="connsiteX1" fmla="*/ 4275280 w 4275280"/>
              <a:gd name="connsiteY1" fmla="*/ 0 h 311817"/>
              <a:gd name="connsiteX2" fmla="*/ 4275280 w 4275280"/>
              <a:gd name="connsiteY2" fmla="*/ 311817 h 311817"/>
              <a:gd name="connsiteX3" fmla="*/ 0 w 4275280"/>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275280" h="311817">
                <a:moveTo>
                  <a:pt x="0" y="0"/>
                </a:moveTo>
                <a:lnTo>
                  <a:pt x="4275280" y="0"/>
                </a:lnTo>
                <a:lnTo>
                  <a:pt x="4275280" y="311817"/>
                </a:lnTo>
                <a:lnTo>
                  <a:pt x="0" y="311817"/>
                </a:lnTo>
                <a:close/>
              </a:path>
            </a:pathLst>
          </a:custGeom>
        </p:spPr>
        <p:txBody>
          <a:bodyPr wrap="square">
            <a:noAutofit/>
          </a:bodyPr>
          <a:lstStyle>
            <a:lvl1pPr marL="0" indent="0">
              <a:lnSpc>
                <a:spcPts val="1800"/>
              </a:lnSpc>
              <a:spcBef>
                <a:spcPts val="300"/>
              </a:spcBef>
              <a:buNone/>
              <a:defRPr sz="1400" b="1">
                <a:solidFill>
                  <a:schemeClr val="bg1"/>
                </a:solidFill>
                <a:latin typeface="+mj-lt"/>
              </a:defRPr>
            </a:lvl1pPr>
          </a:lstStyle>
          <a:p>
            <a:pPr lvl="0"/>
            <a:r>
              <a:rPr lang="en-ID"/>
              <a:t>Your Name Here</a:t>
            </a:r>
          </a:p>
        </p:txBody>
      </p:sp>
      <p:sp>
        <p:nvSpPr>
          <p:cNvPr id="15" name="Text Placeholder 14">
            <a:extLst>
              <a:ext uri="{FF2B5EF4-FFF2-40B4-BE49-F238E27FC236}">
                <a16:creationId xmlns:a16="http://schemas.microsoft.com/office/drawing/2014/main" id="{131AAAC5-557D-889A-DA97-3D9E3C2E1DE3}"/>
              </a:ext>
            </a:extLst>
          </p:cNvPr>
          <p:cNvSpPr>
            <a:spLocks noGrp="1"/>
          </p:cNvSpPr>
          <p:nvPr>
            <p:ph type="body" sz="quarter" idx="52" hasCustomPrompt="1"/>
          </p:nvPr>
        </p:nvSpPr>
        <p:spPr>
          <a:xfrm>
            <a:off x="7172324" y="1784683"/>
            <a:ext cx="4313097" cy="2402581"/>
          </a:xfrm>
          <a:custGeom>
            <a:avLst/>
            <a:gdLst>
              <a:gd name="connsiteX0" fmla="*/ 0 w 4313097"/>
              <a:gd name="connsiteY0" fmla="*/ 0 h 2402581"/>
              <a:gd name="connsiteX1" fmla="*/ 4313097 w 4313097"/>
              <a:gd name="connsiteY1" fmla="*/ 0 h 2402581"/>
              <a:gd name="connsiteX2" fmla="*/ 4313097 w 4313097"/>
              <a:gd name="connsiteY2" fmla="*/ 2402581 h 2402581"/>
              <a:gd name="connsiteX3" fmla="*/ 0 w 4313097"/>
              <a:gd name="connsiteY3" fmla="*/ 2402581 h 2402581"/>
            </a:gdLst>
            <a:ahLst/>
            <a:cxnLst>
              <a:cxn ang="0">
                <a:pos x="connsiteX0" y="connsiteY0"/>
              </a:cxn>
              <a:cxn ang="0">
                <a:pos x="connsiteX1" y="connsiteY1"/>
              </a:cxn>
              <a:cxn ang="0">
                <a:pos x="connsiteX2" y="connsiteY2"/>
              </a:cxn>
              <a:cxn ang="0">
                <a:pos x="connsiteX3" y="connsiteY3"/>
              </a:cxn>
            </a:cxnLst>
            <a:rect l="l" t="t" r="r" b="b"/>
            <a:pathLst>
              <a:path w="4313097" h="2402581">
                <a:moveTo>
                  <a:pt x="0" y="0"/>
                </a:moveTo>
                <a:lnTo>
                  <a:pt x="4313097" y="0"/>
                </a:lnTo>
                <a:lnTo>
                  <a:pt x="4313097" y="2402581"/>
                </a:lnTo>
                <a:lnTo>
                  <a:pt x="0" y="2402581"/>
                </a:lnTo>
                <a:close/>
              </a:path>
            </a:pathLst>
          </a:custGeom>
        </p:spPr>
        <p:txBody>
          <a:bodyPr wrap="square">
            <a:noAutofit/>
          </a:bodyPr>
          <a:lstStyle>
            <a:lvl1pPr marL="0" indent="0">
              <a:lnSpc>
                <a:spcPts val="2600"/>
              </a:lnSpc>
              <a:spcBef>
                <a:spcPts val="0"/>
              </a:spcBef>
              <a:buNone/>
              <a:defRPr sz="1800" b="1">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DEE24D74-E3AF-9AA0-A1D7-D3CB51CD1A59}"/>
              </a:ext>
            </a:extLst>
          </p:cNvPr>
          <p:cNvSpPr>
            <a:spLocks noGrp="1"/>
          </p:cNvSpPr>
          <p:nvPr>
            <p:ph type="body" sz="quarter" idx="53" hasCustomPrompt="1"/>
          </p:nvPr>
        </p:nvSpPr>
        <p:spPr>
          <a:xfrm>
            <a:off x="7272110" y="5073319"/>
            <a:ext cx="4273201" cy="323165"/>
          </a:xfrm>
          <a:custGeom>
            <a:avLst/>
            <a:gdLst>
              <a:gd name="connsiteX0" fmla="*/ 0 w 4273201"/>
              <a:gd name="connsiteY0" fmla="*/ 0 h 323165"/>
              <a:gd name="connsiteX1" fmla="*/ 4273201 w 4273201"/>
              <a:gd name="connsiteY1" fmla="*/ 0 h 323165"/>
              <a:gd name="connsiteX2" fmla="*/ 4273201 w 4273201"/>
              <a:gd name="connsiteY2" fmla="*/ 323165 h 323165"/>
              <a:gd name="connsiteX3" fmla="*/ 0 w 4273201"/>
              <a:gd name="connsiteY3" fmla="*/ 323165 h 323165"/>
            </a:gdLst>
            <a:ahLst/>
            <a:cxnLst>
              <a:cxn ang="0">
                <a:pos x="connsiteX0" y="connsiteY0"/>
              </a:cxn>
              <a:cxn ang="0">
                <a:pos x="connsiteX1" y="connsiteY1"/>
              </a:cxn>
              <a:cxn ang="0">
                <a:pos x="connsiteX2" y="connsiteY2"/>
              </a:cxn>
              <a:cxn ang="0">
                <a:pos x="connsiteX3" y="connsiteY3"/>
              </a:cxn>
            </a:cxnLst>
            <a:rect l="l" t="t" r="r" b="b"/>
            <a:pathLst>
              <a:path w="4273201" h="323165">
                <a:moveTo>
                  <a:pt x="0" y="0"/>
                </a:moveTo>
                <a:lnTo>
                  <a:pt x="4273201" y="0"/>
                </a:lnTo>
                <a:lnTo>
                  <a:pt x="4273201" y="323165"/>
                </a:lnTo>
                <a:lnTo>
                  <a:pt x="0" y="323165"/>
                </a:lnTo>
                <a:close/>
              </a:path>
            </a:pathLst>
          </a:custGeom>
        </p:spPr>
        <p:txBody>
          <a:bodyPr wrap="square">
            <a:noAutofit/>
          </a:bodyPr>
          <a:lstStyle>
            <a:lvl1pPr marL="0" indent="0">
              <a:lnSpc>
                <a:spcPts val="1800"/>
              </a:lnSpc>
              <a:spcBef>
                <a:spcPts val="300"/>
              </a:spcBef>
              <a:buNone/>
              <a:defRPr sz="1800" b="1">
                <a:solidFill>
                  <a:schemeClr val="bg1"/>
                </a:solidFill>
                <a:latin typeface="+mj-lt"/>
              </a:defRPr>
            </a:lvl1pPr>
          </a:lstStyle>
          <a:p>
            <a:pPr lvl="0"/>
            <a:r>
              <a:rPr lang="en-ID"/>
              <a:t>Your Name Here</a:t>
            </a:r>
          </a:p>
        </p:txBody>
      </p:sp>
    </p:spTree>
    <p:extLst>
      <p:ext uri="{BB962C8B-B14F-4D97-AF65-F5344CB8AC3E}">
        <p14:creationId xmlns:p14="http://schemas.microsoft.com/office/powerpoint/2010/main" val="28901597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1101AA2-25E9-3357-DF77-D2332F80F738}"/>
              </a:ext>
            </a:extLst>
          </p:cNvPr>
          <p:cNvSpPr>
            <a:spLocks noGrp="1"/>
          </p:cNvSpPr>
          <p:nvPr>
            <p:ph type="body" sz="quarter" idx="33" hasCustomPrompt="1"/>
          </p:nvPr>
        </p:nvSpPr>
        <p:spPr>
          <a:xfrm>
            <a:off x="982221" y="1455723"/>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6" name="Text Placeholder 15">
            <a:extLst>
              <a:ext uri="{FF2B5EF4-FFF2-40B4-BE49-F238E27FC236}">
                <a16:creationId xmlns:a16="http://schemas.microsoft.com/office/drawing/2014/main" id="{DED0C805-BDBB-420E-DF15-8447AC1232D7}"/>
              </a:ext>
            </a:extLst>
          </p:cNvPr>
          <p:cNvSpPr>
            <a:spLocks noGrp="1"/>
          </p:cNvSpPr>
          <p:nvPr>
            <p:ph type="body" sz="quarter" idx="34" hasCustomPrompt="1"/>
          </p:nvPr>
        </p:nvSpPr>
        <p:spPr>
          <a:xfrm>
            <a:off x="982221" y="2511030"/>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7E0AAD99-B666-86EE-91DC-634F6B6CA32B}"/>
              </a:ext>
            </a:extLst>
          </p:cNvPr>
          <p:cNvSpPr>
            <a:spLocks noGrp="1"/>
          </p:cNvSpPr>
          <p:nvPr>
            <p:ph type="body" sz="quarter" idx="35" hasCustomPrompt="1"/>
          </p:nvPr>
        </p:nvSpPr>
        <p:spPr>
          <a:xfrm>
            <a:off x="982221" y="3529962"/>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A93B0B69-C49F-DC6D-19C3-43FDB8D5A1DD}"/>
              </a:ext>
            </a:extLst>
          </p:cNvPr>
          <p:cNvSpPr>
            <a:spLocks noGrp="1"/>
          </p:cNvSpPr>
          <p:nvPr>
            <p:ph type="body" sz="quarter" idx="36" hasCustomPrompt="1"/>
          </p:nvPr>
        </p:nvSpPr>
        <p:spPr>
          <a:xfrm>
            <a:off x="982221" y="4444802"/>
            <a:ext cx="8276081" cy="767691"/>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E9EB5551-23A9-6D9F-97D9-AE92818E5B8E}"/>
              </a:ext>
            </a:extLst>
          </p:cNvPr>
          <p:cNvSpPr>
            <a:spLocks noGrp="1"/>
          </p:cNvSpPr>
          <p:nvPr>
            <p:ph type="body" sz="quarter" idx="37" hasCustomPrompt="1"/>
          </p:nvPr>
        </p:nvSpPr>
        <p:spPr>
          <a:xfrm>
            <a:off x="982221" y="5731757"/>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6FCBAF8B-4352-20B1-18D3-A79880F33FC8}"/>
              </a:ext>
            </a:extLst>
          </p:cNvPr>
          <p:cNvSpPr>
            <a:spLocks noGrp="1"/>
          </p:cNvSpPr>
          <p:nvPr>
            <p:ph type="body" sz="quarter" idx="50" hasCustomPrompt="1"/>
          </p:nvPr>
        </p:nvSpPr>
        <p:spPr>
          <a:xfrm>
            <a:off x="982220" y="115438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0550B57B-A0FD-32E6-02B4-6027105D84C0}"/>
              </a:ext>
            </a:extLst>
          </p:cNvPr>
          <p:cNvSpPr>
            <a:spLocks noGrp="1"/>
          </p:cNvSpPr>
          <p:nvPr>
            <p:ph type="body" sz="quarter" idx="51" hasCustomPrompt="1"/>
          </p:nvPr>
        </p:nvSpPr>
        <p:spPr>
          <a:xfrm>
            <a:off x="982220" y="221155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7" name="Text Placeholder 26">
            <a:extLst>
              <a:ext uri="{FF2B5EF4-FFF2-40B4-BE49-F238E27FC236}">
                <a16:creationId xmlns:a16="http://schemas.microsoft.com/office/drawing/2014/main" id="{B0ED449C-C264-9486-EB8C-36247D0657CB}"/>
              </a:ext>
            </a:extLst>
          </p:cNvPr>
          <p:cNvSpPr>
            <a:spLocks noGrp="1"/>
          </p:cNvSpPr>
          <p:nvPr>
            <p:ph type="body" sz="quarter" idx="52" hasCustomPrompt="1"/>
          </p:nvPr>
        </p:nvSpPr>
        <p:spPr>
          <a:xfrm>
            <a:off x="982220" y="326529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20FDAE45-9C3A-236C-1E55-55FE61CA4CBD}"/>
              </a:ext>
            </a:extLst>
          </p:cNvPr>
          <p:cNvSpPr>
            <a:spLocks noGrp="1"/>
          </p:cNvSpPr>
          <p:nvPr>
            <p:ph type="body" sz="quarter" idx="53" hasCustomPrompt="1"/>
          </p:nvPr>
        </p:nvSpPr>
        <p:spPr>
          <a:xfrm>
            <a:off x="982220" y="4146824"/>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0">
                <a:solidFill>
                  <a:schemeClr val="accent3"/>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9212785-1D5C-5F94-A1BC-15022F732CEF}"/>
              </a:ext>
            </a:extLst>
          </p:cNvPr>
          <p:cNvSpPr>
            <a:spLocks noGrp="1"/>
          </p:cNvSpPr>
          <p:nvPr>
            <p:ph type="body" sz="quarter" idx="54" hasCustomPrompt="1"/>
          </p:nvPr>
        </p:nvSpPr>
        <p:spPr>
          <a:xfrm>
            <a:off x="982220" y="543042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32" name="Picture Placeholder 4">
            <a:extLst>
              <a:ext uri="{FF2B5EF4-FFF2-40B4-BE49-F238E27FC236}">
                <a16:creationId xmlns:a16="http://schemas.microsoft.com/office/drawing/2014/main" id="{C26DDD0A-273A-6930-807C-EDA47C894006}"/>
              </a:ext>
            </a:extLst>
          </p:cNvPr>
          <p:cNvSpPr>
            <a:spLocks noGrp="1"/>
          </p:cNvSpPr>
          <p:nvPr>
            <p:ph type="pic" sz="quarter" idx="10"/>
          </p:nvPr>
        </p:nvSpPr>
        <p:spPr>
          <a:xfrm>
            <a:off x="9550400" y="0"/>
            <a:ext cx="2641600" cy="6858000"/>
          </a:xfrm>
          <a:custGeom>
            <a:avLst/>
            <a:gdLst>
              <a:gd name="connsiteX0" fmla="*/ 0 w 3111499"/>
              <a:gd name="connsiteY0" fmla="*/ 0 h 6858000"/>
              <a:gd name="connsiteX1" fmla="*/ 3111499 w 3111499"/>
              <a:gd name="connsiteY1" fmla="*/ 0 h 6858000"/>
              <a:gd name="connsiteX2" fmla="*/ 3111499 w 3111499"/>
              <a:gd name="connsiteY2" fmla="*/ 6858000 h 6858000"/>
              <a:gd name="connsiteX3" fmla="*/ 0 w 31114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11499" h="6858000">
                <a:moveTo>
                  <a:pt x="0" y="0"/>
                </a:moveTo>
                <a:lnTo>
                  <a:pt x="3111499" y="0"/>
                </a:lnTo>
                <a:lnTo>
                  <a:pt x="3111499" y="6858000"/>
                </a:lnTo>
                <a:lnTo>
                  <a:pt x="0" y="6858000"/>
                </a:lnTo>
                <a:close/>
              </a:path>
            </a:pathLst>
          </a:custGeom>
          <a:ln>
            <a:noFill/>
          </a:ln>
        </p:spPr>
        <p:txBody>
          <a:bodyPr wrap="square">
            <a:noAutofit/>
          </a:bodyPr>
          <a:lstStyle/>
          <a:p>
            <a:endParaRPr lang="en-ID"/>
          </a:p>
        </p:txBody>
      </p:sp>
    </p:spTree>
    <p:extLst>
      <p:ext uri="{BB962C8B-B14F-4D97-AF65-F5344CB8AC3E}">
        <p14:creationId xmlns:p14="http://schemas.microsoft.com/office/powerpoint/2010/main" val="1947861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7" name="Text Placeholder 6">
            <a:extLst>
              <a:ext uri="{FF2B5EF4-FFF2-40B4-BE49-F238E27FC236}">
                <a16:creationId xmlns:a16="http://schemas.microsoft.com/office/drawing/2014/main" id="{706751D6-159E-6664-359F-2760FAF3589A}"/>
              </a:ext>
            </a:extLst>
          </p:cNvPr>
          <p:cNvSpPr>
            <a:spLocks noGrp="1"/>
          </p:cNvSpPr>
          <p:nvPr>
            <p:ph type="body" sz="quarter" idx="51" hasCustomPrompt="1"/>
          </p:nvPr>
        </p:nvSpPr>
        <p:spPr>
          <a:xfrm>
            <a:off x="965201" y="2330033"/>
            <a:ext cx="4856481" cy="2397457"/>
          </a:xfrm>
          <a:custGeom>
            <a:avLst/>
            <a:gdLst>
              <a:gd name="connsiteX0" fmla="*/ 0 w 4856481"/>
              <a:gd name="connsiteY0" fmla="*/ 0 h 2123658"/>
              <a:gd name="connsiteX1" fmla="*/ 4856481 w 4856481"/>
              <a:gd name="connsiteY1" fmla="*/ 0 h 2123658"/>
              <a:gd name="connsiteX2" fmla="*/ 4856481 w 4856481"/>
              <a:gd name="connsiteY2" fmla="*/ 2123658 h 2123658"/>
              <a:gd name="connsiteX3" fmla="*/ 0 w 4856481"/>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4856481" h="2123658">
                <a:moveTo>
                  <a:pt x="0" y="0"/>
                </a:moveTo>
                <a:lnTo>
                  <a:pt x="4856481" y="0"/>
                </a:lnTo>
                <a:lnTo>
                  <a:pt x="4856481" y="2123658"/>
                </a:lnTo>
                <a:lnTo>
                  <a:pt x="0" y="2123658"/>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BF397D75-B508-80FA-4AD2-2D77630427E9}"/>
              </a:ext>
            </a:extLst>
          </p:cNvPr>
          <p:cNvSpPr>
            <a:spLocks noGrp="1"/>
          </p:cNvSpPr>
          <p:nvPr>
            <p:ph type="body" sz="quarter" idx="50" hasCustomPrompt="1"/>
          </p:nvPr>
        </p:nvSpPr>
        <p:spPr>
          <a:xfrm>
            <a:off x="1137919" y="4727491"/>
            <a:ext cx="1544324"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1">
                <a:solidFill>
                  <a:schemeClr val="bg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29E1FC7F-873A-2E91-302E-E3CB9B5C172D}"/>
              </a:ext>
            </a:extLst>
          </p:cNvPr>
          <p:cNvSpPr>
            <a:spLocks noGrp="1"/>
          </p:cNvSpPr>
          <p:nvPr>
            <p:ph type="body" sz="quarter" idx="52" hasCustomPrompt="1"/>
          </p:nvPr>
        </p:nvSpPr>
        <p:spPr>
          <a:xfrm>
            <a:off x="1397673" y="5205074"/>
            <a:ext cx="3243581"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0">
                <a:solidFill>
                  <a:schemeClr val="bg1"/>
                </a:solidFill>
                <a:latin typeface="+mj-lt"/>
              </a:defRPr>
            </a:lvl1pPr>
          </a:lstStyle>
          <a:p>
            <a:pPr lvl="0"/>
            <a:r>
              <a:rPr lang="en-ID"/>
              <a:t>Your Mail Here</a:t>
            </a:r>
          </a:p>
        </p:txBody>
      </p:sp>
    </p:spTree>
    <p:extLst>
      <p:ext uri="{BB962C8B-B14F-4D97-AF65-F5344CB8AC3E}">
        <p14:creationId xmlns:p14="http://schemas.microsoft.com/office/powerpoint/2010/main" val="286086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DB7300-F3FF-5007-12F8-6ED41515E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807E954-7525-38C5-8CF8-1FC37696B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C633216-8130-2F56-CC78-7D5D5F32E8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017E8-D1FC-4C77-9709-89D4443D2D18}" type="datetimeFigureOut">
              <a:rPr lang="en-ID" smtClean="0"/>
              <a:t>29/01/2024</a:t>
            </a:fld>
            <a:endParaRPr lang="en-ID"/>
          </a:p>
        </p:txBody>
      </p:sp>
      <p:sp>
        <p:nvSpPr>
          <p:cNvPr id="5" name="Footer Placeholder 4">
            <a:extLst>
              <a:ext uri="{FF2B5EF4-FFF2-40B4-BE49-F238E27FC236}">
                <a16:creationId xmlns:a16="http://schemas.microsoft.com/office/drawing/2014/main" id="{299BAB3D-1D63-1662-4C74-902B031DC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47E04AA-6F47-DBB6-DB25-4CAFE5EB9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0936B-25D9-4A0E-A3BA-EB79641BCC2E}" type="slidenum">
              <a:rPr lang="en-ID" smtClean="0"/>
              <a:t>‹#›</a:t>
            </a:fld>
            <a:endParaRPr lang="en-ID"/>
          </a:p>
        </p:txBody>
      </p:sp>
      <p:sp>
        <p:nvSpPr>
          <p:cNvPr id="43" name="Rectangle 42">
            <a:extLst>
              <a:ext uri="{FF2B5EF4-FFF2-40B4-BE49-F238E27FC236}">
                <a16:creationId xmlns:a16="http://schemas.microsoft.com/office/drawing/2014/main" id="{2B94D20D-961E-9D88-F7E7-5A4840E77286}"/>
              </a:ext>
            </a:extLst>
          </p:cNvPr>
          <p:cNvSpPr/>
          <p:nvPr userDrawn="1"/>
        </p:nvSpPr>
        <p:spPr>
          <a:xfrm>
            <a:off x="0" y="6668271"/>
            <a:ext cx="12192000" cy="837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descr="A logo with a blue and yellow text&#10;&#10;Description automatically generated">
            <a:extLst>
              <a:ext uri="{FF2B5EF4-FFF2-40B4-BE49-F238E27FC236}">
                <a16:creationId xmlns:a16="http://schemas.microsoft.com/office/drawing/2014/main" id="{ABF18335-06C2-7598-DD67-E454FF477DD9}"/>
              </a:ext>
            </a:extLst>
          </p:cNvPr>
          <p:cNvPicPr>
            <a:picLocks noChangeAspect="1"/>
          </p:cNvPicPr>
          <p:nvPr userDrawn="1"/>
        </p:nvPicPr>
        <p:blipFill>
          <a:blip r:embed="rId12"/>
          <a:stretch>
            <a:fillRect/>
          </a:stretch>
        </p:blipFill>
        <p:spPr>
          <a:xfrm>
            <a:off x="11241720" y="314964"/>
            <a:ext cx="550269" cy="438150"/>
          </a:xfrm>
          <a:prstGeom prst="rect">
            <a:avLst/>
          </a:prstGeom>
        </p:spPr>
      </p:pic>
      <p:sp>
        <p:nvSpPr>
          <p:cNvPr id="11" name="Right Triangle 10">
            <a:extLst>
              <a:ext uri="{FF2B5EF4-FFF2-40B4-BE49-F238E27FC236}">
                <a16:creationId xmlns:a16="http://schemas.microsoft.com/office/drawing/2014/main" id="{8D4BF400-C2BD-A52A-5640-C3F1F04BE6CF}"/>
              </a:ext>
            </a:extLst>
          </p:cNvPr>
          <p:cNvSpPr/>
          <p:nvPr userDrawn="1"/>
        </p:nvSpPr>
        <p:spPr>
          <a:xfrm flipV="1">
            <a:off x="0" y="0"/>
            <a:ext cx="133350" cy="412750"/>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Rectangle: Single Corner Rounded 39">
            <a:extLst>
              <a:ext uri="{FF2B5EF4-FFF2-40B4-BE49-F238E27FC236}">
                <a16:creationId xmlns:a16="http://schemas.microsoft.com/office/drawing/2014/main" id="{2A2AC88F-E8B5-CDE1-C658-69983756386C}"/>
              </a:ext>
            </a:extLst>
          </p:cNvPr>
          <p:cNvSpPr/>
          <p:nvPr userDrawn="1"/>
        </p:nvSpPr>
        <p:spPr>
          <a:xfrm flipH="1" flipV="1">
            <a:off x="11175206" y="6364191"/>
            <a:ext cx="1016794" cy="338554"/>
          </a:xfrm>
          <a:prstGeom prst="round1Rect">
            <a:avLst>
              <a:gd name="adj" fmla="val 50000"/>
            </a:avLst>
          </a:prstGeom>
          <a:solidFill>
            <a:schemeClr val="accent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Box 41">
            <a:extLst>
              <a:ext uri="{FF2B5EF4-FFF2-40B4-BE49-F238E27FC236}">
                <a16:creationId xmlns:a16="http://schemas.microsoft.com/office/drawing/2014/main" id="{71E5B02D-5321-D582-4057-718DF9C75E4B}"/>
              </a:ext>
            </a:extLst>
          </p:cNvPr>
          <p:cNvSpPr txBox="1"/>
          <p:nvPr userDrawn="1"/>
        </p:nvSpPr>
        <p:spPr>
          <a:xfrm>
            <a:off x="11326530" y="6402663"/>
            <a:ext cx="930917" cy="261610"/>
          </a:xfrm>
          <a:prstGeom prst="rect">
            <a:avLst/>
          </a:prstGeom>
          <a:noFill/>
        </p:spPr>
        <p:txBody>
          <a:bodyPr wrap="square" rtlCol="0">
            <a:spAutoFit/>
          </a:bodyPr>
          <a:lstStyle/>
          <a:p>
            <a:r>
              <a:rPr lang="en-US" sz="1100" b="1">
                <a:solidFill>
                  <a:schemeClr val="accent1"/>
                </a:solidFill>
                <a:latin typeface="+mj-lt"/>
              </a:rPr>
              <a:t>PAGE | </a:t>
            </a:r>
            <a:fld id="{102009AA-E089-4079-8153-5D7FB6B42523}" type="slidenum">
              <a:rPr lang="en-US" sz="1100" b="1" smtClean="0">
                <a:solidFill>
                  <a:schemeClr val="accent1"/>
                </a:solidFill>
                <a:latin typeface="+mj-lt"/>
              </a:rPr>
              <a:t>‹#›</a:t>
            </a:fld>
            <a:endParaRPr lang="en-ID" sz="1100" b="1">
              <a:solidFill>
                <a:schemeClr val="accent1"/>
              </a:solidFill>
              <a:latin typeface="+mj-lt"/>
            </a:endParaRPr>
          </a:p>
        </p:txBody>
      </p:sp>
    </p:spTree>
    <p:extLst>
      <p:ext uri="{BB962C8B-B14F-4D97-AF65-F5344CB8AC3E}">
        <p14:creationId xmlns:p14="http://schemas.microsoft.com/office/powerpoint/2010/main" val="1918023180"/>
      </p:ext>
    </p:extLst>
  </p:cSld>
  <p:clrMap bg1="lt1" tx1="dk1" bg2="lt2" tx2="dk2" accent1="accent1" accent2="accent2" accent3="accent3" accent4="accent4" accent5="accent5" accent6="accent6" hlink="hlink" folHlink="folHlink"/>
  <p:sldLayoutIdLst>
    <p:sldLayoutId id="2147483878" r:id="rId1"/>
    <p:sldLayoutId id="2147483877" r:id="rId2"/>
    <p:sldLayoutId id="2147483844" r:id="rId3"/>
    <p:sldLayoutId id="2147483843" r:id="rId4"/>
    <p:sldLayoutId id="2147483879" r:id="rId5"/>
    <p:sldLayoutId id="2147483880" r:id="rId6"/>
    <p:sldLayoutId id="2147483845" r:id="rId7"/>
    <p:sldLayoutId id="2147483866" r:id="rId8"/>
    <p:sldLayoutId id="2147483881" r:id="rId9"/>
    <p:sldLayoutId id="2147483846"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9C21D06-BF4B-26CF-6EF9-B1897159735A}"/>
              </a:ext>
            </a:extLst>
          </p:cNvPr>
          <p:cNvGrpSpPr/>
          <p:nvPr userDrawn="1"/>
        </p:nvGrpSpPr>
        <p:grpSpPr>
          <a:xfrm>
            <a:off x="1" y="2724173"/>
            <a:ext cx="12191999" cy="4133827"/>
            <a:chOff x="0" y="1362116"/>
            <a:chExt cx="12191999" cy="4133827"/>
          </a:xfrm>
          <a:gradFill>
            <a:gsLst>
              <a:gs pos="23000">
                <a:schemeClr val="accent1">
                  <a:alpha val="34000"/>
                </a:schemeClr>
              </a:gs>
              <a:gs pos="100000">
                <a:schemeClr val="accent1">
                  <a:alpha val="0"/>
                </a:schemeClr>
              </a:gs>
            </a:gsLst>
            <a:lin ang="4800000" scaled="0"/>
          </a:gradFill>
        </p:grpSpPr>
        <p:sp>
          <p:nvSpPr>
            <p:cNvPr id="12" name="Freeform: Shape 11">
              <a:extLst>
                <a:ext uri="{FF2B5EF4-FFF2-40B4-BE49-F238E27FC236}">
                  <a16:creationId xmlns:a16="http://schemas.microsoft.com/office/drawing/2014/main" id="{BF062822-B256-CEBF-C156-BE1D21327520}"/>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B455244-6C44-FE02-A9CB-960337D80E5A}"/>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D53D56A8-C9D7-42BA-B1E0-9D6C4E2BECC3}"/>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F56588DB-1741-12CB-DAA0-9F2BC2B10A8B}"/>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91154C3C-C9F3-F982-A215-2814B52EAE3A}"/>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61FF1218-2ABE-A5AE-6BE7-FAC03C5C455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52BA0D41-BCA3-379C-43B2-98119C84B887}"/>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BD38C8D5-64DA-7383-4052-873DBCBF9BFB}"/>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ACD66682-556B-BB92-2BAF-1815D62D2E16}"/>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09269073-BF37-19D4-34DE-C7A49554C339}"/>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09523D45-F2DC-DDD6-E1BC-E0134D9713B8}"/>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079EA638-9BE1-F27C-82ED-C515F135AB4C}"/>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9E3EEE11-4BD2-F8D0-CAB6-2E333108EBA6}"/>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9D5473DF-EC92-0E0F-8AFF-7763EEF5F2CD}"/>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05D8891-3EDE-46A3-8596-C813768123A9}"/>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501E8F87-2DCF-44C1-5486-669C763B7082}"/>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48272DC8-5125-A1C5-F0FF-18E151417529}"/>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70BB2B7C-6370-DBC3-DAE2-BC48AF6164CE}"/>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194CB958-4D82-F048-D2FB-ED29C7A03DA5}"/>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49699DE8-D15F-F033-1579-B13BF3E7C870}"/>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515F1F7D-E10D-8C7D-FE89-45DAF6BCEC4F}"/>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4BD60514-7E9E-2B86-8207-B8F941D0DA00}"/>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9233AE13-5EEE-2E54-1448-7BDD6049276D}"/>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C76AF812-27DE-B786-716D-AA7E4AE09332}"/>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AEF5639E-492D-1FC9-5A26-110DEC38F6B9}"/>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C92752E0-B9EB-2B17-1B2D-FA1E5FFFADFD}"/>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0BAC328B-8744-1E1A-7F54-DF692F5E77FF}"/>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5834BBA0-5B52-8C39-3F5D-AE8C7E75C8FF}"/>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C84C70A0-6604-E5E6-4C12-09C67677BB15}"/>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DF8AF403-4FD2-8DCB-BB17-8A5B496C5A07}"/>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A959CBF5-279D-F1AF-FF00-B2048E6660CD}"/>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F5D920ED-6ECA-4539-144E-8A1B377806C9}"/>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F25A7DDD-8688-172B-9630-4BD253ED6FDA}"/>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E9B43D14-EE7A-7D6B-5C1D-B916B797AB0B}"/>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3F9ADB19-9ECA-7829-F4FF-EF0A60B41503}"/>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BAC1715C-0D73-C0E7-A09B-75C8660A98C1}"/>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187759DA-A072-39C0-02A8-DF4A15D2F2D7}"/>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381DD67E-E3A4-CDA2-80B6-092ED48FD2B2}"/>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6067BEA2-74D8-1805-DBB1-2A94C60B6A92}"/>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FF488CCA-47FF-B860-4D60-3A3BB85E21E7}"/>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7B639A07-9D69-077F-BB62-2E0C5CD74A44}"/>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4823EEE6-5F21-BC38-B35E-59DDEE3EBDC2}"/>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F4F553E6-A45B-6383-8CA5-62F5F58AD9D2}"/>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C373FCE6-A900-9290-F81D-5D6E429FB160}"/>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F8D635E0-D415-CAED-1A41-749B28AFF9D9}"/>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05CAFFBB-D40E-406D-F001-444DA2D07766}"/>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4E6FD6E7-C7F0-D429-6C7D-CFB5E87FF1CE}"/>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8522D931-F82C-47D6-38E6-25E23030A3CF}"/>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51DF2684-FFB2-F985-BB1C-739DE4E950C9}"/>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723D537F-A153-8361-B8AC-CE6AB198273C}"/>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04761D28-A6C3-E34B-62C4-CFE67FDF0458}"/>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3904DB20-ADCD-BDF9-4D00-8EDB57A49106}"/>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390E468C-0891-1F81-5943-95C21BEC0E9B}"/>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921F9873-4543-95B9-1CA5-1CCA44A00D3B}"/>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B8E9B5F3-4B25-FE70-9692-1D3B7950DD84}"/>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45858607-47C7-05AC-D3D1-A9ED0EB1E01F}"/>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64D0C08-8DC0-95F3-012A-7B4ECD5C1CA9}"/>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50646055-71DF-461C-9310-AAE84505286C}"/>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D4DDC355-1A63-799B-202E-A59C38131F52}"/>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4CA3321E-D2BD-5650-90D2-5168148F37B4}"/>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1A826C88-9FA7-6ABA-75BB-8247C77F7900}"/>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85076DEC-4A7A-A6F1-B331-29D44B734B94}"/>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FB67414B-8A8A-FFAA-F5E0-CAB195D77FE3}"/>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0F74AC4F-A5FF-5952-2C68-1B029D13DEB8}"/>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12B6A247-1BD4-70A8-14A3-5F51433033B9}"/>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671F54FA-7B6C-905E-4C04-A61847B2361B}"/>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3522CEF5-D4B8-40DC-7CF2-601E90DA5725}"/>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71B5FFAF-D613-6887-6F2D-7336733622BD}"/>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24292A40-5D5B-C6C2-9154-B5351C432599}"/>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7CE0EBDA-8085-7353-C5F3-591CD7A8D4E5}"/>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098A9B44-1C33-EAA2-81AD-6BB331F80378}"/>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702DDDA7-9CC6-46BF-1697-0730961A3C47}"/>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B0E386E2-0969-DB0B-031E-8DD26E4995AF}"/>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B6B58BF2-EE71-001E-3B39-927D1D1887A0}"/>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6A9B511A-1843-94BF-739E-0AE4F3352FCB}"/>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990A687F-3C79-DB3A-07C7-76C8324B25E0}"/>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1979FEA3-DE62-212F-15D3-2CFB894E23B0}"/>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DE6FF1E5-1B82-AC41-AED1-1702AEB9C395}"/>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740E58B1-9011-1F1D-A98B-B08E6A949891}"/>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C06BD4BC-095F-5384-2947-856AE89C0F88}"/>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924E026C-BB4A-D314-B117-30A557FF491E}"/>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F041007F-44C5-C221-3342-901043F81C7E}"/>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3F338597-497E-2951-A0CF-B0B9AA245633}"/>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30E311E4-385C-48CF-A7CC-D3FAC1AE5060}"/>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B2CACABC-F115-451E-B86D-7C9BBA01D813}"/>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EE470762-EFEA-A645-AE6C-0DEA44A50B76}"/>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A99C3476-A623-7F59-FBD7-0B8D4C1B48F2}"/>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FF4B9958-4812-9253-8E67-D134608ED40E}"/>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A6BB1649-6F01-12DE-4A6F-1B63699C4766}"/>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5632BE22-03B6-77DF-5690-68B63CAFA1B9}"/>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662AA11D-09F9-B44F-B0B1-DF26DC83E4AF}"/>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6A72042D-E0D8-19E4-E998-565B78D64982}"/>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8C448BB4-D4F7-0C66-49E3-6081DDAD5472}"/>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FC9DF501-7498-AE9A-4233-A09493C420B4}"/>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77BDFC84-DD98-4CCA-BA3F-6D1F1FCF3590}"/>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4C63FDAE-7996-A8D5-499B-C04EFC21D350}"/>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8C55493A-B082-A866-346F-1D5763B1643E}"/>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AB5E1F49-9763-59B0-E99D-A1BECBE9D401}"/>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ED1808BA-E48E-5FF8-054A-6627FAB39B1F}"/>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56C3919F-F726-377A-AC73-62ED2DED4745}"/>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B123403D-5BAF-02E9-7B67-9C5DEC90EA73}"/>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CC11C492-B842-D6D5-3E7C-77D3DA8E836F}"/>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B2A935D9-9FF4-44B3-F41B-FA57D910A034}"/>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380BB860-39DE-C186-DAB3-FD451EF38909}"/>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B448441D-5109-90BB-F758-351F5800D1A9}"/>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70DB830A-2AE5-A3B3-2C6C-AB54E6A0D53B}"/>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4C9B2D4E-4D78-8A18-25FA-6DFEE408E80E}"/>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6BB188B6-C805-2793-8F90-1A7F2ADE6E27}"/>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106EFCCD-57C4-6C29-F11A-D1D7B9940C4F}"/>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F3712F03-D2CD-3AB9-68C7-CFDBC6807435}"/>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90D61CE8-238C-9E18-D263-5D491BDB540A}"/>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A8DC3809-6E52-133C-CA07-506D1D789E7D}"/>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F1C447C2-1A7A-0FBA-4CBC-BE5EE3C7EAC6}"/>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913ABC8D-F462-D424-559D-281FA68FD347}"/>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55F4760C-5149-9E15-A5F1-BF67A3445ADF}"/>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EAB060F8-7AE4-2201-1E79-8A46543D65AE}"/>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EE9B7C5F-E647-91A0-C6D7-DB835D839E81}"/>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577282C1-9D20-74F8-9D3C-6FBAEB770434}"/>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E6510A73-EB28-2076-6ED3-6BAE07B32C80}"/>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AABE4B46-E578-A96F-3C79-CE21C0B49EF0}"/>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FA8557A6-E743-1D71-803B-4AB3973A68C3}"/>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428F25FC-3B37-D5E9-AA7D-392398D31F48}"/>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01795F5C-040F-A98F-68CE-4C3F80F8F7CD}"/>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AE1D8B86-D81D-1E7D-B563-D1E9C107CDE9}"/>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936D2DF1-1EA9-7970-092E-B7907D8B523A}"/>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C109F8F8-08FA-A044-2C6B-81A6091E93C3}"/>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345461E6-47A1-E1DC-7007-4BA3430EC7F0}"/>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416C223D-50E5-C290-1CD5-27EE728EA287}"/>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96DB3BBC-682A-F05E-6FBE-A80765FF4E6C}"/>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3AFB116B-5E92-4F98-F6CF-6DEF3B23ECBC}"/>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7BF419C3-07FB-9C07-7A11-D7A883A4B3A4}"/>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42367497-B4F3-FF9C-4020-CC542ED7BCE2}"/>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B2E64CC9-764B-64CA-5A28-1CA9DFD8A207}"/>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C0900A0B-1FF7-2EE4-141B-66E5832448A7}"/>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3A4AAE5C-6B96-F6F4-30AB-F70862264E84}"/>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21C1BAAC-E2B7-8523-9233-B93CDCC4A4D7}"/>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69FC537D-DFC1-0CB7-6353-0F1D3A39A454}"/>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A6EBAFD2-30AD-EA57-21A0-93E3DB8A7EEB}"/>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53B2A119-F86D-57B3-6BF9-3D3B4E345934}"/>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1A27ACB3-220C-FDC0-35D5-670F6386A1B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22822DB0-627F-D8F6-9EB3-2C47F61818B2}"/>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AA08D478-C545-1069-31C5-713E64A83315}"/>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23906831-BDBA-89B1-8C5E-FC16885D278E}"/>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8F6B3E70-4534-438A-01D9-FC76A60D8F31}"/>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CCCF9002-6B7B-00A1-21F1-B595ABD48129}"/>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F4EC38D7-247C-A275-7CB0-B978E8E09A97}"/>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87376689-95F4-CE9F-D101-8DC842D94409}"/>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E8824C20-71EB-AB48-518F-DD979BE47ACD}"/>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E6DDFDD2-694E-878D-D78C-DA2C93E65266}"/>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C17EE72D-4781-6CEB-0F93-CBCA9F1CA3D5}"/>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69813103-F8BC-C583-9D9F-57C9AD2CFEA6}"/>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B10393C4-477E-38E4-B075-A7DFBAEDBC71}"/>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B509D903-E9B8-1D24-003A-A178A9FECDA3}"/>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C2CFFD75-8B15-C4DE-FBAB-A75A294984A3}"/>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558BDE57-42B5-9F41-AC8D-55870EC191E8}"/>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ABF9DFD1-7E1D-285F-4A89-207C1474ED25}"/>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9FA3EF0B-E27C-2793-5013-E89B3979724E}"/>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D0134C90-1FED-145A-72B3-0AE65DEFD7AE}"/>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0622D93E-5D07-7E83-F797-2DE3C073BF30}"/>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12DA8154-A4F7-1B18-1D41-8D1BA9BD9EE4}"/>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45B981F7-FF83-389C-8C6C-ACAD922229D2}"/>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591B43C4-6CA1-82A1-0F03-6F41B2BA45A5}"/>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87FBACBF-11EF-F9B9-8E5E-15B081217FD1}"/>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A415DD32-7CB8-3FBE-5082-10C18D3E3EA6}"/>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82FD0E5A-FE06-6BD3-FD07-D6BA6F0D48C2}"/>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4F85D275-BD65-28FF-C512-5C1966C6D471}"/>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D14C85F5-CC2E-225B-1072-0FE6EFA08AFC}"/>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6AB11207-AE19-9C20-88E2-F78D605E55C6}"/>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2A23646B-F766-C5E5-01BB-D1AC6F14DE0F}"/>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B1DF05E4-2721-E041-FA99-E6D539CE6333}"/>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9309BB60-6E98-3553-7A52-59A745878D93}"/>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F2F9EF47-8010-5423-E342-85172423B96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EE1C44E7-D7EE-B8E6-6733-9A951B471B5A}"/>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9896304B-818E-9A63-B4CC-84BC1F12B449}"/>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8028ABD6-F059-1EF2-FE8A-9E8A370E078B}"/>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926CB1C9-D151-E627-EA46-CC98824AAA86}"/>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7387CD87-758B-ECBE-53BB-412DCD88ABCC}"/>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4FC4CD85-12FB-A9C2-A65C-24B6BDE79A5E}"/>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4D9E4739-C556-D0DF-384C-25F08F849981}"/>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EB335DC1-410D-97F4-7492-61D998E63864}"/>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FB52EEC7-8131-9E10-BE35-697B23BAE48D}"/>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23E6D65A-B7B0-60CB-F853-71C727EEB1C8}"/>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18D9D881-9E26-3D17-06F8-CBA387B1C6CC}"/>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0F7909CE-3792-94DC-8F6C-22AB463A5220}"/>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A2A83D8F-D064-B6A8-7064-0EF421AFAC10}"/>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9217A56F-E4FA-EC99-D7A3-C720E357602C}"/>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E4FE0511-F50A-EF23-EED7-F1D41C2AB702}"/>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543D329C-8792-8F6F-AD1E-A361EAB68D29}"/>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81CC35AD-C337-CEFF-6390-F71AAF3BFB99}"/>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223B7429-EE72-1A2A-FA1A-4C1B1186A09B}"/>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CCE8C3DF-7E8E-2E39-D8CF-5D4074A227A9}"/>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2F132887-43D2-C23D-4210-0628D1FA37D1}"/>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C0E342B0-4ED4-F05C-989D-EB9AAC1EDA61}"/>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1DD721F0-A9F1-0873-90E3-55DCDF921B2F}"/>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898A5F93-DCF7-E8F1-9FAE-6AD9D95CA3EA}"/>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040DADDD-73F7-D90C-E0AC-76AECF81CBE7}"/>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50D4FB63-A830-4222-1059-7B266FDE4411}"/>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027DFC29-90B1-F6C4-6038-77FF1FB28024}"/>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524BB263-1F23-6132-D4B3-6E0DCEEFE908}"/>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574F5865-E0AE-FE6E-5D40-1B677B629675}"/>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0C03BD97-A352-E0E8-B224-64179DD33D47}"/>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0463C6CF-1AE3-5DB8-309F-C0DB21F05B4A}"/>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89CBFC3D-6CB0-11C3-F87E-62F32E951926}"/>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8D9AB9A0-5DE8-1BD2-FC41-47417D690267}"/>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4308FF6B-4BFF-5271-F6EE-B9B106971601}"/>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0FD4ECAE-C907-24BB-EEFA-1A4D78AD75EA}"/>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A9B110FE-3FEB-8BF8-C512-57C928ABDB50}"/>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937113AA-AE56-D119-5FE5-3E79F38D8E42}"/>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13E89C77-DFA2-F64C-818D-DFF919829001}"/>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69F081AB-2486-165D-DCBD-FE343D4BB21A}"/>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445EC707-C7BA-4137-3C44-B418E6EFE9B1}"/>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899B4ECF-D6C5-51BC-C2FF-8B73CA8C2433}"/>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70DEB7FB-58D7-73ED-7AA8-9DEE063D62D5}"/>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DFE3B000-AFC9-05B7-97DE-3CED949640F9}"/>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BECFAC32-91C5-DDF8-BB3E-21E50194DEAF}"/>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F8C13CDD-08F2-FB59-70B9-B45BE15F9358}"/>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34A65DDB-7F5F-4015-AE4D-947CADC92BBC}"/>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2333AFB3-84ED-E870-3AAC-F8DA88089E82}"/>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05F0D190-7888-E607-5362-C66A2B2FD111}"/>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71F7FE5C-AE64-5923-A9FB-592CF47D9E4E}"/>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E34F050A-3BD3-408C-1F20-7D25A2A0D1C7}"/>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F72765FA-D8E6-4FF4-EB2B-1122250487A8}"/>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77F451F6-1C6A-71F1-4EA2-49095D04285E}"/>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CF764EEB-8756-BA0E-CE91-BF6C564868B4}"/>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20DA7B3B-734F-4010-3064-1F54D7C2E9D0}"/>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D948440C-D2CC-CC5B-7547-AA8FCCFCD03B}"/>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07085478-6235-FAE3-F9AD-468F8F580933}"/>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94A137E0-2A65-6D63-05C3-ABCE41763F4E}"/>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F629078A-4B38-63A4-DD80-501245FA2AED}"/>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7CA14CF4-9AE5-3923-72C2-33C83F1E1EA6}"/>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BFCB0D1B-25C1-7A8F-4CB6-B1E07F4DA6FD}"/>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FC1F622E-0DD8-399D-7CAA-A78A6EC1D7D2}"/>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F61B3CDA-A61D-BE40-FC90-5C41C4EF7AA4}"/>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321DD137-BA80-D089-E180-FC7218074A16}"/>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89C0A128-D229-2DFF-6DD1-5D1F6265E663}"/>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33DBEDA3-6BCB-220A-5F06-AD1FD8236452}"/>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71F2F070-B302-296D-EE48-E63F58674EDE}"/>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277A2B81-5181-347B-F9F2-7D37E5B81DED}"/>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B098ED20-9730-9E2B-13FB-966C5F2D35B2}"/>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4F4F83BB-EA75-76A8-0B72-8472D3396932}"/>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A15E67D7-8111-B2C0-A649-E1D90320DB1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611821E4-4EC5-53F5-DE76-715F6F68005B}"/>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4BBF1699-B448-FC45-A381-A5DCC6295E36}"/>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29DF4BA8-D925-2850-DC4F-7A6B098C52AE}"/>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71F6EFD9-DC9C-855C-F146-561EA667F46F}"/>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7059F547-A009-2044-4F38-4BBE528AAA63}"/>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88DBB508-A036-68F3-CDEA-73E31E673100}"/>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91260276-839D-63CB-BE51-E3127985C986}"/>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E684FE2B-AAD3-EEB8-E125-C4519DC4A863}"/>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E8D1C2A1-003D-6CE3-CBAF-AAE9BBE65E64}"/>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9AA679AD-8556-EBC6-CCB0-37D62772244D}"/>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854A8162-656C-A83C-C339-8AE746F74261}"/>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C465F00D-8D74-A08E-AB62-7B15812473CC}"/>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AD123888-0C4D-F8FD-E196-96A622E43DA9}"/>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E568BFBD-27C4-593A-B1EE-5C36F9C61C64}"/>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2B9EBB18-5999-4AF8-B377-F50572643BE7}"/>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2FE553CC-1D35-F6F6-33D9-26CBCB0ACD02}"/>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E1931DB3-55E8-B8A2-8554-282C1A9B8EB2}"/>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04053FA1-A039-CD96-7199-32EDD4D899F1}"/>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00C2C284-4988-606A-4B82-EED860ED7623}"/>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1772C3C5-DB6D-F0E0-E536-18B2458E77A8}"/>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9B2D1FC5-BB8B-54F8-07A7-7B4671C31829}"/>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EEAFE471-4D03-683A-BB99-EB38A68CC8D2}"/>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C5083452-B53D-98C2-259C-5A93229668AB}"/>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B33C0D58-DE80-F30D-C4C3-0DA73EB6D213}"/>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D0553EAD-D511-6290-09EB-06315E8A57BC}"/>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E0826C25-9F34-E455-E6FE-95FE61059E08}"/>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FBEDE71B-D51B-BDB3-0D61-DAC1F7AC9419}"/>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F9377C77-9210-C8A7-05EF-ADCFCBCB3B35}"/>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A91E11DC-9FED-82BD-7EE1-FBEE6710A148}"/>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78AB1DA3-37E9-1ED9-5FC7-D18CC0A44963}"/>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30101A81-5692-5EF3-E374-B780EAE1DBFC}"/>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9938A949-68A7-7345-D87E-AD3405946AF1}"/>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35D6BD45-D32C-21DA-413F-96D226D3F0DD}"/>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D69BC1ED-88B2-89A8-0A8F-65D75096BF1A}"/>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E3B63BC2-1FFE-37A2-9AF0-8E5FB3C27FEB}"/>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DA8018D8-0899-E7CC-45D5-F7D6E23E2134}"/>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7C3A6995-6FC4-7343-58C9-292BAB06B0C9}"/>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DEC0BFDF-4DF3-F13A-8C91-7FC719395F2E}"/>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8AE63E12-88D8-9300-EF37-6315D0B8B895}"/>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AE82CCA7-AB9F-F7B2-DFBA-BA5010A7DFB9}"/>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D4814D95-CF17-1940-848F-797404FEE251}"/>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7A26C077-1BA4-3C08-2464-2CB447DBC212}"/>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B293CF46-F71D-B9E8-E308-D03F3B437267}"/>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7CF68DB7-D825-8CA9-CE8E-8B81B9732AD8}"/>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DA6520CF-85FB-41E2-2840-E44C6DA45FDD}"/>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58F263BD-E016-EEDC-D2FC-618D83FB31B5}"/>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9FEEE361-8A6D-F5CE-D141-08B6FE59F14A}"/>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7AFFB373-D10C-9FA6-41A3-AE2F27B57D7D}"/>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0A67E817-A08A-A579-2A67-C97C0C7F1F62}"/>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935F6DDE-6165-8E7D-9DE1-9445CB6078FB}"/>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B1536151-AA97-0748-3C9E-9C710A2E6D05}"/>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59A1D060-4BE1-6710-BAC8-3C9897354CFE}"/>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1C035B8A-8F8B-6D84-5A96-9F12FE4B3FE5}"/>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45F59785-8275-5B91-AC9E-88044164A743}"/>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116E6149-E771-427F-6F6D-5FB8E17DDD95}"/>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4D0BC4D7-1493-614C-0BD6-94E98572849E}"/>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41BB0356-B77E-A7F3-C536-CB5F73750DBA}"/>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D427490E-179C-B439-175E-6A59D3481E45}"/>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17D8AFDE-D053-DDA5-D52C-3E4CC0FA9FD9}"/>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4319E167-CDBD-32F7-05BC-406ACE921ED5}"/>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B378E822-CD4C-5626-99D8-B1F29BAB74E9}"/>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AF33CF21-71CF-979D-BF34-4698566E7EBE}"/>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81245A20-7AD0-E269-5EDB-95B6F40AB712}"/>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C1A25C33-C415-FD57-565F-0C612F180027}"/>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24A7BC85-43C4-F1B4-7338-2825328470C8}"/>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063916C2-DCFA-4C08-1810-EC70D768F2FC}"/>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21A0B8A0-C2DA-2E6B-309A-11E3B59B0960}"/>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913CE244-7E30-DFD7-7892-6C6F083B04C9}"/>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C35AC421-9DF3-E82E-EAD9-08D81D2C18C3}"/>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38FE832E-ADFA-28B3-345F-854F75D96A67}"/>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80998058-BD56-4069-C103-36BC0AA21321}"/>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C066A03E-DF23-1563-ADCC-D87F9FB892EB}"/>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064D1FE3-4C73-683B-74BE-20E39DD39DEA}"/>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C70EE71F-D606-EE90-B9F1-8F9145ACEABE}"/>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E3CB60F5-DA08-B1F8-D024-6DF301DBBE31}"/>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3504F06A-70F9-8E7E-D23D-3981AC1EAFE2}"/>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7CD3FF43-4970-6828-EA90-89E26A595E69}"/>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ED2394B9-386E-9E03-E9D1-8E0C6CF9A3EB}"/>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372E6715-0BD2-C0EC-46D2-BDFDE142E232}"/>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862C78D8-462A-96DA-3B77-D563985CD535}"/>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3450A0FC-F5CB-1E22-85EE-AEA9C3E4D5E2}"/>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E30C15C1-3DC2-9C4E-868F-104550C036A5}"/>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9C169181-5C6D-3C81-377A-E8B31B726B2E}"/>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82F2CF0D-6503-626E-E621-66D4F3F0DF91}"/>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27D823AF-9C28-139D-8938-1B5BC4B33181}"/>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78C27A86-CB16-4890-6E0F-B24CDF9FFAD6}"/>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C6C2FE25-7BD6-7987-A8FC-D907E18B7BE9}"/>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90EADB55-FCF1-8806-4EC3-471B4A193BC5}"/>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9A6BF0A4-6CE7-E5BB-AF9C-EAA765DD4381}"/>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51C14B31-399D-5071-97AD-29BBDF4402E5}"/>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2830010D-5ADC-1425-4EAB-D6E23FAA208F}"/>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24A65BC1-05B8-08C3-969E-DDA1FEF74BE0}"/>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4FD2A823-2ECA-2975-2EA6-F038C663E7BC}"/>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DD0D1A02-A116-150E-F63F-A18A6D642F20}"/>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E4C1FCB7-B6CC-BCAC-D2B0-A3049B01736E}"/>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66999AE8-94BF-60FD-13B9-1151F3FB74A5}"/>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4150C32C-5424-E457-BD15-0556412A6829}"/>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2A859C84-C379-E017-CE2C-F7D28D106DAF}"/>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E05D4C0B-AE49-B84F-4B0D-BEFF93EA98A6}"/>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FBADB1E3-ACAE-1EA0-BAB6-C0B2F5AD24F4}"/>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37136CD9-1712-E474-D4D0-E2F3C04259B6}"/>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2AB145BE-D445-50CE-3BDF-67C55DAA1E27}"/>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1F8D7AB7-0824-8712-293A-9EDC06D8C95F}"/>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6252E75D-3D71-1A85-5900-9A4D7781BE7F}"/>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4A701D6B-E4D5-30D7-AAE8-637333978895}"/>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5D9B4A7B-3319-D1CC-DFCC-D441A5223E47}"/>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7534BBDA-5E57-D0C4-AF14-0848B34D9CC9}"/>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D69C373B-7F12-3A68-16F8-D47A9955D1AD}"/>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3BDF76AF-C99D-E626-66F9-5A4C8C2BF28A}"/>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3A7BF81A-C37B-7586-B85A-D3F923ADCA6A}"/>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3B34FBEB-945D-918C-B5EA-A0E7E15DC81A}"/>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FA6CBB76-D194-AF3F-7465-FB09C3D9F489}"/>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650BF21E-81D3-1BBF-87BC-D00C3C00BAA6}"/>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94D9D724-8476-2D79-2FCD-9771A62F3E72}"/>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5919C513-E6F9-E3DD-DADD-131CC70D078D}"/>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EEEEDDBB-C6BA-080F-2985-866ACB7B0CAA}"/>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7AA13AFD-D513-24FB-A26E-BBCCF04AA210}"/>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5CB29163-0693-5BAC-6349-F1B06DDB5309}"/>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BF855C32-65DA-B673-2BA0-1CBE0A9F0632}"/>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B139F747-0E0B-5581-E90B-EC14D6D0A9A5}"/>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C36580A1-5292-3D71-28F5-4680B571E095}"/>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AEAD547A-CF01-FFFA-86EF-4FD7BB52F883}"/>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17360020-9B88-B208-E3AB-161C810969C3}"/>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1D207CEA-0E71-8665-5F4A-760D11DB763B}"/>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9D1C2FA1-C6F6-8C59-7EA3-E888E4F8AE7E}"/>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D00A28D4-D472-A4F8-1BB0-16DF105F00E7}"/>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3BABA4DC-3D6D-0901-B458-1853A2804D19}"/>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6AD40AF1-7C9B-CD21-CF19-22DE3B51D2C5}"/>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70A2BB82-E9DF-D5D9-CDC6-AC2970A69637}"/>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07092545-07EB-B117-EFAE-CBF480E786D8}"/>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12B27079-DEBF-E1B0-A546-1A9428508690}"/>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CCD28FCB-6F57-FDB9-740F-0ECC9CDF5087}"/>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B5DBD8F6-F011-26A0-0FE5-D5832D711181}"/>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7AB6E461-B297-C3A7-7BEF-88AA8A053DFF}"/>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F8F6F280-0451-02BF-497C-9FDEF68099B1}"/>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F722C4CB-8CBF-ED53-31A3-EE776D4EE2C0}"/>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591A698B-F51B-0FB4-EC04-6C14CFF50025}"/>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5A2D4AB6-3846-6B79-D730-E33EF213CDD1}"/>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CD4A6F40-3197-D0E3-84E1-D5317211D9D9}"/>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9671BFA5-D31C-43AD-5257-C2CF2F566793}"/>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C7E9C135-1476-C684-1BCC-295728234F03}"/>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BA74D265-6958-0ABB-34CB-F94D650B6661}"/>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624D7B64-11D7-C105-BB86-E3629E36FE0F}"/>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24D59DEB-FFEF-9795-3C0E-28F318E43CE9}"/>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222D45F3-A62B-48E1-DCEB-94C9B97AB94F}"/>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34614F12-F806-AE46-47E8-D66F981EE896}"/>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0E245959-4312-64F0-D979-7A57FE909711}"/>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3CD1BDF6-FD27-093F-780D-7935C5521022}"/>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A69BFDBA-2EDD-74F9-1077-27F4D54B1C07}"/>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87DA3672-68B0-D2C6-5B42-EE40CDEEFF34}"/>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EBF1AF73-67A5-12F5-C74C-8C5E49229E2E}"/>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46C8EA18-3F51-4EF2-C5CE-2B2098D67F93}"/>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A6061220-830B-319D-62CA-CC208DDA3B5C}"/>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470A6C2B-54C7-26BC-559C-04D91F9392C3}"/>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076CC033-917C-CC82-5AE9-81373ACF2F82}"/>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CC32AD33-3BBD-D5F6-CD17-11CFBF97F6B3}"/>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D9601AE0-7AAC-59D0-852A-7A52BCF5008A}"/>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1DF74966-84F3-D745-9954-7A10292785CF}"/>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D424EF48-58D5-C486-15FB-4C99373AF2EE}"/>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098E5F85-9871-9B8A-1C82-27F0F6AAAE22}"/>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B6CBCA44-13C5-8CD6-5150-2D2E9F188FBC}"/>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F0AA79A7-E36C-C52D-D95A-E8582DFD16D5}"/>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A3A836CD-EB33-5C83-1011-502B9A9FFB32}"/>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B1DBFA10-ED95-625D-44B9-5DB89184A29B}"/>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8EF66E55-1BC5-58C5-BDD8-A029965827EB}"/>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D78231F0-3852-419D-F0CC-4046B8A1C93D}"/>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2D9C2DDF-ECD2-CEE0-D1E4-EB083DAF3D97}"/>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594435E1-13F9-DE51-2E9B-9A229FFE7D31}"/>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D959D3C6-BB22-5052-7C36-FD72AE797C9F}"/>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67D0A182-CDC1-308C-4BB0-8E63D3A451EF}"/>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20BFCEC1-CF22-7FA7-05F0-BB24A6CC4AFD}"/>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F68A8B33-D747-E52C-EBD1-5FA3DA583904}"/>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584A2CBC-A3C5-041D-AD7A-6ADFF56002D9}"/>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0E29C10F-5591-A81A-2166-4CAABEC687D1}"/>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3873E343-DF76-395D-7781-8E4143B85ACD}"/>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79D19173-92ED-2C42-15BD-5AEEC5F4FC7B}"/>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E0DB79FA-D4F4-74B3-395A-3217BA01965F}"/>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22BE280A-7B7A-AB5B-AEF4-B10F418BFD03}"/>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8C345CEA-1E1C-CBEF-FD27-1E5BDBCD8CF2}"/>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9F3FFA53-C816-12E2-21CC-6C07EE2AEB80}"/>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79A23D0E-DC49-A9CB-ED3E-F64173739988}"/>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5D497BD5-FBAA-9DD6-3598-AAB13E69FA82}"/>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A6471476-3A01-E3F2-E2F0-6303121303B2}"/>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117E3F2D-088A-2FC4-48EA-77384131DB7B}"/>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190D1146-E383-905C-09FA-90C895090B39}"/>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9A48377B-4DB7-67A3-C916-155EEFDE01ED}"/>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49770B94-B702-1797-83D9-DDFB2E466F50}"/>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8871A566-2A86-840D-73E5-0A1130B59EF5}"/>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5C54C396-ED85-D8D1-564E-52B165601E41}"/>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14DF1183-DCA9-2A7E-F9B3-9F8BF44C55E2}"/>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8739235A-1103-1734-AE22-E60DC568654E}"/>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11925F81-D05A-9F18-0979-C72540D29BA3}"/>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36161C1E-2EB9-CEDB-EB53-35388F33510B}"/>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DC375750-EA81-CB9C-F64A-6FB271004C09}"/>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DF4E1C04-B767-FB47-D0DE-2749329F141F}"/>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82581929-E099-CB5F-CE0D-0CCD67870408}"/>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D1232FE9-84F5-A16E-8A16-634AE27DBE48}"/>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EDED183C-59BB-1F9F-94B9-5CD161CCEED7}"/>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D536FC21-E9C4-8B2C-A5E3-ADB8A2E9FC6A}"/>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7226C6B7-4EA0-B587-8257-8A7D12C5B886}"/>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44E94F9E-6D79-44B4-ED3B-4C8484A51A10}"/>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2D00C4E5-F289-D800-45EF-CFD91C6EE198}"/>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16A46918-34AA-772C-AEFA-758B99675CB5}"/>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1BC002BE-643F-9547-60E0-38F9CB32F475}"/>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E3312074-0C6F-C512-0165-9E443ED75680}"/>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79AB3EEE-873F-6AB6-9EF7-53A3C2CE2405}"/>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4A0089D6-536C-9DC7-F073-FBCD8C6043F6}"/>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C51C38A9-BFB9-6226-90D3-F9137AE0E138}"/>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3F6FDD72-E97B-6FD6-9137-265108AB1304}"/>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78923867-FE5E-8BFF-264F-53F75B6CEFDD}"/>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4A4EC55D-1CEB-5374-2A9C-41D70D8CA80A}"/>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DA5BB2B7-4A89-64BF-B4E7-A0100C7082ED}"/>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5F4D0134-E6CF-81EB-04F2-846C702D55FF}"/>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C294E339-5F9D-5771-1251-14B63AAC041D}"/>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DD629288-12B9-1934-C33D-0EFC5FD4C3EE}"/>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5EC96AEC-8823-03FE-53BF-C7A7ADB3859C}"/>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26299F8A-DD35-9C41-3DB2-E0B5B5F9D704}"/>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9A95A3EE-9968-8202-9DD2-90095A44EE30}"/>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9439F90C-03AF-690D-6232-5EBFB530DD4A}"/>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96ABB46B-B34A-1F71-4FF0-F26F89B8BDF2}"/>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CED77EAE-AE00-FD38-0B42-AA5FB72EF720}"/>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54F08001-B9A7-06D8-2B9B-87F069D66393}"/>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EAFAF44B-A283-4FC8-A584-43DAEC32847F}"/>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54FF106D-2AB6-440E-78DC-0985E31FCBBA}"/>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7A105796-CB1F-CDAC-52F8-1527272A3F31}"/>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D605E442-1830-6D27-657F-5FBE1744492C}"/>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9BAE4949-E106-7671-7EF4-3FBC05806EDB}"/>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23A18E8C-DB80-0E00-5C85-9EA1CEB48072}"/>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892833C1-5743-639C-6D4C-0A8AE5D3CC3D}"/>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C01E699C-0526-F63D-B2AF-A428AFD8ED5A}"/>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D413136D-945F-128D-9AF8-FD77194C99B8}"/>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7530791B-AE12-3A8F-5F09-CACDF202541C}"/>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464CA36F-7CE5-92EF-C23E-F9558EB8C9E2}"/>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9ED20129-000A-4139-3F59-5145BCCC0DE9}"/>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8C4C6C0D-F147-DDA4-AE37-5BC0DBBCCF3A}"/>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4149E090-9077-6BF2-7A56-211D507FD58F}"/>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41363D5F-3841-87D7-B301-56F08CB147E8}"/>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DBB3CC84-1B3F-D3B5-3826-BE89203DF820}"/>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BA1C7DA7-975A-0244-50F9-079513FC1FFB}"/>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FC147506-5FFE-EAAF-EFA1-4FDD0571FDB0}"/>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20AE7F82-9CE5-DD36-C552-56C8265829B8}"/>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923B8FC5-F667-530A-533A-3CD736888D8F}"/>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0FB414EA-36FA-C162-3CBE-6A7DAA93E507}"/>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AC70C635-491A-1103-FB99-83BD8B07B8AC}"/>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B20B7767-E05D-E08B-0BC6-8C0B97AA34CE}"/>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A337DF73-1259-4C9E-C554-7DE7203CFB8D}"/>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237388E1-B798-BC4D-2EA8-8CE6ABE901E7}"/>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26AF4679-8184-DE56-98D8-A5D187640245}"/>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5049D83E-FB5D-DD02-3FCC-085CE4C202B6}"/>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D682B333-8FBF-2912-6214-4303360553F3}"/>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72E3398B-28E5-85F3-0E1F-0B670016CDD8}"/>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72134AAC-EDCB-0521-FFB6-297C3F1D5F9B}"/>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7F3617BC-BB50-5241-C691-271EAE55BB8D}"/>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4672AF95-46D4-D2F4-5CDC-21C5588829DB}"/>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84945E9F-6C8A-C002-7239-5DD7DFC8BAB5}"/>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8B5F740B-E543-8B6A-47FC-7D663BCDDA84}"/>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9400669A-0E00-3E8F-AF7D-5C7D62DDF676}"/>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61493174-3B20-7FF4-A829-57712840CAA9}"/>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452E9AF4-9022-FE67-F93B-E12B895C876A}"/>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9B61ECF0-7701-B91B-0B90-2981CBEE134A}"/>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17DAAA1C-274A-18D5-7B2D-87DA758A5A04}"/>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24C71E58-504D-9142-9DFA-90835BC89802}"/>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7B340C70-B03F-6B24-2A72-DB76F240736D}"/>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37E1CD23-2532-BDC3-CCC6-EDDB7D24423F}"/>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D78D6C8A-8961-FF84-7058-53986A1704BB}"/>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29476061-F185-A03A-E2EC-B6399D3B5913}"/>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AC9007A8-D175-EC37-AF1D-67CB1A6D9AFD}"/>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CB53013D-8285-6C34-6646-6326DC79BA8D}"/>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C4C8E4C0-0A8D-A900-4BF8-0319427A128A}"/>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5597F6B6-3AF9-458F-9E7A-F78433A32AB1}"/>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B0F52B92-6D8A-2B3A-2A41-38B3BD2CE818}"/>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89CF49BC-73CD-5431-6E47-8881BA2C37DD}"/>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34C19626-FE21-E6B5-D947-63720105FC31}"/>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F01CE5F8-5EEB-0DF8-B559-F143232E4E14}"/>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C3D2DC5F-8B6E-DB7B-80B2-DEBE351296A1}"/>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41872992-9624-BE10-0E91-838EF177A277}"/>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D47C86AA-328B-C698-EF7C-273B09160349}"/>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8FA600C9-62F0-FDF1-03F0-3EC47DA7395D}"/>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6AAEE6D2-11A8-25C8-8B23-15490AA56566}"/>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E46FD368-F0F0-E783-BD6B-7EF33FD12453}"/>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B46B332C-C77E-FBFF-9BB0-EBCB6CB7E528}"/>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461E0517-FCCF-0955-195F-6E0A72324A09}"/>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CC4B79E7-8697-3A47-BBB4-2517D9A72B7C}"/>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0879F670-C084-E668-019E-274AAD28B0C3}"/>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B43EE915-8842-8805-EB30-5694109E87E5}"/>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40505B04-808E-F3E9-272F-554B00913ABA}"/>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3C5C1E33-8E07-56B8-B572-7861CEA76FB6}"/>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726E42C2-0965-3112-7E07-20761ED2FDA4}"/>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CE291C31-3646-D48E-D4BC-81A506C00C13}"/>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5D6E5B48-BBBA-72D5-5A76-20B7239A7831}"/>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169A232B-FB46-FFA9-23C2-E0204B672040}"/>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FE33F72B-C4DA-1A26-863C-3CDC119C337D}"/>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3E87F4A0-2885-14E2-6AF2-E4BDC417CD4A}"/>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A12DA680-0FBB-DB9A-1574-AACA66AAC7F9}"/>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E6695364-4C36-2FB2-013D-354FD1E70734}"/>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36863BA5-51F2-B417-BA5A-CDEF7C74A6FE}"/>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431E1603-369D-55EA-B055-C4C59DDB0EF9}"/>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F6E5BC63-F5F9-AF13-8C38-FC0E7A92B1EA}"/>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4E0BD78B-F3A8-FFF1-1287-91A9769D89D1}"/>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77CB7E8E-8CB4-7718-21C7-1DAA2D9D2435}"/>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1F2CF21D-55C2-4329-BABA-1586E1917834}"/>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BCAA1DDE-9602-D182-098C-C869755DA190}"/>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65743CD5-7551-AAAB-80B0-BB05BA08F38B}"/>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181F5D64-3FBB-DF03-C74B-5B44A9EE5F3A}"/>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B33099F1-2875-B5D0-8376-227BE7C9E445}"/>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9EF497BC-43DC-0449-7A7E-C176D490A7F5}"/>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FC5C02A6-2708-CC8F-ADD2-31ED747B437C}"/>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20E7DB77-FFFE-1865-6AEA-F9C43B355F1D}"/>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E844A845-5BB1-42D1-17FD-C081C826015F}"/>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E6227A30-24CD-1305-AB4A-A0F7431204E2}"/>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9CDA80E4-852C-9562-78FF-2BCEBB430D18}"/>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90C8892C-10E9-C7B6-A473-3F4A954F9C66}"/>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1344CB81-EF72-5415-9192-50D95EFF57C0}"/>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80848701-2D60-319F-94B6-0FA832B13411}"/>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56F46A26-832A-FF26-8327-1F204F6DC9B6}"/>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3AB39F4E-615D-12E3-1182-984FC4AEA5B9}"/>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91E5C2A3-1EA8-1A07-1791-5FC6441816D1}"/>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F7FDC01F-A547-4A30-8724-0D97BF3AFCF2}"/>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54CCDDB0-D3CA-DC5C-0BED-C7382F1DD08E}"/>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361126A4-36AD-5E93-15D1-8F5A9C19A6AD}"/>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0DA44001-66A3-D1A0-C521-F21642CA8503}"/>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2956A32C-A94F-A3D0-21A1-C623390E5696}"/>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4FBC3B5F-45D8-548B-61F6-1C744F2FFB0E}"/>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5859CF8A-3706-B82C-1BBD-1BBBA498BA7D}"/>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11E797A6-7D84-8EBC-9439-F2E6AC2C9CE6}"/>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52AD4734-1094-61E1-AFD9-F49B4C7052C8}"/>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D49EB326-A417-B81D-12FA-E81601F32DA3}"/>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5BD42B2F-C220-9A3E-BEC7-CF9EDC392F5D}"/>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83E7B750-5C5A-146D-6D89-FDD35B61A3B9}"/>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D6D0A95D-460E-CEAC-4046-B94A6B91A798}"/>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44393F9A-DEDC-7BDF-3D4D-DF7F2D700267}"/>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5E27F350-93A8-4692-C53D-358A1A61F673}"/>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061D99BB-4E67-89B5-BBC1-FE9D65CB66C4}"/>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CA2409F4-FD56-8A3D-0796-43DE3D8B81E1}"/>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8DF0A114-D882-C087-55BB-6B6AC3E339D6}"/>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8F5AA9BD-DD11-9C9C-FE49-63434D474640}"/>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946C28EE-DBC7-559A-98C7-7D23007699F4}"/>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FCFF8C3E-D0BD-8D60-5F8E-7037D64C8962}"/>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FB8AA7C8-55F6-A40E-32C1-2A5E1F3F6D32}"/>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01DD362B-9588-25CE-480A-D99AA28D23BB}"/>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EFE5F8AF-7462-360C-5763-5469C3AFCDAE}"/>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3E031690-503D-0D2D-7AC7-F3776F5968F3}"/>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3AD6C16E-5ABE-EA88-6DD7-4659397DF461}"/>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B84C11F-6419-207C-86E4-E8F83317311E}"/>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1BAC3890-6E22-0020-D8BA-492CA0C707E0}"/>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8D566C89-B68B-D772-701D-94AB5792C827}"/>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65C708A3-05B7-4233-E71D-E58C92F44FA4}"/>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BEE6926E-8088-74A1-4103-2D8755BC9464}"/>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4B4EFD58-A0FB-86BA-3B0B-2B8B04180A16}"/>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E275C83A-05BF-2DAD-A528-8CC0BC6BD9EC}"/>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B50B24BC-C3FA-0356-D371-1BDDB947000D}"/>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82C61B89-ACD7-D0EB-111C-930B811B6B92}"/>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1EC16D30-0EAA-9717-E132-F3995610261D}"/>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730AC0C9-DC38-B842-092A-1F74E9CBE0AA}"/>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F33CF9CA-C598-1E09-AE4C-131EFFDD9F27}"/>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C6334A04-FE39-4F4C-1026-27E133A7F4EA}"/>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405C925F-345A-32FF-EFC4-B00F5676467F}"/>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3316E7FC-426B-5F16-6319-1318179AE077}"/>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78C94ECF-735F-AF18-FFB6-F8F9C1B8CF4B}"/>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70B406BE-2550-ACC5-F99D-D0B197B368E5}"/>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9CE03C2D-574F-D58C-13FD-970251E325FB}"/>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D5115648-EDB0-53E7-F329-AAFF2F7804BD}"/>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ED4463E3-36E7-3D95-89A0-AF708FF21E04}"/>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30276629-1502-4CF7-242D-C58946B20C13}"/>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BD1B0AFF-8B89-4AD6-FFD4-7715A8DB72F6}"/>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07C98B2E-9C5D-C3AE-66DB-19C69E1E6BF9}"/>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5D9002C8-CC28-6A25-7306-5F135972BDBF}"/>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4A0D47C5-3D7C-5A71-F554-2345B94A369C}"/>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832D0D35-EAF4-DA6B-055A-842FBF592558}"/>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417634D1-0652-B5B6-4463-1C60F1CEED6B}"/>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FED26078-77B8-8522-2DC4-F89FB89B3087}"/>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35E4A022-AC4C-4A1F-E078-8B2CFE87D249}"/>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9EBC0670-37DA-F80E-6CF4-9820D945EFCA}"/>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236BD94E-C7C8-0901-7A4C-C9B6A85E36C8}"/>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1CE03A93-92CC-506A-B71D-BE0DDF215D3F}"/>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6619F83A-3554-9DD0-9F05-F7A1BD4357A3}"/>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46F59E22-B61D-31F8-F8FF-091BE404F05D}"/>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63AB9D80-CD02-9832-DCF9-A2FA98D8917B}"/>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482C1351-6E31-F252-998D-6BB921D8C283}"/>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E35E8EFA-B458-3D79-9960-6E0D824AC88E}"/>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6794A934-5C66-97C4-E8C0-DE6474FF3441}"/>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C3DFD57A-CAC4-186B-7F41-A3EF9B7F8FA0}"/>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4E653169-2FE2-C24E-82E2-873C4047A59C}"/>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C8E891EA-D90F-9D4C-70B3-27C54792AE90}"/>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791E3EFD-4B5C-BE66-9253-BD77D7984953}"/>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4AD4AF84-8CCB-DD71-20E1-9BE79EE5A694}"/>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A2048DE9-B068-000A-752D-707704787339}"/>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F227E672-1F7C-FA15-047D-C5A24CD58930}"/>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2EACAAB6-4B31-F51C-1962-2634DD37B016}"/>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17B607A5-863E-67E4-F9C0-2B38DD6B6A34}"/>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0E07E378-03E1-6B39-0B67-97F79F1E6037}"/>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FC7710BF-9C15-A778-5C2D-367AA520649C}"/>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3B44821F-BFAF-E4F8-410F-1BC24DB25C6C}"/>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35FDAAD0-6586-44DB-4E2A-548EE6A7BE94}"/>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E42C13F0-36D8-88F0-E0D8-4FAFA473DA1B}"/>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7323993A-32EA-379C-E5E3-54535767A328}"/>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CB95E668-D1E4-B013-FAB8-CCD9F228101A}"/>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E89466AB-19DB-8CE7-E08F-59CA4369127A}"/>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263D6C27-D1D4-52E6-1280-7FAC06A084FA}"/>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58E1492E-6E6B-9168-E6E1-3D276895FAD2}"/>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CAA4D2B7-2335-65EF-78D0-EBA2CA4620B1}"/>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94D6FE02-2CF5-99EA-24DA-02197DDD88E8}"/>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23925FF4-B8BF-2475-C854-F5A1955C12B6}"/>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D08B7AF8-7340-2B1B-E9ED-52A87B24CF1E}"/>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EE0AA163-8DED-DB1D-D9EE-FFD4ECFE3901}"/>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2C9EDA15-DE62-F8BE-BCEF-9DB375CF6775}"/>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CEE62A1F-BC17-4FE7-2E96-379043280578}"/>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A6BE40A2-B351-EF97-B8A0-E155B1CFE322}"/>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8F87AC1D-3F55-8545-4FDF-9B63FC005C0D}"/>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FC2F495C-91BE-EE7C-66D4-A7B8E5FFA705}"/>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90A9284D-AB08-5048-2443-2FBF08246F16}"/>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A7B3FDC2-778E-7FF2-42ED-9F26382DDAA5}"/>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AED24AA7-F2F3-26F7-C381-501D2A314C32}"/>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B98E3DAA-BBAC-9408-7015-B8F5F5BDBE3F}"/>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896173A7-F307-1730-C73C-DE014BA52F6E}"/>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B73A2FC6-5FBA-C74E-F079-BB77DB8156C5}"/>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9A1298E9-5CD3-AFC7-5CAE-6FD98AA71662}"/>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25F136B6-7696-71D8-149E-3DE54FB9A9FD}"/>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4611DA61-6376-D398-7BFC-D1159448A9F4}"/>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95DD4EB4-F1CA-9CAA-61F7-DE09C2145BFE}"/>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D89A317B-204C-3AD4-DD2A-AF23C74FCBF5}"/>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4B76A08E-48C8-FC7A-B01C-73DE5BA71C87}"/>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D8ECB1B5-EC00-5F2E-2BA8-ABF1B8584425}"/>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CB243276-2F70-692B-B8F4-D2E2CA091ECB}"/>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6D769031-FB82-A48D-65C0-0C31FA048455}"/>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43147205-32F6-9242-3C8A-A4F1A3EE0156}"/>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2C424E23-CE18-2ABB-BA67-E86CD1556D35}"/>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E1BB897F-C4CC-0B66-B433-05F378C3D368}"/>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3DD63133-3CB2-9EFF-C3D8-C179CF1BEC9E}"/>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66A81945-A5BE-DD9D-D326-4ED7BFBF2373}"/>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47A007E7-B547-6DD9-1869-C167CC3489D0}"/>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879A4D9C-4DAF-5ACC-AE99-3E2059DA0A40}"/>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3B59298D-66E5-C728-5356-BFAE2A7C6B4B}"/>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2CEA0F88-C9A5-F7A9-1577-710D617250E5}"/>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EA80F5A7-6130-16D2-19F7-DC8C7E092706}"/>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95220630-5D9D-2FF6-2B43-BEE5B18D8269}"/>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9BC4497C-AA39-6A48-2B49-C38433702C8F}"/>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09F71D3F-D156-5EF8-C95B-DA21CEC41879}"/>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A9B43793-6A85-0993-A2D4-817F64D55EC1}"/>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84489A42-0FC3-7CB9-CDC2-713A03329B45}"/>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3C1D7ACE-079F-3B43-EDA3-AC969B3DF3DC}"/>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2D27CDDC-27C6-930C-451B-0954257B9BF9}"/>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302E7F09-C3B3-D04D-40FB-DB22E34CBA17}"/>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40DD7564-8939-F537-6B92-A0EED6936E9F}"/>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0E58DAA2-C879-2F07-69AE-6BCAE4230B06}"/>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D4B9F65F-B357-8D72-4BBF-B8C230DEEDA5}"/>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B7FB2CDF-8E7C-9BDD-EA86-B0ADE9680C12}"/>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F75C5D94-A589-96D3-503E-EAD14BAE26F8}"/>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852B9750-BAC2-C8D9-5BF8-A37EBB9003AC}"/>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82DA202D-E865-BD47-A851-EC10643DDFF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2DA241F0-5862-32C6-4E4E-1A81936A5D06}"/>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38640A50-C111-7781-A53C-7010EA42BD77}"/>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FA9B146C-D17E-CC59-DDC5-E1233B9650A0}"/>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54B91762-E8FF-237C-BCB5-19C5E04752EF}"/>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3353529A-54F2-6D46-D63E-4553E71B3D27}"/>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1E96D8BD-61DD-534E-2998-25F0862B2517}"/>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6ED49372-051B-6B76-0463-62FDBE40E6FC}"/>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59193053-1088-8B3B-B328-0DDE202C0879}"/>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64E718E3-6C0C-B86A-9DAC-6F0FDCE1A124}"/>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ADD31E25-9543-DE5D-5C00-E0A587160C37}"/>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E7A612BE-D319-59A0-A7FA-BF83DD74929A}"/>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4083FB31-C50D-94CD-EC67-40F36E39030D}"/>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7FEFB919-25B1-CFC9-74E3-376FC8AD9B18}"/>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F44CB9AF-A3E6-0CA4-3F2D-3513870DCEFB}"/>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E2C0FF0C-6CB6-ECD4-CDC5-A80252150E10}"/>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6D8668A2-4C3C-A6A1-F93F-9C94B061C5AE}"/>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33A44236-C4E5-F694-CBA1-8B739DE75FEC}"/>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6E7FCE1D-573A-C8AA-EE0F-52FBB331FF5E}"/>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FF418DA6-092B-4EE9-9CF6-67F525C6E837}"/>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03E81308-45B6-EAB0-47F2-DE1A5A787B02}"/>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1EA07B27-4782-8D95-9778-3BD3B1551011}"/>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05C53B3C-575C-84BA-E0ED-899CF664C3F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1FB03859-359D-4BED-2DD7-BDB76AC0F10B}"/>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0A228F59-A773-A9E7-BA9C-48CD4969B101}"/>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37D25525-307C-200C-F818-1829CDD452E3}"/>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9221DF1D-9CE5-6ADC-4597-FEC7492B4086}"/>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A126A89A-516E-1725-1675-E72B88EB87F5}"/>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253C2618-9A56-DBE8-7179-FA204C63ACFF}"/>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BA41C6C8-1682-BE30-1DAD-6FC9FB44CEB9}"/>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799425D2-505D-1401-7F50-1BDD0F8CD701}"/>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2B4E4441-DDC6-37F3-4784-AE8F7A7FD119}"/>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B0DDC637-182A-5C59-1064-1FDC08DBBD3F}"/>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8C82BEF4-B2E6-A35C-08E3-29018615010C}"/>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B2AE4625-C55F-4CFA-F49D-92C6B3CEA2BD}"/>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F71D1A0D-9572-6887-804E-C4333256EEBE}"/>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34B3836C-FEE1-C48F-FFD3-F262D4E9DA25}"/>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D1A8544A-6474-1A72-07FC-040898166808}"/>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8F9847CC-9B32-B55A-EEF2-89445585A3D6}"/>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E597B5B2-C864-A80A-0432-C91AF5272316}"/>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6A9B3DE2-6AFF-6738-5B0D-14A0DF1B3A49}"/>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3F5F6FA8-0088-0503-9CC9-35150F395024}"/>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A1312CE7-B56C-8E1D-D1CF-C57045CB0B19}"/>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5323E11E-ECAE-FEB4-E608-413F70BD3550}"/>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D2AC2743-6AEB-458F-3578-2D018DC7C58C}"/>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FDA2C7DB-FA6E-F680-7081-6A45EC790703}"/>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0B413E5E-CDB2-B7C9-8AED-D13A83258E6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DF7226B1-7378-3DCF-C01D-EF561FC5228D}"/>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3E5D1A8C-C976-7AC3-E7DF-A5096ADB7F99}"/>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B6DF65A1-27BE-3C1D-1F73-ABC6CEE1EBF7}"/>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8D9ED25A-6BA6-167A-9FEC-DDF75165BB4D}"/>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E504B9AE-11EB-BA7E-7648-DBF70739BDF4}"/>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ABAE226F-68DA-7B4F-2FAA-ED0B28EE3B4F}"/>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4F5245B7-B315-CF60-EBD9-ED4B8AAB34D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E11E0520-E11A-143B-936E-FB4572E5D00D}"/>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44C32236-74C2-FCD5-6175-C553344F6B93}"/>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C1F269DE-1A06-69B8-63CC-7AE756C8DBD2}"/>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519FDBF8-9110-2AF2-0289-C8B1779CE31E}"/>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CA030E8E-2DC5-171A-473E-DE216562CBB4}"/>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F711B770-0F0E-BBFE-9821-68CF84FE9699}"/>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B5B74E2E-8E5B-57D7-8E3C-D139D1906178}"/>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5D912A10-23BF-CD87-CB2B-71E7A18BED84}"/>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53DB4BCD-726A-EA58-689D-D701F6300A71}"/>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E71E6A23-5AF0-9FE5-C057-20369DEE64B2}"/>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FAA729CA-6B99-E98A-A543-5E5493AF7E0F}"/>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D2D42905-788D-36D3-FB66-7BFB69832EF3}"/>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49C5D89A-B448-2631-52A2-215849C616D9}"/>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5BE806CD-31EE-7E84-91C2-F12855724712}"/>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7EF2E131-38B8-B169-E429-75D5D0EB0124}"/>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FCACC950-9A83-4ED4-B2B9-A3456BCD194F}"/>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C26F2916-C873-C9D4-D416-3A90C0E4513A}"/>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50C1DECA-2A2D-8842-4874-AD9755C66F07}"/>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54A1756A-C321-BDE8-2DFD-0E6F68D1CD8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22650915-8E21-A977-1F02-F9102DA90361}"/>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946A1D5A-C6D7-99EA-AB3C-92E2AB9E2BD7}"/>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77E9C288-9D0E-4A9C-FE06-7D5F98979E4E}"/>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1CAF936F-E0B8-E20B-AEE7-0BDAD6466B10}"/>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C8EAB8FD-593E-1C5A-8AB4-0A694B25A623}"/>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D32B9DB4-BC1A-CFC6-DF8A-7582B0373C88}"/>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F667A397-EFC3-2D1A-F778-5769D15916B7}"/>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F21B5E29-4844-A957-58C8-0887DD9E5A7C}"/>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893400D5-B81C-8781-F838-B45C2D5ED704}"/>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0E32D381-226E-91D7-BFDA-C67CEB7A4BED}"/>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45F0A389-AFB8-7513-6396-0B82150A285D}"/>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9D858190-9D89-70C7-F1CD-4ED9CE36B725}"/>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7464B355-5039-BC8F-AC15-0FBA0ACAC971}"/>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37008326-C150-3913-501F-539ACAC615A5}"/>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0662D77B-5204-EF95-6CD0-5D661EDB286B}"/>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4B11D779-A5FC-4D69-A8A0-D6B8D966ADC8}"/>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C425297F-4689-66D8-C2EE-1A230039A2C2}"/>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201FB4D3-9977-725E-0695-C4C40DC2402D}"/>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F90CB90D-11CB-CA4F-0636-8BCF1D2CE84A}"/>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AF455F83-A8B2-4195-295E-8F4A3ACCF274}"/>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C86178B5-C238-2D97-0FF5-10ABD3027F0E}"/>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56A83ACC-0B56-BCF6-C6F1-D71F55A4AB19}"/>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AF1FE319-758C-E0DD-7413-2C8BF53F37BE}"/>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1C755552-63F3-DE1E-4747-14567323D987}"/>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4A513110-747A-34F3-AE29-8CDE71DA8C1C}"/>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F70D3FF0-F355-56B1-644E-E7EC7A58C370}"/>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531E6EC6-1C97-B30C-16D1-3153C9614ECC}"/>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A1B4E852-537B-04C3-3F9A-ACCB2A75B5B3}"/>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F90E7174-D314-19D1-AE1F-EDBF85EFB1EA}"/>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E5366F70-F6FA-7069-598E-C58FC16CF378}"/>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190C03A9-3D57-3586-F3E8-0D491732E7E3}"/>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CAEB916F-83D3-7207-76FF-08870B021B4A}"/>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C42C9C1C-BF47-A1EF-92F5-E47DFD065C0D}"/>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8C9D54F2-7600-2959-6F17-6705260F1B4A}"/>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5EFE13DC-BDF1-5178-DB2C-FD4242248AE7}"/>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793AA410-8186-83F3-2F2A-6A22B2AEA6AA}"/>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348C0281-51D7-481F-D2BE-33B1699B4225}"/>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2F0069C6-6E98-737F-D9F7-562FDABC3FCC}"/>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1AA91B65-CE80-07A7-DC27-97A6352B8A57}"/>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9CB0124E-207F-495B-9962-6490475EE78D}"/>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0DD66EDF-ABCD-0321-1D5F-A653B3A512E1}"/>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B59C65F8-7952-B70C-D9E6-3E88225AFF05}"/>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471E3B7D-8E16-3260-377B-BB3661D7E287}"/>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E9C2B813-E9DC-60CF-B312-EC9DA18E5AA6}"/>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8E0BA288-8068-4D09-5348-DC47D8E14447}"/>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18814129-985B-6D2A-3F67-32489F674B28}"/>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413BA08D-C2BE-268B-79C1-A0156444F742}"/>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4082981A-6DD3-AC24-2485-7382F4217905}"/>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0E2DE415-34FF-B479-4A01-5907C13B23CA}"/>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67723BFB-C269-E9A6-17FB-270BF118DFC9}"/>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DC791377-94C5-9B84-503B-645BE660F256}"/>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30986D3B-00AC-6D4D-6121-74A17E4C56CA}"/>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49E1E205-C5EA-D1AC-A72B-08D970E476B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FE535842-8B31-9469-96E3-16D0C2D3D42D}"/>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C500B8C5-4591-FBA1-A731-F14A15E3274B}"/>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39072437-32BE-3F26-F6DE-BD2D04B9211A}"/>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A8758566-3E5B-FD49-43D9-75914B569B65}"/>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9ACB8CDC-335B-3D47-3B08-1D3A0C609BF5}"/>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3B46AFE8-AF8D-DF48-3E54-6CC84B61A23A}"/>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EAB13FA9-672A-DB5D-7AC4-58DCAC897908}"/>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B517D2FB-B98B-CBDE-F1C0-9E2BC080F503}"/>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3D3F9762-3D2B-2C9B-EC71-FB58108A8AE4}"/>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04B4BCF3-ABB5-CF9D-F6D3-3C9BF8015D85}"/>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90B3A0D2-B494-A5AB-D20C-842276EE001F}"/>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EB165697-F6CF-6C72-7ED5-EBFF0BBEC6F6}"/>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E9981825-F39F-74FE-425C-079FD9288FAE}"/>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5D095678-3BBA-3E04-51B2-743D8E80E8BF}"/>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EB92C646-3F03-75C0-3EDF-6BE4500E7274}"/>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864BCCD0-A6CA-F74E-AB75-411600801B57}"/>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A1797EA9-5324-3AEA-2CBC-F63D3A8EFC5D}"/>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5CFEB15A-7B54-35BE-FFDA-64854F7A1A08}"/>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DD1B6E2B-8109-DABE-DFC3-7B64B8A5332F}"/>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99DCF008-B629-FBC1-AA04-3D9A71113D6C}"/>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38C2D98B-4413-F558-BC75-AA014DFB47E6}"/>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00A9A7D3-9A2C-2BE6-AC38-0712C8884A5F}"/>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40A3F75B-EC54-3C84-6AC7-C510A934AEB8}"/>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716310B9-C360-53BE-F3FE-FCCEF0FADDB7}"/>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2AF910A8-4635-98BC-0CFA-2B289C6493DD}"/>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19ABDB60-C0D8-40F7-2EBB-46929B6EE81B}"/>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5F442D97-357B-79E3-44F0-5245DC9E8B77}"/>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F61F9BBF-43CA-D134-63C3-70468E430599}"/>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1853B6B7-223A-929A-BB29-3FA5E74702A2}"/>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A779C56A-C81C-9E82-6501-257F9EC7F303}"/>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F5B96813-8246-8EBC-BCA8-2582C88CB6AD}"/>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5500152A-74E0-11D7-E77F-BC286C7AD164}"/>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7BC78B24-BBD6-E76D-CCA3-D7865EA62816}"/>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9EB913CB-15BD-A116-5F86-0C8CC9571D0F}"/>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6AB4EA38-6351-D0E2-25E8-60CD0A572EF9}"/>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DA3911EB-EA37-BD2E-B738-74C6D55DC7A9}"/>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049057CC-6650-1722-7FBD-48E2468BF361}"/>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E1C8C5DD-CBCF-5B38-1887-A55144F03F2D}"/>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CBABF979-D9A4-90B0-1B0B-BADD99A29CF7}"/>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EEEB8DEA-355D-51E4-9B54-CFD18DC3B059}"/>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6B3FB2DB-40FB-0906-409E-A3BFB5E80D98}"/>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57867D8E-6D96-40C5-6429-CC30F90B46EB}"/>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32D71779-E914-4E69-2EB0-8CB9DB4E654F}"/>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72A58BED-3304-9656-44F5-7E4402298197}"/>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DF79C986-F3C1-03AB-F1BA-801004C8B1F8}"/>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5B36D37D-9B88-05F1-2DF2-E7BAAE149778}"/>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3C4E723F-4AEF-8C95-34E6-E2A3449BAE22}"/>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4CCFFEE0-1070-BBB0-F0BD-C26943EF2B36}"/>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EFCA8CAC-4945-8F74-0AA5-DBE377048514}"/>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C0C6986C-D382-36B6-5908-A277C832D669}"/>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CAC4D15D-4750-2AAE-19A1-1A4EDF105580}"/>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CDA988B2-F703-5EDE-31EB-38B05289E23F}"/>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A5DFEFEF-ACFB-57AE-EA51-74BABEE61D0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C56118E0-707A-F96A-AE26-7041910DF8C9}"/>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638D92EA-C38A-8218-E426-E8FF42B0A384}"/>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119D1FD5-1EE4-9A8E-EF4C-32CA03BAC5F2}"/>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795275E6-7EDF-B609-2482-3DBC6E01E584}"/>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81915155-35DA-A0AA-A52A-4B20E36F252E}"/>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A8CEA86C-1F85-E3C3-C9F2-0C237E32572E}"/>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BEBB17B8-F670-BAE1-628F-07EE33710212}"/>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F7DB74DC-290D-CA69-368A-EBC698839647}"/>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CEC4BD49-6F9D-E772-FBD2-C365055B79F5}"/>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4C9F44E9-F895-E722-C734-7300A2D4E5F0}"/>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68A987E1-E908-3AF1-220F-77CABF95DF73}"/>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DE9F5F0C-C27F-A8AA-9419-F2E5C875F687}"/>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7C1F8EE9-2A56-2A76-2265-02B1FCD68834}"/>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30BE4EDC-FA18-926E-0743-6E41921EDF35}"/>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5FEFA20B-999A-874D-49AC-03C093FAFBF1}"/>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B7A30E99-5918-70C7-767F-BDBBE4BD9904}"/>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D6D276EF-6152-2015-A182-C52ED6E76812}"/>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3F9826A2-1866-0512-10D7-1E3E5537F020}"/>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75C3F868-EF11-F2EC-7E27-71B4233040F5}"/>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8F41BD88-4D82-A0D9-B59B-A487AB66A740}"/>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2C0C5277-EADE-B23C-CBDB-E344E6331B95}"/>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4557C947-41AC-8E3F-CE0C-A166F16D8D19}"/>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7583373-7B18-EBF5-A2E8-52567F985F28}"/>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80892188-0B2A-4FA3-BADA-3E220FE43824}"/>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8DCCC905-1732-8F75-42B6-8EC63F18C6CD}"/>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689426BF-4A79-1CBD-1A5D-298F103B6B92}"/>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123D1E7E-C1B4-4336-1375-6404C78EB70E}"/>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16BD8096-D10B-EBF9-713A-B3E2E147E1B3}"/>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F87BD094-031B-9371-B75A-995A88DC3E03}"/>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C94B8AE1-CBFC-4E0C-B01E-05A1B6A113BE}"/>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DB524E09-E29E-E374-48BF-1650A2825328}"/>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D86BF716-F5BD-1991-0E5D-9F6F71D369F3}"/>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88CEFABA-D09A-C495-4ED8-CDCF309E43D9}"/>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B1163503-AE1D-1DBF-8448-E668F8854E80}"/>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737A6C06-08DB-6517-4760-955BA4A107D4}"/>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ED1050B1-A2CE-615B-50DA-B077E0B6D7B2}"/>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E97F9A85-623F-1C39-AE21-AB08DDC20BF4}"/>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E482B38B-04B8-E2A0-9F8C-19F05289428C}"/>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9FB7E0DD-893D-9D2E-4E94-474D47B07F5E}"/>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78A6F466-B20C-A9F7-C2D5-8FEA883F40DB}"/>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DE240629-4D0B-9929-3150-EC2481BD674C}"/>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A10365D5-5982-56B4-D813-BC1916FE10F9}"/>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093FE42C-68D1-FA40-6E9D-E347AA373AA4}"/>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D6801097-C62B-F1EA-8ECD-EA73D7F65D5C}"/>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06964311-0418-BC21-7492-07F6EA2A3BD9}"/>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2EF2BFDF-E82C-8D84-1098-7DE713BDEA78}"/>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FA70E9A5-9371-89B3-76E2-340919769638}"/>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3593D629-0DE8-1B5C-E294-E8449B9DADCD}"/>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42AF606D-9AF7-CDFE-8049-158815807D48}"/>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DE7D73E9-544E-ADC7-70A8-AF5D239F1DF4}"/>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0D304E38-8320-1F72-6026-6C94782C3078}"/>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6760BBF7-6500-418B-1082-71CCF85AE246}"/>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0C43F41F-0C68-1875-0AF8-D87D18D1548C}"/>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74B059D8-8F49-686E-CFDB-7C8DCDCFFAC3}"/>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754B52B8-7949-5B0F-1A1B-DDDBF9562186}"/>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B34924AF-FB9A-E888-EECE-15930EE081C2}"/>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EB0F837F-4837-257B-6ABD-892A3616DAB3}"/>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C95FDE4-6BFD-E2DB-8D41-F8AE2EA57378}"/>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32783428-848C-F486-33FB-197EB5D5ADF1}"/>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B9053850-344B-2ABE-A1CB-4EFA48544D70}"/>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5F680044-7F2F-3AA4-C325-4995121525F9}"/>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5534E4B7-CE12-6E82-3EE7-218F409EDA2D}"/>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4379AE78-B9DA-82DA-E0B3-9A42A0A5B172}"/>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F7CE4C11-67AC-7E1D-FE42-7F4429CF64E3}"/>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A29C6051-9D74-AF01-2E1A-59799767DA34}"/>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CE45A5BE-AC83-3EC4-8B88-DA1F928DC56C}"/>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D22A885C-1952-0376-70DF-F1E8C3BBB54C}"/>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8598366D-375C-1578-EAE1-4CE2AC1BA52C}"/>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634BF6BD-E999-4254-886A-5AF0BD41415E}"/>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BF7AE45D-E284-E2D1-B713-D406AE242D1C}"/>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E02CAD09-4983-A194-45E8-BB32436C49E7}"/>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CDBCB568-B686-6F88-C5AB-F41E971BA577}"/>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AB5008D3-472C-71EE-6BA8-F7F6BED4DFE1}"/>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4BF2C4EE-BE79-5249-5BF2-E9152F748FB4}"/>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69A88FB8-AAFD-3F87-BC3D-906C5629521E}"/>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DAF9953B-D5C7-457E-A12F-8A8B14FEDDFB}"/>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46EBD472-1F3C-E057-6CF5-4876C37F99F8}"/>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2B63C49B-ADA9-C37F-9517-7AC0B8226A5A}"/>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14A03D8B-A90B-5D27-7AA8-737BA444BE9F}"/>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29A91712-17B4-8AB5-F9DC-50272A382955}"/>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76DC5D6B-26B1-92D9-065B-EC6062FD9443}"/>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2A24741A-8EA4-1ABC-DA16-FD4FEDAD3C43}"/>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2B004319-5E7C-722C-C682-14BB9B345E3B}"/>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EC60260F-9708-A30F-ABFA-9671FF231DC4}"/>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E9D333A0-6130-733B-56AD-23FC16153A17}"/>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03DACEE7-6340-1B84-E2AF-0C2C5F971512}"/>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A288B020-C4BF-0EA2-B1B2-2CFD5E5FF4C0}"/>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5955462B-9EB8-84C8-592D-37B403532CDC}"/>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446AC8C5-0DB4-2D18-49E3-051277EA0461}"/>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38E6173F-1F5D-471B-091A-C07CF32307B5}"/>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7DF53EAA-3291-BDB9-5BC2-87E6C625FF3E}"/>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2AC1B1FC-55C9-CF9A-D31E-A52C9FAB2B75}"/>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AFF41409-7B91-F3E0-85AF-017BDDBE6C30}"/>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2D3F3856-96DB-4A86-51D0-589C5A247F7F}"/>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B29EC34F-CAB5-E8D3-5192-9958C88E3BEA}"/>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0456FB13-DA71-C11A-EA63-78FF4716C79A}"/>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5E1DA303-4E9D-30D2-D20F-C90089A9E9ED}"/>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12CAC005-1DB4-EBE0-7120-67160968F24C}"/>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147DA3D6-C1A0-1ACB-687B-7F2F9EAFF9B9}"/>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A636624D-DA3F-700F-570E-81167B6183BD}"/>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D83728E4-4328-C78C-7018-765495DE3BD1}"/>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07FFE3F8-5FD4-3965-2F8D-32DDABC9D7C2}"/>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2C0A82A0-D729-9714-A2DC-6B2C100047AD}"/>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CA31DCBA-F42E-B4DA-B4C1-FF2707B3BB30}"/>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F1B000DE-7E2D-B39A-D99D-2026CCD0E014}"/>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1ADC6A6E-667D-7FC1-E405-48A809DAA0C5}"/>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57531FCB-5FB3-4B42-9D3B-1343ED8FFC12}"/>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B843A57-0524-9D5F-0425-BE3E8142D87F}"/>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F6F54A4F-C0BD-8265-5E50-BB1335F74DDC}"/>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F41E2867-88DF-36C9-C0BB-B53411B8C51D}"/>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C12377B7-6A75-3770-A988-DA9777229462}"/>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8ABD85A5-2DD0-DD9C-E0C0-CABC15F223F7}"/>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AE187FC4-1F87-D10D-0929-27B61FDB2485}"/>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366A1778-C804-D9C5-C6CA-A9083EBF6FAA}"/>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F99BC939-D16B-2369-EE00-6CB973034382}"/>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EA3CD21A-C660-CF7D-9EF7-E666028C215C}"/>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1EE0A686-F296-96A8-FE05-98B395D945E9}"/>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BFB3523C-72A9-2516-37AA-6072E6473C42}"/>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FBFCA9F7-E850-FBF2-7F18-BCC00A3EA1D0}"/>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F47C95EC-9EAF-72DE-754E-7697AAD97190}"/>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035110FC-9C56-B321-74C3-AF34C82A478A}"/>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0753F0F5-2C0F-62CE-D635-08B776AD8B9B}"/>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A7F7EFC7-D628-8A64-336C-A9FF5D177A65}"/>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CBEC8ED0-2111-AFF5-4D2D-796C71405B7B}"/>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77CA08C7-1E9E-5C4E-7136-A17717B0DFD0}"/>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E851F032-8DD2-D5DB-61CE-63769C885471}"/>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5B844E39-4AB2-C5A3-D053-A6AA250B0DF5}"/>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428A4EFA-CAD7-3DDD-BABB-A573E730F3D2}"/>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F83A1521-3AC2-C18C-92B5-371806B45846}"/>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84115E64-41B6-CF4F-36F0-934A4F7653D3}"/>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8AA15F57-BF4C-2DDE-3DF5-506F7CF5D5E7}"/>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DD91AF6A-553C-9714-5A47-D73CE7FAFA94}"/>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43AB7D32-4A05-98A0-CA7B-0857DC698EF6}"/>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13D7AF98-D5D4-DE38-B68C-4C2700190665}"/>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1B80E223-EC24-9143-2580-3784BD877EDC}"/>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84C48E53-A6EB-228B-AB5B-FF7F7211D932}"/>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8F77D3FB-0A53-043C-71D6-CC3DFE8A98AD}"/>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986D3D43-8216-F7C9-5BAC-B6EA60DDF94B}"/>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F1D591D8-F937-3F6F-B8CD-3DB782AE3E1C}"/>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35E7ACFF-7D0D-F1D5-01AF-E573DCCD4EB6}"/>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8FAF1A53-0104-6992-6E83-70274D8A9C37}"/>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A9C3EDEC-63D3-D1EC-0689-DBF857F690F2}"/>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AB0F2899-8DC2-7A31-4D0D-D17A327DFCAC}"/>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AD1B93CA-34F5-6A73-9937-428978F4673A}"/>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0C3566E5-30BA-1714-19D7-B59A6060D16A}"/>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93892F2E-9174-FB43-06D0-503891E8DC8F}"/>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D19E0E67-8BC3-FB1C-C6A4-E3154C7D1DBE}"/>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9CC70D85-C2A9-8610-BF14-12D5710E120C}"/>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50AA168B-01F8-8A3F-E996-5887A8299E0C}"/>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EF1BAC21-FCBC-70CE-0AFC-3E7DFA1A97E7}"/>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E88DA3A8-0D36-3115-0D59-93E2F887104E}"/>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7B6ADCAD-602A-A1A3-6B94-EB34C7BED603}"/>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FA66FDA2-D2C5-5408-DAE2-5C76CEEC51D9}"/>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16C4CC70-389F-6D7B-941D-05386FD44B11}"/>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87CF91B5-6409-F8AB-EA5B-62E6A6C8484B}"/>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19627289-BDC0-7A2A-52FC-736D724793B3}"/>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11998D31-94EE-7E0C-D46E-5E1E38752198}"/>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983BD6B9-C765-F98D-6136-BDFBC7EDD6C0}"/>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9FEFFDEF-712D-8822-CFB5-4D5064972CF2}"/>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135DA3C2-4D92-416F-8131-05FBF530A85B}"/>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0092B982-42C7-907D-98EF-C94954795DDB}"/>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63BC83A6-1465-8B54-87E9-12671BAC7774}"/>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EEC1E541-9F32-5298-9A2C-91A1EF3D6DF5}"/>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CB3BF853-8804-B164-2D17-DEEC7E7CF7F8}"/>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8C53274C-BF68-EF91-CED6-34F55D78E393}"/>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952B2D2A-F42F-EE1C-C903-3E189682E099}"/>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90A90405-96ED-BABB-EEA0-193560F6D64A}"/>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27E2A520-4D91-685A-0A71-B5CB5863F821}"/>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0525F1D7-FC7A-8106-84F1-3FAA9BD5AEBB}"/>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3DBA5ABA-9F1A-AC25-A5B7-F1244714994C}"/>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8CB127FB-B61A-F5FB-E0CD-B8BB2B6B8A2E}"/>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9B567F45-7983-3585-BC78-98F730E3F86F}"/>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1E0787EF-8016-D02E-6F45-92AD0D4B672F}"/>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CC203A89-0E8F-2DE1-8572-EDF08AD69941}"/>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8A33647E-7D18-B49E-A6EA-E7CEA5CB2B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4525FADE-2D43-30E2-D6E4-3B525FB5E4F9}"/>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1131B3DD-C2F4-9A6A-9CFE-50C85F0CFF9B}"/>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FED0286D-91E4-7089-DCD3-23F30E149EF6}"/>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1BFD2FDD-828F-551E-7F6F-928AFAAE7073}"/>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93C15796-A7F0-CCCB-7E2B-263982F3B938}"/>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01CF85EC-9656-8282-2D0F-2DA9B0E1467E}"/>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E6EA80F7-E616-2ACE-2DE0-FFE2F3EDC833}"/>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368542AE-7CC6-F050-A8D5-1F35E549CCA4}"/>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FC2FE2FD-5283-8B90-CCA2-7FFE9277E859}"/>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7EE19B78-7FB2-1AE2-B78A-780CF818EA8A}"/>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65B80EF4-81C7-2CB9-080B-448EBCE46C31}"/>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DBEAB1DE-4C09-6E0E-F18E-CD4FF97794A8}"/>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BA755127-94B6-44A7-B165-66F7802955C8}"/>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EA7AD790-211A-8B11-8A31-470B9666B7FF}"/>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790192F1-CBA0-A6A1-0A73-03C26CB196D6}"/>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7C6A7573-EB8F-820E-6FB2-95FF07B884E5}"/>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C6D1F26B-C240-33F3-EC25-923ABEF81ED3}"/>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0F587661-C480-9DDB-B166-964791DDB300}"/>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B3559730-32C6-54DF-5A96-ABAAEA9A3098}"/>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01D68698-7727-7455-6A8E-9A7122EE9DE2}"/>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0883C4EA-10E0-5A8E-2419-9C15958E333B}"/>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3FAF5C9D-882A-57FB-3AAC-C40F37853AF2}"/>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B83B0F15-97BB-EA14-52F8-38D36DD1E472}"/>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C026D2EF-937D-90A8-5D25-CDAD91F4E123}"/>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83408F41-3C05-F813-A431-D8ACE1E58C2D}"/>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27FCB1C0-244A-965E-99D6-FB946F582F50}"/>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5114A6F3-46B4-7452-17CE-924F8210CC05}"/>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ECDF47B3-EBC8-AAC6-AF22-AD003C5F8394}"/>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7FFF2384-13A6-6FCD-6EE8-B2F75F8926FF}"/>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AB23E10F-E5DE-66CB-15E5-3EF53E5F6896}"/>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C178E181-6077-F09C-0F84-F811167DBA15}"/>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F9BB300C-E5A1-3137-8FC5-0E175F1AC183}"/>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5344E9A9-4B58-38AF-E1AE-35A6D5484DD4}"/>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DF65BA83-B663-C759-241E-4FAABB2A04F5}"/>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1B506154-701E-72BA-BD7D-A5A2690D0257}"/>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99AB46FE-90E1-55F1-32C5-06022CF269FF}"/>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CC0828FA-A6BD-3AFD-172C-6C29412EC23C}"/>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D7890743-B67B-4965-3E06-8A12BDB86C4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820424E7-7AF4-0908-5F59-FA0942D67452}"/>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40DB03F5-FC8A-6517-5AF9-800497368CF3}"/>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F56ABF11-885A-0E56-8E6C-20BC6265D098}"/>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A41B5521-11A5-BC9E-7B1D-23F3F9932B4C}"/>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112266F3-8507-5DFC-C3E2-D6BFE4A8EB69}"/>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5CCA02E2-3254-DB00-A6A4-EAB6B96543AF}"/>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63ACB482-C67A-ED85-7EDA-C3FAE04B0DEE}"/>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D088C4E2-8E47-7D3A-71D7-ECAC5E124999}"/>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B0C03C33-EC99-45D5-54DC-750C146F37A2}"/>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C6BE46C0-B608-0ED0-2FC2-B62D48A2C3D4}"/>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52B40DF2-72B5-2627-7906-C9F6EB046754}"/>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37C069F7-46AE-E307-D79F-335858CC0DA4}"/>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27A660E8-4A9B-935C-DA52-405FB7F1CB8F}"/>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2AB42A4C-7CF9-E6A6-CE67-35D349AE66EE}"/>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0C43FFFA-9EF7-EFCD-4F0E-717890F047D7}"/>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7B66E2E9-589D-7DD9-F6CC-8269989B5AE9}"/>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BE3BC5B6-D8A0-5060-20C0-F81106672F6A}"/>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203431CB-1E9C-DEFD-C628-5008367C3649}"/>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0D58B6E4-58EB-365D-9D34-985D53AAB9F3}"/>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5F7CDA63-7378-7E01-C34C-CAE401D8A86D}"/>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6F615BDA-C85E-554E-B2DA-180CFEF14516}"/>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899626FE-3F2D-9444-091C-E1DBF8617859}"/>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F8DDD642-C071-43F9-B01D-54679E96B206}"/>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3D35B1C1-214F-0F7F-689E-A378B8C9DD6A}"/>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FA85123C-4B57-231C-A57D-5EE75FBA5D9B}"/>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0D62F64D-9B7E-88C2-4EB1-91CC803144BF}"/>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AAD7F3F9-43E9-9167-364F-DD799BEB836A}"/>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4BE203D0-D286-E4C5-EA55-0E7496A3CB25}"/>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4ECB83F9-C867-975E-5191-3CFF82C9282D}"/>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2BAFB461-5D9E-1401-F9A3-8568ADFFDB93}"/>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50103197-D289-7B54-70C7-A12AE87ADCB5}"/>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D023D03C-D553-8B89-2852-EA3D85E1C5AC}"/>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2E1CD82E-1517-F7F9-5A59-C7E5E466529C}"/>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14F2FE88-7E90-386F-4F4B-3C29C8C74C7B}"/>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5ACAF367-229E-2D98-292A-A236B0FC1FF7}"/>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E0268BD7-79C1-8587-5691-01B782A45EEE}"/>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3282B0B1-B6A8-5245-76E0-333D3BF594EF}"/>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A4B59129-7789-220A-79D9-2B6916C5E206}"/>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54B0E045-EE68-8FD4-4909-27240C530952}"/>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F09C4CC2-4FB7-6CE8-451A-2D69E19698FC}"/>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83716E49-4DC3-C788-5EB5-D55FD4A0900A}"/>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0690E17B-29FE-4BEE-4669-CF136CDF2E7E}"/>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83A3FE31-C8C3-B459-B66F-CF21055ED02B}"/>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737590D1-A859-5CC9-3651-82FBFEE3904E}"/>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1EA801CE-0EE1-C849-A85B-44654231989B}"/>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B4F3B048-BBAF-1FCC-D309-429FFFAE53BE}"/>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DA4E82F1-82CA-F6B5-3E15-0AF4CE57AED3}"/>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E4EFAA26-CCF3-1011-B72C-3AD8969570A4}"/>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0DF72F94-F648-3320-9ABB-DF6762D70C1E}"/>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E230729D-F955-3816-002D-FCDF56C94675}"/>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B29FA019-E4C6-206B-1E38-226AF5ACAE67}"/>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E4A3F768-D100-1C59-7D91-7C09C51B9CBC}"/>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BAC4AF9A-1F41-2D54-424F-0C988CC14BC7}"/>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BCC454E0-964B-3BCA-F69E-A9090DA65E0E}"/>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2AC81371-5173-3D57-7BA1-1F7172F7A009}"/>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6F7B9624-CBFC-AE5A-E119-2BD163D48DFE}"/>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E1FC9714-3F8C-86BB-1F32-F0D1A8E60830}"/>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C10C6B55-52F4-FC5D-0804-D31089DA393F}"/>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319670BF-D100-259B-1707-E80E9DDB01B0}"/>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5D064CE4-9C20-90D5-3ECB-C8FB839B400A}"/>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98686645-0787-4861-8800-A4559E029A3B}"/>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FB0BDF08-E4EB-A24E-704C-624D69A81940}"/>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6989A689-327B-F5EA-92A1-DB528EEF5252}"/>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8B3B42E3-47CD-1856-689E-A6F233B6CC77}"/>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3FECDE4C-6D65-821B-1E93-77142ACB561C}"/>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0BEC5979-51EF-2D63-10F0-48982CBC5BA0}"/>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27F90552-A856-9347-CE67-939CDE04BCF8}"/>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52E6EC55-DBD0-734A-D924-0FBB7B36F5B5}"/>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6C07B7D0-E8E2-6A1F-0B98-98EA3AF97629}"/>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37AD35BC-EB2E-A67D-9633-0A3707E8374E}"/>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E74B1819-5843-9252-F802-957DEF9F760B}"/>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2276492F-AF38-17FC-B2BB-E82983193B84}"/>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3FD80B89-4698-4C73-2F72-B0A6FD857072}"/>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5362AC71-45E5-3D7D-0D9B-B6FA7BBF9B04}"/>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F730B322-98C1-3B18-CB0A-D3680ADE68D8}"/>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56F634BD-7E05-D131-6EE8-85169E304364}"/>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03219723-8279-8519-E6EE-18B56F6ACB6F}"/>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62BA34F0-00F6-3A08-72EB-5EDE1E22DE8A}"/>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74C3C650-AFC8-3148-289A-7C70E4F8EC1F}"/>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0EAEC393-B588-900A-42EE-0C922D7E447A}"/>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6AB52AC6-1E8E-3805-8E89-A77F61CEEBF2}"/>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8C48EEF1-FA5D-81C7-8DB1-DBB4FED453AC}"/>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0C3CAEA5-5201-4570-71C6-A08D5F96D397}"/>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DA39AB9B-6CD0-EBA0-7556-DA33DCA969E6}"/>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B0B0F762-33E5-78BA-DE09-135C7BA441C2}"/>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7CC12C08-3D7E-7853-D58D-5E5D7619FE15}"/>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1CCDC11B-1D4F-EACF-8026-AF3DDB1B9BD6}"/>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3C19FCA0-3E87-9CA9-C3D8-2C474BF4D43A}"/>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9D6A7D55-D754-9C97-6812-8EE8C43AEE2D}"/>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B2FBC6AC-B3EC-DC8A-CD77-2FBCF80924AC}"/>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2C2C1C58-EF5E-8C78-853E-897AABA8D3E5}"/>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E5436E65-1694-0504-168B-6FF4457FD0F1}"/>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925DD35A-C763-31CE-B6ED-2D9720A2F63F}"/>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FAAADB32-9B0A-768B-AD1F-2D581BBEE058}"/>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1F0B8421-E653-370C-592D-B45411708EAB}"/>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E2A38A67-C093-9171-D666-E7C9C9827745}"/>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123F4581-3207-1D48-75F8-2C5C4BB2C7EE}"/>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272AA79C-55BC-9317-A06D-C7129287F74B}"/>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857E46E4-1367-7B1A-9604-E45772C8CFA5}"/>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277E316C-A60C-C69F-96CD-3E5CB99389E0}"/>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1C32108F-6A52-3B15-77F4-1A7285296110}"/>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73437ED7-C781-190C-C7DD-25008DB7F9B7}"/>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214967F3-7A1C-E4A1-B6C0-778430CDBC44}"/>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93757BF8-C775-B907-53D1-E4EFC27E18DE}"/>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9AAB7B81-7A2E-C469-AD02-9B68887747E0}"/>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B3C7A541-F828-C0C4-CBFE-6F608A5F3A33}"/>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3F59EFE1-EC71-0005-C45F-1958E4DCF30F}"/>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C68FC8CF-971D-CCBA-9758-BD2EBE47915F}"/>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071BCD09-1421-E665-10CA-C345EF31ED0A}"/>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FC92A591-8336-31A6-AAAB-859B0CA5DB88}"/>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310A8E10-D50E-F657-4757-612FA53AC345}"/>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93402C8F-5FF3-F7DC-07FD-54D5A964E85F}"/>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A9258417-6C65-39D1-1C34-7B4A361F93E4}"/>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D42C1DCA-F33B-131B-9DF2-A06E10F32710}"/>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695C4807-5FC7-5B15-8FC0-363209222CE7}"/>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44174D11-0B8F-C2FF-16C6-544304627239}"/>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95E9D3BC-2E14-F61F-5442-58167B0F0EBF}"/>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CBEA2ACE-96E7-ECEC-6FAC-340084004CA5}"/>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513E6676-5E39-2E80-DFE2-0D21D53E69A9}"/>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882E4E44-569E-14ED-288D-1A93F236D735}"/>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A96DDC5D-80B7-3ED5-ABB2-B1C1334DD3D6}"/>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3C78EA07-98D3-7D25-3D58-481C93B2F747}"/>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4E8392DE-05BB-874D-0B38-E755000F4275}"/>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546660D3-5A5B-6A9A-7712-1F88337761E1}"/>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76C1A6AF-83E5-F754-DF2D-E87B6BFA6275}"/>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EA6C59F4-B917-040A-7ECC-7ACF85282656}"/>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0A494000-634D-5138-D28B-72A48954F2E5}"/>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C9B37FA0-EB01-838A-CDBB-EDED39742771}"/>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6ACB6772-2A0C-F32F-5C83-B6FF467F0C2B}"/>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055F1A23-915E-9A5D-E8D4-03DF5C558776}"/>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2E545A38-B496-8761-51D0-6551B7118681}"/>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16673615-7377-ACFD-FAD7-55A3B3F9A2F3}"/>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03FEB860-583C-BE65-DA05-019EABE92147}"/>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5EEEE55E-5C41-D48C-44A1-2B9D8EC3F245}"/>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0E20A7C6-DDF8-3165-AF9E-BB58D7BBCF27}"/>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E47D2362-4AC9-DE45-0274-8F9868F78054}"/>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C13E4E9B-01BD-FD50-4515-7C0290DFEC24}"/>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0E7DA0F6-5AF3-C08E-893E-D22E106AEC43}"/>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9445721-D844-37EF-760B-BC5D651454FA}"/>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39E83E97-F39A-DEF8-35FE-13E6E2E252FD}"/>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87A4F6E5-72F8-4BAC-9E6F-C318A7D25682}"/>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9E69F9BE-C8A9-8D8B-73A3-3736C87C8E25}"/>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260CA773-F475-AAB0-C950-E14303D7C972}"/>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046DDEC5-2A7F-33A4-6555-D7E8CFB2D197}"/>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4465A65B-723A-0AC4-59FD-B1994F7F04B8}"/>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193C11FE-3F0C-F15C-3288-8DE7BE47E3B7}"/>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25250153-92BD-B17E-A934-9A3B7D2DF518}"/>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4B9155A7-CA4A-5369-B9E1-AFD7C65B49CC}"/>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2C48BFFC-ED91-BE5D-8E8F-A3E6D42EDEEC}"/>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9C6C5E34-EA91-8903-EEB0-BF2FC4A234AA}"/>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16E3D1AF-598A-B04C-F0ED-77F9BE714AE9}"/>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7ECD311F-A1BA-B7F2-B20B-573EDA7BF108}"/>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9C5E2C08-EA6E-28A0-CA9F-9C68B5D270A5}"/>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D9DA22B4-37AE-BADA-A2D7-F59255A4744B}"/>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F68CCEAF-3F9A-1C1D-413C-A5270B089520}"/>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6F868E8D-AABA-755B-1E13-ACD170D921A4}"/>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A7C7D4C8-F15D-13E4-00C7-54A000325E05}"/>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4B6B1078-2CF7-DA1D-129A-EF53BF3FCBC9}"/>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BA616DAB-48E6-3D7D-9221-DD92E8F37F87}"/>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75B36F3E-C268-113C-2415-6753EE62E692}"/>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1DC84CA0-2668-89D9-1C85-4FA99ACB9E59}"/>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4AA95E7D-A02C-7E9B-7828-093FF9AECD23}"/>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8FDF1ED4-252A-04ED-8D85-0ED610D8B763}"/>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72941415-6069-2D54-2FA9-37696981549F}"/>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DC72E2F2-7008-2903-B755-B07B5A9EB1D6}"/>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9346B399-E6E4-9936-2D4D-DB81D3CE3E84}"/>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9793EF8C-3B7E-AD9D-793E-958344BB23CF}"/>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078322DB-94FB-6DC2-A5DB-5005D4E7E5BD}"/>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CE7BC2B1-094A-94E6-461C-F449A8D8DEF6}"/>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96708878-4D45-4EAD-AB72-5D077375637A}"/>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1AFEFDB4-4BD3-2C84-9BED-3604DFDB4C37}"/>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FD7EE0D1-C7E3-30A0-626E-97EC835CC65F}"/>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63AAA741-10AE-FCCD-0647-69041CA8C3DC}"/>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23F13F39-C13E-EA89-AC9D-45DE8BCED9C6}"/>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582FFFC5-ED97-E09B-E920-479EB363D7CF}"/>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D3742A77-FE83-4D8E-2B91-0E9607C18518}"/>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D5BEE2EA-D74F-598C-802A-A53297CF13E0}"/>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DB3A6CA0-B11C-A038-2610-53F0E5EFFFC2}"/>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ABFA7477-0D6A-1576-E910-2D26E621BC21}"/>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A021E469-5C5A-16DC-E4A7-23B62A300741}"/>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EA3D0B1C-D003-29C2-BEE9-19F63249B0B3}"/>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54C2327B-A17A-B6ED-FAF1-F13C1395FF5C}"/>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2DD88DBC-0133-93E1-E7A9-51C4D1AFE565}"/>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A907E215-BB5D-8EF5-9961-7922649538F0}"/>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CF9A1C90-D976-75C2-6D43-71FCEBC75262}"/>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9BF952BF-F72B-37BB-BE83-FEB67FE5739E}"/>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954A5DB8-D122-054B-9B10-3AA4F815B3B9}"/>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15E8D822-5499-9BA0-6B78-EC4AA56A8776}"/>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CA7641EF-4198-6C8C-136B-A43E7C8778A0}"/>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281DC701-61FC-39D8-A2E0-845C159CFC3C}"/>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2FA91796-18A5-C12F-1AD2-D7C49B0EE796}"/>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B0E4A5BA-92D7-9399-2D99-D504D0A472CC}"/>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FD39EAA4-04C8-9217-CE05-A8B4DB4EC80D}"/>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6B4CF80B-6843-9263-E667-736498A4AF6F}"/>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49738FF3-8D9C-78DF-6091-7C0A6B901506}"/>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70485DCF-5720-1077-6E76-451B117AAF7C}"/>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690F3266-4B93-9478-10F9-D80491F89FA4}"/>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E46D30E5-59C4-A8A0-DE7E-8681E17A60D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4BF2EADF-19B5-90D4-3947-A8B8416A6B98}"/>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7C5F19F3-058A-38F1-66C7-81745E485560}"/>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E6AB42A1-7EFB-0821-6C7C-4D1607E70819}"/>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DEACB508-FBC8-3015-B938-AB7BB78FA10F}"/>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F32EBE3E-13E2-F02C-52D5-EF587EE4356D}"/>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CB48D397-AA2C-90FC-6209-EE3251F4AFAB}"/>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FD7EAB85-39F4-CEFA-08B7-1B2A22869A6E}"/>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606F6D58-5CEC-06F7-AA91-608596BBDBCC}"/>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6CE014B5-A8C6-0400-826E-9D2C74E4C47F}"/>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B809661D-85CC-A157-1C66-B8E9D3C82761}"/>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2FE74D1-A4BC-0CAC-06AE-ADFBCFC766C8}"/>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89E2CC1F-1120-79B3-0A22-A5D6E0ECBDE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A018D496-24CF-320D-8B28-F42B0ED2659C}"/>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F117F20B-3FDD-9D14-3E22-542726C08DDD}"/>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6E65988E-1DD1-533D-1ECC-934AC29BE005}"/>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C5037A03-76A6-0078-7F53-4388FDC52878}"/>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E93C299C-A772-668F-4E5C-DFA2FD558675}"/>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1CDEF70C-06FC-17EE-ED3C-F75AB269614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D2BB7C7F-ACBA-79B1-6620-17DF5EABB9E4}"/>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84E58057-FEC2-5DB3-E07D-63FF4578EF91}"/>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55A0EAC4-420C-BF4A-CC61-6547960AD0C4}"/>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C13F2698-7B84-9113-44B2-72832BC724A4}"/>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2850A9AC-4561-3AF4-8F04-F4E4FB460332}"/>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611C0C9A-FF9D-E933-D96D-358620F1B033}"/>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AAAF6CF0-2914-0BB1-3B9E-789DE9B294FD}"/>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3E54849C-5AB1-A12D-B79A-9F39CFB4D1C2}"/>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1A724A4B-72F2-D39F-0813-CCD41B5E6927}"/>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C36615BF-AFD9-A9E9-A2C3-CC7BC1C6E9C2}"/>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5F6EA4E2-EFA6-597E-2A3E-E3C164961C3C}"/>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9CB89ADA-0ACB-AC83-5186-842B5FC194B1}"/>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DBC6FD97-15FF-666E-BAE1-C59892E3C61C}"/>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884A7DB6-74E0-2992-809A-E88C18F7AFAA}"/>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6856EBD7-4F7E-DF18-6ACE-B25E1CA2B778}"/>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40C23A2C-0064-2024-6FD3-821C0978548A}"/>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5D44F52B-8B83-7075-BC8F-E78D881DB0F8}"/>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92799337-35F8-B62F-28D6-828B63630412}"/>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3167A192-1BA1-AC81-E1B4-BCE4848997FF}"/>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F9C1EE55-3967-2BAB-BD1E-54D5440F991D}"/>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6CC8220-B84A-3FB7-3028-36B2106363F7}"/>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0F23696D-96D8-97C1-B76F-4FE237E525AF}"/>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FBEA91C0-C483-B768-9B18-4CB3C63B0728}"/>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0D5EFC26-B19E-6CB8-158F-40B8C4836453}"/>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939CDED1-D5CC-1349-6B7F-41E36C31775A}"/>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B190F3E7-4BC6-326A-89E8-1F9B89809133}"/>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C32569BD-2449-E894-4228-936D31997DC8}"/>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688D98DD-4A9E-7267-26CD-3DA5F676C29B}"/>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2D85C822-B2D3-34D1-F2F7-E98618E76B02}"/>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EFF9E4D8-B8F0-3302-D5F4-F142B4C664BF}"/>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425F3776-3B89-FF70-C09E-31A7EBD5940B}"/>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A03B8F9F-4DA4-9E19-2A3D-23D262A410D9}"/>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95D41E11-B6D3-930A-3AEC-7B2702F215B9}"/>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8A71BD20-65AF-05DB-AFCD-274D899A9F8C}"/>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861327D2-B0DF-D384-5E90-E5C886551F2E}"/>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F23DF464-2618-12D9-650B-B777126D1C51}"/>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3DB2324A-08D4-F544-DF1F-D2FBBE3AC745}"/>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90454D5C-AD70-1B8B-0B53-3DCD0E0DD803}"/>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F12008F7-8FB5-96C2-3552-FEFD70741E6D}"/>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F78BAD45-C0C8-E947-CBEF-EDECF32894B1}"/>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C8040B2A-2FE3-2653-A83B-CD889055F35A}"/>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D8E1B2D8-F59D-7A6E-0DE7-37E84AC2E48B}"/>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1A44BEC6-6329-9FC0-DD01-1A21D58B0D30}"/>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EE3EC49F-F281-31D0-BD2E-567D60EBC4DA}"/>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04288206-2C01-AB59-D176-319951B0EE44}"/>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16EAA284-75AE-9DBD-ED9C-2103D4DCBFFE}"/>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58C0A78F-3566-82A6-BB8B-51FC05F0667E}"/>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0FABA3D7-27CF-4741-D292-A48D2B65A282}"/>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00BAEDCF-ED03-B85F-9818-3F6A77FC0FE9}"/>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0311D409-2EB2-AB12-670A-56BF0C0DDC42}"/>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4B277B86-105D-DB02-5B8D-A3E5AC0FC1EA}"/>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28409FA3-55D9-45CC-1410-DF1C4A75A33F}"/>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78DCB44A-B792-8A3B-B7B5-C97226E6D746}"/>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E1A09FAA-A034-09DF-AC70-DB2C2C39B1FC}"/>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0BB03476-A1E9-CB03-E6E6-26B890374893}"/>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2" name="Title Placeholder 1">
            <a:extLst>
              <a:ext uri="{FF2B5EF4-FFF2-40B4-BE49-F238E27FC236}">
                <a16:creationId xmlns:a16="http://schemas.microsoft.com/office/drawing/2014/main" id="{419C2E46-11E5-88D3-0FF6-CBCD9F6DEC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F53B2CE-A44D-9B86-9ACA-658E5D367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72984-2B4C-0CF5-E2EC-59514ACE5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9409A-2ED3-4A80-A81F-CE5938D0E575}" type="datetimeFigureOut">
              <a:rPr lang="en-ID" smtClean="0"/>
              <a:t>29/01/2024</a:t>
            </a:fld>
            <a:endParaRPr lang="en-ID"/>
          </a:p>
        </p:txBody>
      </p:sp>
      <p:sp>
        <p:nvSpPr>
          <p:cNvPr id="5" name="Footer Placeholder 4">
            <a:extLst>
              <a:ext uri="{FF2B5EF4-FFF2-40B4-BE49-F238E27FC236}">
                <a16:creationId xmlns:a16="http://schemas.microsoft.com/office/drawing/2014/main" id="{A6DF9786-BE83-FAC0-F059-8C02BC9CA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150B2FF-B463-6673-129A-B658D713D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BD5E2-D8FC-4378-826C-0157312ED133}" type="slidenum">
              <a:rPr lang="en-ID" smtClean="0"/>
              <a:t>‹#›</a:t>
            </a:fld>
            <a:endParaRPr lang="en-ID"/>
          </a:p>
        </p:txBody>
      </p:sp>
      <p:sp>
        <p:nvSpPr>
          <p:cNvPr id="7" name="Rectangle: Single Corner Rounded 6">
            <a:extLst>
              <a:ext uri="{FF2B5EF4-FFF2-40B4-BE49-F238E27FC236}">
                <a16:creationId xmlns:a16="http://schemas.microsoft.com/office/drawing/2014/main" id="{B1763308-D78F-7ED2-5BFA-A2B525533D3C}"/>
              </a:ext>
            </a:extLst>
          </p:cNvPr>
          <p:cNvSpPr/>
          <p:nvPr userDrawn="1"/>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251058DC-2801-0245-F13D-8AEA6EC32B25}"/>
              </a:ext>
            </a:extLst>
          </p:cNvPr>
          <p:cNvSpPr txBox="1"/>
          <p:nvPr userDrawn="1"/>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9" name="Flowchart: Manual Input 8">
            <a:extLst>
              <a:ext uri="{FF2B5EF4-FFF2-40B4-BE49-F238E27FC236}">
                <a16:creationId xmlns:a16="http://schemas.microsoft.com/office/drawing/2014/main" id="{7C6A7AE0-F02B-14A4-CCDD-613181559483}"/>
              </a:ext>
            </a:extLst>
          </p:cNvPr>
          <p:cNvSpPr/>
          <p:nvPr userDrawn="1"/>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0" name="Straight Connector 9">
            <a:extLst>
              <a:ext uri="{FF2B5EF4-FFF2-40B4-BE49-F238E27FC236}">
                <a16:creationId xmlns:a16="http://schemas.microsoft.com/office/drawing/2014/main" id="{21F95FE2-5C71-7038-92C7-A284E4C18C1F}"/>
              </a:ext>
            </a:extLst>
          </p:cNvPr>
          <p:cNvCxnSpPr>
            <a:cxnSpLocks/>
          </p:cNvCxnSpPr>
          <p:nvPr userDrawn="1"/>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pic>
        <p:nvPicPr>
          <p:cNvPr id="1367" name="Picture 1366">
            <a:extLst>
              <a:ext uri="{FF2B5EF4-FFF2-40B4-BE49-F238E27FC236}">
                <a16:creationId xmlns:a16="http://schemas.microsoft.com/office/drawing/2014/main" id="{BDA538EC-67BB-8026-DCCF-64C13196D03A}"/>
              </a:ext>
            </a:extLst>
          </p:cNvPr>
          <p:cNvPicPr>
            <a:picLocks noChangeAspect="1"/>
          </p:cNvPicPr>
          <p:nvPr userDrawn="1"/>
        </p:nvPicPr>
        <p:blipFill>
          <a:blip r:embed="rId12"/>
          <a:stretch>
            <a:fillRect/>
          </a:stretch>
        </p:blipFill>
        <p:spPr>
          <a:xfrm>
            <a:off x="11241718" y="314964"/>
            <a:ext cx="550269" cy="438150"/>
          </a:xfrm>
          <a:prstGeom prst="rect">
            <a:avLst/>
          </a:prstGeom>
        </p:spPr>
      </p:pic>
      <p:sp>
        <p:nvSpPr>
          <p:cNvPr id="1381" name="TextBox 1380">
            <a:extLst>
              <a:ext uri="{FF2B5EF4-FFF2-40B4-BE49-F238E27FC236}">
                <a16:creationId xmlns:a16="http://schemas.microsoft.com/office/drawing/2014/main" id="{232D3875-1128-548E-EF99-4B2313750E91}"/>
              </a:ext>
            </a:extLst>
          </p:cNvPr>
          <p:cNvSpPr txBox="1"/>
          <p:nvPr userDrawn="1"/>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a:t>
            </a:fld>
            <a:endParaRPr lang="en-ID" sz="1100" b="1">
              <a:solidFill>
                <a:schemeClr val="bg1"/>
              </a:solidFill>
              <a:latin typeface="+mj-lt"/>
            </a:endParaRPr>
          </a:p>
        </p:txBody>
      </p:sp>
    </p:spTree>
    <p:extLst>
      <p:ext uri="{BB962C8B-B14F-4D97-AF65-F5344CB8AC3E}">
        <p14:creationId xmlns:p14="http://schemas.microsoft.com/office/powerpoint/2010/main" val="1460864201"/>
      </p:ext>
    </p:extLst>
  </p:cSld>
  <p:clrMap bg1="lt1" tx1="dk1" bg2="lt2" tx2="dk2" accent1="accent1" accent2="accent2" accent3="accent3" accent4="accent4" accent5="accent5" accent6="accent6" hlink="hlink" folHlink="folHlink"/>
  <p:sldLayoutIdLst>
    <p:sldLayoutId id="2147483847" r:id="rId1"/>
    <p:sldLayoutId id="2147483849" r:id="rId2"/>
    <p:sldLayoutId id="2147483882" r:id="rId3"/>
    <p:sldLayoutId id="2147483860" r:id="rId4"/>
    <p:sldLayoutId id="2147483861" r:id="rId5"/>
    <p:sldLayoutId id="2147483883" r:id="rId6"/>
    <p:sldLayoutId id="2147483862" r:id="rId7"/>
    <p:sldLayoutId id="2147483863" r:id="rId8"/>
    <p:sldLayoutId id="2147483864" r:id="rId9"/>
    <p:sldLayoutId id="214748386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AA3C8-FBAF-010E-EF83-0B99FAAF8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C70FC4F-072C-5DD4-D305-4CDB2F428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BE912A2-4D7B-8D68-E131-EBD98087E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4607B-1194-48B0-BAF3-A55B43A1FBE0}" type="datetimeFigureOut">
              <a:rPr lang="en-ID" smtClean="0"/>
              <a:t>29/01/2024</a:t>
            </a:fld>
            <a:endParaRPr lang="en-ID"/>
          </a:p>
        </p:txBody>
      </p:sp>
      <p:sp>
        <p:nvSpPr>
          <p:cNvPr id="5" name="Footer Placeholder 4">
            <a:extLst>
              <a:ext uri="{FF2B5EF4-FFF2-40B4-BE49-F238E27FC236}">
                <a16:creationId xmlns:a16="http://schemas.microsoft.com/office/drawing/2014/main" id="{0AB707DA-4D73-99F0-5EE3-EC56FDC31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63C8F47E-3C9E-43AE-2C5F-E6BE397FF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E71C3-CDEB-4551-B01D-B88AA76021FD}" type="slidenum">
              <a:rPr lang="en-ID" smtClean="0"/>
              <a:t>‹#›</a:t>
            </a:fld>
            <a:endParaRPr lang="en-ID"/>
          </a:p>
        </p:txBody>
      </p:sp>
      <p:sp>
        <p:nvSpPr>
          <p:cNvPr id="7" name="Rectangle 6">
            <a:extLst>
              <a:ext uri="{FF2B5EF4-FFF2-40B4-BE49-F238E27FC236}">
                <a16:creationId xmlns:a16="http://schemas.microsoft.com/office/drawing/2014/main" id="{E9B73EF1-FA95-F3C5-F0E3-C4EE37D3671C}"/>
              </a:ext>
            </a:extLst>
          </p:cNvPr>
          <p:cNvSpPr/>
          <p:nvPr userDrawn="1"/>
        </p:nvSpPr>
        <p:spPr>
          <a:xfrm>
            <a:off x="1" y="0"/>
            <a:ext cx="634999" cy="793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34031192"/>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8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26" Type="http://schemas.openxmlformats.org/officeDocument/2006/relationships/image" Target="../media/image39.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29" Type="http://schemas.openxmlformats.org/officeDocument/2006/relationships/image" Target="../media/image42.png"/><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9.jpeg"/><Relationship Id="rId1" Type="http://schemas.openxmlformats.org/officeDocument/2006/relationships/slideLayout" Target="../slideLayouts/slideLayout8.xml"/><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image" Target="../media/image51.png"/><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 Id="rId9" Type="http://schemas.openxmlformats.org/officeDocument/2006/relationships/image" Target="../media/image58.svg"/></Relationships>
</file>

<file path=ppt/slides/_rels/slide1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2.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oup of people sitting around a table&#10;&#10;Description automatically generated">
            <a:extLst>
              <a:ext uri="{FF2B5EF4-FFF2-40B4-BE49-F238E27FC236}">
                <a16:creationId xmlns:a16="http://schemas.microsoft.com/office/drawing/2014/main" id="{9453F574-24DC-5C7B-D780-90CEAA84FA2D}"/>
              </a:ext>
            </a:extLst>
          </p:cNvPr>
          <p:cNvPicPr>
            <a:picLocks noGrp="1" noChangeAspect="1"/>
          </p:cNvPicPr>
          <p:nvPr>
            <p:ph type="pic" sz="quarter" idx="10"/>
          </p:nvPr>
        </p:nvPicPr>
        <p:blipFill>
          <a:blip r:embed="rId2"/>
          <a:srcRect t="12500" b="12500"/>
          <a:stretch/>
        </p:blipFill>
        <p:spPr/>
      </p:pic>
      <p:sp>
        <p:nvSpPr>
          <p:cNvPr id="13" name="Rectangle 12">
            <a:extLst>
              <a:ext uri="{FF2B5EF4-FFF2-40B4-BE49-F238E27FC236}">
                <a16:creationId xmlns:a16="http://schemas.microsoft.com/office/drawing/2014/main" id="{AC9B6E17-B483-BB09-433B-654814E2849A}"/>
              </a:ext>
            </a:extLst>
          </p:cNvPr>
          <p:cNvSpPr/>
          <p:nvPr/>
        </p:nvSpPr>
        <p:spPr>
          <a:xfrm>
            <a:off x="0" y="1"/>
            <a:ext cx="12192000" cy="6858000"/>
          </a:xfrm>
          <a:prstGeom prst="rect">
            <a:avLst/>
          </a:prstGeom>
          <a:solidFill>
            <a:schemeClr val="accent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4" name="Freeform: Shape 33">
            <a:extLst>
              <a:ext uri="{FF2B5EF4-FFF2-40B4-BE49-F238E27FC236}">
                <a16:creationId xmlns:a16="http://schemas.microsoft.com/office/drawing/2014/main" id="{14DEF658-867D-3431-AEBB-8359780125FE}"/>
              </a:ext>
            </a:extLst>
          </p:cNvPr>
          <p:cNvSpPr/>
          <p:nvPr/>
        </p:nvSpPr>
        <p:spPr>
          <a:xfrm>
            <a:off x="0" y="2"/>
            <a:ext cx="4612958" cy="6857999"/>
          </a:xfrm>
          <a:custGeom>
            <a:avLst/>
            <a:gdLst>
              <a:gd name="connsiteX0" fmla="*/ 614206 w 4612958"/>
              <a:gd name="connsiteY0" fmla="*/ 0 h 6857999"/>
              <a:gd name="connsiteX1" fmla="*/ 4612958 w 4612958"/>
              <a:gd name="connsiteY1" fmla="*/ 0 h 6857999"/>
              <a:gd name="connsiteX2" fmla="*/ 3280041 w 4612958"/>
              <a:gd name="connsiteY2" fmla="*/ 6857999 h 6857999"/>
              <a:gd name="connsiteX3" fmla="*/ 0 w 4612958"/>
              <a:gd name="connsiteY3" fmla="*/ 6857999 h 6857999"/>
              <a:gd name="connsiteX4" fmla="*/ 0 w 4612958"/>
              <a:gd name="connsiteY4" fmla="*/ 3160155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2958" h="6857999">
                <a:moveTo>
                  <a:pt x="614206" y="0"/>
                </a:moveTo>
                <a:lnTo>
                  <a:pt x="4612958" y="0"/>
                </a:lnTo>
                <a:lnTo>
                  <a:pt x="3280041" y="6857999"/>
                </a:lnTo>
                <a:lnTo>
                  <a:pt x="0" y="6857999"/>
                </a:lnTo>
                <a:lnTo>
                  <a:pt x="0" y="3160155"/>
                </a:lnTo>
                <a:close/>
              </a:path>
            </a:pathLst>
          </a:cu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dirty="0"/>
          </a:p>
        </p:txBody>
      </p:sp>
      <p:sp>
        <p:nvSpPr>
          <p:cNvPr id="22" name="Parallelogram 21">
            <a:extLst>
              <a:ext uri="{FF2B5EF4-FFF2-40B4-BE49-F238E27FC236}">
                <a16:creationId xmlns:a16="http://schemas.microsoft.com/office/drawing/2014/main" id="{5D8E1506-405A-DD07-1719-ACFEB8B6B638}"/>
              </a:ext>
            </a:extLst>
          </p:cNvPr>
          <p:cNvSpPr/>
          <p:nvPr/>
        </p:nvSpPr>
        <p:spPr>
          <a:xfrm>
            <a:off x="3280361" y="2"/>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6" name="Freeform: Shape 35">
            <a:extLst>
              <a:ext uri="{FF2B5EF4-FFF2-40B4-BE49-F238E27FC236}">
                <a16:creationId xmlns:a16="http://schemas.microsoft.com/office/drawing/2014/main" id="{637AB728-F179-E9E1-03AD-CA2AA269C40D}"/>
              </a:ext>
            </a:extLst>
          </p:cNvPr>
          <p:cNvSpPr/>
          <p:nvPr/>
        </p:nvSpPr>
        <p:spPr>
          <a:xfrm>
            <a:off x="7279432" y="2"/>
            <a:ext cx="4912568" cy="6857999"/>
          </a:xfrm>
          <a:custGeom>
            <a:avLst/>
            <a:gdLst>
              <a:gd name="connsiteX0" fmla="*/ 1332917 w 4912568"/>
              <a:gd name="connsiteY0" fmla="*/ 0 h 6857999"/>
              <a:gd name="connsiteX1" fmla="*/ 4912568 w 4912568"/>
              <a:gd name="connsiteY1" fmla="*/ 0 h 6857999"/>
              <a:gd name="connsiteX2" fmla="*/ 4912568 w 4912568"/>
              <a:gd name="connsiteY2" fmla="*/ 2156319 h 6857999"/>
              <a:gd name="connsiteX3" fmla="*/ 3998752 w 4912568"/>
              <a:gd name="connsiteY3" fmla="*/ 6857999 h 6857999"/>
              <a:gd name="connsiteX4" fmla="*/ 0 w 4912568"/>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2568" h="6857999">
                <a:moveTo>
                  <a:pt x="1332917" y="0"/>
                </a:moveTo>
                <a:lnTo>
                  <a:pt x="4912568" y="0"/>
                </a:lnTo>
                <a:lnTo>
                  <a:pt x="4912568" y="2156319"/>
                </a:lnTo>
                <a:lnTo>
                  <a:pt x="3998752" y="6857999"/>
                </a:lnTo>
                <a:lnTo>
                  <a:pt x="0" y="6857999"/>
                </a:lnTo>
                <a:close/>
              </a:path>
            </a:pathLst>
          </a:cu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dirty="0"/>
          </a:p>
        </p:txBody>
      </p:sp>
      <p:pic>
        <p:nvPicPr>
          <p:cNvPr id="15" name="Picture 14">
            <a:extLst>
              <a:ext uri="{FF2B5EF4-FFF2-40B4-BE49-F238E27FC236}">
                <a16:creationId xmlns:a16="http://schemas.microsoft.com/office/drawing/2014/main" id="{A0DC8919-FB00-E247-9AF4-09E268D91B01}"/>
              </a:ext>
            </a:extLst>
          </p:cNvPr>
          <p:cNvPicPr>
            <a:picLocks noChangeAspect="1"/>
          </p:cNvPicPr>
          <p:nvPr/>
        </p:nvPicPr>
        <p:blipFill>
          <a:blip r:embed="rId3"/>
          <a:stretch>
            <a:fillRect/>
          </a:stretch>
        </p:blipFill>
        <p:spPr>
          <a:xfrm>
            <a:off x="1181100" y="2450631"/>
            <a:ext cx="2457450" cy="1956738"/>
          </a:xfrm>
          <a:prstGeom prst="rect">
            <a:avLst/>
          </a:prstGeom>
        </p:spPr>
      </p:pic>
      <p:sp>
        <p:nvSpPr>
          <p:cNvPr id="2" name="Right Triangle 1">
            <a:extLst>
              <a:ext uri="{FF2B5EF4-FFF2-40B4-BE49-F238E27FC236}">
                <a16:creationId xmlns:a16="http://schemas.microsoft.com/office/drawing/2014/main" id="{D0447454-7D4A-505B-27F6-11EB040805E0}"/>
              </a:ext>
            </a:extLst>
          </p:cNvPr>
          <p:cNvSpPr/>
          <p:nvPr/>
        </p:nvSpPr>
        <p:spPr>
          <a:xfrm flipV="1">
            <a:off x="0" y="0"/>
            <a:ext cx="133350" cy="412750"/>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Rectangle 2">
            <a:extLst>
              <a:ext uri="{FF2B5EF4-FFF2-40B4-BE49-F238E27FC236}">
                <a16:creationId xmlns:a16="http://schemas.microsoft.com/office/drawing/2014/main" id="{395439E2-BB62-04B9-58E6-0AFB005E2F85}"/>
              </a:ext>
            </a:extLst>
          </p:cNvPr>
          <p:cNvSpPr/>
          <p:nvPr/>
        </p:nvSpPr>
        <p:spPr>
          <a:xfrm>
            <a:off x="0" y="6668271"/>
            <a:ext cx="12192000" cy="83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4" name="Text Placeholder 3">
            <a:extLst>
              <a:ext uri="{FF2B5EF4-FFF2-40B4-BE49-F238E27FC236}">
                <a16:creationId xmlns:a16="http://schemas.microsoft.com/office/drawing/2014/main" id="{4BEB975A-1D74-1326-A1F2-1AC88FDC042E}"/>
              </a:ext>
            </a:extLst>
          </p:cNvPr>
          <p:cNvSpPr>
            <a:spLocks noGrp="1"/>
          </p:cNvSpPr>
          <p:nvPr>
            <p:ph type="body" sz="quarter" idx="11"/>
          </p:nvPr>
        </p:nvSpPr>
        <p:spPr/>
        <p:txBody>
          <a:bodyPr>
            <a:normAutofit/>
          </a:bodyPr>
          <a:lstStyle/>
          <a:p>
            <a:r>
              <a:rPr lang="pt-BR"/>
              <a:t>AI POWERED DIGITAL</a:t>
            </a:r>
          </a:p>
          <a:p>
            <a:r>
              <a:rPr lang="pt-BR"/>
              <a:t>PRODUCTS &amp; SOLUTIONS</a:t>
            </a:r>
            <a:endParaRPr lang="en-ID"/>
          </a:p>
        </p:txBody>
      </p:sp>
      <p:sp>
        <p:nvSpPr>
          <p:cNvPr id="5" name="Text Placeholder 4">
            <a:extLst>
              <a:ext uri="{FF2B5EF4-FFF2-40B4-BE49-F238E27FC236}">
                <a16:creationId xmlns:a16="http://schemas.microsoft.com/office/drawing/2014/main" id="{018635E8-0703-6ABD-8DCC-CFD4604669ED}"/>
              </a:ext>
            </a:extLst>
          </p:cNvPr>
          <p:cNvSpPr>
            <a:spLocks noGrp="1"/>
          </p:cNvSpPr>
          <p:nvPr>
            <p:ph type="body" sz="quarter" idx="12"/>
          </p:nvPr>
        </p:nvSpPr>
        <p:spPr/>
        <p:txBody>
          <a:bodyPr>
            <a:normAutofit/>
          </a:bodyPr>
          <a:lstStyle/>
          <a:p>
            <a:r>
              <a:rPr lang="en-US"/>
              <a:t>AI Powered Digital Transformation Specialists</a:t>
            </a:r>
            <a:endParaRPr lang="en-ID"/>
          </a:p>
        </p:txBody>
      </p:sp>
      <p:cxnSp>
        <p:nvCxnSpPr>
          <p:cNvPr id="18" name="Straight Connector 17">
            <a:extLst>
              <a:ext uri="{FF2B5EF4-FFF2-40B4-BE49-F238E27FC236}">
                <a16:creationId xmlns:a16="http://schemas.microsoft.com/office/drawing/2014/main" id="{6A537F7B-AB32-04CE-35E2-DB5B336123F4}"/>
              </a:ext>
            </a:extLst>
          </p:cNvPr>
          <p:cNvCxnSpPr>
            <a:cxnSpLocks/>
          </p:cNvCxnSpPr>
          <p:nvPr/>
        </p:nvCxnSpPr>
        <p:spPr>
          <a:xfrm>
            <a:off x="4534808" y="4143218"/>
            <a:ext cx="125350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820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Single Corner Rounded 12">
            <a:extLst>
              <a:ext uri="{FF2B5EF4-FFF2-40B4-BE49-F238E27FC236}">
                <a16:creationId xmlns:a16="http://schemas.microsoft.com/office/drawing/2014/main" id="{E45682E1-2A68-0382-F90A-9F9D0C9BF30D}"/>
              </a:ext>
            </a:extLst>
          </p:cNvPr>
          <p:cNvSpPr/>
          <p:nvPr/>
        </p:nvSpPr>
        <p:spPr>
          <a:xfrm flipV="1">
            <a:off x="331431" y="842014"/>
            <a:ext cx="4693152"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5" name="Rectangle: Single Corner Rounded 14">
            <a:extLst>
              <a:ext uri="{FF2B5EF4-FFF2-40B4-BE49-F238E27FC236}">
                <a16:creationId xmlns:a16="http://schemas.microsoft.com/office/drawing/2014/main" id="{3F9C1903-526B-FC36-C017-64FB6419B472}"/>
              </a:ext>
            </a:extLst>
          </p:cNvPr>
          <p:cNvSpPr/>
          <p:nvPr/>
        </p:nvSpPr>
        <p:spPr>
          <a:xfrm flipV="1">
            <a:off x="331433" y="2846606"/>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Freeform: Shape 19">
            <a:extLst>
              <a:ext uri="{FF2B5EF4-FFF2-40B4-BE49-F238E27FC236}">
                <a16:creationId xmlns:a16="http://schemas.microsoft.com/office/drawing/2014/main" id="{F40AAEDD-29A4-B160-7C8A-50BE8ACBA815}"/>
              </a:ext>
            </a:extLst>
          </p:cNvPr>
          <p:cNvSpPr/>
          <p:nvPr/>
        </p:nvSpPr>
        <p:spPr>
          <a:xfrm rot="18900000" flipH="1">
            <a:off x="402679" y="2903320"/>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4" name="Rectangle: Single Corner Rounded 23">
            <a:extLst>
              <a:ext uri="{FF2B5EF4-FFF2-40B4-BE49-F238E27FC236}">
                <a16:creationId xmlns:a16="http://schemas.microsoft.com/office/drawing/2014/main" id="{DB8546E7-6DF5-F1B0-46F3-92F71E0C45A6}"/>
              </a:ext>
            </a:extLst>
          </p:cNvPr>
          <p:cNvSpPr/>
          <p:nvPr/>
        </p:nvSpPr>
        <p:spPr>
          <a:xfrm flipV="1">
            <a:off x="331433" y="3365456"/>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Freeform: Shape 24">
            <a:extLst>
              <a:ext uri="{FF2B5EF4-FFF2-40B4-BE49-F238E27FC236}">
                <a16:creationId xmlns:a16="http://schemas.microsoft.com/office/drawing/2014/main" id="{0511E0DC-71C1-5C0F-F469-0446D8C7D2A8}"/>
              </a:ext>
            </a:extLst>
          </p:cNvPr>
          <p:cNvSpPr/>
          <p:nvPr/>
        </p:nvSpPr>
        <p:spPr>
          <a:xfrm rot="18900000" flipH="1">
            <a:off x="402679" y="3422170"/>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7" name="Rectangle: Single Corner Rounded 26">
            <a:extLst>
              <a:ext uri="{FF2B5EF4-FFF2-40B4-BE49-F238E27FC236}">
                <a16:creationId xmlns:a16="http://schemas.microsoft.com/office/drawing/2014/main" id="{DACCCBC4-44A5-9415-ABF6-E95F774DA9BC}"/>
              </a:ext>
            </a:extLst>
          </p:cNvPr>
          <p:cNvSpPr/>
          <p:nvPr/>
        </p:nvSpPr>
        <p:spPr>
          <a:xfrm flipV="1">
            <a:off x="331433" y="3909709"/>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Freeform: Shape 27">
            <a:extLst>
              <a:ext uri="{FF2B5EF4-FFF2-40B4-BE49-F238E27FC236}">
                <a16:creationId xmlns:a16="http://schemas.microsoft.com/office/drawing/2014/main" id="{038ECD18-08EF-A8E9-2497-91E9DDDDC9BB}"/>
              </a:ext>
            </a:extLst>
          </p:cNvPr>
          <p:cNvSpPr/>
          <p:nvPr/>
        </p:nvSpPr>
        <p:spPr>
          <a:xfrm rot="18900000" flipH="1">
            <a:off x="402679" y="3966423"/>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0" name="Rectangle: Single Corner Rounded 29">
            <a:extLst>
              <a:ext uri="{FF2B5EF4-FFF2-40B4-BE49-F238E27FC236}">
                <a16:creationId xmlns:a16="http://schemas.microsoft.com/office/drawing/2014/main" id="{0AE7D402-EC53-9045-C3A7-343CC17B933F}"/>
              </a:ext>
            </a:extLst>
          </p:cNvPr>
          <p:cNvSpPr/>
          <p:nvPr/>
        </p:nvSpPr>
        <p:spPr>
          <a:xfrm flipV="1">
            <a:off x="331433" y="4428559"/>
            <a:ext cx="289654" cy="252088"/>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Freeform: Shape 30">
            <a:extLst>
              <a:ext uri="{FF2B5EF4-FFF2-40B4-BE49-F238E27FC236}">
                <a16:creationId xmlns:a16="http://schemas.microsoft.com/office/drawing/2014/main" id="{A1BE1F85-6368-D3E2-754A-A6F5C9401B2A}"/>
              </a:ext>
            </a:extLst>
          </p:cNvPr>
          <p:cNvSpPr/>
          <p:nvPr/>
        </p:nvSpPr>
        <p:spPr>
          <a:xfrm rot="18900000" flipH="1">
            <a:off x="402679" y="4485273"/>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4" name="Rectangle: Single Corner Rounded 33">
            <a:extLst>
              <a:ext uri="{FF2B5EF4-FFF2-40B4-BE49-F238E27FC236}">
                <a16:creationId xmlns:a16="http://schemas.microsoft.com/office/drawing/2014/main" id="{71ECCB83-944C-95E4-6EC7-FC3F9AB269CF}"/>
              </a:ext>
            </a:extLst>
          </p:cNvPr>
          <p:cNvSpPr/>
          <p:nvPr/>
        </p:nvSpPr>
        <p:spPr>
          <a:xfrm flipV="1">
            <a:off x="6604000" y="1691121"/>
            <a:ext cx="5092700" cy="2058987"/>
          </a:xfrm>
          <a:prstGeom prst="round1Rect">
            <a:avLst>
              <a:gd name="adj" fmla="val 2568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5" name="Rectangle: Single Corner Rounded 34">
            <a:extLst>
              <a:ext uri="{FF2B5EF4-FFF2-40B4-BE49-F238E27FC236}">
                <a16:creationId xmlns:a16="http://schemas.microsoft.com/office/drawing/2014/main" id="{ECB849FD-A487-0499-8F7F-C920318BA75C}"/>
              </a:ext>
            </a:extLst>
          </p:cNvPr>
          <p:cNvSpPr/>
          <p:nvPr/>
        </p:nvSpPr>
        <p:spPr>
          <a:xfrm flipV="1">
            <a:off x="6604000" y="3909709"/>
            <a:ext cx="5092700" cy="2058987"/>
          </a:xfrm>
          <a:prstGeom prst="round1Rect">
            <a:avLst>
              <a:gd name="adj" fmla="val 2568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 Placeholder 1">
            <a:extLst>
              <a:ext uri="{FF2B5EF4-FFF2-40B4-BE49-F238E27FC236}">
                <a16:creationId xmlns:a16="http://schemas.microsoft.com/office/drawing/2014/main" id="{20F9DE82-6C30-17F2-7EEB-1B96C08D216A}"/>
              </a:ext>
            </a:extLst>
          </p:cNvPr>
          <p:cNvSpPr>
            <a:spLocks noGrp="1"/>
          </p:cNvSpPr>
          <p:nvPr>
            <p:ph type="body" sz="quarter" idx="11"/>
          </p:nvPr>
        </p:nvSpPr>
        <p:spPr/>
        <p:txBody>
          <a:bodyPr/>
          <a:lstStyle/>
          <a:p>
            <a:r>
              <a:rPr lang="en-ID"/>
              <a:t>EAI SYSTEMS - COMPANY PROFILE</a:t>
            </a:r>
          </a:p>
        </p:txBody>
      </p:sp>
      <p:sp>
        <p:nvSpPr>
          <p:cNvPr id="3" name="Text Placeholder 2">
            <a:extLst>
              <a:ext uri="{FF2B5EF4-FFF2-40B4-BE49-F238E27FC236}">
                <a16:creationId xmlns:a16="http://schemas.microsoft.com/office/drawing/2014/main" id="{02C7D690-24CE-C4AC-9352-E2C706D32381}"/>
              </a:ext>
            </a:extLst>
          </p:cNvPr>
          <p:cNvSpPr>
            <a:spLocks noGrp="1"/>
          </p:cNvSpPr>
          <p:nvPr>
            <p:ph type="body" sz="quarter" idx="12"/>
          </p:nvPr>
        </p:nvSpPr>
        <p:spPr/>
        <p:txBody>
          <a:bodyPr/>
          <a:lstStyle/>
          <a:p>
            <a:r>
              <a:rPr lang="en-US"/>
              <a:t>AI Powered Digital Transformation Specialists</a:t>
            </a:r>
          </a:p>
        </p:txBody>
      </p:sp>
      <p:sp>
        <p:nvSpPr>
          <p:cNvPr id="4" name="Text Placeholder 3">
            <a:extLst>
              <a:ext uri="{FF2B5EF4-FFF2-40B4-BE49-F238E27FC236}">
                <a16:creationId xmlns:a16="http://schemas.microsoft.com/office/drawing/2014/main" id="{6BB8A38B-8C55-F9DE-72C5-48F17B556E3C}"/>
              </a:ext>
            </a:extLst>
          </p:cNvPr>
          <p:cNvSpPr>
            <a:spLocks noGrp="1"/>
          </p:cNvSpPr>
          <p:nvPr>
            <p:ph type="body" sz="quarter" idx="13"/>
          </p:nvPr>
        </p:nvSpPr>
        <p:spPr/>
        <p:txBody>
          <a:bodyPr>
            <a:normAutofit/>
          </a:bodyPr>
          <a:lstStyle/>
          <a:p>
            <a:r>
              <a:rPr lang="en-US"/>
              <a:t>EAI System is a ISO9001:2015 certified Digital Transformation and Enterprise AI consultancy services provider. After the humble start-up phase in the UK, our global presence is now spread across US, India, Netherlands, and Saudi Arabia. Recently, we launched </a:t>
            </a:r>
            <a:r>
              <a:rPr lang="en-US" b="1"/>
              <a:t>“Lega and JusticeFramework” </a:t>
            </a:r>
            <a:r>
              <a:rPr lang="en-US"/>
              <a:t>featuring –</a:t>
            </a:r>
            <a:endParaRPr lang="en-ID"/>
          </a:p>
        </p:txBody>
      </p:sp>
      <p:sp>
        <p:nvSpPr>
          <p:cNvPr id="5" name="Text Placeholder 4">
            <a:extLst>
              <a:ext uri="{FF2B5EF4-FFF2-40B4-BE49-F238E27FC236}">
                <a16:creationId xmlns:a16="http://schemas.microsoft.com/office/drawing/2014/main" id="{6FA2974F-7118-D670-4ADC-26696E670FF6}"/>
              </a:ext>
            </a:extLst>
          </p:cNvPr>
          <p:cNvSpPr>
            <a:spLocks noGrp="1"/>
          </p:cNvSpPr>
          <p:nvPr>
            <p:ph type="body" sz="quarter" idx="14"/>
          </p:nvPr>
        </p:nvSpPr>
        <p:spPr/>
        <p:txBody>
          <a:bodyPr>
            <a:normAutofit/>
          </a:bodyPr>
          <a:lstStyle/>
          <a:p>
            <a:r>
              <a:rPr lang="en-US"/>
              <a:t>We have an exceptional team of certified inhouse experts, state-of-the-art research facilities and deep reach into specialist networks. We are Pega, Microsoft &amp; AWS Partners and renowned for our pragmatism, Agility, speed and cost effectiveness.</a:t>
            </a:r>
            <a:endParaRPr lang="en-ID"/>
          </a:p>
        </p:txBody>
      </p:sp>
      <p:sp>
        <p:nvSpPr>
          <p:cNvPr id="65" name="Text Placeholder 64">
            <a:extLst>
              <a:ext uri="{FF2B5EF4-FFF2-40B4-BE49-F238E27FC236}">
                <a16:creationId xmlns:a16="http://schemas.microsoft.com/office/drawing/2014/main" id="{5CFFF982-5D75-6E72-5BEF-A2435888F666}"/>
              </a:ext>
            </a:extLst>
          </p:cNvPr>
          <p:cNvSpPr>
            <a:spLocks noGrp="1"/>
          </p:cNvSpPr>
          <p:nvPr>
            <p:ph type="body" sz="quarter" idx="15"/>
          </p:nvPr>
        </p:nvSpPr>
        <p:spPr/>
        <p:txBody>
          <a:bodyPr/>
          <a:lstStyle/>
          <a:p>
            <a:r>
              <a:rPr lang="en-US" sz="1200"/>
              <a:t>Ready to deploy lawsuit Journeys</a:t>
            </a:r>
            <a:endParaRPr lang="en-ID" sz="1200"/>
          </a:p>
        </p:txBody>
      </p:sp>
      <p:sp>
        <p:nvSpPr>
          <p:cNvPr id="66" name="Text Placeholder 65">
            <a:extLst>
              <a:ext uri="{FF2B5EF4-FFF2-40B4-BE49-F238E27FC236}">
                <a16:creationId xmlns:a16="http://schemas.microsoft.com/office/drawing/2014/main" id="{08E84ACD-52FF-61D1-5536-D88D4699DDAD}"/>
              </a:ext>
            </a:extLst>
          </p:cNvPr>
          <p:cNvSpPr>
            <a:spLocks noGrp="1"/>
          </p:cNvSpPr>
          <p:nvPr>
            <p:ph type="body" sz="quarter" idx="16"/>
          </p:nvPr>
        </p:nvSpPr>
        <p:spPr/>
        <p:txBody>
          <a:bodyPr/>
          <a:lstStyle/>
          <a:p>
            <a:r>
              <a:rPr lang="en-US" sz="1200"/>
              <a:t>Built on world-leading low-code AI platform.</a:t>
            </a:r>
            <a:endParaRPr lang="en-ID" sz="1200"/>
          </a:p>
        </p:txBody>
      </p:sp>
      <p:sp>
        <p:nvSpPr>
          <p:cNvPr id="67" name="Text Placeholder 66">
            <a:extLst>
              <a:ext uri="{FF2B5EF4-FFF2-40B4-BE49-F238E27FC236}">
                <a16:creationId xmlns:a16="http://schemas.microsoft.com/office/drawing/2014/main" id="{9FBC333B-DB3B-4774-979A-C555BD84D6CE}"/>
              </a:ext>
            </a:extLst>
          </p:cNvPr>
          <p:cNvSpPr>
            <a:spLocks noGrp="1"/>
          </p:cNvSpPr>
          <p:nvPr>
            <p:ph type="body" sz="quarter" idx="17"/>
          </p:nvPr>
        </p:nvSpPr>
        <p:spPr/>
        <p:txBody>
          <a:bodyPr/>
          <a:lstStyle/>
          <a:p>
            <a:r>
              <a:rPr lang="en-US" sz="1200"/>
              <a:t>Supports both a turnkey solution approach and complex customizations.</a:t>
            </a:r>
            <a:endParaRPr lang="en-ID" sz="1200"/>
          </a:p>
        </p:txBody>
      </p:sp>
      <p:sp>
        <p:nvSpPr>
          <p:cNvPr id="68" name="Text Placeholder 67">
            <a:extLst>
              <a:ext uri="{FF2B5EF4-FFF2-40B4-BE49-F238E27FC236}">
                <a16:creationId xmlns:a16="http://schemas.microsoft.com/office/drawing/2014/main" id="{76F1B652-B08B-83D3-F6E4-E1879F35018E}"/>
              </a:ext>
            </a:extLst>
          </p:cNvPr>
          <p:cNvSpPr>
            <a:spLocks noGrp="1"/>
          </p:cNvSpPr>
          <p:nvPr>
            <p:ph type="body" sz="quarter" idx="18"/>
          </p:nvPr>
        </p:nvSpPr>
        <p:spPr/>
        <p:txBody>
          <a:bodyPr/>
          <a:lstStyle/>
          <a:p>
            <a:r>
              <a:rPr lang="en-US" sz="1200"/>
              <a:t>Easy and flexible no-code branding</a:t>
            </a:r>
            <a:endParaRPr lang="en-ID" sz="1200"/>
          </a:p>
        </p:txBody>
      </p:sp>
      <p:sp>
        <p:nvSpPr>
          <p:cNvPr id="71" name="Text Placeholder 70">
            <a:extLst>
              <a:ext uri="{FF2B5EF4-FFF2-40B4-BE49-F238E27FC236}">
                <a16:creationId xmlns:a16="http://schemas.microsoft.com/office/drawing/2014/main" id="{E94C2328-4A8A-11F1-E685-99567CF388E6}"/>
              </a:ext>
            </a:extLst>
          </p:cNvPr>
          <p:cNvSpPr>
            <a:spLocks noGrp="1"/>
          </p:cNvSpPr>
          <p:nvPr>
            <p:ph type="body" sz="quarter" idx="21"/>
          </p:nvPr>
        </p:nvSpPr>
        <p:spPr/>
        <p:txBody>
          <a:bodyPr/>
          <a:lstStyle/>
          <a:p>
            <a:r>
              <a:rPr lang="en-US" sz="1200">
                <a:solidFill>
                  <a:schemeClr val="bg1"/>
                </a:solidFill>
              </a:rPr>
              <a:t>We come from a deep history of helping customers with digital transformations in Legal &amp; Justice, Banking, Telecoms and Public sector domains. We have gathered extensive domain knowledge on these transformations typically involving - business process reengineering and customer service reengineering, near real-time customer 360 view, decisioning &amp; machine learning.</a:t>
            </a:r>
            <a:endParaRPr lang="en-ID" sz="1200">
              <a:solidFill>
                <a:schemeClr val="bg1"/>
              </a:solidFill>
            </a:endParaRPr>
          </a:p>
        </p:txBody>
      </p:sp>
      <p:sp>
        <p:nvSpPr>
          <p:cNvPr id="72" name="Text Placeholder 71">
            <a:extLst>
              <a:ext uri="{FF2B5EF4-FFF2-40B4-BE49-F238E27FC236}">
                <a16:creationId xmlns:a16="http://schemas.microsoft.com/office/drawing/2014/main" id="{78E6277A-7F09-F62E-59AF-4B408398D3C4}"/>
              </a:ext>
            </a:extLst>
          </p:cNvPr>
          <p:cNvSpPr>
            <a:spLocks noGrp="1"/>
          </p:cNvSpPr>
          <p:nvPr>
            <p:ph type="body" sz="quarter" idx="22"/>
          </p:nvPr>
        </p:nvSpPr>
        <p:spPr/>
        <p:txBody>
          <a:bodyPr/>
          <a:lstStyle/>
          <a:p>
            <a:r>
              <a:rPr lang="en-US" sz="1200">
                <a:solidFill>
                  <a:schemeClr val="bg1"/>
                </a:solidFill>
              </a:rPr>
              <a:t>We take pride in our grassroot talent pool with years of programming experience in Java, Python, machine learning and decisioning technologies. Our engineering team constantly thrives to respond to disruptive technologies, innovate new products and tools, and build frameworks and accelerators so that our customers benefit from fastest speed to market.</a:t>
            </a:r>
            <a:endParaRPr lang="en-ID" sz="1200">
              <a:solidFill>
                <a:schemeClr val="bg1"/>
              </a:solidFill>
            </a:endParaRPr>
          </a:p>
        </p:txBody>
      </p:sp>
      <p:sp>
        <p:nvSpPr>
          <p:cNvPr id="69" name="Text Placeholder 68">
            <a:extLst>
              <a:ext uri="{FF2B5EF4-FFF2-40B4-BE49-F238E27FC236}">
                <a16:creationId xmlns:a16="http://schemas.microsoft.com/office/drawing/2014/main" id="{550692EA-E7AC-A8B1-4D6A-3F61B88A4E85}"/>
              </a:ext>
            </a:extLst>
          </p:cNvPr>
          <p:cNvSpPr>
            <a:spLocks noGrp="1"/>
          </p:cNvSpPr>
          <p:nvPr>
            <p:ph type="body" sz="quarter" idx="19"/>
          </p:nvPr>
        </p:nvSpPr>
        <p:spPr/>
        <p:txBody>
          <a:bodyPr/>
          <a:lstStyle/>
          <a:p>
            <a:r>
              <a:rPr lang="en-US" sz="1400" b="1">
                <a:solidFill>
                  <a:schemeClr val="accent2"/>
                </a:solidFill>
                <a:latin typeface="+mj-lt"/>
              </a:rPr>
              <a:t>Deep </a:t>
            </a:r>
            <a:r>
              <a:rPr lang="en-US" sz="1400" b="1">
                <a:solidFill>
                  <a:schemeClr val="accent3"/>
                </a:solidFill>
                <a:latin typeface="+mj-lt"/>
              </a:rPr>
              <a:t>Domain Knowledge</a:t>
            </a:r>
            <a:endParaRPr lang="en-ID" sz="1400" b="1">
              <a:solidFill>
                <a:schemeClr val="accent3"/>
              </a:solidFill>
              <a:latin typeface="+mj-lt"/>
            </a:endParaRPr>
          </a:p>
        </p:txBody>
      </p:sp>
      <p:sp>
        <p:nvSpPr>
          <p:cNvPr id="70" name="Text Placeholder 69">
            <a:extLst>
              <a:ext uri="{FF2B5EF4-FFF2-40B4-BE49-F238E27FC236}">
                <a16:creationId xmlns:a16="http://schemas.microsoft.com/office/drawing/2014/main" id="{8678DA88-ED56-426C-DD38-E322737CC9F2}"/>
              </a:ext>
            </a:extLst>
          </p:cNvPr>
          <p:cNvSpPr>
            <a:spLocks noGrp="1"/>
          </p:cNvSpPr>
          <p:nvPr>
            <p:ph type="body" sz="quarter" idx="20"/>
          </p:nvPr>
        </p:nvSpPr>
        <p:spPr/>
        <p:txBody>
          <a:bodyPr/>
          <a:lstStyle/>
          <a:p>
            <a:r>
              <a:rPr lang="en-US" sz="1400" b="1">
                <a:solidFill>
                  <a:schemeClr val="accent2"/>
                </a:solidFill>
                <a:latin typeface="+mj-lt"/>
              </a:rPr>
              <a:t>Deeper </a:t>
            </a:r>
            <a:r>
              <a:rPr lang="en-US" sz="1400" b="1">
                <a:solidFill>
                  <a:schemeClr val="accent3"/>
                </a:solidFill>
                <a:latin typeface="+mj-lt"/>
              </a:rPr>
              <a:t>Technology Understanding</a:t>
            </a:r>
            <a:endParaRPr lang="en-ID" sz="1400" b="1">
              <a:solidFill>
                <a:schemeClr val="accent3"/>
              </a:solidFill>
              <a:latin typeface="+mj-lt"/>
            </a:endParaRPr>
          </a:p>
        </p:txBody>
      </p:sp>
    </p:spTree>
    <p:extLst>
      <p:ext uri="{BB962C8B-B14F-4D97-AF65-F5344CB8AC3E}">
        <p14:creationId xmlns:p14="http://schemas.microsoft.com/office/powerpoint/2010/main" val="2379600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Placeholder 61" descr="A person using a computer&#10;&#10;Description automatically generated">
            <a:extLst>
              <a:ext uri="{FF2B5EF4-FFF2-40B4-BE49-F238E27FC236}">
                <a16:creationId xmlns:a16="http://schemas.microsoft.com/office/drawing/2014/main" id="{94721DBB-A09E-13A9-98BE-20D05F944A60}"/>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a:ext>
            </a:extLst>
          </a:blip>
          <a:srcRect t="126" b="126"/>
          <a:stretch/>
        </p:blipFill>
        <p:spPr>
          <a:xfrm>
            <a:off x="366577" y="1626570"/>
            <a:ext cx="5634036" cy="1486554"/>
          </a:xfrm>
        </p:spPr>
      </p:pic>
      <p:pic>
        <p:nvPicPr>
          <p:cNvPr id="64" name="Picture Placeholder 63" descr="A person using a computer&#10;&#10;Description automatically generated">
            <a:extLst>
              <a:ext uri="{FF2B5EF4-FFF2-40B4-BE49-F238E27FC236}">
                <a16:creationId xmlns:a16="http://schemas.microsoft.com/office/drawing/2014/main" id="{A3B5B6EF-CAF2-4827-89F6-E97CAEA56523}"/>
              </a:ext>
            </a:extLst>
          </p:cNvPr>
          <p:cNvPicPr>
            <a:picLocks noGrp="1" noChangeAspect="1"/>
          </p:cNvPicPr>
          <p:nvPr>
            <p:ph type="pic" sz="quarter" idx="11"/>
          </p:nvPr>
        </p:nvPicPr>
        <p:blipFill>
          <a:blip r:embed="rId3" cstate="print">
            <a:extLst>
              <a:ext uri="{28A0092B-C50C-407E-A947-70E740481C1C}">
                <a14:useLocalDpi xmlns:a14="http://schemas.microsoft.com/office/drawing/2010/main"/>
              </a:ext>
            </a:extLst>
          </a:blip>
          <a:srcRect t="73" b="73"/>
          <a:stretch/>
        </p:blipFill>
        <p:spPr>
          <a:xfrm>
            <a:off x="366577" y="3181508"/>
            <a:ext cx="5634036" cy="1486554"/>
          </a:xfrm>
        </p:spPr>
      </p:pic>
      <p:pic>
        <p:nvPicPr>
          <p:cNvPr id="66" name="Picture Placeholder 65" descr="A person using a tablet&#10;&#10;Description automatically generated">
            <a:extLst>
              <a:ext uri="{FF2B5EF4-FFF2-40B4-BE49-F238E27FC236}">
                <a16:creationId xmlns:a16="http://schemas.microsoft.com/office/drawing/2014/main" id="{A0093265-D961-004B-1243-E8DF63BE9D33}"/>
              </a:ext>
            </a:extLst>
          </p:cNvPr>
          <p:cNvPicPr>
            <a:picLocks noGrp="1" noChangeAspect="1"/>
          </p:cNvPicPr>
          <p:nvPr>
            <p:ph type="pic" sz="quarter" idx="12"/>
          </p:nvPr>
        </p:nvPicPr>
        <p:blipFill>
          <a:blip r:embed="rId4" cstate="print">
            <a:extLst>
              <a:ext uri="{28A0092B-C50C-407E-A947-70E740481C1C}">
                <a14:useLocalDpi xmlns:a14="http://schemas.microsoft.com/office/drawing/2010/main"/>
              </a:ext>
            </a:extLst>
          </a:blip>
          <a:srcRect t="126" b="126"/>
          <a:stretch/>
        </p:blipFill>
        <p:spPr>
          <a:xfrm>
            <a:off x="366577" y="4736446"/>
            <a:ext cx="5634036" cy="1486554"/>
          </a:xfrm>
        </p:spPr>
      </p:pic>
      <p:pic>
        <p:nvPicPr>
          <p:cNvPr id="68" name="Picture Placeholder 67" descr="A group of people looking at a computer screen&#10;&#10;Description automatically generated">
            <a:extLst>
              <a:ext uri="{FF2B5EF4-FFF2-40B4-BE49-F238E27FC236}">
                <a16:creationId xmlns:a16="http://schemas.microsoft.com/office/drawing/2014/main" id="{8B515305-CC35-DD1F-C11A-8AD47913D337}"/>
              </a:ext>
            </a:extLst>
          </p:cNvPr>
          <p:cNvPicPr>
            <a:picLocks noGrp="1" noChangeAspect="1"/>
          </p:cNvPicPr>
          <p:nvPr>
            <p:ph type="pic" sz="quarter" idx="13"/>
          </p:nvPr>
        </p:nvPicPr>
        <p:blipFill rotWithShape="1">
          <a:blip r:embed="rId5" cstate="print">
            <a:extLst>
              <a:ext uri="{28A0092B-C50C-407E-A947-70E740481C1C}">
                <a14:useLocalDpi xmlns:a14="http://schemas.microsoft.com/office/drawing/2010/main"/>
              </a:ext>
            </a:extLst>
          </a:blip>
          <a:srcRect t="52" b="52"/>
          <a:stretch/>
        </p:blipFill>
        <p:spPr>
          <a:xfrm>
            <a:off x="6191389" y="1626570"/>
            <a:ext cx="5634036" cy="1486554"/>
          </a:xfrm>
        </p:spPr>
      </p:pic>
      <p:pic>
        <p:nvPicPr>
          <p:cNvPr id="70" name="Picture Placeholder 69" descr="A person shaking hands with a person&#10;&#10;Description automatically generated">
            <a:extLst>
              <a:ext uri="{FF2B5EF4-FFF2-40B4-BE49-F238E27FC236}">
                <a16:creationId xmlns:a16="http://schemas.microsoft.com/office/drawing/2014/main" id="{5123553C-C69A-C3A1-3ABD-AD8517F61EE4}"/>
              </a:ext>
            </a:extLst>
          </p:cNvPr>
          <p:cNvPicPr>
            <a:picLocks noGrp="1" noChangeAspect="1"/>
          </p:cNvPicPr>
          <p:nvPr>
            <p:ph type="pic" sz="quarter" idx="14"/>
          </p:nvPr>
        </p:nvPicPr>
        <p:blipFill rotWithShape="1">
          <a:blip r:embed="rId6" cstate="print">
            <a:extLst>
              <a:ext uri="{28A0092B-C50C-407E-A947-70E740481C1C}">
                <a14:useLocalDpi xmlns:a14="http://schemas.microsoft.com/office/drawing/2010/main"/>
              </a:ext>
            </a:extLst>
          </a:blip>
          <a:srcRect l="42" r="42"/>
          <a:stretch/>
        </p:blipFill>
        <p:spPr>
          <a:xfrm>
            <a:off x="6191389" y="3181508"/>
            <a:ext cx="5634036" cy="1486554"/>
          </a:xfrm>
        </p:spPr>
      </p:pic>
      <p:pic>
        <p:nvPicPr>
          <p:cNvPr id="72" name="Picture Placeholder 71" descr="A person typing on a computer&#10;&#10;Description automatically generated">
            <a:extLst>
              <a:ext uri="{FF2B5EF4-FFF2-40B4-BE49-F238E27FC236}">
                <a16:creationId xmlns:a16="http://schemas.microsoft.com/office/drawing/2014/main" id="{824DA555-4831-1480-6835-285184D84440}"/>
              </a:ext>
            </a:extLst>
          </p:cNvPr>
          <p:cNvPicPr>
            <a:picLocks noGrp="1" noChangeAspect="1"/>
          </p:cNvPicPr>
          <p:nvPr>
            <p:ph type="pic" sz="quarter" idx="15"/>
          </p:nvPr>
        </p:nvPicPr>
        <p:blipFill>
          <a:blip r:embed="rId7" cstate="print">
            <a:extLst>
              <a:ext uri="{28A0092B-C50C-407E-A947-70E740481C1C}">
                <a14:useLocalDpi xmlns:a14="http://schemas.microsoft.com/office/drawing/2010/main"/>
              </a:ext>
            </a:extLst>
          </a:blip>
          <a:srcRect t="126" b="126"/>
          <a:stretch/>
        </p:blipFill>
        <p:spPr>
          <a:xfrm>
            <a:off x="6191389" y="4736446"/>
            <a:ext cx="5634036" cy="1486554"/>
          </a:xfrm>
        </p:spPr>
      </p:pic>
      <p:sp>
        <p:nvSpPr>
          <p:cNvPr id="65" name="Text Placeholder 64">
            <a:extLst>
              <a:ext uri="{FF2B5EF4-FFF2-40B4-BE49-F238E27FC236}">
                <a16:creationId xmlns:a16="http://schemas.microsoft.com/office/drawing/2014/main" id="{B9D15BDF-38CE-717A-B537-2CE3E329E3D1}"/>
              </a:ext>
            </a:extLst>
          </p:cNvPr>
          <p:cNvSpPr>
            <a:spLocks noGrp="1"/>
          </p:cNvSpPr>
          <p:nvPr>
            <p:ph type="body" sz="quarter" idx="16"/>
          </p:nvPr>
        </p:nvSpPr>
        <p:spPr>
          <a:xfrm>
            <a:off x="240394" y="247030"/>
            <a:ext cx="10745106" cy="523220"/>
          </a:xfrm>
        </p:spPr>
        <p:txBody>
          <a:bodyPr/>
          <a:lstStyle/>
          <a:p>
            <a:r>
              <a:rPr lang="pt-BR"/>
              <a:t>CONSULTING SERVICES OVERVIEW</a:t>
            </a:r>
            <a:endParaRPr lang="en-ID"/>
          </a:p>
        </p:txBody>
      </p:sp>
      <p:sp>
        <p:nvSpPr>
          <p:cNvPr id="67" name="Text Placeholder 66">
            <a:extLst>
              <a:ext uri="{FF2B5EF4-FFF2-40B4-BE49-F238E27FC236}">
                <a16:creationId xmlns:a16="http://schemas.microsoft.com/office/drawing/2014/main" id="{AF2CA72E-1558-F882-6D92-95E96C9736C0}"/>
              </a:ext>
            </a:extLst>
          </p:cNvPr>
          <p:cNvSpPr>
            <a:spLocks noGrp="1"/>
          </p:cNvSpPr>
          <p:nvPr>
            <p:ph type="body" sz="quarter" idx="17"/>
          </p:nvPr>
        </p:nvSpPr>
        <p:spPr>
          <a:xfrm>
            <a:off x="491943" y="873239"/>
            <a:ext cx="6312806" cy="536044"/>
          </a:xfrm>
        </p:spPr>
        <p:txBody>
          <a:bodyPr>
            <a:normAutofit/>
          </a:bodyPr>
          <a:lstStyle/>
          <a:p>
            <a:r>
              <a:rPr lang="en-US"/>
              <a:t>Our services help you respond to market changes quickly. We believe in collaborative approach with our customers and value transparency in everything we do.</a:t>
            </a:r>
          </a:p>
        </p:txBody>
      </p:sp>
      <p:sp>
        <p:nvSpPr>
          <p:cNvPr id="5" name="Rectangle 4">
            <a:extLst>
              <a:ext uri="{FF2B5EF4-FFF2-40B4-BE49-F238E27FC236}">
                <a16:creationId xmlns:a16="http://schemas.microsoft.com/office/drawing/2014/main" id="{C411EA27-298C-D602-5143-D59C3AF02FE9}"/>
              </a:ext>
            </a:extLst>
          </p:cNvPr>
          <p:cNvSpPr/>
          <p:nvPr/>
        </p:nvSpPr>
        <p:spPr>
          <a:xfrm>
            <a:off x="366577" y="962776"/>
            <a:ext cx="95386" cy="39624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Single Corner Rounded 5">
            <a:extLst>
              <a:ext uri="{FF2B5EF4-FFF2-40B4-BE49-F238E27FC236}">
                <a16:creationId xmlns:a16="http://schemas.microsoft.com/office/drawing/2014/main" id="{19C32C10-5AE0-811B-E12A-C2291C801DA8}"/>
              </a:ext>
            </a:extLst>
          </p:cNvPr>
          <p:cNvSpPr/>
          <p:nvPr/>
        </p:nvSpPr>
        <p:spPr>
          <a:xfrm flipV="1">
            <a:off x="366577" y="1626570"/>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Single Corner Rounded 6">
            <a:extLst>
              <a:ext uri="{FF2B5EF4-FFF2-40B4-BE49-F238E27FC236}">
                <a16:creationId xmlns:a16="http://schemas.microsoft.com/office/drawing/2014/main" id="{D7DE56D8-7EE4-54F9-136B-AD60C000E157}"/>
              </a:ext>
            </a:extLst>
          </p:cNvPr>
          <p:cNvSpPr/>
          <p:nvPr/>
        </p:nvSpPr>
        <p:spPr>
          <a:xfrm flipV="1">
            <a:off x="366577" y="3181508"/>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Single Corner Rounded 7">
            <a:extLst>
              <a:ext uri="{FF2B5EF4-FFF2-40B4-BE49-F238E27FC236}">
                <a16:creationId xmlns:a16="http://schemas.microsoft.com/office/drawing/2014/main" id="{3944075D-BCBC-6643-4469-1F625298ADE9}"/>
              </a:ext>
            </a:extLst>
          </p:cNvPr>
          <p:cNvSpPr/>
          <p:nvPr/>
        </p:nvSpPr>
        <p:spPr>
          <a:xfrm flipV="1">
            <a:off x="366577" y="4736446"/>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Single Corner Rounded 14">
            <a:extLst>
              <a:ext uri="{FF2B5EF4-FFF2-40B4-BE49-F238E27FC236}">
                <a16:creationId xmlns:a16="http://schemas.microsoft.com/office/drawing/2014/main" id="{BEC39A31-E3AF-1D5A-E2A2-9113CC201A08}"/>
              </a:ext>
            </a:extLst>
          </p:cNvPr>
          <p:cNvSpPr/>
          <p:nvPr/>
        </p:nvSpPr>
        <p:spPr>
          <a:xfrm flipV="1">
            <a:off x="6191389" y="1626570"/>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Single Corner Rounded 15">
            <a:extLst>
              <a:ext uri="{FF2B5EF4-FFF2-40B4-BE49-F238E27FC236}">
                <a16:creationId xmlns:a16="http://schemas.microsoft.com/office/drawing/2014/main" id="{99B139C4-DE6E-8509-028A-BB7EBBE4B984}"/>
              </a:ext>
            </a:extLst>
          </p:cNvPr>
          <p:cNvSpPr/>
          <p:nvPr/>
        </p:nvSpPr>
        <p:spPr>
          <a:xfrm flipV="1">
            <a:off x="6191389" y="3181508"/>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Single Corner Rounded 16">
            <a:extLst>
              <a:ext uri="{FF2B5EF4-FFF2-40B4-BE49-F238E27FC236}">
                <a16:creationId xmlns:a16="http://schemas.microsoft.com/office/drawing/2014/main" id="{70A83EFE-ACFD-62B5-92E7-56ED06F9AFD4}"/>
              </a:ext>
            </a:extLst>
          </p:cNvPr>
          <p:cNvSpPr/>
          <p:nvPr/>
        </p:nvSpPr>
        <p:spPr>
          <a:xfrm flipV="1">
            <a:off x="6191389" y="4736446"/>
            <a:ext cx="5634036" cy="1486554"/>
          </a:xfrm>
          <a:prstGeom prst="round1Rect">
            <a:avLst>
              <a:gd name="adj" fmla="val 50000"/>
            </a:avLst>
          </a:prstGeom>
          <a:gradFill>
            <a:gsLst>
              <a:gs pos="40000">
                <a:schemeClr val="accent1"/>
              </a:gs>
              <a:gs pos="100000">
                <a:schemeClr val="accent1">
                  <a:alpha val="67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9" name="Text Placeholder 78">
            <a:extLst>
              <a:ext uri="{FF2B5EF4-FFF2-40B4-BE49-F238E27FC236}">
                <a16:creationId xmlns:a16="http://schemas.microsoft.com/office/drawing/2014/main" id="{CABECE11-DC38-2A5B-0A50-C7E7BD50B231}"/>
              </a:ext>
            </a:extLst>
          </p:cNvPr>
          <p:cNvSpPr>
            <a:spLocks noGrp="1"/>
          </p:cNvSpPr>
          <p:nvPr>
            <p:ph type="body" sz="quarter" idx="19"/>
          </p:nvPr>
        </p:nvSpPr>
        <p:spPr/>
        <p:txBody>
          <a:bodyPr/>
          <a:lstStyle/>
          <a:p>
            <a:r>
              <a:rPr lang="en-US" sz="1400" b="1">
                <a:solidFill>
                  <a:schemeClr val="accent2"/>
                </a:solidFill>
                <a:latin typeface="+mj-lt"/>
              </a:rPr>
              <a:t>Design &amp; Development</a:t>
            </a:r>
            <a:endParaRPr lang="en-ID" sz="1400" b="1">
              <a:solidFill>
                <a:schemeClr val="accent3"/>
              </a:solidFill>
              <a:latin typeface="+mj-lt"/>
            </a:endParaRPr>
          </a:p>
        </p:txBody>
      </p:sp>
      <p:sp>
        <p:nvSpPr>
          <p:cNvPr id="80" name="Text Placeholder 79">
            <a:extLst>
              <a:ext uri="{FF2B5EF4-FFF2-40B4-BE49-F238E27FC236}">
                <a16:creationId xmlns:a16="http://schemas.microsoft.com/office/drawing/2014/main" id="{0F6680A2-845D-156A-5547-C640F8667D08}"/>
              </a:ext>
            </a:extLst>
          </p:cNvPr>
          <p:cNvSpPr>
            <a:spLocks noGrp="1"/>
          </p:cNvSpPr>
          <p:nvPr>
            <p:ph type="body" sz="quarter" idx="20"/>
          </p:nvPr>
        </p:nvSpPr>
        <p:spPr/>
        <p:txBody>
          <a:bodyPr/>
          <a:lstStyle/>
          <a:p>
            <a:r>
              <a:rPr lang="en-US" sz="1400" b="1">
                <a:solidFill>
                  <a:schemeClr val="accent2"/>
                </a:solidFill>
                <a:latin typeface="+mj-lt"/>
              </a:rPr>
              <a:t>Applied Artificial Intelligence</a:t>
            </a:r>
            <a:endParaRPr lang="en-ID" sz="1400" b="1">
              <a:solidFill>
                <a:schemeClr val="accent3"/>
              </a:solidFill>
              <a:latin typeface="+mj-lt"/>
            </a:endParaRPr>
          </a:p>
        </p:txBody>
      </p:sp>
      <p:sp>
        <p:nvSpPr>
          <p:cNvPr id="81" name="Text Placeholder 80">
            <a:extLst>
              <a:ext uri="{FF2B5EF4-FFF2-40B4-BE49-F238E27FC236}">
                <a16:creationId xmlns:a16="http://schemas.microsoft.com/office/drawing/2014/main" id="{B97756A9-A4C0-FBF8-752F-D30EBA7AAC76}"/>
              </a:ext>
            </a:extLst>
          </p:cNvPr>
          <p:cNvSpPr>
            <a:spLocks noGrp="1"/>
          </p:cNvSpPr>
          <p:nvPr>
            <p:ph type="body" sz="quarter" idx="21"/>
          </p:nvPr>
        </p:nvSpPr>
        <p:spPr/>
        <p:txBody>
          <a:bodyPr/>
          <a:lstStyle/>
          <a:p>
            <a:r>
              <a:rPr lang="en-US" sz="1400" b="1">
                <a:solidFill>
                  <a:schemeClr val="accent2"/>
                </a:solidFill>
                <a:latin typeface="+mj-lt"/>
              </a:rPr>
              <a:t>Unified Customer Experience</a:t>
            </a:r>
            <a:endParaRPr lang="en-ID" sz="1400" b="1">
              <a:solidFill>
                <a:schemeClr val="accent3"/>
              </a:solidFill>
              <a:latin typeface="+mj-lt"/>
            </a:endParaRPr>
          </a:p>
        </p:txBody>
      </p:sp>
      <p:sp>
        <p:nvSpPr>
          <p:cNvPr id="82" name="Text Placeholder 81">
            <a:extLst>
              <a:ext uri="{FF2B5EF4-FFF2-40B4-BE49-F238E27FC236}">
                <a16:creationId xmlns:a16="http://schemas.microsoft.com/office/drawing/2014/main" id="{CFDD8C5B-6D97-0EA6-0E58-933059E1BD9C}"/>
              </a:ext>
            </a:extLst>
          </p:cNvPr>
          <p:cNvSpPr>
            <a:spLocks noGrp="1"/>
          </p:cNvSpPr>
          <p:nvPr>
            <p:ph type="body" sz="quarter" idx="22"/>
          </p:nvPr>
        </p:nvSpPr>
        <p:spPr/>
        <p:txBody>
          <a:bodyPr/>
          <a:lstStyle/>
          <a:p>
            <a:r>
              <a:rPr lang="en-US" sz="1400" b="1">
                <a:solidFill>
                  <a:schemeClr val="accent2"/>
                </a:solidFill>
                <a:latin typeface="+mj-lt"/>
              </a:rPr>
              <a:t>Product Development</a:t>
            </a:r>
            <a:endParaRPr lang="en-ID" sz="1400" b="1">
              <a:solidFill>
                <a:schemeClr val="accent3"/>
              </a:solidFill>
              <a:latin typeface="+mj-lt"/>
            </a:endParaRPr>
          </a:p>
        </p:txBody>
      </p:sp>
      <p:sp>
        <p:nvSpPr>
          <p:cNvPr id="83" name="Text Placeholder 82">
            <a:extLst>
              <a:ext uri="{FF2B5EF4-FFF2-40B4-BE49-F238E27FC236}">
                <a16:creationId xmlns:a16="http://schemas.microsoft.com/office/drawing/2014/main" id="{EBAA012E-4687-7B07-CF30-A7336AFE6FB5}"/>
              </a:ext>
            </a:extLst>
          </p:cNvPr>
          <p:cNvSpPr>
            <a:spLocks noGrp="1"/>
          </p:cNvSpPr>
          <p:nvPr>
            <p:ph type="body" sz="quarter" idx="23"/>
          </p:nvPr>
        </p:nvSpPr>
        <p:spPr/>
        <p:txBody>
          <a:bodyPr/>
          <a:lstStyle/>
          <a:p>
            <a:r>
              <a:rPr lang="en-US" sz="1400" b="1">
                <a:solidFill>
                  <a:schemeClr val="accent2"/>
                </a:solidFill>
                <a:latin typeface="+mj-lt"/>
              </a:rPr>
              <a:t>PEGA Advisory Services</a:t>
            </a:r>
            <a:endParaRPr lang="en-ID" sz="1400" b="1">
              <a:solidFill>
                <a:schemeClr val="accent3"/>
              </a:solidFill>
              <a:latin typeface="+mj-lt"/>
            </a:endParaRPr>
          </a:p>
        </p:txBody>
      </p:sp>
      <p:sp>
        <p:nvSpPr>
          <p:cNvPr id="84" name="Text Placeholder 83">
            <a:extLst>
              <a:ext uri="{FF2B5EF4-FFF2-40B4-BE49-F238E27FC236}">
                <a16:creationId xmlns:a16="http://schemas.microsoft.com/office/drawing/2014/main" id="{4EB816B5-0700-C686-9121-E161CC2F35BC}"/>
              </a:ext>
            </a:extLst>
          </p:cNvPr>
          <p:cNvSpPr>
            <a:spLocks noGrp="1"/>
          </p:cNvSpPr>
          <p:nvPr>
            <p:ph type="body" sz="quarter" idx="24"/>
          </p:nvPr>
        </p:nvSpPr>
        <p:spPr/>
        <p:txBody>
          <a:bodyPr/>
          <a:lstStyle/>
          <a:p>
            <a:r>
              <a:rPr lang="en-US" sz="1400" b="1">
                <a:solidFill>
                  <a:schemeClr val="accent2"/>
                </a:solidFill>
                <a:latin typeface="+mj-lt"/>
              </a:rPr>
              <a:t>Cloud And Managed Services</a:t>
            </a:r>
            <a:endParaRPr lang="en-ID" sz="1400" b="1">
              <a:solidFill>
                <a:schemeClr val="accent3"/>
              </a:solidFill>
              <a:latin typeface="+mj-lt"/>
            </a:endParaRPr>
          </a:p>
        </p:txBody>
      </p:sp>
      <p:sp>
        <p:nvSpPr>
          <p:cNvPr id="85" name="Text Placeholder 84">
            <a:extLst>
              <a:ext uri="{FF2B5EF4-FFF2-40B4-BE49-F238E27FC236}">
                <a16:creationId xmlns:a16="http://schemas.microsoft.com/office/drawing/2014/main" id="{45ED3E0F-6E49-FFD4-260D-795DFB162EE7}"/>
              </a:ext>
            </a:extLst>
          </p:cNvPr>
          <p:cNvSpPr>
            <a:spLocks noGrp="1"/>
          </p:cNvSpPr>
          <p:nvPr>
            <p:ph type="body" sz="quarter" idx="25"/>
          </p:nvPr>
        </p:nvSpPr>
        <p:spPr/>
        <p:txBody>
          <a:bodyPr>
            <a:normAutofit/>
          </a:bodyPr>
          <a:lstStyle/>
          <a:p>
            <a:r>
              <a:rPr lang="en-US"/>
              <a:t>Enterprise AI architecture</a:t>
            </a:r>
          </a:p>
          <a:p>
            <a:r>
              <a:rPr lang="en-US"/>
              <a:t>Fullstack Development for Mobile &amp; Web</a:t>
            </a:r>
          </a:p>
          <a:p>
            <a:r>
              <a:rPr lang="en-US"/>
              <a:t>Solution build with modern technologies</a:t>
            </a:r>
          </a:p>
        </p:txBody>
      </p:sp>
      <p:sp>
        <p:nvSpPr>
          <p:cNvPr id="86" name="Text Placeholder 85">
            <a:extLst>
              <a:ext uri="{FF2B5EF4-FFF2-40B4-BE49-F238E27FC236}">
                <a16:creationId xmlns:a16="http://schemas.microsoft.com/office/drawing/2014/main" id="{6DD21591-55D6-A351-D33F-38F898E472CF}"/>
              </a:ext>
            </a:extLst>
          </p:cNvPr>
          <p:cNvSpPr>
            <a:spLocks noGrp="1"/>
          </p:cNvSpPr>
          <p:nvPr>
            <p:ph type="body" sz="quarter" idx="26"/>
          </p:nvPr>
        </p:nvSpPr>
        <p:spPr/>
        <p:txBody>
          <a:bodyPr>
            <a:normAutofit/>
          </a:bodyPr>
          <a:lstStyle/>
          <a:p>
            <a:pPr>
              <a:lnSpc>
                <a:spcPts val="1800"/>
              </a:lnSpc>
            </a:pPr>
            <a:r>
              <a:rPr lang="en-US" sz="1200">
                <a:solidFill>
                  <a:schemeClr val="bg1"/>
                </a:solidFill>
              </a:rPr>
              <a:t>Business case analysis and Incubators</a:t>
            </a:r>
          </a:p>
          <a:p>
            <a:pPr>
              <a:lnSpc>
                <a:spcPts val="1800"/>
              </a:lnSpc>
            </a:pPr>
            <a:r>
              <a:rPr lang="en-US" sz="1200">
                <a:solidFill>
                  <a:schemeClr val="bg1"/>
                </a:solidFill>
              </a:rPr>
              <a:t>Open source Machine Learning</a:t>
            </a:r>
          </a:p>
          <a:p>
            <a:pPr>
              <a:lnSpc>
                <a:spcPts val="1800"/>
              </a:lnSpc>
            </a:pPr>
            <a:r>
              <a:rPr lang="en-US" sz="1200">
                <a:solidFill>
                  <a:schemeClr val="bg1"/>
                </a:solidFill>
              </a:rPr>
              <a:t>Decisioning and rules engines</a:t>
            </a:r>
            <a:endParaRPr lang="en-ID" sz="1200">
              <a:solidFill>
                <a:schemeClr val="bg1"/>
              </a:solidFill>
            </a:endParaRPr>
          </a:p>
        </p:txBody>
      </p:sp>
      <p:sp>
        <p:nvSpPr>
          <p:cNvPr id="87" name="Text Placeholder 86">
            <a:extLst>
              <a:ext uri="{FF2B5EF4-FFF2-40B4-BE49-F238E27FC236}">
                <a16:creationId xmlns:a16="http://schemas.microsoft.com/office/drawing/2014/main" id="{796B3527-8CFD-37BC-8F84-6A8EE451A4C5}"/>
              </a:ext>
            </a:extLst>
          </p:cNvPr>
          <p:cNvSpPr>
            <a:spLocks noGrp="1"/>
          </p:cNvSpPr>
          <p:nvPr>
            <p:ph type="body" sz="quarter" idx="27"/>
          </p:nvPr>
        </p:nvSpPr>
        <p:spPr/>
        <p:txBody>
          <a:bodyPr>
            <a:normAutofit/>
          </a:bodyPr>
          <a:lstStyle/>
          <a:p>
            <a:r>
              <a:rPr lang="en-US"/>
              <a:t>Customer first &amp; Mobile First</a:t>
            </a:r>
          </a:p>
          <a:p>
            <a:r>
              <a:rPr lang="en-US"/>
              <a:t>Social chanel integration</a:t>
            </a:r>
          </a:p>
          <a:p>
            <a:r>
              <a:rPr lang="en-US"/>
              <a:t>Seamless CX/UX design &amp; build</a:t>
            </a:r>
          </a:p>
        </p:txBody>
      </p:sp>
      <p:sp>
        <p:nvSpPr>
          <p:cNvPr id="88" name="Text Placeholder 87">
            <a:extLst>
              <a:ext uri="{FF2B5EF4-FFF2-40B4-BE49-F238E27FC236}">
                <a16:creationId xmlns:a16="http://schemas.microsoft.com/office/drawing/2014/main" id="{8669EF74-FB71-D28E-D295-F5269414E3A8}"/>
              </a:ext>
            </a:extLst>
          </p:cNvPr>
          <p:cNvSpPr>
            <a:spLocks noGrp="1"/>
          </p:cNvSpPr>
          <p:nvPr>
            <p:ph type="body" sz="quarter" idx="28"/>
          </p:nvPr>
        </p:nvSpPr>
        <p:spPr/>
        <p:txBody>
          <a:bodyPr>
            <a:normAutofit/>
          </a:bodyPr>
          <a:lstStyle/>
          <a:p>
            <a:pPr>
              <a:lnSpc>
                <a:spcPts val="1800"/>
              </a:lnSpc>
            </a:pPr>
            <a:r>
              <a:rPr lang="en-US" sz="1200">
                <a:solidFill>
                  <a:schemeClr val="bg1"/>
                </a:solidFill>
              </a:rPr>
              <a:t>Technology services for products</a:t>
            </a:r>
          </a:p>
          <a:p>
            <a:pPr>
              <a:lnSpc>
                <a:spcPts val="1800"/>
              </a:lnSpc>
            </a:pPr>
            <a:r>
              <a:rPr lang="en-US" sz="1200">
                <a:solidFill>
                  <a:schemeClr val="bg1"/>
                </a:solidFill>
              </a:rPr>
              <a:t>One-stop shop from idea to roll-out</a:t>
            </a:r>
          </a:p>
          <a:p>
            <a:pPr>
              <a:lnSpc>
                <a:spcPts val="1800"/>
              </a:lnSpc>
            </a:pPr>
            <a:r>
              <a:rPr lang="en-US" sz="1200">
                <a:solidFill>
                  <a:schemeClr val="bg1"/>
                </a:solidFill>
              </a:rPr>
              <a:t>Cost effective virtual teams</a:t>
            </a:r>
            <a:endParaRPr lang="en-ID" sz="1200">
              <a:solidFill>
                <a:schemeClr val="bg1"/>
              </a:solidFill>
            </a:endParaRPr>
          </a:p>
        </p:txBody>
      </p:sp>
      <p:sp>
        <p:nvSpPr>
          <p:cNvPr id="89" name="Text Placeholder 88">
            <a:extLst>
              <a:ext uri="{FF2B5EF4-FFF2-40B4-BE49-F238E27FC236}">
                <a16:creationId xmlns:a16="http://schemas.microsoft.com/office/drawing/2014/main" id="{D844B07D-8EE3-B901-9001-447A62B78E33}"/>
              </a:ext>
            </a:extLst>
          </p:cNvPr>
          <p:cNvSpPr>
            <a:spLocks noGrp="1"/>
          </p:cNvSpPr>
          <p:nvPr>
            <p:ph type="body" sz="quarter" idx="29"/>
          </p:nvPr>
        </p:nvSpPr>
        <p:spPr/>
        <p:txBody>
          <a:bodyPr>
            <a:normAutofit/>
          </a:bodyPr>
          <a:lstStyle/>
          <a:p>
            <a:pPr>
              <a:lnSpc>
                <a:spcPts val="1800"/>
              </a:lnSpc>
            </a:pPr>
            <a:r>
              <a:rPr lang="en-US" sz="1200">
                <a:solidFill>
                  <a:schemeClr val="bg1"/>
                </a:solidFill>
              </a:rPr>
              <a:t>Technology services for products</a:t>
            </a:r>
          </a:p>
          <a:p>
            <a:pPr>
              <a:lnSpc>
                <a:spcPts val="1800"/>
              </a:lnSpc>
            </a:pPr>
            <a:r>
              <a:rPr lang="en-US" sz="1200">
                <a:solidFill>
                  <a:schemeClr val="bg1"/>
                </a:solidFill>
              </a:rPr>
              <a:t>One-stop shop from idea to roll-out</a:t>
            </a:r>
          </a:p>
          <a:p>
            <a:pPr>
              <a:lnSpc>
                <a:spcPts val="1800"/>
              </a:lnSpc>
            </a:pPr>
            <a:r>
              <a:rPr lang="en-US" sz="1200">
                <a:solidFill>
                  <a:schemeClr val="bg1"/>
                </a:solidFill>
              </a:rPr>
              <a:t>Cost effective virtual teams</a:t>
            </a:r>
            <a:endParaRPr lang="en-ID" sz="1200">
              <a:solidFill>
                <a:schemeClr val="bg1"/>
              </a:solidFill>
            </a:endParaRPr>
          </a:p>
        </p:txBody>
      </p:sp>
      <p:sp>
        <p:nvSpPr>
          <p:cNvPr id="90" name="Text Placeholder 89">
            <a:extLst>
              <a:ext uri="{FF2B5EF4-FFF2-40B4-BE49-F238E27FC236}">
                <a16:creationId xmlns:a16="http://schemas.microsoft.com/office/drawing/2014/main" id="{B2A2CEA2-E6A6-FEEB-8366-B8F04482AA5F}"/>
              </a:ext>
            </a:extLst>
          </p:cNvPr>
          <p:cNvSpPr>
            <a:spLocks noGrp="1"/>
          </p:cNvSpPr>
          <p:nvPr>
            <p:ph type="body" sz="quarter" idx="30"/>
          </p:nvPr>
        </p:nvSpPr>
        <p:spPr/>
        <p:txBody>
          <a:bodyPr>
            <a:normAutofit/>
          </a:bodyPr>
          <a:lstStyle/>
          <a:p>
            <a:pPr>
              <a:lnSpc>
                <a:spcPts val="1800"/>
              </a:lnSpc>
            </a:pPr>
            <a:r>
              <a:rPr lang="en-US" sz="1200">
                <a:solidFill>
                  <a:schemeClr val="bg1"/>
                </a:solidFill>
              </a:rPr>
              <a:t>Amazon AWS / Azure</a:t>
            </a:r>
          </a:p>
          <a:p>
            <a:pPr>
              <a:lnSpc>
                <a:spcPts val="1800"/>
              </a:lnSpc>
            </a:pPr>
            <a:r>
              <a:rPr lang="en-US" sz="1200">
                <a:solidFill>
                  <a:schemeClr val="bg1"/>
                </a:solidFill>
              </a:rPr>
              <a:t>Pega in Cloud, DevOps, CICD</a:t>
            </a:r>
          </a:p>
          <a:p>
            <a:pPr>
              <a:lnSpc>
                <a:spcPts val="1800"/>
              </a:lnSpc>
            </a:pPr>
            <a:r>
              <a:rPr lang="en-US" sz="1200">
                <a:solidFill>
                  <a:schemeClr val="bg1"/>
                </a:solidFill>
              </a:rPr>
              <a:t>Managed Services</a:t>
            </a:r>
            <a:endParaRPr lang="en-ID" sz="1200">
              <a:solidFill>
                <a:schemeClr val="bg1"/>
              </a:solidFill>
            </a:endParaRPr>
          </a:p>
        </p:txBody>
      </p:sp>
      <p:sp>
        <p:nvSpPr>
          <p:cNvPr id="31" name="Isosceles Triangle 30">
            <a:extLst>
              <a:ext uri="{FF2B5EF4-FFF2-40B4-BE49-F238E27FC236}">
                <a16:creationId xmlns:a16="http://schemas.microsoft.com/office/drawing/2014/main" id="{80B289E4-D18B-77D4-AD3B-F2602B7DD6EE}"/>
              </a:ext>
            </a:extLst>
          </p:cNvPr>
          <p:cNvSpPr/>
          <p:nvPr/>
        </p:nvSpPr>
        <p:spPr>
          <a:xfrm rot="5400000">
            <a:off x="861595" y="2269929"/>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Isosceles Triangle 31">
            <a:extLst>
              <a:ext uri="{FF2B5EF4-FFF2-40B4-BE49-F238E27FC236}">
                <a16:creationId xmlns:a16="http://schemas.microsoft.com/office/drawing/2014/main" id="{0DE2742A-6F80-F999-A496-0AB6D7CF06D5}"/>
              </a:ext>
            </a:extLst>
          </p:cNvPr>
          <p:cNvSpPr/>
          <p:nvPr/>
        </p:nvSpPr>
        <p:spPr>
          <a:xfrm rot="5400000">
            <a:off x="861595" y="2499350"/>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Isosceles Triangle 32">
            <a:extLst>
              <a:ext uri="{FF2B5EF4-FFF2-40B4-BE49-F238E27FC236}">
                <a16:creationId xmlns:a16="http://schemas.microsoft.com/office/drawing/2014/main" id="{FC9C86EC-A572-E569-0B31-B41407B9A9BE}"/>
              </a:ext>
            </a:extLst>
          </p:cNvPr>
          <p:cNvSpPr/>
          <p:nvPr/>
        </p:nvSpPr>
        <p:spPr>
          <a:xfrm rot="5400000">
            <a:off x="861595" y="2732032"/>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Isosceles Triangle 33">
            <a:extLst>
              <a:ext uri="{FF2B5EF4-FFF2-40B4-BE49-F238E27FC236}">
                <a16:creationId xmlns:a16="http://schemas.microsoft.com/office/drawing/2014/main" id="{F53016F2-010D-2FC4-2334-F77B1549D7B5}"/>
              </a:ext>
            </a:extLst>
          </p:cNvPr>
          <p:cNvSpPr/>
          <p:nvPr/>
        </p:nvSpPr>
        <p:spPr>
          <a:xfrm rot="5400000">
            <a:off x="861595" y="3825955"/>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5" name="Isosceles Triangle 34">
            <a:extLst>
              <a:ext uri="{FF2B5EF4-FFF2-40B4-BE49-F238E27FC236}">
                <a16:creationId xmlns:a16="http://schemas.microsoft.com/office/drawing/2014/main" id="{D74E788F-9EA8-E6C2-87C4-79B0149F3562}"/>
              </a:ext>
            </a:extLst>
          </p:cNvPr>
          <p:cNvSpPr/>
          <p:nvPr/>
        </p:nvSpPr>
        <p:spPr>
          <a:xfrm rot="5400000">
            <a:off x="861595" y="4055376"/>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Isosceles Triangle 35">
            <a:extLst>
              <a:ext uri="{FF2B5EF4-FFF2-40B4-BE49-F238E27FC236}">
                <a16:creationId xmlns:a16="http://schemas.microsoft.com/office/drawing/2014/main" id="{D0C7F4AA-1344-6EEA-8AE8-245C7817C9C4}"/>
              </a:ext>
            </a:extLst>
          </p:cNvPr>
          <p:cNvSpPr/>
          <p:nvPr/>
        </p:nvSpPr>
        <p:spPr>
          <a:xfrm rot="5400000">
            <a:off x="861595" y="4288058"/>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Isosceles Triangle 36">
            <a:extLst>
              <a:ext uri="{FF2B5EF4-FFF2-40B4-BE49-F238E27FC236}">
                <a16:creationId xmlns:a16="http://schemas.microsoft.com/office/drawing/2014/main" id="{34D2C39D-5413-87BB-66B1-A4779037FD01}"/>
              </a:ext>
            </a:extLst>
          </p:cNvPr>
          <p:cNvSpPr/>
          <p:nvPr/>
        </p:nvSpPr>
        <p:spPr>
          <a:xfrm rot="5400000">
            <a:off x="861595" y="5363413"/>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Isosceles Triangle 37">
            <a:extLst>
              <a:ext uri="{FF2B5EF4-FFF2-40B4-BE49-F238E27FC236}">
                <a16:creationId xmlns:a16="http://schemas.microsoft.com/office/drawing/2014/main" id="{E233911D-B049-6EB0-69C8-CCD2B6EEEB60}"/>
              </a:ext>
            </a:extLst>
          </p:cNvPr>
          <p:cNvSpPr/>
          <p:nvPr/>
        </p:nvSpPr>
        <p:spPr>
          <a:xfrm rot="5400000">
            <a:off x="861595" y="5592834"/>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9" name="Isosceles Triangle 38">
            <a:extLst>
              <a:ext uri="{FF2B5EF4-FFF2-40B4-BE49-F238E27FC236}">
                <a16:creationId xmlns:a16="http://schemas.microsoft.com/office/drawing/2014/main" id="{D07AD3B7-DA7D-64C1-C397-72C9DCBEBA21}"/>
              </a:ext>
            </a:extLst>
          </p:cNvPr>
          <p:cNvSpPr/>
          <p:nvPr/>
        </p:nvSpPr>
        <p:spPr>
          <a:xfrm rot="5400000">
            <a:off x="861595" y="5825516"/>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Isosceles Triangle 39">
            <a:extLst>
              <a:ext uri="{FF2B5EF4-FFF2-40B4-BE49-F238E27FC236}">
                <a16:creationId xmlns:a16="http://schemas.microsoft.com/office/drawing/2014/main" id="{C16E7E28-112E-0A36-A222-D4B8270D26B3}"/>
              </a:ext>
            </a:extLst>
          </p:cNvPr>
          <p:cNvSpPr/>
          <p:nvPr/>
        </p:nvSpPr>
        <p:spPr>
          <a:xfrm rot="5400000">
            <a:off x="6634469" y="2269929"/>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Isosceles Triangle 40">
            <a:extLst>
              <a:ext uri="{FF2B5EF4-FFF2-40B4-BE49-F238E27FC236}">
                <a16:creationId xmlns:a16="http://schemas.microsoft.com/office/drawing/2014/main" id="{EB7AEC01-168B-E255-759D-DB09CFA4823C}"/>
              </a:ext>
            </a:extLst>
          </p:cNvPr>
          <p:cNvSpPr/>
          <p:nvPr/>
        </p:nvSpPr>
        <p:spPr>
          <a:xfrm rot="5400000">
            <a:off x="6634469" y="2499350"/>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Isosceles Triangle 41">
            <a:extLst>
              <a:ext uri="{FF2B5EF4-FFF2-40B4-BE49-F238E27FC236}">
                <a16:creationId xmlns:a16="http://schemas.microsoft.com/office/drawing/2014/main" id="{14BE4BBC-E825-E33A-3CA2-4F10CCC61B19}"/>
              </a:ext>
            </a:extLst>
          </p:cNvPr>
          <p:cNvSpPr/>
          <p:nvPr/>
        </p:nvSpPr>
        <p:spPr>
          <a:xfrm rot="5400000">
            <a:off x="6634469" y="2732032"/>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Isosceles Triangle 42">
            <a:extLst>
              <a:ext uri="{FF2B5EF4-FFF2-40B4-BE49-F238E27FC236}">
                <a16:creationId xmlns:a16="http://schemas.microsoft.com/office/drawing/2014/main" id="{C244D981-5809-6B23-D314-2FC17C53D002}"/>
              </a:ext>
            </a:extLst>
          </p:cNvPr>
          <p:cNvSpPr/>
          <p:nvPr/>
        </p:nvSpPr>
        <p:spPr>
          <a:xfrm rot="5400000">
            <a:off x="6634469" y="3825955"/>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4" name="Isosceles Triangle 43">
            <a:extLst>
              <a:ext uri="{FF2B5EF4-FFF2-40B4-BE49-F238E27FC236}">
                <a16:creationId xmlns:a16="http://schemas.microsoft.com/office/drawing/2014/main" id="{4268C66A-3C12-67B3-D417-95259D5EF194}"/>
              </a:ext>
            </a:extLst>
          </p:cNvPr>
          <p:cNvSpPr/>
          <p:nvPr/>
        </p:nvSpPr>
        <p:spPr>
          <a:xfrm rot="5400000">
            <a:off x="6634469" y="4055376"/>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5" name="Isosceles Triangle 44">
            <a:extLst>
              <a:ext uri="{FF2B5EF4-FFF2-40B4-BE49-F238E27FC236}">
                <a16:creationId xmlns:a16="http://schemas.microsoft.com/office/drawing/2014/main" id="{C32B9D54-81B9-B01F-9CDD-23147BDBF556}"/>
              </a:ext>
            </a:extLst>
          </p:cNvPr>
          <p:cNvSpPr/>
          <p:nvPr/>
        </p:nvSpPr>
        <p:spPr>
          <a:xfrm rot="5400000">
            <a:off x="6634469" y="4288058"/>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6" name="Isosceles Triangle 45">
            <a:extLst>
              <a:ext uri="{FF2B5EF4-FFF2-40B4-BE49-F238E27FC236}">
                <a16:creationId xmlns:a16="http://schemas.microsoft.com/office/drawing/2014/main" id="{C993FBBC-44CD-8C4B-D8C0-B956F8B56F58}"/>
              </a:ext>
            </a:extLst>
          </p:cNvPr>
          <p:cNvSpPr/>
          <p:nvPr/>
        </p:nvSpPr>
        <p:spPr>
          <a:xfrm rot="5400000">
            <a:off x="6634469" y="5363413"/>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7" name="Isosceles Triangle 46">
            <a:extLst>
              <a:ext uri="{FF2B5EF4-FFF2-40B4-BE49-F238E27FC236}">
                <a16:creationId xmlns:a16="http://schemas.microsoft.com/office/drawing/2014/main" id="{479CE6B2-E02A-9074-A64E-3259C14D6DF4}"/>
              </a:ext>
            </a:extLst>
          </p:cNvPr>
          <p:cNvSpPr/>
          <p:nvPr/>
        </p:nvSpPr>
        <p:spPr>
          <a:xfrm rot="5400000">
            <a:off x="6634469" y="5592834"/>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8" name="Isosceles Triangle 47">
            <a:extLst>
              <a:ext uri="{FF2B5EF4-FFF2-40B4-BE49-F238E27FC236}">
                <a16:creationId xmlns:a16="http://schemas.microsoft.com/office/drawing/2014/main" id="{C31E9264-37D1-4052-299A-FC0C427E554F}"/>
              </a:ext>
            </a:extLst>
          </p:cNvPr>
          <p:cNvSpPr/>
          <p:nvPr/>
        </p:nvSpPr>
        <p:spPr>
          <a:xfrm rot="5400000">
            <a:off x="6634469" y="5825516"/>
            <a:ext cx="100804" cy="8690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682985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ABB5443-6172-F029-1EDF-22330993CD16}"/>
              </a:ext>
            </a:extLst>
          </p:cNvPr>
          <p:cNvPicPr>
            <a:picLocks noGrp="1" noChangeAspect="1"/>
          </p:cNvPicPr>
          <p:nvPr>
            <p:ph type="pic" sz="quarter" idx="10"/>
          </p:nvPr>
        </p:nvPicPr>
        <p:blipFill>
          <a:blip r:embed="rId2"/>
          <a:srcRect t="7802" b="7802"/>
          <a:stretch/>
        </p:blipFill>
        <p:spPr>
          <a:xfrm>
            <a:off x="0" y="1"/>
            <a:ext cx="12192000" cy="6857999"/>
          </a:xfrm>
        </p:spPr>
      </p:pic>
      <p:sp>
        <p:nvSpPr>
          <p:cNvPr id="12" name="Flowchart: Manual Input 11">
            <a:extLst>
              <a:ext uri="{FF2B5EF4-FFF2-40B4-BE49-F238E27FC236}">
                <a16:creationId xmlns:a16="http://schemas.microsoft.com/office/drawing/2014/main" id="{2EE54B05-4DDA-D154-C701-87CF47E030A3}"/>
              </a:ext>
            </a:extLst>
          </p:cNvPr>
          <p:cNvSpPr/>
          <p:nvPr/>
        </p:nvSpPr>
        <p:spPr>
          <a:xfrm rot="16200000" flipV="1">
            <a:off x="828676" y="-828675"/>
            <a:ext cx="6857998" cy="8515350"/>
          </a:xfrm>
          <a:prstGeom prst="flowChartManualInput">
            <a:avLst/>
          </a:prstGeom>
          <a:solidFill>
            <a:schemeClr val="accent1">
              <a:alpha val="7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Parallelogram 12">
            <a:extLst>
              <a:ext uri="{FF2B5EF4-FFF2-40B4-BE49-F238E27FC236}">
                <a16:creationId xmlns:a16="http://schemas.microsoft.com/office/drawing/2014/main" id="{69E3C743-8400-1702-7DD2-15FAF4F735AE}"/>
              </a:ext>
            </a:extLst>
          </p:cNvPr>
          <p:cNvSpPr/>
          <p:nvPr/>
        </p:nvSpPr>
        <p:spPr>
          <a:xfrm>
            <a:off x="3193207" y="1"/>
            <a:ext cx="5331669" cy="6857999"/>
          </a:xfrm>
          <a:prstGeom prst="parallelogram">
            <a:avLst>
              <a:gd name="adj" fmla="val 32341"/>
            </a:avLst>
          </a:prstGeom>
          <a:gradFill>
            <a:gsLst>
              <a:gs pos="40000">
                <a:schemeClr val="accent2">
                  <a:alpha val="0"/>
                </a:schemeClr>
              </a:gs>
              <a:gs pos="100000">
                <a:schemeClr val="accent2">
                  <a:alpha val="25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ight Triangle 14">
            <a:extLst>
              <a:ext uri="{FF2B5EF4-FFF2-40B4-BE49-F238E27FC236}">
                <a16:creationId xmlns:a16="http://schemas.microsoft.com/office/drawing/2014/main" id="{C8E6E596-F688-FCF3-AE10-A87D2E7B0763}"/>
              </a:ext>
            </a:extLst>
          </p:cNvPr>
          <p:cNvSpPr/>
          <p:nvPr/>
        </p:nvSpPr>
        <p:spPr>
          <a:xfrm flipV="1">
            <a:off x="0" y="0"/>
            <a:ext cx="133350" cy="412750"/>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8" name="Picture 17">
            <a:extLst>
              <a:ext uri="{FF2B5EF4-FFF2-40B4-BE49-F238E27FC236}">
                <a16:creationId xmlns:a16="http://schemas.microsoft.com/office/drawing/2014/main" id="{D5E25FC1-7E54-B28F-CB19-210281D5C91B}"/>
              </a:ext>
            </a:extLst>
          </p:cNvPr>
          <p:cNvPicPr>
            <a:picLocks noChangeAspect="1"/>
          </p:cNvPicPr>
          <p:nvPr/>
        </p:nvPicPr>
        <p:blipFill>
          <a:blip r:embed="rId3"/>
          <a:stretch>
            <a:fillRect/>
          </a:stretch>
        </p:blipFill>
        <p:spPr>
          <a:xfrm>
            <a:off x="1280659" y="412750"/>
            <a:ext cx="1388650" cy="1105709"/>
          </a:xfrm>
          <a:prstGeom prst="rect">
            <a:avLst/>
          </a:prstGeom>
        </p:spPr>
      </p:pic>
      <p:sp>
        <p:nvSpPr>
          <p:cNvPr id="2" name="Text Placeholder 1">
            <a:extLst>
              <a:ext uri="{FF2B5EF4-FFF2-40B4-BE49-F238E27FC236}">
                <a16:creationId xmlns:a16="http://schemas.microsoft.com/office/drawing/2014/main" id="{5ED4A56A-84A1-E146-5854-9283543DB156}"/>
              </a:ext>
            </a:extLst>
          </p:cNvPr>
          <p:cNvSpPr>
            <a:spLocks noGrp="1"/>
          </p:cNvSpPr>
          <p:nvPr>
            <p:ph type="body" sz="quarter" idx="11"/>
          </p:nvPr>
        </p:nvSpPr>
        <p:spPr>
          <a:xfrm>
            <a:off x="1171123" y="1932879"/>
            <a:ext cx="4444818" cy="1444879"/>
          </a:xfrm>
        </p:spPr>
        <p:txBody>
          <a:bodyPr/>
          <a:lstStyle/>
          <a:p>
            <a:r>
              <a:rPr lang="en-ID"/>
              <a:t>ENJOY THE AI JOURNEY.</a:t>
            </a:r>
          </a:p>
        </p:txBody>
      </p:sp>
      <p:sp>
        <p:nvSpPr>
          <p:cNvPr id="5" name="Text Placeholder 4">
            <a:extLst>
              <a:ext uri="{FF2B5EF4-FFF2-40B4-BE49-F238E27FC236}">
                <a16:creationId xmlns:a16="http://schemas.microsoft.com/office/drawing/2014/main" id="{C64D70F6-3D46-632D-9805-8D7386682D94}"/>
              </a:ext>
            </a:extLst>
          </p:cNvPr>
          <p:cNvSpPr>
            <a:spLocks noGrp="1"/>
          </p:cNvSpPr>
          <p:nvPr>
            <p:ph type="body" sz="quarter" idx="13"/>
          </p:nvPr>
        </p:nvSpPr>
        <p:spPr>
          <a:xfrm>
            <a:off x="1171123" y="3943522"/>
            <a:ext cx="4444818" cy="276999"/>
          </a:xfrm>
        </p:spPr>
        <p:txBody>
          <a:bodyPr/>
          <a:lstStyle/>
          <a:p>
            <a:r>
              <a:rPr lang="en-US"/>
              <a:t>EAI SYSTEMS LIMITED</a:t>
            </a:r>
            <a:endParaRPr lang="en-ID"/>
          </a:p>
        </p:txBody>
      </p:sp>
      <p:sp>
        <p:nvSpPr>
          <p:cNvPr id="6" name="Text Placeholder 5">
            <a:extLst>
              <a:ext uri="{FF2B5EF4-FFF2-40B4-BE49-F238E27FC236}">
                <a16:creationId xmlns:a16="http://schemas.microsoft.com/office/drawing/2014/main" id="{8793FD3C-1D63-4BE5-F73B-2C2141236E21}"/>
              </a:ext>
            </a:extLst>
          </p:cNvPr>
          <p:cNvSpPr>
            <a:spLocks noGrp="1"/>
          </p:cNvSpPr>
          <p:nvPr>
            <p:ph type="body" sz="quarter" idx="25"/>
          </p:nvPr>
        </p:nvSpPr>
        <p:spPr>
          <a:xfrm>
            <a:off x="1662249" y="4394905"/>
            <a:ext cx="2185851" cy="997708"/>
          </a:xfrm>
        </p:spPr>
        <p:txBody>
          <a:bodyPr>
            <a:normAutofit/>
          </a:bodyPr>
          <a:lstStyle/>
          <a:p>
            <a:r>
              <a:rPr lang="en-US"/>
              <a:t>Head Office - Spaces, City Point, 1 Roopmaker Street, Moorgate, London EC2Y 9HT United Kingdom</a:t>
            </a:r>
            <a:endParaRPr lang="en-ID"/>
          </a:p>
        </p:txBody>
      </p:sp>
      <p:sp>
        <p:nvSpPr>
          <p:cNvPr id="7" name="Text Placeholder 6">
            <a:extLst>
              <a:ext uri="{FF2B5EF4-FFF2-40B4-BE49-F238E27FC236}">
                <a16:creationId xmlns:a16="http://schemas.microsoft.com/office/drawing/2014/main" id="{C8E20BA6-D89D-C3E5-4C40-1EE00B2FD51C}"/>
              </a:ext>
            </a:extLst>
          </p:cNvPr>
          <p:cNvSpPr>
            <a:spLocks noGrp="1"/>
          </p:cNvSpPr>
          <p:nvPr>
            <p:ph type="body" sz="quarter" idx="26"/>
          </p:nvPr>
        </p:nvSpPr>
        <p:spPr>
          <a:xfrm>
            <a:off x="4589599" y="4410145"/>
            <a:ext cx="2262052" cy="277000"/>
          </a:xfrm>
        </p:spPr>
        <p:txBody>
          <a:bodyPr/>
          <a:lstStyle/>
          <a:p>
            <a:r>
              <a:rPr lang="en-US"/>
              <a:t>+44-7852710858</a:t>
            </a:r>
            <a:endParaRPr lang="en-ID"/>
          </a:p>
        </p:txBody>
      </p:sp>
      <p:sp>
        <p:nvSpPr>
          <p:cNvPr id="8" name="Text Placeholder 7">
            <a:extLst>
              <a:ext uri="{FF2B5EF4-FFF2-40B4-BE49-F238E27FC236}">
                <a16:creationId xmlns:a16="http://schemas.microsoft.com/office/drawing/2014/main" id="{70DE0F9B-A5FD-7474-A1DA-D6B2E3B3D6D9}"/>
              </a:ext>
            </a:extLst>
          </p:cNvPr>
          <p:cNvSpPr>
            <a:spLocks noGrp="1"/>
          </p:cNvSpPr>
          <p:nvPr>
            <p:ph type="body" sz="quarter" idx="27"/>
          </p:nvPr>
        </p:nvSpPr>
        <p:spPr>
          <a:xfrm>
            <a:off x="4589599" y="4973124"/>
            <a:ext cx="2262052" cy="277000"/>
          </a:xfrm>
        </p:spPr>
        <p:txBody>
          <a:bodyPr/>
          <a:lstStyle/>
          <a:p>
            <a:r>
              <a:rPr lang="en-US"/>
              <a:t>info@eaisystems.com</a:t>
            </a:r>
            <a:endParaRPr lang="en-ID"/>
          </a:p>
        </p:txBody>
      </p:sp>
      <p:sp>
        <p:nvSpPr>
          <p:cNvPr id="51" name="Text Placeholder 50">
            <a:extLst>
              <a:ext uri="{FF2B5EF4-FFF2-40B4-BE49-F238E27FC236}">
                <a16:creationId xmlns:a16="http://schemas.microsoft.com/office/drawing/2014/main" id="{091A5763-D33D-4805-81C5-F9031B7D26EC}"/>
              </a:ext>
            </a:extLst>
          </p:cNvPr>
          <p:cNvSpPr>
            <a:spLocks noGrp="1"/>
          </p:cNvSpPr>
          <p:nvPr>
            <p:ph type="body" sz="quarter" idx="28"/>
          </p:nvPr>
        </p:nvSpPr>
        <p:spPr/>
        <p:txBody>
          <a:bodyPr/>
          <a:lstStyle/>
          <a:p>
            <a:r>
              <a:rPr lang="en-US"/>
              <a:t>LONDON | AMSTERDAM | MUNICH |SAN FRANCISCO  MUMBAI</a:t>
            </a:r>
          </a:p>
        </p:txBody>
      </p:sp>
      <p:sp>
        <p:nvSpPr>
          <p:cNvPr id="3" name="Rectangle 2">
            <a:extLst>
              <a:ext uri="{FF2B5EF4-FFF2-40B4-BE49-F238E27FC236}">
                <a16:creationId xmlns:a16="http://schemas.microsoft.com/office/drawing/2014/main" id="{A4B84D54-6CE6-63CB-A2D2-C8BBD04EC747}"/>
              </a:ext>
            </a:extLst>
          </p:cNvPr>
          <p:cNvSpPr/>
          <p:nvPr/>
        </p:nvSpPr>
        <p:spPr>
          <a:xfrm>
            <a:off x="0" y="6668271"/>
            <a:ext cx="12192000" cy="83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Single Corner Rounded 15">
            <a:extLst>
              <a:ext uri="{FF2B5EF4-FFF2-40B4-BE49-F238E27FC236}">
                <a16:creationId xmlns:a16="http://schemas.microsoft.com/office/drawing/2014/main" id="{8DAAC5FF-80D8-2CBF-9087-76D924881ECA}"/>
              </a:ext>
            </a:extLst>
          </p:cNvPr>
          <p:cNvSpPr/>
          <p:nvPr/>
        </p:nvSpPr>
        <p:spPr>
          <a:xfrm flipV="1">
            <a:off x="1255259" y="3558628"/>
            <a:ext cx="3672581"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ectangle: Single Corner Rounded 20">
            <a:extLst>
              <a:ext uri="{FF2B5EF4-FFF2-40B4-BE49-F238E27FC236}">
                <a16:creationId xmlns:a16="http://schemas.microsoft.com/office/drawing/2014/main" id="{D7580DF2-CDA5-F417-623B-C4D5206C4A74}"/>
              </a:ext>
            </a:extLst>
          </p:cNvPr>
          <p:cNvSpPr/>
          <p:nvPr/>
        </p:nvSpPr>
        <p:spPr>
          <a:xfrm flipV="1">
            <a:off x="1255260" y="4413047"/>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Single Corner Rounded 22">
            <a:extLst>
              <a:ext uri="{FF2B5EF4-FFF2-40B4-BE49-F238E27FC236}">
                <a16:creationId xmlns:a16="http://schemas.microsoft.com/office/drawing/2014/main" id="{1EA2F38A-1DCE-328F-541E-FD34CA6B7102}"/>
              </a:ext>
            </a:extLst>
          </p:cNvPr>
          <p:cNvSpPr/>
          <p:nvPr/>
        </p:nvSpPr>
        <p:spPr>
          <a:xfrm flipV="1">
            <a:off x="4182610" y="4413047"/>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Single Corner Rounded 24">
            <a:extLst>
              <a:ext uri="{FF2B5EF4-FFF2-40B4-BE49-F238E27FC236}">
                <a16:creationId xmlns:a16="http://schemas.microsoft.com/office/drawing/2014/main" id="{868B5DA5-48B7-3D11-C4F5-081957C7A280}"/>
              </a:ext>
            </a:extLst>
          </p:cNvPr>
          <p:cNvSpPr/>
          <p:nvPr/>
        </p:nvSpPr>
        <p:spPr>
          <a:xfrm flipV="1">
            <a:off x="4182610" y="4975182"/>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Graphic 27" descr="Marker with solid fill">
            <a:extLst>
              <a:ext uri="{FF2B5EF4-FFF2-40B4-BE49-F238E27FC236}">
                <a16:creationId xmlns:a16="http://schemas.microsoft.com/office/drawing/2014/main" id="{2F233422-9124-74C6-B49A-632E41256760}"/>
              </a:ext>
            </a:extLst>
          </p:cNvPr>
          <p:cNvSpPr/>
          <p:nvPr/>
        </p:nvSpPr>
        <p:spPr>
          <a:xfrm>
            <a:off x="1362332" y="4488811"/>
            <a:ext cx="115139" cy="187026"/>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47700"/>
                  <a:pt x="199373" y="647700"/>
                </a:cubicBezTo>
                <a:cubicBezTo>
                  <a:pt x="206993" y="647700"/>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accent1"/>
          </a:solidFill>
          <a:ln w="9525" cap="flat">
            <a:noFill/>
            <a:prstDash val="solid"/>
            <a:miter/>
          </a:ln>
        </p:spPr>
        <p:txBody>
          <a:bodyPr rtlCol="0" anchor="ctr"/>
          <a:lstStyle/>
          <a:p>
            <a:endParaRPr lang="en-ID"/>
          </a:p>
        </p:txBody>
      </p:sp>
      <p:pic>
        <p:nvPicPr>
          <p:cNvPr id="35" name="Graphic 34">
            <a:extLst>
              <a:ext uri="{FF2B5EF4-FFF2-40B4-BE49-F238E27FC236}">
                <a16:creationId xmlns:a16="http://schemas.microsoft.com/office/drawing/2014/main" id="{BFCD9718-B21F-D2F7-E9CE-6B4291D259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47970" y="4465180"/>
            <a:ext cx="223746" cy="223746"/>
          </a:xfrm>
          <a:prstGeom prst="rect">
            <a:avLst/>
          </a:prstGeom>
        </p:spPr>
      </p:pic>
      <p:sp>
        <p:nvSpPr>
          <p:cNvPr id="40" name="Freeform: Shape 39">
            <a:extLst>
              <a:ext uri="{FF2B5EF4-FFF2-40B4-BE49-F238E27FC236}">
                <a16:creationId xmlns:a16="http://schemas.microsoft.com/office/drawing/2014/main" id="{E0FA7DC4-2632-5006-59B8-1DD514C61D86}"/>
              </a:ext>
            </a:extLst>
          </p:cNvPr>
          <p:cNvSpPr/>
          <p:nvPr/>
        </p:nvSpPr>
        <p:spPr>
          <a:xfrm>
            <a:off x="4243647" y="5089916"/>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solidFill>
            <a:schemeClr val="accent1"/>
          </a:solidFill>
          <a:ln w="446"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95945221-E156-AE55-3B1C-04859DB2D480}"/>
              </a:ext>
            </a:extLst>
          </p:cNvPr>
          <p:cNvSpPr/>
          <p:nvPr/>
        </p:nvSpPr>
        <p:spPr>
          <a:xfrm>
            <a:off x="4243647" y="5041287"/>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solidFill>
            <a:schemeClr val="accent1"/>
          </a:solidFill>
          <a:ln w="446" cap="flat">
            <a:noFill/>
            <a:prstDash val="solid"/>
            <a:miter/>
          </a:ln>
        </p:spPr>
        <p:txBody>
          <a:bodyPr rtlCol="0" anchor="ctr"/>
          <a:lstStyle/>
          <a:p>
            <a:endParaRPr lang="en-ID"/>
          </a:p>
        </p:txBody>
      </p:sp>
      <p:sp>
        <p:nvSpPr>
          <p:cNvPr id="4" name="Text Placeholder 3">
            <a:extLst>
              <a:ext uri="{FF2B5EF4-FFF2-40B4-BE49-F238E27FC236}">
                <a16:creationId xmlns:a16="http://schemas.microsoft.com/office/drawing/2014/main" id="{519BA93C-F97D-C29B-3999-BE4E578FAFF1}"/>
              </a:ext>
            </a:extLst>
          </p:cNvPr>
          <p:cNvSpPr>
            <a:spLocks noGrp="1"/>
          </p:cNvSpPr>
          <p:nvPr>
            <p:ph type="body" sz="quarter" idx="12"/>
          </p:nvPr>
        </p:nvSpPr>
        <p:spPr>
          <a:xfrm>
            <a:off x="1255258" y="3574016"/>
            <a:ext cx="4360683" cy="307777"/>
          </a:xfrm>
        </p:spPr>
        <p:txBody>
          <a:bodyPr/>
          <a:lstStyle/>
          <a:p>
            <a:r>
              <a:rPr lang="en-US"/>
              <a:t>IT MAKES THE DESTINATIONWORTH IT.</a:t>
            </a:r>
            <a:endParaRPr lang="en-ID"/>
          </a:p>
        </p:txBody>
      </p:sp>
    </p:spTree>
    <p:extLst>
      <p:ext uri="{BB962C8B-B14F-4D97-AF65-F5344CB8AC3E}">
        <p14:creationId xmlns:p14="http://schemas.microsoft.com/office/powerpoint/2010/main" val="215378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shutterstock_1481866325 (1).jpg">
            <a:extLst>
              <a:ext uri="{FF2B5EF4-FFF2-40B4-BE49-F238E27FC236}">
                <a16:creationId xmlns:a16="http://schemas.microsoft.com/office/drawing/2014/main" id="{0DD7F736-00DD-6D26-6FBA-9836A96F8845}"/>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a:ext>
            </a:extLst>
          </a:blip>
          <a:srcRect/>
          <a:stretch/>
        </p:blipFill>
        <p:spPr>
          <a:xfrm>
            <a:off x="0" y="1"/>
            <a:ext cx="12192000" cy="6857999"/>
          </a:xfrm>
        </p:spPr>
      </p:pic>
      <p:sp>
        <p:nvSpPr>
          <p:cNvPr id="10" name="Rectangle 9">
            <a:extLst>
              <a:ext uri="{FF2B5EF4-FFF2-40B4-BE49-F238E27FC236}">
                <a16:creationId xmlns:a16="http://schemas.microsoft.com/office/drawing/2014/main" id="{1D377AEB-9EB7-7873-2CDD-717814062DBD}"/>
              </a:ext>
            </a:extLst>
          </p:cNvPr>
          <p:cNvSpPr/>
          <p:nvPr/>
        </p:nvSpPr>
        <p:spPr>
          <a:xfrm>
            <a:off x="0" y="0"/>
            <a:ext cx="12192000" cy="6858000"/>
          </a:xfrm>
          <a:prstGeom prst="rect">
            <a:avLst/>
          </a:prstGeom>
          <a:solidFill>
            <a:schemeClr val="accent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Parallelogram 10">
            <a:extLst>
              <a:ext uri="{FF2B5EF4-FFF2-40B4-BE49-F238E27FC236}">
                <a16:creationId xmlns:a16="http://schemas.microsoft.com/office/drawing/2014/main" id="{F42A67D7-1AFB-BA98-3FF8-C84F407394F7}"/>
              </a:ext>
            </a:extLst>
          </p:cNvPr>
          <p:cNvSpPr/>
          <p:nvPr/>
        </p:nvSpPr>
        <p:spPr>
          <a:xfrm>
            <a:off x="-718711"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Parallelogram 11">
            <a:extLst>
              <a:ext uri="{FF2B5EF4-FFF2-40B4-BE49-F238E27FC236}">
                <a16:creationId xmlns:a16="http://schemas.microsoft.com/office/drawing/2014/main" id="{2920F57F-DB55-2AFD-4E4C-C6E5079C4990}"/>
              </a:ext>
            </a:extLst>
          </p:cNvPr>
          <p:cNvSpPr/>
          <p:nvPr/>
        </p:nvSpPr>
        <p:spPr>
          <a:xfrm>
            <a:off x="3280361"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Parallelogram 12">
            <a:extLst>
              <a:ext uri="{FF2B5EF4-FFF2-40B4-BE49-F238E27FC236}">
                <a16:creationId xmlns:a16="http://schemas.microsoft.com/office/drawing/2014/main" id="{C67F11DB-044A-FA27-D68C-CB64616851A5}"/>
              </a:ext>
            </a:extLst>
          </p:cNvPr>
          <p:cNvSpPr/>
          <p:nvPr/>
        </p:nvSpPr>
        <p:spPr>
          <a:xfrm>
            <a:off x="7279432"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5" name="Picture 14">
            <a:extLst>
              <a:ext uri="{FF2B5EF4-FFF2-40B4-BE49-F238E27FC236}">
                <a16:creationId xmlns:a16="http://schemas.microsoft.com/office/drawing/2014/main" id="{C1423CE0-A43F-51E5-7FC7-74D9B5953AD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74983" y="488955"/>
            <a:ext cx="1042034" cy="829716"/>
          </a:xfrm>
          <a:prstGeom prst="rect">
            <a:avLst/>
          </a:prstGeom>
        </p:spPr>
      </p:pic>
      <p:sp>
        <p:nvSpPr>
          <p:cNvPr id="2" name="Right Triangle 1">
            <a:extLst>
              <a:ext uri="{FF2B5EF4-FFF2-40B4-BE49-F238E27FC236}">
                <a16:creationId xmlns:a16="http://schemas.microsoft.com/office/drawing/2014/main" id="{5442BC59-6ACD-097F-2F83-8D8B55FCE105}"/>
              </a:ext>
            </a:extLst>
          </p:cNvPr>
          <p:cNvSpPr/>
          <p:nvPr/>
        </p:nvSpPr>
        <p:spPr>
          <a:xfrm flipV="1">
            <a:off x="0" y="0"/>
            <a:ext cx="133350" cy="412750"/>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Single Corner Rounded 15">
            <a:extLst>
              <a:ext uri="{FF2B5EF4-FFF2-40B4-BE49-F238E27FC236}">
                <a16:creationId xmlns:a16="http://schemas.microsoft.com/office/drawing/2014/main" id="{FBFA68A8-F352-B0FE-4427-3D0D9D011C24}"/>
              </a:ext>
            </a:extLst>
          </p:cNvPr>
          <p:cNvSpPr/>
          <p:nvPr/>
        </p:nvSpPr>
        <p:spPr>
          <a:xfrm flipV="1">
            <a:off x="5204461" y="4632019"/>
            <a:ext cx="1783080"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Text Placeholder 23">
            <a:extLst>
              <a:ext uri="{FF2B5EF4-FFF2-40B4-BE49-F238E27FC236}">
                <a16:creationId xmlns:a16="http://schemas.microsoft.com/office/drawing/2014/main" id="{2A41CBD0-3AB4-5C50-4D82-43AEAA3C8D74}"/>
              </a:ext>
            </a:extLst>
          </p:cNvPr>
          <p:cNvSpPr>
            <a:spLocks noGrp="1"/>
          </p:cNvSpPr>
          <p:nvPr>
            <p:ph type="body" sz="quarter" idx="11"/>
          </p:nvPr>
        </p:nvSpPr>
        <p:spPr>
          <a:xfrm>
            <a:off x="2371724" y="2123083"/>
            <a:ext cx="7448549" cy="2424456"/>
          </a:xfrm>
        </p:spPr>
        <p:txBody>
          <a:bodyPr/>
          <a:lstStyle/>
          <a:p>
            <a:r>
              <a:rPr lang="en-ID"/>
              <a:t>EAI SYSTEMS</a:t>
            </a:r>
          </a:p>
          <a:p>
            <a:r>
              <a:rPr lang="en-ID"/>
              <a:t>PEGA PRACTICE</a:t>
            </a:r>
          </a:p>
        </p:txBody>
      </p:sp>
      <p:sp>
        <p:nvSpPr>
          <p:cNvPr id="29" name="Text Placeholder 28">
            <a:extLst>
              <a:ext uri="{FF2B5EF4-FFF2-40B4-BE49-F238E27FC236}">
                <a16:creationId xmlns:a16="http://schemas.microsoft.com/office/drawing/2014/main" id="{D4870711-E29E-D597-7057-B431939E8E1C}"/>
              </a:ext>
            </a:extLst>
          </p:cNvPr>
          <p:cNvSpPr>
            <a:spLocks noGrp="1"/>
          </p:cNvSpPr>
          <p:nvPr>
            <p:ph type="body" sz="quarter" idx="12"/>
          </p:nvPr>
        </p:nvSpPr>
        <p:spPr>
          <a:xfrm>
            <a:off x="3915659" y="4647407"/>
            <a:ext cx="4360683" cy="307777"/>
          </a:xfrm>
        </p:spPr>
        <p:txBody>
          <a:bodyPr/>
          <a:lstStyle/>
          <a:p>
            <a:r>
              <a:rPr lang="en-ID"/>
              <a:t>January 2023</a:t>
            </a:r>
          </a:p>
        </p:txBody>
      </p:sp>
      <p:sp>
        <p:nvSpPr>
          <p:cNvPr id="30" name="Text Placeholder 29">
            <a:extLst>
              <a:ext uri="{FF2B5EF4-FFF2-40B4-BE49-F238E27FC236}">
                <a16:creationId xmlns:a16="http://schemas.microsoft.com/office/drawing/2014/main" id="{C9E629F5-5E29-6AC3-3209-02F034E72096}"/>
              </a:ext>
            </a:extLst>
          </p:cNvPr>
          <p:cNvSpPr>
            <a:spLocks noGrp="1"/>
          </p:cNvSpPr>
          <p:nvPr>
            <p:ph type="body" sz="quarter" idx="26"/>
          </p:nvPr>
        </p:nvSpPr>
        <p:spPr>
          <a:xfrm>
            <a:off x="2247900" y="6332494"/>
            <a:ext cx="7696200" cy="338554"/>
          </a:xfrm>
        </p:spPr>
        <p:txBody>
          <a:bodyPr/>
          <a:lstStyle/>
          <a:p>
            <a:r>
              <a:rPr lang="en-US"/>
              <a:t>All Rights Reserved. © EAI Systems 2023 | www.eaisystems.com</a:t>
            </a:r>
          </a:p>
        </p:txBody>
      </p:sp>
    </p:spTree>
    <p:extLst>
      <p:ext uri="{BB962C8B-B14F-4D97-AF65-F5344CB8AC3E}">
        <p14:creationId xmlns:p14="http://schemas.microsoft.com/office/powerpoint/2010/main" val="136607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Single Corner Rounded 14">
            <a:extLst>
              <a:ext uri="{FF2B5EF4-FFF2-40B4-BE49-F238E27FC236}">
                <a16:creationId xmlns:a16="http://schemas.microsoft.com/office/drawing/2014/main" id="{36E7F9B7-7FFE-0531-290E-7363BE31412A}"/>
              </a:ext>
            </a:extLst>
          </p:cNvPr>
          <p:cNvSpPr/>
          <p:nvPr/>
        </p:nvSpPr>
        <p:spPr>
          <a:xfrm flipV="1">
            <a:off x="372043" y="964519"/>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Single Corner Rounded 15">
            <a:extLst>
              <a:ext uri="{FF2B5EF4-FFF2-40B4-BE49-F238E27FC236}">
                <a16:creationId xmlns:a16="http://schemas.microsoft.com/office/drawing/2014/main" id="{A7CE82F9-77D5-4133-09E8-946D827BAB8A}"/>
              </a:ext>
            </a:extLst>
          </p:cNvPr>
          <p:cNvSpPr/>
          <p:nvPr/>
        </p:nvSpPr>
        <p:spPr>
          <a:xfrm flipV="1">
            <a:off x="372043" y="2654240"/>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Single Corner Rounded 16">
            <a:extLst>
              <a:ext uri="{FF2B5EF4-FFF2-40B4-BE49-F238E27FC236}">
                <a16:creationId xmlns:a16="http://schemas.microsoft.com/office/drawing/2014/main" id="{62519B1F-A085-C104-8D26-033022EDD2CA}"/>
              </a:ext>
            </a:extLst>
          </p:cNvPr>
          <p:cNvSpPr/>
          <p:nvPr/>
        </p:nvSpPr>
        <p:spPr>
          <a:xfrm flipV="1">
            <a:off x="372043" y="4093678"/>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Single Corner Rounded 17">
            <a:extLst>
              <a:ext uri="{FF2B5EF4-FFF2-40B4-BE49-F238E27FC236}">
                <a16:creationId xmlns:a16="http://schemas.microsoft.com/office/drawing/2014/main" id="{D94F05E4-9DB8-5734-103A-E934123FDC71}"/>
              </a:ext>
            </a:extLst>
          </p:cNvPr>
          <p:cNvSpPr/>
          <p:nvPr/>
        </p:nvSpPr>
        <p:spPr>
          <a:xfrm flipV="1">
            <a:off x="4872895" y="964519"/>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Single Corner Rounded 18">
            <a:extLst>
              <a:ext uri="{FF2B5EF4-FFF2-40B4-BE49-F238E27FC236}">
                <a16:creationId xmlns:a16="http://schemas.microsoft.com/office/drawing/2014/main" id="{B9A131D2-016C-98EA-1BD3-0E245D0CE764}"/>
              </a:ext>
            </a:extLst>
          </p:cNvPr>
          <p:cNvSpPr/>
          <p:nvPr/>
        </p:nvSpPr>
        <p:spPr>
          <a:xfrm flipV="1">
            <a:off x="4872895" y="2654240"/>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Rectangle: Single Corner Rounded 19">
            <a:extLst>
              <a:ext uri="{FF2B5EF4-FFF2-40B4-BE49-F238E27FC236}">
                <a16:creationId xmlns:a16="http://schemas.microsoft.com/office/drawing/2014/main" id="{663AF217-F382-4E89-2A87-B11253164603}"/>
              </a:ext>
            </a:extLst>
          </p:cNvPr>
          <p:cNvSpPr/>
          <p:nvPr/>
        </p:nvSpPr>
        <p:spPr>
          <a:xfrm flipV="1">
            <a:off x="4872895" y="4093678"/>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Isosceles Triangle 20">
            <a:extLst>
              <a:ext uri="{FF2B5EF4-FFF2-40B4-BE49-F238E27FC236}">
                <a16:creationId xmlns:a16="http://schemas.microsoft.com/office/drawing/2014/main" id="{16E6C98C-1FA5-3384-7CAD-041F61929D57}"/>
              </a:ext>
            </a:extLst>
          </p:cNvPr>
          <p:cNvSpPr/>
          <p:nvPr/>
        </p:nvSpPr>
        <p:spPr>
          <a:xfrm rot="5400000">
            <a:off x="918502" y="98716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2" name="Isosceles Triangle 21">
            <a:extLst>
              <a:ext uri="{FF2B5EF4-FFF2-40B4-BE49-F238E27FC236}">
                <a16:creationId xmlns:a16="http://schemas.microsoft.com/office/drawing/2014/main" id="{CCE00A46-EB1D-2143-0A29-17A3E8DEFB82}"/>
              </a:ext>
            </a:extLst>
          </p:cNvPr>
          <p:cNvSpPr/>
          <p:nvPr/>
        </p:nvSpPr>
        <p:spPr>
          <a:xfrm rot="5400000">
            <a:off x="918502" y="1490139"/>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3" name="Isosceles Triangle 22">
            <a:extLst>
              <a:ext uri="{FF2B5EF4-FFF2-40B4-BE49-F238E27FC236}">
                <a16:creationId xmlns:a16="http://schemas.microsoft.com/office/drawing/2014/main" id="{7E6288CC-CCAE-1BF0-2ED9-28BF868AE25F}"/>
              </a:ext>
            </a:extLst>
          </p:cNvPr>
          <p:cNvSpPr/>
          <p:nvPr/>
        </p:nvSpPr>
        <p:spPr>
          <a:xfrm rot="5400000">
            <a:off x="918502" y="198092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4" name="Isosceles Triangle 23">
            <a:extLst>
              <a:ext uri="{FF2B5EF4-FFF2-40B4-BE49-F238E27FC236}">
                <a16:creationId xmlns:a16="http://schemas.microsoft.com/office/drawing/2014/main" id="{D49DFC9F-F7AC-4C45-FD78-09F456B7AAA1}"/>
              </a:ext>
            </a:extLst>
          </p:cNvPr>
          <p:cNvSpPr/>
          <p:nvPr/>
        </p:nvSpPr>
        <p:spPr>
          <a:xfrm rot="5400000">
            <a:off x="918502" y="2683806"/>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5" name="Isosceles Triangle 24">
            <a:extLst>
              <a:ext uri="{FF2B5EF4-FFF2-40B4-BE49-F238E27FC236}">
                <a16:creationId xmlns:a16="http://schemas.microsoft.com/office/drawing/2014/main" id="{CBD58FB5-CEAB-A056-D055-42C8627389F5}"/>
              </a:ext>
            </a:extLst>
          </p:cNvPr>
          <p:cNvSpPr/>
          <p:nvPr/>
        </p:nvSpPr>
        <p:spPr>
          <a:xfrm rot="5400000">
            <a:off x="918502" y="339335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6" name="Isosceles Triangle 25">
            <a:extLst>
              <a:ext uri="{FF2B5EF4-FFF2-40B4-BE49-F238E27FC236}">
                <a16:creationId xmlns:a16="http://schemas.microsoft.com/office/drawing/2014/main" id="{134672EC-781D-FD07-EAEF-86807FFBD999}"/>
              </a:ext>
            </a:extLst>
          </p:cNvPr>
          <p:cNvSpPr/>
          <p:nvPr/>
        </p:nvSpPr>
        <p:spPr>
          <a:xfrm rot="5400000">
            <a:off x="5376237" y="98716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7" name="Isosceles Triangle 26">
            <a:extLst>
              <a:ext uri="{FF2B5EF4-FFF2-40B4-BE49-F238E27FC236}">
                <a16:creationId xmlns:a16="http://schemas.microsoft.com/office/drawing/2014/main" id="{4BA15A3B-A9EF-1E7D-B1B4-69FA9BBFC24E}"/>
              </a:ext>
            </a:extLst>
          </p:cNvPr>
          <p:cNvSpPr/>
          <p:nvPr/>
        </p:nvSpPr>
        <p:spPr>
          <a:xfrm rot="5400000">
            <a:off x="5376237" y="1252765"/>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8" name="Isosceles Triangle 27">
            <a:extLst>
              <a:ext uri="{FF2B5EF4-FFF2-40B4-BE49-F238E27FC236}">
                <a16:creationId xmlns:a16="http://schemas.microsoft.com/office/drawing/2014/main" id="{CDF6EE90-500A-05B1-8F2E-A363743D8134}"/>
              </a:ext>
            </a:extLst>
          </p:cNvPr>
          <p:cNvSpPr/>
          <p:nvPr/>
        </p:nvSpPr>
        <p:spPr>
          <a:xfrm rot="5400000">
            <a:off x="5376237" y="1518369"/>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9" name="Isosceles Triangle 28">
            <a:extLst>
              <a:ext uri="{FF2B5EF4-FFF2-40B4-BE49-F238E27FC236}">
                <a16:creationId xmlns:a16="http://schemas.microsoft.com/office/drawing/2014/main" id="{6199E4B8-4C9E-5FE9-DE3D-95C4BFC6067E}"/>
              </a:ext>
            </a:extLst>
          </p:cNvPr>
          <p:cNvSpPr/>
          <p:nvPr/>
        </p:nvSpPr>
        <p:spPr>
          <a:xfrm rot="5400000">
            <a:off x="5376237" y="1783973"/>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0" name="Isosceles Triangle 29">
            <a:extLst>
              <a:ext uri="{FF2B5EF4-FFF2-40B4-BE49-F238E27FC236}">
                <a16:creationId xmlns:a16="http://schemas.microsoft.com/office/drawing/2014/main" id="{7117A31F-3DD6-3783-A87E-AC4429E92B5F}"/>
              </a:ext>
            </a:extLst>
          </p:cNvPr>
          <p:cNvSpPr/>
          <p:nvPr/>
        </p:nvSpPr>
        <p:spPr>
          <a:xfrm rot="5400000">
            <a:off x="5376237" y="2049578"/>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1" name="Isosceles Triangle 30">
            <a:extLst>
              <a:ext uri="{FF2B5EF4-FFF2-40B4-BE49-F238E27FC236}">
                <a16:creationId xmlns:a16="http://schemas.microsoft.com/office/drawing/2014/main" id="{A5B84017-D6E3-F1E5-C72F-9FA3FD419282}"/>
              </a:ext>
            </a:extLst>
          </p:cNvPr>
          <p:cNvSpPr/>
          <p:nvPr/>
        </p:nvSpPr>
        <p:spPr>
          <a:xfrm rot="5400000">
            <a:off x="5376237" y="2656045"/>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2" name="Isosceles Triangle 31">
            <a:extLst>
              <a:ext uri="{FF2B5EF4-FFF2-40B4-BE49-F238E27FC236}">
                <a16:creationId xmlns:a16="http://schemas.microsoft.com/office/drawing/2014/main" id="{16061A48-8058-9C77-9590-5031AE88E618}"/>
              </a:ext>
            </a:extLst>
          </p:cNvPr>
          <p:cNvSpPr/>
          <p:nvPr/>
        </p:nvSpPr>
        <p:spPr>
          <a:xfrm rot="5400000">
            <a:off x="5376237" y="292852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3" name="Isosceles Triangle 32">
            <a:extLst>
              <a:ext uri="{FF2B5EF4-FFF2-40B4-BE49-F238E27FC236}">
                <a16:creationId xmlns:a16="http://schemas.microsoft.com/office/drawing/2014/main" id="{C37D69C4-0158-4E13-CD78-13F3D95B9DDB}"/>
              </a:ext>
            </a:extLst>
          </p:cNvPr>
          <p:cNvSpPr/>
          <p:nvPr/>
        </p:nvSpPr>
        <p:spPr>
          <a:xfrm rot="5400000">
            <a:off x="5376237" y="4145885"/>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4" name="Isosceles Triangle 33">
            <a:extLst>
              <a:ext uri="{FF2B5EF4-FFF2-40B4-BE49-F238E27FC236}">
                <a16:creationId xmlns:a16="http://schemas.microsoft.com/office/drawing/2014/main" id="{730CDE02-5B00-2B30-AF44-B1BFF7A276B5}"/>
              </a:ext>
            </a:extLst>
          </p:cNvPr>
          <p:cNvSpPr/>
          <p:nvPr/>
        </p:nvSpPr>
        <p:spPr>
          <a:xfrm rot="5400000">
            <a:off x="5376237" y="4603968"/>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6" name="Isosceles Triangle 35">
            <a:extLst>
              <a:ext uri="{FF2B5EF4-FFF2-40B4-BE49-F238E27FC236}">
                <a16:creationId xmlns:a16="http://schemas.microsoft.com/office/drawing/2014/main" id="{10CA8859-69EB-3525-0985-C70CE0E670E4}"/>
              </a:ext>
            </a:extLst>
          </p:cNvPr>
          <p:cNvSpPr/>
          <p:nvPr/>
        </p:nvSpPr>
        <p:spPr>
          <a:xfrm rot="5400000">
            <a:off x="5376237" y="508477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8" name="Isosceles Triangle 37">
            <a:extLst>
              <a:ext uri="{FF2B5EF4-FFF2-40B4-BE49-F238E27FC236}">
                <a16:creationId xmlns:a16="http://schemas.microsoft.com/office/drawing/2014/main" id="{EFCB338A-AA88-E14C-98D6-574228CB9379}"/>
              </a:ext>
            </a:extLst>
          </p:cNvPr>
          <p:cNvSpPr/>
          <p:nvPr/>
        </p:nvSpPr>
        <p:spPr>
          <a:xfrm rot="5400000">
            <a:off x="918502" y="4120596"/>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9" name="Isosceles Triangle 38">
            <a:extLst>
              <a:ext uri="{FF2B5EF4-FFF2-40B4-BE49-F238E27FC236}">
                <a16:creationId xmlns:a16="http://schemas.microsoft.com/office/drawing/2014/main" id="{4E63035B-E80F-3CE3-DEDA-D22CD417B1DC}"/>
              </a:ext>
            </a:extLst>
          </p:cNvPr>
          <p:cNvSpPr/>
          <p:nvPr/>
        </p:nvSpPr>
        <p:spPr>
          <a:xfrm rot="5400000">
            <a:off x="918502" y="4607606"/>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7" name="TextBox 46">
            <a:extLst>
              <a:ext uri="{FF2B5EF4-FFF2-40B4-BE49-F238E27FC236}">
                <a16:creationId xmlns:a16="http://schemas.microsoft.com/office/drawing/2014/main" id="{1193E766-8BD9-1BF1-E4AE-D1557590ED0D}"/>
              </a:ext>
            </a:extLst>
          </p:cNvPr>
          <p:cNvSpPr txBox="1"/>
          <p:nvPr/>
        </p:nvSpPr>
        <p:spPr>
          <a:xfrm>
            <a:off x="248262" y="6133542"/>
            <a:ext cx="891678" cy="305212"/>
          </a:xfrm>
          <a:prstGeom prst="rect">
            <a:avLst/>
          </a:prstGeom>
          <a:noFill/>
        </p:spPr>
        <p:txBody>
          <a:bodyPr wrap="square" rtlCol="0">
            <a:spAutoFit/>
          </a:bodyPr>
          <a:lstStyle/>
          <a:p>
            <a:pPr algn="ctr">
              <a:lnSpc>
                <a:spcPts val="1800"/>
              </a:lnSpc>
              <a:spcBef>
                <a:spcPts val="300"/>
              </a:spcBef>
            </a:pPr>
            <a:r>
              <a:rPr lang="en-US" sz="1200" b="1"/>
              <a:t>UK</a:t>
            </a:r>
          </a:p>
        </p:txBody>
      </p:sp>
      <p:sp>
        <p:nvSpPr>
          <p:cNvPr id="48" name="TextBox 47">
            <a:extLst>
              <a:ext uri="{FF2B5EF4-FFF2-40B4-BE49-F238E27FC236}">
                <a16:creationId xmlns:a16="http://schemas.microsoft.com/office/drawing/2014/main" id="{D255C67D-06A2-9A18-C6C4-6A12BCA6A2B1}"/>
              </a:ext>
            </a:extLst>
          </p:cNvPr>
          <p:cNvSpPr txBox="1"/>
          <p:nvPr/>
        </p:nvSpPr>
        <p:spPr>
          <a:xfrm>
            <a:off x="1771603" y="6133542"/>
            <a:ext cx="891678" cy="305212"/>
          </a:xfrm>
          <a:prstGeom prst="rect">
            <a:avLst/>
          </a:prstGeom>
          <a:noFill/>
        </p:spPr>
        <p:txBody>
          <a:bodyPr wrap="square" rtlCol="0">
            <a:spAutoFit/>
          </a:bodyPr>
          <a:lstStyle/>
          <a:p>
            <a:pPr algn="ctr">
              <a:lnSpc>
                <a:spcPts val="1800"/>
              </a:lnSpc>
              <a:spcBef>
                <a:spcPts val="300"/>
              </a:spcBef>
            </a:pPr>
            <a:r>
              <a:rPr lang="en-US" sz="1200" b="1"/>
              <a:t>USA</a:t>
            </a:r>
          </a:p>
        </p:txBody>
      </p:sp>
      <p:sp>
        <p:nvSpPr>
          <p:cNvPr id="49" name="TextBox 48">
            <a:extLst>
              <a:ext uri="{FF2B5EF4-FFF2-40B4-BE49-F238E27FC236}">
                <a16:creationId xmlns:a16="http://schemas.microsoft.com/office/drawing/2014/main" id="{F2828177-B0F4-FBA6-978D-AE15A81C9488}"/>
              </a:ext>
            </a:extLst>
          </p:cNvPr>
          <p:cNvSpPr txBox="1"/>
          <p:nvPr/>
        </p:nvSpPr>
        <p:spPr>
          <a:xfrm>
            <a:off x="3107914" y="6133542"/>
            <a:ext cx="1273586" cy="305212"/>
          </a:xfrm>
          <a:prstGeom prst="rect">
            <a:avLst/>
          </a:prstGeom>
          <a:noFill/>
        </p:spPr>
        <p:txBody>
          <a:bodyPr wrap="square" rtlCol="0">
            <a:spAutoFit/>
          </a:bodyPr>
          <a:lstStyle/>
          <a:p>
            <a:pPr algn="ctr">
              <a:lnSpc>
                <a:spcPts val="1800"/>
              </a:lnSpc>
              <a:spcBef>
                <a:spcPts val="300"/>
              </a:spcBef>
            </a:pPr>
            <a:r>
              <a:rPr lang="en-US" sz="1200" b="1"/>
              <a:t>SAUDI ARABIA</a:t>
            </a:r>
          </a:p>
        </p:txBody>
      </p:sp>
      <p:sp>
        <p:nvSpPr>
          <p:cNvPr id="50" name="TextBox 49">
            <a:extLst>
              <a:ext uri="{FF2B5EF4-FFF2-40B4-BE49-F238E27FC236}">
                <a16:creationId xmlns:a16="http://schemas.microsoft.com/office/drawing/2014/main" id="{4F524F4B-5EDB-E1EC-B53B-483D2CF5DB47}"/>
              </a:ext>
            </a:extLst>
          </p:cNvPr>
          <p:cNvSpPr txBox="1"/>
          <p:nvPr/>
        </p:nvSpPr>
        <p:spPr>
          <a:xfrm>
            <a:off x="4622162" y="6133542"/>
            <a:ext cx="1273586" cy="305212"/>
          </a:xfrm>
          <a:prstGeom prst="rect">
            <a:avLst/>
          </a:prstGeom>
          <a:noFill/>
        </p:spPr>
        <p:txBody>
          <a:bodyPr wrap="square" rtlCol="0">
            <a:spAutoFit/>
          </a:bodyPr>
          <a:lstStyle/>
          <a:p>
            <a:pPr algn="ctr">
              <a:lnSpc>
                <a:spcPts val="1800"/>
              </a:lnSpc>
              <a:spcBef>
                <a:spcPts val="300"/>
              </a:spcBef>
            </a:pPr>
            <a:r>
              <a:rPr lang="en-US" sz="1200" b="1"/>
              <a:t>INDIA</a:t>
            </a:r>
          </a:p>
        </p:txBody>
      </p:sp>
      <p:sp>
        <p:nvSpPr>
          <p:cNvPr id="51" name="TextBox 50">
            <a:extLst>
              <a:ext uri="{FF2B5EF4-FFF2-40B4-BE49-F238E27FC236}">
                <a16:creationId xmlns:a16="http://schemas.microsoft.com/office/drawing/2014/main" id="{CF0B48FF-C70A-C60F-1526-B47CA6693093}"/>
              </a:ext>
            </a:extLst>
          </p:cNvPr>
          <p:cNvSpPr txBox="1"/>
          <p:nvPr/>
        </p:nvSpPr>
        <p:spPr>
          <a:xfrm>
            <a:off x="6096000" y="6133542"/>
            <a:ext cx="1398802" cy="305212"/>
          </a:xfrm>
          <a:prstGeom prst="rect">
            <a:avLst/>
          </a:prstGeom>
          <a:noFill/>
        </p:spPr>
        <p:txBody>
          <a:bodyPr wrap="square" rtlCol="0">
            <a:spAutoFit/>
          </a:bodyPr>
          <a:lstStyle/>
          <a:p>
            <a:pPr algn="ctr">
              <a:lnSpc>
                <a:spcPts val="1800"/>
              </a:lnSpc>
              <a:spcBef>
                <a:spcPts val="300"/>
              </a:spcBef>
            </a:pPr>
            <a:r>
              <a:rPr lang="en-US" sz="1200" b="1"/>
              <a:t>NETHERLANDS</a:t>
            </a:r>
          </a:p>
        </p:txBody>
      </p:sp>
      <p:sp>
        <p:nvSpPr>
          <p:cNvPr id="52" name="TextBox 51">
            <a:extLst>
              <a:ext uri="{FF2B5EF4-FFF2-40B4-BE49-F238E27FC236}">
                <a16:creationId xmlns:a16="http://schemas.microsoft.com/office/drawing/2014/main" id="{C5318EE4-AD82-AF7B-F359-41E88441DA80}"/>
              </a:ext>
            </a:extLst>
          </p:cNvPr>
          <p:cNvSpPr txBox="1"/>
          <p:nvPr/>
        </p:nvSpPr>
        <p:spPr>
          <a:xfrm>
            <a:off x="7676375" y="6133542"/>
            <a:ext cx="1273586" cy="305212"/>
          </a:xfrm>
          <a:prstGeom prst="rect">
            <a:avLst/>
          </a:prstGeom>
          <a:noFill/>
        </p:spPr>
        <p:txBody>
          <a:bodyPr wrap="square" rtlCol="0">
            <a:spAutoFit/>
          </a:bodyPr>
          <a:lstStyle/>
          <a:p>
            <a:pPr algn="ctr">
              <a:lnSpc>
                <a:spcPts val="1800"/>
              </a:lnSpc>
              <a:spcBef>
                <a:spcPts val="300"/>
              </a:spcBef>
            </a:pPr>
            <a:r>
              <a:rPr lang="en-US" sz="1200" b="1"/>
              <a:t>GERMANY</a:t>
            </a:r>
          </a:p>
        </p:txBody>
      </p:sp>
      <p:sp>
        <p:nvSpPr>
          <p:cNvPr id="53" name="Rectangle: Top Corners Rounded 52">
            <a:extLst>
              <a:ext uri="{FF2B5EF4-FFF2-40B4-BE49-F238E27FC236}">
                <a16:creationId xmlns:a16="http://schemas.microsoft.com/office/drawing/2014/main" id="{1C54AFDB-F6D5-7A34-022C-25E8AF9FE352}"/>
              </a:ext>
            </a:extLst>
          </p:cNvPr>
          <p:cNvSpPr/>
          <p:nvPr/>
        </p:nvSpPr>
        <p:spPr>
          <a:xfrm rot="16200000">
            <a:off x="8097179" y="1877358"/>
            <a:ext cx="5241973" cy="3243579"/>
          </a:xfrm>
          <a:prstGeom prst="round2SameRect">
            <a:avLst>
              <a:gd name="adj1" fmla="val 2821"/>
              <a:gd name="adj2" fmla="val 0"/>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3EFDC259-3DF4-3174-A986-0C7DCFEF3AD9}"/>
              </a:ext>
            </a:extLst>
          </p:cNvPr>
          <p:cNvSpPr txBox="1"/>
          <p:nvPr/>
        </p:nvSpPr>
        <p:spPr>
          <a:xfrm>
            <a:off x="258170" y="964519"/>
            <a:ext cx="630978" cy="369332"/>
          </a:xfrm>
          <a:prstGeom prst="rect">
            <a:avLst/>
          </a:prstGeom>
          <a:noFill/>
        </p:spPr>
        <p:txBody>
          <a:bodyPr wrap="square" rtlCol="0">
            <a:spAutoFit/>
          </a:bodyPr>
          <a:lstStyle/>
          <a:p>
            <a:pPr algn="ctr"/>
            <a:r>
              <a:rPr lang="pt-BR" b="1">
                <a:solidFill>
                  <a:schemeClr val="accent1"/>
                </a:solidFill>
                <a:latin typeface="+mj-lt"/>
              </a:rPr>
              <a:t>01</a:t>
            </a:r>
            <a:endParaRPr lang="en-ID" b="1">
              <a:solidFill>
                <a:schemeClr val="accent1"/>
              </a:solidFill>
              <a:latin typeface="+mj-lt"/>
            </a:endParaRPr>
          </a:p>
        </p:txBody>
      </p:sp>
      <p:sp>
        <p:nvSpPr>
          <p:cNvPr id="3" name="TextBox 2">
            <a:extLst>
              <a:ext uri="{FF2B5EF4-FFF2-40B4-BE49-F238E27FC236}">
                <a16:creationId xmlns:a16="http://schemas.microsoft.com/office/drawing/2014/main" id="{F96510A7-1761-990B-B205-77C02E9824BD}"/>
              </a:ext>
            </a:extLst>
          </p:cNvPr>
          <p:cNvSpPr txBox="1"/>
          <p:nvPr/>
        </p:nvSpPr>
        <p:spPr>
          <a:xfrm>
            <a:off x="258170" y="2654447"/>
            <a:ext cx="630978" cy="369332"/>
          </a:xfrm>
          <a:prstGeom prst="rect">
            <a:avLst/>
          </a:prstGeom>
          <a:noFill/>
        </p:spPr>
        <p:txBody>
          <a:bodyPr wrap="square" rtlCol="0">
            <a:spAutoFit/>
          </a:bodyPr>
          <a:lstStyle/>
          <a:p>
            <a:pPr algn="ctr"/>
            <a:r>
              <a:rPr lang="pt-BR" b="1">
                <a:solidFill>
                  <a:schemeClr val="accent1"/>
                </a:solidFill>
                <a:latin typeface="+mj-lt"/>
              </a:rPr>
              <a:t>02</a:t>
            </a:r>
            <a:endParaRPr lang="en-ID" b="1">
              <a:solidFill>
                <a:schemeClr val="accent1"/>
              </a:solidFill>
              <a:latin typeface="+mj-lt"/>
            </a:endParaRPr>
          </a:p>
        </p:txBody>
      </p:sp>
      <p:sp>
        <p:nvSpPr>
          <p:cNvPr id="4" name="TextBox 3">
            <a:extLst>
              <a:ext uri="{FF2B5EF4-FFF2-40B4-BE49-F238E27FC236}">
                <a16:creationId xmlns:a16="http://schemas.microsoft.com/office/drawing/2014/main" id="{5F983341-9A07-FCF4-C55A-169003E160FA}"/>
              </a:ext>
            </a:extLst>
          </p:cNvPr>
          <p:cNvSpPr txBox="1"/>
          <p:nvPr/>
        </p:nvSpPr>
        <p:spPr>
          <a:xfrm>
            <a:off x="258170" y="4093076"/>
            <a:ext cx="630978" cy="369332"/>
          </a:xfrm>
          <a:prstGeom prst="rect">
            <a:avLst/>
          </a:prstGeom>
          <a:noFill/>
        </p:spPr>
        <p:txBody>
          <a:bodyPr wrap="square" rtlCol="0">
            <a:spAutoFit/>
          </a:bodyPr>
          <a:lstStyle/>
          <a:p>
            <a:pPr algn="ctr"/>
            <a:r>
              <a:rPr lang="pt-BR" b="1">
                <a:solidFill>
                  <a:schemeClr val="accent1"/>
                </a:solidFill>
                <a:latin typeface="+mj-lt"/>
              </a:rPr>
              <a:t>03</a:t>
            </a:r>
            <a:endParaRPr lang="en-ID" b="1">
              <a:solidFill>
                <a:schemeClr val="accent1"/>
              </a:solidFill>
              <a:latin typeface="+mj-lt"/>
            </a:endParaRPr>
          </a:p>
        </p:txBody>
      </p:sp>
      <p:sp>
        <p:nvSpPr>
          <p:cNvPr id="5" name="TextBox 4">
            <a:extLst>
              <a:ext uri="{FF2B5EF4-FFF2-40B4-BE49-F238E27FC236}">
                <a16:creationId xmlns:a16="http://schemas.microsoft.com/office/drawing/2014/main" id="{E10869F5-0457-BFE3-E5BC-D5B483F17076}"/>
              </a:ext>
            </a:extLst>
          </p:cNvPr>
          <p:cNvSpPr txBox="1"/>
          <p:nvPr/>
        </p:nvSpPr>
        <p:spPr>
          <a:xfrm>
            <a:off x="4748383" y="964519"/>
            <a:ext cx="630978" cy="369332"/>
          </a:xfrm>
          <a:prstGeom prst="rect">
            <a:avLst/>
          </a:prstGeom>
          <a:noFill/>
        </p:spPr>
        <p:txBody>
          <a:bodyPr wrap="square" rtlCol="0">
            <a:spAutoFit/>
          </a:bodyPr>
          <a:lstStyle/>
          <a:p>
            <a:pPr algn="ctr"/>
            <a:r>
              <a:rPr lang="pt-BR" b="1">
                <a:solidFill>
                  <a:schemeClr val="accent1"/>
                </a:solidFill>
                <a:latin typeface="+mj-lt"/>
              </a:rPr>
              <a:t>04</a:t>
            </a:r>
            <a:endParaRPr lang="en-ID" b="1">
              <a:solidFill>
                <a:schemeClr val="accent1"/>
              </a:solidFill>
              <a:latin typeface="+mj-lt"/>
            </a:endParaRPr>
          </a:p>
        </p:txBody>
      </p:sp>
      <p:sp>
        <p:nvSpPr>
          <p:cNvPr id="6" name="TextBox 5">
            <a:extLst>
              <a:ext uri="{FF2B5EF4-FFF2-40B4-BE49-F238E27FC236}">
                <a16:creationId xmlns:a16="http://schemas.microsoft.com/office/drawing/2014/main" id="{67399BCD-1300-4538-E744-303BECA72693}"/>
              </a:ext>
            </a:extLst>
          </p:cNvPr>
          <p:cNvSpPr txBox="1"/>
          <p:nvPr/>
        </p:nvSpPr>
        <p:spPr>
          <a:xfrm>
            <a:off x="4748383" y="2654447"/>
            <a:ext cx="630978" cy="369332"/>
          </a:xfrm>
          <a:prstGeom prst="rect">
            <a:avLst/>
          </a:prstGeom>
          <a:noFill/>
        </p:spPr>
        <p:txBody>
          <a:bodyPr wrap="square" rtlCol="0">
            <a:spAutoFit/>
          </a:bodyPr>
          <a:lstStyle/>
          <a:p>
            <a:pPr algn="ctr"/>
            <a:r>
              <a:rPr lang="pt-BR" b="1">
                <a:solidFill>
                  <a:schemeClr val="accent1"/>
                </a:solidFill>
                <a:latin typeface="+mj-lt"/>
              </a:rPr>
              <a:t>05</a:t>
            </a:r>
            <a:endParaRPr lang="en-ID" b="1">
              <a:solidFill>
                <a:schemeClr val="accent1"/>
              </a:solidFill>
              <a:latin typeface="+mj-lt"/>
            </a:endParaRPr>
          </a:p>
        </p:txBody>
      </p:sp>
      <p:sp>
        <p:nvSpPr>
          <p:cNvPr id="7" name="TextBox 6">
            <a:extLst>
              <a:ext uri="{FF2B5EF4-FFF2-40B4-BE49-F238E27FC236}">
                <a16:creationId xmlns:a16="http://schemas.microsoft.com/office/drawing/2014/main" id="{39E13889-B008-B7BD-B569-E0FFAC72F739}"/>
              </a:ext>
            </a:extLst>
          </p:cNvPr>
          <p:cNvSpPr txBox="1"/>
          <p:nvPr/>
        </p:nvSpPr>
        <p:spPr>
          <a:xfrm>
            <a:off x="4748383" y="4093076"/>
            <a:ext cx="630978" cy="369332"/>
          </a:xfrm>
          <a:prstGeom prst="rect">
            <a:avLst/>
          </a:prstGeom>
          <a:noFill/>
        </p:spPr>
        <p:txBody>
          <a:bodyPr wrap="square" rtlCol="0">
            <a:spAutoFit/>
          </a:bodyPr>
          <a:lstStyle/>
          <a:p>
            <a:pPr algn="ctr"/>
            <a:r>
              <a:rPr lang="pt-BR" b="1">
                <a:solidFill>
                  <a:schemeClr val="accent1"/>
                </a:solidFill>
                <a:latin typeface="+mj-lt"/>
              </a:rPr>
              <a:t>06</a:t>
            </a:r>
            <a:endParaRPr lang="en-ID" b="1">
              <a:solidFill>
                <a:schemeClr val="accent1"/>
              </a:solidFill>
              <a:latin typeface="+mj-lt"/>
            </a:endParaRPr>
          </a:p>
        </p:txBody>
      </p:sp>
      <p:pic>
        <p:nvPicPr>
          <p:cNvPr id="74" name="Picture 8" descr="File:Verisure logo.svg - Wikipedia">
            <a:extLst>
              <a:ext uri="{FF2B5EF4-FFF2-40B4-BE49-F238E27FC236}">
                <a16:creationId xmlns:a16="http://schemas.microsoft.com/office/drawing/2014/main" id="{E296D43E-67C9-A2B6-6156-87F882833E09}"/>
              </a:ext>
            </a:extLst>
          </p:cNvPr>
          <p:cNvPicPr>
            <a:picLocks noChangeAspect="1" noChangeArrowheads="1"/>
          </p:cNvPicPr>
          <p:nvPr/>
        </p:nvPicPr>
        <p:blipFill>
          <a:blip r:embed="rId2" cstate="screen"/>
          <a:srcRect/>
          <a:stretch>
            <a:fillRect/>
          </a:stretch>
        </p:blipFill>
        <p:spPr bwMode="auto">
          <a:xfrm>
            <a:off x="9368300" y="2162276"/>
            <a:ext cx="996664" cy="259132"/>
          </a:xfrm>
          <a:prstGeom prst="rect">
            <a:avLst/>
          </a:prstGeom>
          <a:noFill/>
        </p:spPr>
      </p:pic>
      <p:pic>
        <p:nvPicPr>
          <p:cNvPr id="75" name="Picture 4" descr="Student Loans Company">
            <a:extLst>
              <a:ext uri="{FF2B5EF4-FFF2-40B4-BE49-F238E27FC236}">
                <a16:creationId xmlns:a16="http://schemas.microsoft.com/office/drawing/2014/main" id="{666CC9BE-0654-1B77-632E-E342E20F2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3871" y="1568063"/>
            <a:ext cx="864346" cy="453657"/>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10" descr="Bank of the West">
            <a:extLst>
              <a:ext uri="{FF2B5EF4-FFF2-40B4-BE49-F238E27FC236}">
                <a16:creationId xmlns:a16="http://schemas.microsoft.com/office/drawing/2014/main" id="{E26E6A8A-9E56-2A9A-B984-384CB7276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3986" y="2162208"/>
            <a:ext cx="1064116" cy="24184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86555DEC-99FE-FBE7-A63E-21B1FCE104C6}"/>
              </a:ext>
            </a:extLst>
          </p:cNvPr>
          <p:cNvPicPr>
            <a:picLocks noChangeAspect="1"/>
          </p:cNvPicPr>
          <p:nvPr/>
        </p:nvPicPr>
        <p:blipFill>
          <a:blip r:embed="rId5"/>
          <a:stretch>
            <a:fillRect/>
          </a:stretch>
        </p:blipFill>
        <p:spPr>
          <a:xfrm>
            <a:off x="9368298" y="2622082"/>
            <a:ext cx="996666" cy="342188"/>
          </a:xfrm>
          <a:prstGeom prst="rect">
            <a:avLst/>
          </a:prstGeom>
        </p:spPr>
      </p:pic>
      <p:pic>
        <p:nvPicPr>
          <p:cNvPr id="78" name="Picture 77">
            <a:extLst>
              <a:ext uri="{FF2B5EF4-FFF2-40B4-BE49-F238E27FC236}">
                <a16:creationId xmlns:a16="http://schemas.microsoft.com/office/drawing/2014/main" id="{02ACCC06-72FE-0F12-D746-4A7F84194C31}"/>
              </a:ext>
            </a:extLst>
          </p:cNvPr>
          <p:cNvPicPr>
            <a:picLocks noChangeAspect="1"/>
          </p:cNvPicPr>
          <p:nvPr/>
        </p:nvPicPr>
        <p:blipFill>
          <a:blip r:embed="rId6"/>
          <a:stretch>
            <a:fillRect/>
          </a:stretch>
        </p:blipFill>
        <p:spPr>
          <a:xfrm>
            <a:off x="9369491" y="3164944"/>
            <a:ext cx="994280" cy="140496"/>
          </a:xfrm>
          <a:prstGeom prst="rect">
            <a:avLst/>
          </a:prstGeom>
        </p:spPr>
      </p:pic>
      <p:pic>
        <p:nvPicPr>
          <p:cNvPr id="79" name="Picture 10" descr="SAUDI MINISTRY OF JUSTICE Logo PNG Vector (EPS) Free Download">
            <a:extLst>
              <a:ext uri="{FF2B5EF4-FFF2-40B4-BE49-F238E27FC236}">
                <a16:creationId xmlns:a16="http://schemas.microsoft.com/office/drawing/2014/main" id="{530CDD72-6EB3-5DBA-242D-48E348F3DC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01777" y="1058522"/>
            <a:ext cx="988534" cy="3690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0" descr="Deutsche Telekom Logo PNG Transparent (1) – Brands Logos">
            <a:extLst>
              <a:ext uri="{FF2B5EF4-FFF2-40B4-BE49-F238E27FC236}">
                <a16:creationId xmlns:a16="http://schemas.microsoft.com/office/drawing/2014/main" id="{2985462A-69E9-2096-594A-5B4361A68D4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7192" b="35361"/>
          <a:stretch/>
        </p:blipFill>
        <p:spPr bwMode="auto">
          <a:xfrm>
            <a:off x="9265160" y="1631438"/>
            <a:ext cx="1202942" cy="330164"/>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2">
            <a:extLst>
              <a:ext uri="{FF2B5EF4-FFF2-40B4-BE49-F238E27FC236}">
                <a16:creationId xmlns:a16="http://schemas.microsoft.com/office/drawing/2014/main" id="{0FC110CB-BF9F-408C-9379-A818D6D05E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91188" y="5103171"/>
            <a:ext cx="560796" cy="327692"/>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4">
            <a:extLst>
              <a:ext uri="{FF2B5EF4-FFF2-40B4-BE49-F238E27FC236}">
                <a16:creationId xmlns:a16="http://schemas.microsoft.com/office/drawing/2014/main" id="{1414B01B-E545-818F-D5F7-143AA8A072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23482" y="2544541"/>
            <a:ext cx="1145124" cy="293884"/>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8" descr="Edward Jones Logo Black transparent PNG - StickPNG">
            <a:extLst>
              <a:ext uri="{FF2B5EF4-FFF2-40B4-BE49-F238E27FC236}">
                <a16:creationId xmlns:a16="http://schemas.microsoft.com/office/drawing/2014/main" id="{D1C41ACE-7AEB-15E7-E0F3-75A366E94CF7}"/>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1541" b="31541"/>
          <a:stretch/>
        </p:blipFill>
        <p:spPr bwMode="auto">
          <a:xfrm>
            <a:off x="10673622" y="4565485"/>
            <a:ext cx="1244845" cy="238738"/>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32" descr="Verizon Logo transparent PNG - StickPNG">
            <a:extLst>
              <a:ext uri="{FF2B5EF4-FFF2-40B4-BE49-F238E27FC236}">
                <a16:creationId xmlns:a16="http://schemas.microsoft.com/office/drawing/2014/main" id="{5C1FD3F6-2CA4-475E-89E9-476441E2D690}"/>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9762" b="33077"/>
          <a:stretch/>
        </p:blipFill>
        <p:spPr bwMode="auto">
          <a:xfrm>
            <a:off x="10811495" y="5703222"/>
            <a:ext cx="969098" cy="263212"/>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34" descr="Sellafield Ltd Careers">
            <a:extLst>
              <a:ext uri="{FF2B5EF4-FFF2-40B4-BE49-F238E27FC236}">
                <a16:creationId xmlns:a16="http://schemas.microsoft.com/office/drawing/2014/main" id="{6A07C2C9-9C3B-37FE-8572-0E4858DA33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79685" y="5363939"/>
            <a:ext cx="1032719" cy="19879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8">
            <a:extLst>
              <a:ext uri="{FF2B5EF4-FFF2-40B4-BE49-F238E27FC236}">
                <a16:creationId xmlns:a16="http://schemas.microsoft.com/office/drawing/2014/main" id="{25223501-9CC1-3818-5401-9948BD0C40B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080802" y="3425923"/>
            <a:ext cx="430484" cy="433898"/>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40">
            <a:extLst>
              <a:ext uri="{FF2B5EF4-FFF2-40B4-BE49-F238E27FC236}">
                <a16:creationId xmlns:a16="http://schemas.microsoft.com/office/drawing/2014/main" id="{5DBD79B3-46FD-AD77-5C99-F513C76CC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581278" y="3935394"/>
            <a:ext cx="570705" cy="37096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6" descr="Booking.com Logo transparent PNG - StickPNG">
            <a:extLst>
              <a:ext uri="{FF2B5EF4-FFF2-40B4-BE49-F238E27FC236}">
                <a16:creationId xmlns:a16="http://schemas.microsoft.com/office/drawing/2014/main" id="{B52DC809-43BA-0F82-98E7-57B1C974212A}"/>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8748" b="40316"/>
          <a:stretch/>
        </p:blipFill>
        <p:spPr bwMode="auto">
          <a:xfrm>
            <a:off x="9320674" y="3506114"/>
            <a:ext cx="1091914" cy="228606"/>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50" descr="Download &quot;i Am Currently Fighting A 'david And Goliath' Battle - Lloyds  Banking Group Logo PNG Image with No Background - PNGkey.com">
            <a:extLst>
              <a:ext uri="{FF2B5EF4-FFF2-40B4-BE49-F238E27FC236}">
                <a16:creationId xmlns:a16="http://schemas.microsoft.com/office/drawing/2014/main" id="{3A277939-0259-179E-B5EB-AC4EB838810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823348" y="4000309"/>
            <a:ext cx="945393" cy="424688"/>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52" descr="Societe Generale Logo - Société Générale">
            <a:extLst>
              <a:ext uri="{FF2B5EF4-FFF2-40B4-BE49-F238E27FC236}">
                <a16:creationId xmlns:a16="http://schemas.microsoft.com/office/drawing/2014/main" id="{CB484927-6F10-DE20-F220-ECC1211EED9E}"/>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37360" b="38299"/>
          <a:stretch/>
        </p:blipFill>
        <p:spPr bwMode="auto">
          <a:xfrm>
            <a:off x="10723483" y="4944711"/>
            <a:ext cx="1145123" cy="278741"/>
          </a:xfrm>
          <a:prstGeom prst="rect">
            <a:avLst/>
          </a:prstGeom>
          <a:noFill/>
          <a:extLst>
            <a:ext uri="{909E8E84-426E-40DD-AFC4-6F175D3DCCD1}">
              <a14:hiddenFill xmlns:a14="http://schemas.microsoft.com/office/drawing/2010/main">
                <a:solidFill>
                  <a:srgbClr val="FFFFFF"/>
                </a:solidFill>
              </a14:hiddenFill>
            </a:ext>
          </a:extLst>
        </p:spPr>
      </p:pic>
      <p:grpSp>
        <p:nvGrpSpPr>
          <p:cNvPr id="105" name="Group 104">
            <a:extLst>
              <a:ext uri="{FF2B5EF4-FFF2-40B4-BE49-F238E27FC236}">
                <a16:creationId xmlns:a16="http://schemas.microsoft.com/office/drawing/2014/main" id="{393B342E-2D03-62CB-3241-A3D60A27300D}"/>
              </a:ext>
            </a:extLst>
          </p:cNvPr>
          <p:cNvGrpSpPr/>
          <p:nvPr/>
        </p:nvGrpSpPr>
        <p:grpSpPr>
          <a:xfrm>
            <a:off x="10692411" y="2978913"/>
            <a:ext cx="1207266" cy="306522"/>
            <a:chOff x="10749234" y="3085722"/>
            <a:chExt cx="1331646" cy="338103"/>
          </a:xfrm>
        </p:grpSpPr>
        <p:pic>
          <p:nvPicPr>
            <p:cNvPr id="87" name="Picture 36" descr="HM Revenue and Customs - Wikipedia">
              <a:extLst>
                <a:ext uri="{FF2B5EF4-FFF2-40B4-BE49-F238E27FC236}">
                  <a16:creationId xmlns:a16="http://schemas.microsoft.com/office/drawing/2014/main" id="{FD2B9E65-ECB6-B388-F22A-80EF6B8BBB2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749234" y="3085722"/>
              <a:ext cx="564447" cy="336786"/>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8" descr="Department for Environment, Food and Rural Affairs - Wikipedia">
              <a:extLst>
                <a:ext uri="{FF2B5EF4-FFF2-40B4-BE49-F238E27FC236}">
                  <a16:creationId xmlns:a16="http://schemas.microsoft.com/office/drawing/2014/main" id="{DE23F08F-1BE9-71DD-8634-C1CE07B5F00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424802" y="3087039"/>
              <a:ext cx="656078" cy="3367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 name="Group 103">
            <a:extLst>
              <a:ext uri="{FF2B5EF4-FFF2-40B4-BE49-F238E27FC236}">
                <a16:creationId xmlns:a16="http://schemas.microsoft.com/office/drawing/2014/main" id="{C6B09208-F57E-99F9-EA39-2770CA078788}"/>
              </a:ext>
            </a:extLst>
          </p:cNvPr>
          <p:cNvGrpSpPr/>
          <p:nvPr/>
        </p:nvGrpSpPr>
        <p:grpSpPr>
          <a:xfrm>
            <a:off x="9313556" y="1066388"/>
            <a:ext cx="1135768" cy="364376"/>
            <a:chOff x="9344169" y="1418148"/>
            <a:chExt cx="1418678" cy="455140"/>
          </a:xfrm>
        </p:grpSpPr>
        <p:sp>
          <p:nvSpPr>
            <p:cNvPr id="98" name="Rectangle: Rounded Corners 97">
              <a:extLst>
                <a:ext uri="{FF2B5EF4-FFF2-40B4-BE49-F238E27FC236}">
                  <a16:creationId xmlns:a16="http://schemas.microsoft.com/office/drawing/2014/main" id="{3041A077-A059-714D-FB25-E58FD4503C04}"/>
                </a:ext>
              </a:extLst>
            </p:cNvPr>
            <p:cNvSpPr/>
            <p:nvPr/>
          </p:nvSpPr>
          <p:spPr>
            <a:xfrm>
              <a:off x="9344169" y="1418148"/>
              <a:ext cx="14186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0" name="Picture 12" descr="New Jersey Courts - Careers">
              <a:extLst>
                <a:ext uri="{FF2B5EF4-FFF2-40B4-BE49-F238E27FC236}">
                  <a16:creationId xmlns:a16="http://schemas.microsoft.com/office/drawing/2014/main" id="{049AC5A0-681C-3868-67C4-5EF854324C7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358978" y="1457704"/>
              <a:ext cx="1389060" cy="3760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 name="Group 102">
            <a:extLst>
              <a:ext uri="{FF2B5EF4-FFF2-40B4-BE49-F238E27FC236}">
                <a16:creationId xmlns:a16="http://schemas.microsoft.com/office/drawing/2014/main" id="{103D9572-AD08-1E16-D255-CDB76531ABCF}"/>
              </a:ext>
            </a:extLst>
          </p:cNvPr>
          <p:cNvGrpSpPr/>
          <p:nvPr/>
        </p:nvGrpSpPr>
        <p:grpSpPr>
          <a:xfrm>
            <a:off x="9397917" y="4507035"/>
            <a:ext cx="967046" cy="395462"/>
            <a:chOff x="9497019" y="4300067"/>
            <a:chExt cx="1112978" cy="455140"/>
          </a:xfrm>
        </p:grpSpPr>
        <p:sp>
          <p:nvSpPr>
            <p:cNvPr id="99" name="Rectangle: Rounded Corners 98">
              <a:extLst>
                <a:ext uri="{FF2B5EF4-FFF2-40B4-BE49-F238E27FC236}">
                  <a16:creationId xmlns:a16="http://schemas.microsoft.com/office/drawing/2014/main" id="{E2378809-91A6-135D-AD6A-42C790308578}"/>
                </a:ext>
              </a:extLst>
            </p:cNvPr>
            <p:cNvSpPr/>
            <p:nvPr/>
          </p:nvSpPr>
          <p:spPr>
            <a:xfrm>
              <a:off x="9497019" y="4300067"/>
              <a:ext cx="11129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4" name="Picture 56" descr="Royal Bank of Scotland - Gordon Ferguson and Co. Accountants">
              <a:extLst>
                <a:ext uri="{FF2B5EF4-FFF2-40B4-BE49-F238E27FC236}">
                  <a16:creationId xmlns:a16="http://schemas.microsoft.com/office/drawing/2014/main" id="{9E5FBA13-8B38-B815-DDED-DCEF02A575C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36138" y="4347545"/>
              <a:ext cx="834740" cy="356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 name="Group 101">
            <a:extLst>
              <a:ext uri="{FF2B5EF4-FFF2-40B4-BE49-F238E27FC236}">
                <a16:creationId xmlns:a16="http://schemas.microsoft.com/office/drawing/2014/main" id="{BB3FE05D-B8A5-6EB9-A3D0-AAA2A0375786}"/>
              </a:ext>
            </a:extLst>
          </p:cNvPr>
          <p:cNvGrpSpPr/>
          <p:nvPr/>
        </p:nvGrpSpPr>
        <p:grpSpPr>
          <a:xfrm>
            <a:off x="9428457" y="5631535"/>
            <a:ext cx="893416" cy="365352"/>
            <a:chOff x="9490744" y="5351449"/>
            <a:chExt cx="1112978" cy="455140"/>
          </a:xfrm>
        </p:grpSpPr>
        <p:sp>
          <p:nvSpPr>
            <p:cNvPr id="101" name="Rectangle: Rounded Corners 100">
              <a:extLst>
                <a:ext uri="{FF2B5EF4-FFF2-40B4-BE49-F238E27FC236}">
                  <a16:creationId xmlns:a16="http://schemas.microsoft.com/office/drawing/2014/main" id="{497DD76E-A802-4950-7890-599A7810BB74}"/>
                </a:ext>
              </a:extLst>
            </p:cNvPr>
            <p:cNvSpPr/>
            <p:nvPr/>
          </p:nvSpPr>
          <p:spPr>
            <a:xfrm>
              <a:off x="9490744" y="5351449"/>
              <a:ext cx="11129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0" name="Picture 89">
              <a:extLst>
                <a:ext uri="{FF2B5EF4-FFF2-40B4-BE49-F238E27FC236}">
                  <a16:creationId xmlns:a16="http://schemas.microsoft.com/office/drawing/2014/main" id="{30EBC73E-259B-1242-CA3D-6F6F2477B6A4}"/>
                </a:ext>
              </a:extLst>
            </p:cNvPr>
            <p:cNvPicPr>
              <a:picLocks noChangeAspect="1"/>
            </p:cNvPicPr>
            <p:nvPr/>
          </p:nvPicPr>
          <p:blipFill>
            <a:blip r:embed="rId23"/>
            <a:stretch>
              <a:fillRect/>
            </a:stretch>
          </p:blipFill>
          <p:spPr>
            <a:xfrm>
              <a:off x="9583458" y="5413207"/>
              <a:ext cx="910483" cy="359401"/>
            </a:xfrm>
            <a:prstGeom prst="rect">
              <a:avLst/>
            </a:prstGeom>
          </p:spPr>
        </p:pic>
      </p:grpSp>
      <p:sp>
        <p:nvSpPr>
          <p:cNvPr id="37" name="Text Placeholder 36">
            <a:extLst>
              <a:ext uri="{FF2B5EF4-FFF2-40B4-BE49-F238E27FC236}">
                <a16:creationId xmlns:a16="http://schemas.microsoft.com/office/drawing/2014/main" id="{820A6B68-9163-A571-8A05-B738F1B10153}"/>
              </a:ext>
            </a:extLst>
          </p:cNvPr>
          <p:cNvSpPr>
            <a:spLocks noGrp="1"/>
          </p:cNvSpPr>
          <p:nvPr>
            <p:ph type="body" sz="quarter" idx="11"/>
          </p:nvPr>
        </p:nvSpPr>
        <p:spPr/>
        <p:txBody>
          <a:bodyPr/>
          <a:lstStyle/>
          <a:p>
            <a:r>
              <a:rPr lang="pt-BR" sz="2800" b="1">
                <a:solidFill>
                  <a:schemeClr val="accent1"/>
                </a:solidFill>
                <a:latin typeface="+mj-lt"/>
              </a:rPr>
              <a:t>COMPANY SNAPSHOT</a:t>
            </a:r>
            <a:endParaRPr lang="en-ID" sz="2800" b="1">
              <a:solidFill>
                <a:schemeClr val="accent1"/>
              </a:solidFill>
              <a:latin typeface="+mj-lt"/>
            </a:endParaRPr>
          </a:p>
        </p:txBody>
      </p:sp>
      <p:sp>
        <p:nvSpPr>
          <p:cNvPr id="54" name="Text Placeholder 53">
            <a:extLst>
              <a:ext uri="{FF2B5EF4-FFF2-40B4-BE49-F238E27FC236}">
                <a16:creationId xmlns:a16="http://schemas.microsoft.com/office/drawing/2014/main" id="{7085176A-0B21-F40A-077C-5B8B32143C52}"/>
              </a:ext>
            </a:extLst>
          </p:cNvPr>
          <p:cNvSpPr>
            <a:spLocks noGrp="1"/>
          </p:cNvSpPr>
          <p:nvPr>
            <p:ph type="body" sz="quarter" idx="13"/>
          </p:nvPr>
        </p:nvSpPr>
        <p:spPr/>
        <p:txBody>
          <a:bodyPr>
            <a:normAutofit/>
          </a:bodyPr>
          <a:lstStyle/>
          <a:p>
            <a:pPr>
              <a:lnSpc>
                <a:spcPts val="1800"/>
              </a:lnSpc>
              <a:spcBef>
                <a:spcPts val="300"/>
              </a:spcBef>
            </a:pPr>
            <a:r>
              <a:rPr lang="en-US" sz="1200"/>
              <a:t>A consultancy-led digital transformation solution provider </a:t>
            </a:r>
          </a:p>
          <a:p>
            <a:pPr>
              <a:lnSpc>
                <a:spcPts val="1800"/>
              </a:lnSpc>
              <a:spcBef>
                <a:spcPts val="300"/>
              </a:spcBef>
            </a:pPr>
            <a:r>
              <a:rPr lang="en-US" sz="1200"/>
              <a:t>UK headquarters with international footprint</a:t>
            </a:r>
          </a:p>
          <a:p>
            <a:pPr>
              <a:lnSpc>
                <a:spcPts val="1800"/>
              </a:lnSpc>
              <a:spcBef>
                <a:spcPts val="300"/>
              </a:spcBef>
            </a:pPr>
            <a:r>
              <a:rPr lang="en-US" sz="1200"/>
              <a:t>Pega Specialized Delivery Partner with 4 Pega Marketplace Solutions</a:t>
            </a:r>
          </a:p>
        </p:txBody>
      </p:sp>
      <p:sp>
        <p:nvSpPr>
          <p:cNvPr id="55" name="Text Placeholder 54">
            <a:extLst>
              <a:ext uri="{FF2B5EF4-FFF2-40B4-BE49-F238E27FC236}">
                <a16:creationId xmlns:a16="http://schemas.microsoft.com/office/drawing/2014/main" id="{F98FD13C-9837-2D5A-FB13-01BFB4486284}"/>
              </a:ext>
            </a:extLst>
          </p:cNvPr>
          <p:cNvSpPr>
            <a:spLocks noGrp="1"/>
          </p:cNvSpPr>
          <p:nvPr>
            <p:ph type="body" sz="quarter" idx="14"/>
          </p:nvPr>
        </p:nvSpPr>
        <p:spPr/>
        <p:txBody>
          <a:bodyPr/>
          <a:lstStyle/>
          <a:p>
            <a:pPr>
              <a:lnSpc>
                <a:spcPts val="1800"/>
              </a:lnSpc>
              <a:spcBef>
                <a:spcPts val="300"/>
              </a:spcBef>
            </a:pPr>
            <a:r>
              <a:rPr lang="en-US" sz="1200"/>
              <a:t>Deep Domain Expertise in Judiciary Domain – Ministry of Justice (MoJ) Saudi Arabia and New Jersey Courts</a:t>
            </a:r>
          </a:p>
          <a:p>
            <a:pPr>
              <a:lnSpc>
                <a:spcPts val="1800"/>
              </a:lnSpc>
              <a:spcBef>
                <a:spcPts val="300"/>
              </a:spcBef>
            </a:pPr>
            <a:r>
              <a:rPr lang="en-US" sz="1200"/>
              <a:t>Legal &amp; Justice Framework, upcoming Pega Marketplace Solution</a:t>
            </a:r>
          </a:p>
        </p:txBody>
      </p:sp>
      <p:sp>
        <p:nvSpPr>
          <p:cNvPr id="56" name="Text Placeholder 55">
            <a:extLst>
              <a:ext uri="{FF2B5EF4-FFF2-40B4-BE49-F238E27FC236}">
                <a16:creationId xmlns:a16="http://schemas.microsoft.com/office/drawing/2014/main" id="{002ABE67-E63C-58F3-30F5-95D8E94F177C}"/>
              </a:ext>
            </a:extLst>
          </p:cNvPr>
          <p:cNvSpPr>
            <a:spLocks noGrp="1"/>
          </p:cNvSpPr>
          <p:nvPr>
            <p:ph type="body" sz="quarter" idx="15"/>
          </p:nvPr>
        </p:nvSpPr>
        <p:spPr/>
        <p:txBody>
          <a:bodyPr/>
          <a:lstStyle/>
          <a:p>
            <a:pPr>
              <a:lnSpc>
                <a:spcPts val="1800"/>
              </a:lnSpc>
              <a:spcBef>
                <a:spcPts val="300"/>
              </a:spcBef>
            </a:pPr>
            <a:r>
              <a:rPr lang="en-US" sz="1200"/>
              <a:t>Pega Cloud Migration experts with first ever Pega Private Cloud on Azure with Kubernetes</a:t>
            </a:r>
          </a:p>
          <a:p>
            <a:pPr>
              <a:lnSpc>
                <a:spcPts val="1800"/>
              </a:lnSpc>
              <a:spcBef>
                <a:spcPts val="300"/>
              </a:spcBef>
            </a:pPr>
            <a:r>
              <a:rPr lang="en-US" sz="1200"/>
              <a:t>Pega Modernization expertise with special emphasis on latest constellation architecture</a:t>
            </a:r>
          </a:p>
        </p:txBody>
      </p:sp>
      <p:sp>
        <p:nvSpPr>
          <p:cNvPr id="57" name="Text Placeholder 56">
            <a:extLst>
              <a:ext uri="{FF2B5EF4-FFF2-40B4-BE49-F238E27FC236}">
                <a16:creationId xmlns:a16="http://schemas.microsoft.com/office/drawing/2014/main" id="{D086494A-4DD2-694A-3858-A0C14FDCCD33}"/>
              </a:ext>
            </a:extLst>
          </p:cNvPr>
          <p:cNvSpPr>
            <a:spLocks noGrp="1"/>
          </p:cNvSpPr>
          <p:nvPr>
            <p:ph type="body" sz="quarter" idx="16"/>
          </p:nvPr>
        </p:nvSpPr>
        <p:spPr/>
        <p:txBody>
          <a:bodyPr>
            <a:normAutofit/>
          </a:bodyPr>
          <a:lstStyle/>
          <a:p>
            <a:pPr>
              <a:lnSpc>
                <a:spcPts val="1800"/>
              </a:lnSpc>
              <a:spcBef>
                <a:spcPts val="300"/>
              </a:spcBef>
            </a:pPr>
            <a:r>
              <a:rPr lang="en-US" sz="1200"/>
              <a:t>100+ Members Global Team</a:t>
            </a:r>
          </a:p>
          <a:p>
            <a:pPr>
              <a:lnSpc>
                <a:spcPts val="1800"/>
              </a:lnSpc>
              <a:spcBef>
                <a:spcPts val="300"/>
              </a:spcBef>
            </a:pPr>
            <a:r>
              <a:rPr lang="en-US" sz="1200"/>
              <a:t>65+ Pega Certified Consultants</a:t>
            </a:r>
          </a:p>
          <a:p>
            <a:pPr>
              <a:lnSpc>
                <a:spcPts val="1800"/>
              </a:lnSpc>
              <a:spcBef>
                <a:spcPts val="300"/>
              </a:spcBef>
            </a:pPr>
            <a:r>
              <a:rPr lang="en-US" sz="1200"/>
              <a:t>7+ Lead System Architects</a:t>
            </a:r>
          </a:p>
          <a:p>
            <a:pPr>
              <a:lnSpc>
                <a:spcPts val="1800"/>
              </a:lnSpc>
              <a:spcBef>
                <a:spcPts val="300"/>
              </a:spcBef>
            </a:pPr>
            <a:r>
              <a:rPr lang="en-US" sz="1200"/>
              <a:t>50+ Senior System Architects</a:t>
            </a:r>
          </a:p>
          <a:p>
            <a:pPr>
              <a:lnSpc>
                <a:spcPts val="1800"/>
              </a:lnSpc>
              <a:spcBef>
                <a:spcPts val="300"/>
              </a:spcBef>
            </a:pPr>
            <a:r>
              <a:rPr lang="en-US" sz="1200"/>
              <a:t>12+ Lead Business Architects</a:t>
            </a:r>
          </a:p>
        </p:txBody>
      </p:sp>
      <p:sp>
        <p:nvSpPr>
          <p:cNvPr id="58" name="Text Placeholder 57">
            <a:extLst>
              <a:ext uri="{FF2B5EF4-FFF2-40B4-BE49-F238E27FC236}">
                <a16:creationId xmlns:a16="http://schemas.microsoft.com/office/drawing/2014/main" id="{4C5FDAF3-E6E3-17A9-0C14-0D9FC304CD37}"/>
              </a:ext>
            </a:extLst>
          </p:cNvPr>
          <p:cNvSpPr>
            <a:spLocks noGrp="1"/>
          </p:cNvSpPr>
          <p:nvPr>
            <p:ph type="body" sz="quarter" idx="17"/>
          </p:nvPr>
        </p:nvSpPr>
        <p:spPr/>
        <p:txBody>
          <a:bodyPr/>
          <a:lstStyle/>
          <a:p>
            <a:pPr>
              <a:lnSpc>
                <a:spcPts val="1800"/>
              </a:lnSpc>
              <a:spcBef>
                <a:spcPts val="300"/>
              </a:spcBef>
            </a:pPr>
            <a:r>
              <a:rPr lang="en-US" sz="1200"/>
              <a:t>G-Cloud 13 Accreditation</a:t>
            </a:r>
          </a:p>
          <a:p>
            <a:pPr>
              <a:lnSpc>
                <a:spcPts val="1800"/>
              </a:lnSpc>
              <a:spcBef>
                <a:spcPts val="300"/>
              </a:spcBef>
            </a:pPr>
            <a:r>
              <a:rPr lang="en-US" sz="1200"/>
              <a:t>Extensive Public Services experience with deep Financial Services, Insurance, Telecommunications expertise</a:t>
            </a:r>
          </a:p>
        </p:txBody>
      </p:sp>
      <p:sp>
        <p:nvSpPr>
          <p:cNvPr id="59" name="Text Placeholder 58">
            <a:extLst>
              <a:ext uri="{FF2B5EF4-FFF2-40B4-BE49-F238E27FC236}">
                <a16:creationId xmlns:a16="http://schemas.microsoft.com/office/drawing/2014/main" id="{09AC01E5-7C87-5E95-B388-569192D29359}"/>
              </a:ext>
            </a:extLst>
          </p:cNvPr>
          <p:cNvSpPr>
            <a:spLocks noGrp="1"/>
          </p:cNvSpPr>
          <p:nvPr>
            <p:ph type="body" sz="quarter" idx="18"/>
          </p:nvPr>
        </p:nvSpPr>
        <p:spPr/>
        <p:txBody>
          <a:bodyPr>
            <a:normAutofit/>
          </a:bodyPr>
          <a:lstStyle/>
          <a:p>
            <a:pPr>
              <a:lnSpc>
                <a:spcPts val="1800"/>
              </a:lnSpc>
              <a:spcBef>
                <a:spcPts val="300"/>
              </a:spcBef>
            </a:pPr>
            <a:r>
              <a:rPr lang="en-US" sz="1200"/>
              <a:t>Experts in establishing / running Centre of Excellence (CoE) </a:t>
            </a:r>
          </a:p>
          <a:p>
            <a:pPr>
              <a:lnSpc>
                <a:spcPts val="1800"/>
              </a:lnSpc>
              <a:spcBef>
                <a:spcPts val="300"/>
              </a:spcBef>
            </a:pPr>
            <a:r>
              <a:rPr lang="en-US" sz="1200"/>
              <a:t>Authorized Training Partner, with special emphasis on Co-creation and enablement</a:t>
            </a:r>
          </a:p>
          <a:p>
            <a:pPr>
              <a:lnSpc>
                <a:spcPts val="1800"/>
              </a:lnSpc>
              <a:spcBef>
                <a:spcPts val="300"/>
              </a:spcBef>
            </a:pPr>
            <a:r>
              <a:rPr lang="en-US" sz="1200"/>
              <a:t>Pega University Program in India</a:t>
            </a:r>
          </a:p>
        </p:txBody>
      </p:sp>
      <p:pic>
        <p:nvPicPr>
          <p:cNvPr id="66" name="Picture Placeholder 65" descr="Logo, company name&#10;&#10;Description automatically generated">
            <a:extLst>
              <a:ext uri="{FF2B5EF4-FFF2-40B4-BE49-F238E27FC236}">
                <a16:creationId xmlns:a16="http://schemas.microsoft.com/office/drawing/2014/main" id="{BC5F8FA7-0426-F19C-394F-412D430EE0E1}"/>
              </a:ext>
            </a:extLst>
          </p:cNvPr>
          <p:cNvPicPr>
            <a:picLocks noGrp="1" noChangeAspect="1"/>
          </p:cNvPicPr>
          <p:nvPr>
            <p:ph type="pic" sz="quarter" idx="12"/>
          </p:nvPr>
        </p:nvPicPr>
        <p:blipFill rotWithShape="1">
          <a:blip r:embed="rId24" cstate="screen">
            <a:extLst>
              <a:ext uri="{28A0092B-C50C-407E-A947-70E740481C1C}">
                <a14:useLocalDpi xmlns:a14="http://schemas.microsoft.com/office/drawing/2010/main" val="0"/>
              </a:ext>
            </a:extLst>
          </a:blip>
          <a:srcRect t="-1665" b="24812"/>
          <a:stretch/>
        </p:blipFill>
        <p:spPr>
          <a:xfrm>
            <a:off x="371475" y="5541963"/>
            <a:ext cx="644525" cy="555625"/>
          </a:xfrm>
          <a:prstGeom prst="rect">
            <a:avLst/>
          </a:prstGeom>
        </p:spPr>
      </p:pic>
      <p:pic>
        <p:nvPicPr>
          <p:cNvPr id="67" name="Picture Placeholder 66" descr="Logo&#10;&#10;Description automatically generated">
            <a:extLst>
              <a:ext uri="{FF2B5EF4-FFF2-40B4-BE49-F238E27FC236}">
                <a16:creationId xmlns:a16="http://schemas.microsoft.com/office/drawing/2014/main" id="{D763C3B3-5BD8-BB54-8F1F-E039D6C0B01D}"/>
              </a:ext>
            </a:extLst>
          </p:cNvPr>
          <p:cNvPicPr>
            <a:picLocks noGrp="1" noChangeAspect="1"/>
          </p:cNvPicPr>
          <p:nvPr>
            <p:ph type="pic" sz="quarter" idx="19"/>
          </p:nvPr>
        </p:nvPicPr>
        <p:blipFill rotWithShape="1">
          <a:blip r:embed="rId25" cstate="screen">
            <a:extLst>
              <a:ext uri="{28A0092B-C50C-407E-A947-70E740481C1C}">
                <a14:useLocalDpi xmlns:a14="http://schemas.microsoft.com/office/drawing/2010/main" val="0"/>
              </a:ext>
            </a:extLst>
          </a:blip>
          <a:srcRect t="-253" b="25159"/>
          <a:stretch/>
        </p:blipFill>
        <p:spPr>
          <a:xfrm>
            <a:off x="1895475" y="5548313"/>
            <a:ext cx="644525" cy="542925"/>
          </a:xfrm>
          <a:prstGeom prst="rect">
            <a:avLst/>
          </a:prstGeom>
        </p:spPr>
      </p:pic>
      <p:pic>
        <p:nvPicPr>
          <p:cNvPr id="68" name="Picture Placeholder 67" descr="A picture containing logo&#10;&#10;Description automatically generated">
            <a:extLst>
              <a:ext uri="{FF2B5EF4-FFF2-40B4-BE49-F238E27FC236}">
                <a16:creationId xmlns:a16="http://schemas.microsoft.com/office/drawing/2014/main" id="{C183E034-3A7E-221A-9350-38C4EE76F9C7}"/>
              </a:ext>
            </a:extLst>
          </p:cNvPr>
          <p:cNvPicPr>
            <a:picLocks noGrp="1" noChangeAspect="1"/>
          </p:cNvPicPr>
          <p:nvPr>
            <p:ph type="pic" sz="quarter" idx="20"/>
          </p:nvPr>
        </p:nvPicPr>
        <p:blipFill rotWithShape="1">
          <a:blip r:embed="rId26" cstate="screen">
            <a:extLst>
              <a:ext uri="{28A0092B-C50C-407E-A947-70E740481C1C}">
                <a14:useLocalDpi xmlns:a14="http://schemas.microsoft.com/office/drawing/2010/main" val="0"/>
              </a:ext>
            </a:extLst>
          </a:blip>
          <a:srcRect t="-219" b="24686"/>
          <a:stretch/>
        </p:blipFill>
        <p:spPr>
          <a:xfrm>
            <a:off x="3419475" y="5546725"/>
            <a:ext cx="644525" cy="546100"/>
          </a:xfrm>
          <a:prstGeom prst="rect">
            <a:avLst/>
          </a:prstGeom>
        </p:spPr>
      </p:pic>
      <p:pic>
        <p:nvPicPr>
          <p:cNvPr id="69" name="Picture Placeholder 68" descr="A picture containing diagram&#10;&#10;Description automatically generated">
            <a:extLst>
              <a:ext uri="{FF2B5EF4-FFF2-40B4-BE49-F238E27FC236}">
                <a16:creationId xmlns:a16="http://schemas.microsoft.com/office/drawing/2014/main" id="{F71F7E4A-50DF-DA1C-6844-700534394FE5}"/>
              </a:ext>
            </a:extLst>
          </p:cNvPr>
          <p:cNvPicPr>
            <a:picLocks noGrp="1" noChangeAspect="1"/>
          </p:cNvPicPr>
          <p:nvPr>
            <p:ph type="pic" sz="quarter" idx="21"/>
          </p:nvPr>
        </p:nvPicPr>
        <p:blipFill rotWithShape="1">
          <a:blip r:embed="rId27" cstate="screen">
            <a:extLst>
              <a:ext uri="{28A0092B-C50C-407E-A947-70E740481C1C}">
                <a14:useLocalDpi xmlns:a14="http://schemas.microsoft.com/office/drawing/2010/main" val="0"/>
              </a:ext>
            </a:extLst>
          </a:blip>
          <a:srcRect t="-1095" b="23337"/>
          <a:stretch/>
        </p:blipFill>
        <p:spPr>
          <a:xfrm>
            <a:off x="4941888" y="5538788"/>
            <a:ext cx="646112" cy="563562"/>
          </a:xfrm>
          <a:prstGeom prst="rect">
            <a:avLst/>
          </a:prstGeom>
        </p:spPr>
      </p:pic>
      <p:pic>
        <p:nvPicPr>
          <p:cNvPr id="70" name="Picture Placeholder 69" descr="Icon&#10;&#10;Description automatically generated">
            <a:extLst>
              <a:ext uri="{FF2B5EF4-FFF2-40B4-BE49-F238E27FC236}">
                <a16:creationId xmlns:a16="http://schemas.microsoft.com/office/drawing/2014/main" id="{78592FA4-CE66-2248-0351-9D896500F0F6}"/>
              </a:ext>
            </a:extLst>
          </p:cNvPr>
          <p:cNvPicPr>
            <a:picLocks noGrp="1" noChangeAspect="1"/>
          </p:cNvPicPr>
          <p:nvPr>
            <p:ph type="pic" sz="quarter" idx="22"/>
          </p:nvPr>
        </p:nvPicPr>
        <p:blipFill rotWithShape="1">
          <a:blip r:embed="rId28" cstate="screen">
            <a:extLst>
              <a:ext uri="{28A0092B-C50C-407E-A947-70E740481C1C}">
                <a14:useLocalDpi xmlns:a14="http://schemas.microsoft.com/office/drawing/2010/main" val="0"/>
              </a:ext>
            </a:extLst>
          </a:blip>
          <a:srcRect t="-2191" b="20270"/>
          <a:stretch/>
        </p:blipFill>
        <p:spPr>
          <a:xfrm>
            <a:off x="6465888" y="5522913"/>
            <a:ext cx="646112" cy="593725"/>
          </a:xfrm>
          <a:prstGeom prst="rect">
            <a:avLst/>
          </a:prstGeom>
        </p:spPr>
      </p:pic>
      <p:pic>
        <p:nvPicPr>
          <p:cNvPr id="71" name="Picture Placeholder 70" descr="Logo, icon&#10;&#10;Description automatically generated">
            <a:extLst>
              <a:ext uri="{FF2B5EF4-FFF2-40B4-BE49-F238E27FC236}">
                <a16:creationId xmlns:a16="http://schemas.microsoft.com/office/drawing/2014/main" id="{152FAEC1-80D6-05EB-B47F-E08E6A67CBB0}"/>
              </a:ext>
            </a:extLst>
          </p:cNvPr>
          <p:cNvPicPr>
            <a:picLocks noGrp="1" noChangeAspect="1"/>
          </p:cNvPicPr>
          <p:nvPr>
            <p:ph type="pic" sz="quarter" idx="23"/>
          </p:nvPr>
        </p:nvPicPr>
        <p:blipFill rotWithShape="1">
          <a:blip r:embed="rId29" cstate="screen">
            <a:extLst>
              <a:ext uri="{28A0092B-C50C-407E-A947-70E740481C1C}">
                <a14:useLocalDpi xmlns:a14="http://schemas.microsoft.com/office/drawing/2010/main" val="0"/>
              </a:ext>
            </a:extLst>
          </a:blip>
          <a:srcRect t="-1350" b="21182"/>
          <a:stretch/>
        </p:blipFill>
        <p:spPr>
          <a:xfrm>
            <a:off x="7989888" y="5529263"/>
            <a:ext cx="646112" cy="581025"/>
          </a:xfrm>
          <a:prstGeom prst="rect">
            <a:avLst/>
          </a:prstGeom>
        </p:spPr>
      </p:pic>
    </p:spTree>
    <p:extLst>
      <p:ext uri="{BB962C8B-B14F-4D97-AF65-F5344CB8AC3E}">
        <p14:creationId xmlns:p14="http://schemas.microsoft.com/office/powerpoint/2010/main" val="1454534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4C15AED2-93F4-01EA-A560-B7589CA49EF0}"/>
              </a:ext>
            </a:extLst>
          </p:cNvPr>
          <p:cNvSpPr/>
          <p:nvPr/>
        </p:nvSpPr>
        <p:spPr>
          <a:xfrm flipV="1">
            <a:off x="923312" y="1139695"/>
            <a:ext cx="5070476" cy="1622104"/>
          </a:xfrm>
          <a:prstGeom prst="round1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Single Corner Rounded 9">
            <a:extLst>
              <a:ext uri="{FF2B5EF4-FFF2-40B4-BE49-F238E27FC236}">
                <a16:creationId xmlns:a16="http://schemas.microsoft.com/office/drawing/2014/main" id="{8CE7A3D3-D81F-1D1B-D499-BD2380E5F014}"/>
              </a:ext>
            </a:extLst>
          </p:cNvPr>
          <p:cNvSpPr/>
          <p:nvPr/>
        </p:nvSpPr>
        <p:spPr>
          <a:xfrm flipV="1">
            <a:off x="6748124" y="4669837"/>
            <a:ext cx="5070476" cy="162210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Single Corner Rounded 10">
            <a:extLst>
              <a:ext uri="{FF2B5EF4-FFF2-40B4-BE49-F238E27FC236}">
                <a16:creationId xmlns:a16="http://schemas.microsoft.com/office/drawing/2014/main" id="{C9302ADC-43C6-E4D9-3481-BA4DE10DB244}"/>
              </a:ext>
            </a:extLst>
          </p:cNvPr>
          <p:cNvSpPr/>
          <p:nvPr/>
        </p:nvSpPr>
        <p:spPr>
          <a:xfrm flipV="1">
            <a:off x="923312" y="4668671"/>
            <a:ext cx="5070476" cy="1622104"/>
          </a:xfrm>
          <a:prstGeom prst="round1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Single Corner Rounded 11">
            <a:extLst>
              <a:ext uri="{FF2B5EF4-FFF2-40B4-BE49-F238E27FC236}">
                <a16:creationId xmlns:a16="http://schemas.microsoft.com/office/drawing/2014/main" id="{CA711495-6C55-48F0-95CF-EFBB9F625AFB}"/>
              </a:ext>
            </a:extLst>
          </p:cNvPr>
          <p:cNvSpPr/>
          <p:nvPr/>
        </p:nvSpPr>
        <p:spPr>
          <a:xfrm flipV="1">
            <a:off x="6748124" y="1139695"/>
            <a:ext cx="5070476" cy="162210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Single Corner Rounded 12">
            <a:extLst>
              <a:ext uri="{FF2B5EF4-FFF2-40B4-BE49-F238E27FC236}">
                <a16:creationId xmlns:a16="http://schemas.microsoft.com/office/drawing/2014/main" id="{E15CB2F4-020D-3B9D-1C8C-DD70C6860A24}"/>
              </a:ext>
            </a:extLst>
          </p:cNvPr>
          <p:cNvSpPr/>
          <p:nvPr/>
        </p:nvSpPr>
        <p:spPr>
          <a:xfrm flipV="1">
            <a:off x="6750600" y="2904183"/>
            <a:ext cx="5070476" cy="1622104"/>
          </a:xfrm>
          <a:prstGeom prst="round1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Single Corner Rounded 13">
            <a:extLst>
              <a:ext uri="{FF2B5EF4-FFF2-40B4-BE49-F238E27FC236}">
                <a16:creationId xmlns:a16="http://schemas.microsoft.com/office/drawing/2014/main" id="{ED296F14-5826-DEC7-3D74-B164C5552D80}"/>
              </a:ext>
            </a:extLst>
          </p:cNvPr>
          <p:cNvSpPr/>
          <p:nvPr/>
        </p:nvSpPr>
        <p:spPr>
          <a:xfrm flipV="1">
            <a:off x="926299" y="2901975"/>
            <a:ext cx="5070476" cy="162210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Rounded Corners 24">
            <a:extLst>
              <a:ext uri="{FF2B5EF4-FFF2-40B4-BE49-F238E27FC236}">
                <a16:creationId xmlns:a16="http://schemas.microsoft.com/office/drawing/2014/main" id="{83C12E12-8A4C-0373-DD69-D3FABF40C49F}"/>
              </a:ext>
            </a:extLst>
          </p:cNvPr>
          <p:cNvSpPr/>
          <p:nvPr/>
        </p:nvSpPr>
        <p:spPr>
          <a:xfrm>
            <a:off x="3156506" y="1313446"/>
            <a:ext cx="1157287"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Rectangle: Rounded Corners 28">
            <a:extLst>
              <a:ext uri="{FF2B5EF4-FFF2-40B4-BE49-F238E27FC236}">
                <a16:creationId xmlns:a16="http://schemas.microsoft.com/office/drawing/2014/main" id="{1BE07A91-CFCE-6DD6-E2D2-EA8B918DAAAC}"/>
              </a:ext>
            </a:extLst>
          </p:cNvPr>
          <p:cNvSpPr/>
          <p:nvPr/>
        </p:nvSpPr>
        <p:spPr>
          <a:xfrm>
            <a:off x="8981318" y="4889311"/>
            <a:ext cx="1871662" cy="26535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Rounded Corners 32">
            <a:extLst>
              <a:ext uri="{FF2B5EF4-FFF2-40B4-BE49-F238E27FC236}">
                <a16:creationId xmlns:a16="http://schemas.microsoft.com/office/drawing/2014/main" id="{D63CFDD0-68B1-55E5-92AA-09A993E02F49}"/>
              </a:ext>
            </a:extLst>
          </p:cNvPr>
          <p:cNvSpPr/>
          <p:nvPr/>
        </p:nvSpPr>
        <p:spPr>
          <a:xfrm>
            <a:off x="3355226" y="4931153"/>
            <a:ext cx="1766887"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Rectangle: Rounded Corners 36">
            <a:extLst>
              <a:ext uri="{FF2B5EF4-FFF2-40B4-BE49-F238E27FC236}">
                <a16:creationId xmlns:a16="http://schemas.microsoft.com/office/drawing/2014/main" id="{AD76D34E-D870-7586-FDE6-B7D4CB54C39C}"/>
              </a:ext>
            </a:extLst>
          </p:cNvPr>
          <p:cNvSpPr/>
          <p:nvPr/>
        </p:nvSpPr>
        <p:spPr>
          <a:xfrm>
            <a:off x="8981318" y="1294667"/>
            <a:ext cx="1629784" cy="26535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Rectangle: Rounded Corners 40">
            <a:extLst>
              <a:ext uri="{FF2B5EF4-FFF2-40B4-BE49-F238E27FC236}">
                <a16:creationId xmlns:a16="http://schemas.microsoft.com/office/drawing/2014/main" id="{92913211-AE61-4199-C3FE-1A71624DABAA}"/>
              </a:ext>
            </a:extLst>
          </p:cNvPr>
          <p:cNvSpPr/>
          <p:nvPr/>
        </p:nvSpPr>
        <p:spPr>
          <a:xfrm>
            <a:off x="9119049" y="3061859"/>
            <a:ext cx="1818184"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5" name="Rectangle: Rounded Corners 44">
            <a:extLst>
              <a:ext uri="{FF2B5EF4-FFF2-40B4-BE49-F238E27FC236}">
                <a16:creationId xmlns:a16="http://schemas.microsoft.com/office/drawing/2014/main" id="{77277B6D-7354-D756-0892-BD864B01A222}"/>
              </a:ext>
            </a:extLst>
          </p:cNvPr>
          <p:cNvSpPr/>
          <p:nvPr/>
        </p:nvSpPr>
        <p:spPr>
          <a:xfrm>
            <a:off x="3317418" y="3033574"/>
            <a:ext cx="1166807" cy="26535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53" name="Picture Placeholder 52" descr="kailash.png">
            <a:extLst>
              <a:ext uri="{FF2B5EF4-FFF2-40B4-BE49-F238E27FC236}">
                <a16:creationId xmlns:a16="http://schemas.microsoft.com/office/drawing/2014/main" id="{30CAF721-746C-1AD6-AE5B-B59A01ED1C45}"/>
              </a:ext>
            </a:extLst>
          </p:cNvPr>
          <p:cNvPicPr>
            <a:picLocks noGrp="1" noChangeAspect="1"/>
          </p:cNvPicPr>
          <p:nvPr>
            <p:ph type="pic" sz="quarter" idx="10"/>
          </p:nvPr>
        </p:nvPicPr>
        <p:blipFill>
          <a:blip r:embed="rId2" cstate="screen"/>
          <a:srcRect/>
          <a:stretch/>
        </p:blipFill>
        <p:spPr>
          <a:xfrm>
            <a:off x="373401" y="1400837"/>
            <a:ext cx="1099820" cy="1099820"/>
          </a:xfrm>
          <a:ln w="19050">
            <a:solidFill>
              <a:srgbClr val="FCB02B"/>
            </a:solidFill>
          </a:ln>
        </p:spPr>
      </p:pic>
      <p:pic>
        <p:nvPicPr>
          <p:cNvPr id="54" name="Picture Placeholder 53" descr="ashok.png">
            <a:extLst>
              <a:ext uri="{FF2B5EF4-FFF2-40B4-BE49-F238E27FC236}">
                <a16:creationId xmlns:a16="http://schemas.microsoft.com/office/drawing/2014/main" id="{E8EBFC48-8F5D-72C6-8B10-D6C01A555606}"/>
              </a:ext>
            </a:extLst>
          </p:cNvPr>
          <p:cNvPicPr>
            <a:picLocks noGrp="1" noChangeAspect="1"/>
          </p:cNvPicPr>
          <p:nvPr>
            <p:ph type="pic" sz="quarter" idx="11"/>
          </p:nvPr>
        </p:nvPicPr>
        <p:blipFill>
          <a:blip r:embed="rId3" cstate="screen"/>
          <a:srcRect/>
          <a:stretch/>
        </p:blipFill>
        <p:spPr>
          <a:xfrm>
            <a:off x="6198213" y="4929813"/>
            <a:ext cx="1099820" cy="1099820"/>
          </a:xfrm>
          <a:ln w="19050">
            <a:solidFill>
              <a:schemeClr val="accent1"/>
            </a:solidFill>
          </a:ln>
        </p:spPr>
      </p:pic>
      <p:pic>
        <p:nvPicPr>
          <p:cNvPr id="55" name="Picture Placeholder 54" descr="Mukesh.png">
            <a:extLst>
              <a:ext uri="{FF2B5EF4-FFF2-40B4-BE49-F238E27FC236}">
                <a16:creationId xmlns:a16="http://schemas.microsoft.com/office/drawing/2014/main" id="{7517CB6C-26C4-D2AC-9C76-B3C34528AC3D}"/>
              </a:ext>
            </a:extLst>
          </p:cNvPr>
          <p:cNvPicPr>
            <a:picLocks noGrp="1" noChangeAspect="1"/>
          </p:cNvPicPr>
          <p:nvPr>
            <p:ph type="pic" sz="quarter" idx="12"/>
          </p:nvPr>
        </p:nvPicPr>
        <p:blipFill>
          <a:blip r:embed="rId4" cstate="screen"/>
          <a:srcRect/>
          <a:stretch/>
        </p:blipFill>
        <p:spPr>
          <a:xfrm>
            <a:off x="373401" y="4929813"/>
            <a:ext cx="1099820" cy="1099820"/>
          </a:xfrm>
          <a:ln w="19050">
            <a:solidFill>
              <a:srgbClr val="FCB02B"/>
            </a:solidFill>
          </a:ln>
        </p:spPr>
      </p:pic>
      <p:pic>
        <p:nvPicPr>
          <p:cNvPr id="1026" name="Picture 2" descr="Greg Robinson">
            <a:extLst>
              <a:ext uri="{FF2B5EF4-FFF2-40B4-BE49-F238E27FC236}">
                <a16:creationId xmlns:a16="http://schemas.microsoft.com/office/drawing/2014/main" id="{8BCEBCA8-C5D1-9611-1F62-BF12DBEBD0B4}"/>
              </a:ext>
            </a:extLst>
          </p:cNvPr>
          <p:cNvPicPr>
            <a:picLocks noGrp="1" noChangeAspect="1" noChangeArrowheads="1"/>
          </p:cNvPicPr>
          <p:nvPr>
            <p:ph type="pic" sz="quarter" idx="13"/>
          </p:nvPr>
        </p:nvPicPr>
        <p:blipFill>
          <a:blip r:embed="rId5">
            <a:extLst>
              <a:ext uri="{28A0092B-C50C-407E-A947-70E740481C1C}">
                <a14:useLocalDpi xmlns:a14="http://schemas.microsoft.com/office/drawing/2010/main" val="0"/>
              </a:ext>
            </a:extLst>
          </a:blip>
          <a:srcRect/>
          <a:stretch/>
        </p:blipFill>
        <p:spPr bwMode="auto">
          <a:xfrm>
            <a:off x="6198213" y="1400837"/>
            <a:ext cx="1099820" cy="1099820"/>
          </a:xfr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1028" name="Picture 4" descr="Manasi Lovlekar">
            <a:extLst>
              <a:ext uri="{FF2B5EF4-FFF2-40B4-BE49-F238E27FC236}">
                <a16:creationId xmlns:a16="http://schemas.microsoft.com/office/drawing/2014/main" id="{40E1871F-6E3B-E32B-4953-490EAD0CD9F8}"/>
              </a:ext>
            </a:extLst>
          </p:cNvPr>
          <p:cNvPicPr>
            <a:picLocks noGrp="1" noChangeAspect="1" noChangeArrowheads="1"/>
          </p:cNvPicPr>
          <p:nvPr>
            <p:ph type="pic" sz="quarter" idx="14"/>
          </p:nvPr>
        </p:nvPicPr>
        <p:blipFill>
          <a:blip r:embed="rId6">
            <a:extLst>
              <a:ext uri="{28A0092B-C50C-407E-A947-70E740481C1C}">
                <a14:useLocalDpi xmlns:a14="http://schemas.microsoft.com/office/drawing/2010/main" val="0"/>
              </a:ext>
            </a:extLst>
          </a:blip>
          <a:srcRect/>
          <a:stretch/>
        </p:blipFill>
        <p:spPr bwMode="auto">
          <a:xfrm>
            <a:off x="6198213" y="3165325"/>
            <a:ext cx="1099820" cy="1099820"/>
          </a:xfrm>
          <a:noFill/>
          <a:ln w="19050">
            <a:solidFill>
              <a:schemeClr val="accent2"/>
            </a:solidFill>
          </a:ln>
          <a:extLst>
            <a:ext uri="{909E8E84-426E-40DD-AFC4-6F175D3DCCD1}">
              <a14:hiddenFill xmlns:a14="http://schemas.microsoft.com/office/drawing/2010/main">
                <a:solidFill>
                  <a:srgbClr val="FFFFFF"/>
                </a:solidFill>
              </a14:hiddenFill>
            </a:ext>
          </a:extLst>
        </p:spPr>
      </p:pic>
      <p:pic>
        <p:nvPicPr>
          <p:cNvPr id="64" name="Picture Placeholder 63" descr="Datta.png">
            <a:extLst>
              <a:ext uri="{FF2B5EF4-FFF2-40B4-BE49-F238E27FC236}">
                <a16:creationId xmlns:a16="http://schemas.microsoft.com/office/drawing/2014/main" id="{836D8024-9983-B6B7-576E-91ACC641A722}"/>
              </a:ext>
            </a:extLst>
          </p:cNvPr>
          <p:cNvPicPr>
            <a:picLocks noGrp="1" noChangeAspect="1"/>
          </p:cNvPicPr>
          <p:nvPr>
            <p:ph type="pic" sz="quarter" idx="15"/>
          </p:nvPr>
        </p:nvPicPr>
        <p:blipFill>
          <a:blip r:embed="rId7" cstate="screen"/>
          <a:srcRect/>
          <a:stretch/>
        </p:blipFill>
        <p:spPr>
          <a:xfrm>
            <a:off x="373401" y="3165325"/>
            <a:ext cx="1099820" cy="1099820"/>
          </a:xfrm>
          <a:ln w="19050">
            <a:solidFill>
              <a:schemeClr val="accent1"/>
            </a:solidFill>
          </a:ln>
        </p:spPr>
      </p:pic>
      <p:sp>
        <p:nvSpPr>
          <p:cNvPr id="2" name="Text Placeholder 1">
            <a:extLst>
              <a:ext uri="{FF2B5EF4-FFF2-40B4-BE49-F238E27FC236}">
                <a16:creationId xmlns:a16="http://schemas.microsoft.com/office/drawing/2014/main" id="{72BABCE0-DD09-6C93-8997-930CE07644F7}"/>
              </a:ext>
            </a:extLst>
          </p:cNvPr>
          <p:cNvSpPr>
            <a:spLocks noGrp="1"/>
          </p:cNvSpPr>
          <p:nvPr>
            <p:ph type="body" sz="quarter" idx="19"/>
          </p:nvPr>
        </p:nvSpPr>
        <p:spPr>
          <a:xfrm>
            <a:off x="1608817" y="1288529"/>
            <a:ext cx="1997934" cy="311481"/>
          </a:xfrm>
        </p:spPr>
        <p:txBody>
          <a:bodyPr/>
          <a:lstStyle/>
          <a:p>
            <a:r>
              <a:rPr lang="en-US"/>
              <a:t>Kailas Lovlekar</a:t>
            </a:r>
            <a:endParaRPr lang="en-ID"/>
          </a:p>
        </p:txBody>
      </p:sp>
      <p:sp>
        <p:nvSpPr>
          <p:cNvPr id="3" name="Text Placeholder 2">
            <a:extLst>
              <a:ext uri="{FF2B5EF4-FFF2-40B4-BE49-F238E27FC236}">
                <a16:creationId xmlns:a16="http://schemas.microsoft.com/office/drawing/2014/main" id="{81AC018A-1FD6-F3CB-92D3-689F2299AB86}"/>
              </a:ext>
            </a:extLst>
          </p:cNvPr>
          <p:cNvSpPr>
            <a:spLocks noGrp="1"/>
          </p:cNvSpPr>
          <p:nvPr>
            <p:ph type="body" sz="quarter" idx="20"/>
          </p:nvPr>
        </p:nvSpPr>
        <p:spPr>
          <a:xfrm>
            <a:off x="1608817" y="3009761"/>
            <a:ext cx="1997934" cy="311481"/>
          </a:xfrm>
        </p:spPr>
        <p:txBody>
          <a:bodyPr/>
          <a:lstStyle/>
          <a:p>
            <a:r>
              <a:rPr lang="en-US"/>
              <a:t>Dattatraya More </a:t>
            </a:r>
          </a:p>
        </p:txBody>
      </p:sp>
      <p:sp>
        <p:nvSpPr>
          <p:cNvPr id="4" name="Text Placeholder 3">
            <a:extLst>
              <a:ext uri="{FF2B5EF4-FFF2-40B4-BE49-F238E27FC236}">
                <a16:creationId xmlns:a16="http://schemas.microsoft.com/office/drawing/2014/main" id="{649AE436-261F-B477-7C9B-7E9A6EC2936A}"/>
              </a:ext>
            </a:extLst>
          </p:cNvPr>
          <p:cNvSpPr>
            <a:spLocks noGrp="1"/>
          </p:cNvSpPr>
          <p:nvPr>
            <p:ph type="body" sz="quarter" idx="21"/>
          </p:nvPr>
        </p:nvSpPr>
        <p:spPr>
          <a:xfrm>
            <a:off x="1608817" y="4906236"/>
            <a:ext cx="1997934" cy="311481"/>
          </a:xfrm>
        </p:spPr>
        <p:txBody>
          <a:bodyPr/>
          <a:lstStyle/>
          <a:p>
            <a:r>
              <a:rPr lang="en-US"/>
              <a:t>Mukesh Agarwal </a:t>
            </a:r>
            <a:endParaRPr lang="en-ID"/>
          </a:p>
        </p:txBody>
      </p:sp>
      <p:sp>
        <p:nvSpPr>
          <p:cNvPr id="7" name="Text Placeholder 6">
            <a:extLst>
              <a:ext uri="{FF2B5EF4-FFF2-40B4-BE49-F238E27FC236}">
                <a16:creationId xmlns:a16="http://schemas.microsoft.com/office/drawing/2014/main" id="{B54F3DC6-D5C2-30F5-2F9D-7C1C3494D646}"/>
              </a:ext>
            </a:extLst>
          </p:cNvPr>
          <p:cNvSpPr>
            <a:spLocks noGrp="1"/>
          </p:cNvSpPr>
          <p:nvPr>
            <p:ph type="body" sz="quarter" idx="24"/>
          </p:nvPr>
        </p:nvSpPr>
        <p:spPr>
          <a:xfrm>
            <a:off x="7442093" y="4866245"/>
            <a:ext cx="1997934" cy="311481"/>
          </a:xfrm>
        </p:spPr>
        <p:txBody>
          <a:bodyPr/>
          <a:lstStyle/>
          <a:p>
            <a:r>
              <a:rPr lang="en-US"/>
              <a:t>Ashok Burman </a:t>
            </a:r>
          </a:p>
        </p:txBody>
      </p:sp>
      <p:sp>
        <p:nvSpPr>
          <p:cNvPr id="5" name="Text Placeholder 4">
            <a:extLst>
              <a:ext uri="{FF2B5EF4-FFF2-40B4-BE49-F238E27FC236}">
                <a16:creationId xmlns:a16="http://schemas.microsoft.com/office/drawing/2014/main" id="{F0BE829D-7A65-CF15-56CB-A0A70A2EAEA3}"/>
              </a:ext>
            </a:extLst>
          </p:cNvPr>
          <p:cNvSpPr>
            <a:spLocks noGrp="1"/>
          </p:cNvSpPr>
          <p:nvPr>
            <p:ph type="body" sz="quarter" idx="22"/>
          </p:nvPr>
        </p:nvSpPr>
        <p:spPr>
          <a:xfrm>
            <a:off x="7442093" y="1273454"/>
            <a:ext cx="1997934" cy="326557"/>
          </a:xfrm>
        </p:spPr>
        <p:txBody>
          <a:bodyPr/>
          <a:lstStyle/>
          <a:p>
            <a:r>
              <a:rPr lang="en-US"/>
              <a:t> Greg Robinson</a:t>
            </a:r>
          </a:p>
        </p:txBody>
      </p:sp>
      <p:sp>
        <p:nvSpPr>
          <p:cNvPr id="6" name="Text Placeholder 5">
            <a:extLst>
              <a:ext uri="{FF2B5EF4-FFF2-40B4-BE49-F238E27FC236}">
                <a16:creationId xmlns:a16="http://schemas.microsoft.com/office/drawing/2014/main" id="{BA0B8C61-7B2B-BCE6-4564-5C29152C2B38}"/>
              </a:ext>
            </a:extLst>
          </p:cNvPr>
          <p:cNvSpPr>
            <a:spLocks noGrp="1"/>
          </p:cNvSpPr>
          <p:nvPr>
            <p:ph type="body" sz="quarter" idx="23"/>
          </p:nvPr>
        </p:nvSpPr>
        <p:spPr>
          <a:xfrm>
            <a:off x="7442093" y="3034869"/>
            <a:ext cx="1997934" cy="311481"/>
          </a:xfrm>
        </p:spPr>
        <p:txBody>
          <a:bodyPr/>
          <a:lstStyle/>
          <a:p>
            <a:r>
              <a:rPr lang="en-US"/>
              <a:t>Manasi Lovlekar</a:t>
            </a:r>
            <a:endParaRPr lang="en-ID"/>
          </a:p>
        </p:txBody>
      </p:sp>
      <p:sp>
        <p:nvSpPr>
          <p:cNvPr id="15" name="Text Placeholder 14">
            <a:extLst>
              <a:ext uri="{FF2B5EF4-FFF2-40B4-BE49-F238E27FC236}">
                <a16:creationId xmlns:a16="http://schemas.microsoft.com/office/drawing/2014/main" id="{A5CD8726-2EBF-55BD-087A-6BD97DDD163C}"/>
              </a:ext>
            </a:extLst>
          </p:cNvPr>
          <p:cNvSpPr>
            <a:spLocks noGrp="1"/>
          </p:cNvSpPr>
          <p:nvPr>
            <p:ph type="body" sz="quarter" idx="26"/>
          </p:nvPr>
        </p:nvSpPr>
        <p:spPr>
          <a:xfrm>
            <a:off x="3146461" y="1313130"/>
            <a:ext cx="1238772" cy="263719"/>
          </a:xfrm>
        </p:spPr>
        <p:txBody>
          <a:bodyPr/>
          <a:lstStyle/>
          <a:p>
            <a:r>
              <a:rPr lang="en-ID"/>
              <a:t>Founder &amp; CEO  </a:t>
            </a:r>
          </a:p>
        </p:txBody>
      </p:sp>
      <p:sp>
        <p:nvSpPr>
          <p:cNvPr id="16" name="Text Placeholder 15">
            <a:extLst>
              <a:ext uri="{FF2B5EF4-FFF2-40B4-BE49-F238E27FC236}">
                <a16:creationId xmlns:a16="http://schemas.microsoft.com/office/drawing/2014/main" id="{37CB1D64-8F26-EC06-F161-868A44FD21B1}"/>
              </a:ext>
            </a:extLst>
          </p:cNvPr>
          <p:cNvSpPr>
            <a:spLocks noGrp="1"/>
          </p:cNvSpPr>
          <p:nvPr>
            <p:ph type="body" sz="quarter" idx="27"/>
          </p:nvPr>
        </p:nvSpPr>
        <p:spPr>
          <a:xfrm>
            <a:off x="3307370" y="3035368"/>
            <a:ext cx="1986483" cy="253916"/>
          </a:xfrm>
        </p:spPr>
        <p:txBody>
          <a:bodyPr/>
          <a:lstStyle/>
          <a:p>
            <a:r>
              <a:rPr lang="en-US"/>
              <a:t>Delivery Lead</a:t>
            </a:r>
            <a:endParaRPr lang="en-ID"/>
          </a:p>
        </p:txBody>
      </p:sp>
      <p:sp>
        <p:nvSpPr>
          <p:cNvPr id="17" name="Text Placeholder 16">
            <a:extLst>
              <a:ext uri="{FF2B5EF4-FFF2-40B4-BE49-F238E27FC236}">
                <a16:creationId xmlns:a16="http://schemas.microsoft.com/office/drawing/2014/main" id="{38DF4E05-53F0-949F-EF15-3CFCD01D8E6B}"/>
              </a:ext>
            </a:extLst>
          </p:cNvPr>
          <p:cNvSpPr>
            <a:spLocks noGrp="1"/>
          </p:cNvSpPr>
          <p:nvPr>
            <p:ph type="body" sz="quarter" idx="28"/>
          </p:nvPr>
        </p:nvSpPr>
        <p:spPr>
          <a:xfrm>
            <a:off x="3345180" y="4928279"/>
            <a:ext cx="2053158" cy="253916"/>
          </a:xfrm>
        </p:spPr>
        <p:txBody>
          <a:bodyPr/>
          <a:lstStyle/>
          <a:p>
            <a:r>
              <a:rPr lang="en-US"/>
              <a:t>Technical Senior Director</a:t>
            </a:r>
            <a:endParaRPr lang="en-ID"/>
          </a:p>
        </p:txBody>
      </p:sp>
      <p:sp>
        <p:nvSpPr>
          <p:cNvPr id="18" name="Text Placeholder 17">
            <a:extLst>
              <a:ext uri="{FF2B5EF4-FFF2-40B4-BE49-F238E27FC236}">
                <a16:creationId xmlns:a16="http://schemas.microsoft.com/office/drawing/2014/main" id="{CA07DA91-E7C6-1960-70FD-0FA0825AAE98}"/>
              </a:ext>
            </a:extLst>
          </p:cNvPr>
          <p:cNvSpPr>
            <a:spLocks noGrp="1"/>
          </p:cNvSpPr>
          <p:nvPr>
            <p:ph type="body" sz="quarter" idx="29"/>
          </p:nvPr>
        </p:nvSpPr>
        <p:spPr>
          <a:xfrm>
            <a:off x="8971271" y="1291970"/>
            <a:ext cx="1986482" cy="257245"/>
          </a:xfrm>
        </p:spPr>
        <p:txBody>
          <a:bodyPr/>
          <a:lstStyle/>
          <a:p>
            <a:r>
              <a:rPr lang="en-US"/>
              <a:t>VP Enterprise Solutions</a:t>
            </a:r>
            <a:endParaRPr lang="en-ID"/>
          </a:p>
        </p:txBody>
      </p:sp>
      <p:sp>
        <p:nvSpPr>
          <p:cNvPr id="19" name="Text Placeholder 18">
            <a:extLst>
              <a:ext uri="{FF2B5EF4-FFF2-40B4-BE49-F238E27FC236}">
                <a16:creationId xmlns:a16="http://schemas.microsoft.com/office/drawing/2014/main" id="{00E12B0D-1889-FFEB-CEE5-11529AFA35F8}"/>
              </a:ext>
            </a:extLst>
          </p:cNvPr>
          <p:cNvSpPr>
            <a:spLocks noGrp="1"/>
          </p:cNvSpPr>
          <p:nvPr>
            <p:ph type="body" sz="quarter" idx="30"/>
          </p:nvPr>
        </p:nvSpPr>
        <p:spPr>
          <a:xfrm>
            <a:off x="9108539" y="3060155"/>
            <a:ext cx="2157161" cy="257245"/>
          </a:xfrm>
        </p:spPr>
        <p:txBody>
          <a:bodyPr/>
          <a:lstStyle/>
          <a:p>
            <a:r>
              <a:rPr lang="en-US"/>
              <a:t>Global Operations Director</a:t>
            </a:r>
            <a:endParaRPr lang="en-ID"/>
          </a:p>
        </p:txBody>
      </p:sp>
      <p:sp>
        <p:nvSpPr>
          <p:cNvPr id="20" name="Text Placeholder 19">
            <a:extLst>
              <a:ext uri="{FF2B5EF4-FFF2-40B4-BE49-F238E27FC236}">
                <a16:creationId xmlns:a16="http://schemas.microsoft.com/office/drawing/2014/main" id="{C1BB0B47-6B93-C8FA-AC73-FF7C10CECFDB}"/>
              </a:ext>
            </a:extLst>
          </p:cNvPr>
          <p:cNvSpPr>
            <a:spLocks noGrp="1"/>
          </p:cNvSpPr>
          <p:nvPr>
            <p:ph type="body" sz="quarter" idx="31"/>
          </p:nvPr>
        </p:nvSpPr>
        <p:spPr>
          <a:xfrm>
            <a:off x="8971271" y="4887775"/>
            <a:ext cx="1986483" cy="257245"/>
          </a:xfrm>
        </p:spPr>
        <p:txBody>
          <a:bodyPr/>
          <a:lstStyle/>
          <a:p>
            <a:r>
              <a:rPr lang="en-US"/>
              <a:t>Head of Customer Success</a:t>
            </a:r>
            <a:endParaRPr lang="en-ID"/>
          </a:p>
        </p:txBody>
      </p:sp>
      <p:sp>
        <p:nvSpPr>
          <p:cNvPr id="21" name="Text Placeholder 20">
            <a:extLst>
              <a:ext uri="{FF2B5EF4-FFF2-40B4-BE49-F238E27FC236}">
                <a16:creationId xmlns:a16="http://schemas.microsoft.com/office/drawing/2014/main" id="{CDAC0EA0-C414-4411-F9A0-FE283EC70C34}"/>
              </a:ext>
            </a:extLst>
          </p:cNvPr>
          <p:cNvSpPr>
            <a:spLocks noGrp="1"/>
          </p:cNvSpPr>
          <p:nvPr>
            <p:ph type="body" sz="quarter" idx="32"/>
          </p:nvPr>
        </p:nvSpPr>
        <p:spPr>
          <a:xfrm>
            <a:off x="1608817" y="1581417"/>
            <a:ext cx="4065869" cy="1045799"/>
          </a:xfrm>
        </p:spPr>
        <p:txBody>
          <a:bodyPr/>
          <a:lstStyle/>
          <a:p>
            <a:r>
              <a:rPr lang="en-US"/>
              <a:t>During his 25+ year career in the software industry Kailas has worked across the globe as a developer, senior consultant, Lead Systems Architect and business leader.  Before founding EAI Systems, Kailas worked for Lloyds Bank, TCS and Pegasystems</a:t>
            </a:r>
          </a:p>
        </p:txBody>
      </p:sp>
      <p:sp>
        <p:nvSpPr>
          <p:cNvPr id="22" name="Text Placeholder 21">
            <a:extLst>
              <a:ext uri="{FF2B5EF4-FFF2-40B4-BE49-F238E27FC236}">
                <a16:creationId xmlns:a16="http://schemas.microsoft.com/office/drawing/2014/main" id="{BA023DD4-A83D-A022-4C95-4A16565F4D6F}"/>
              </a:ext>
            </a:extLst>
          </p:cNvPr>
          <p:cNvSpPr>
            <a:spLocks noGrp="1"/>
          </p:cNvSpPr>
          <p:nvPr>
            <p:ph type="body" sz="quarter" idx="33"/>
          </p:nvPr>
        </p:nvSpPr>
        <p:spPr>
          <a:xfrm>
            <a:off x="1608817" y="3338917"/>
            <a:ext cx="4065869" cy="1045799"/>
          </a:xfrm>
        </p:spPr>
        <p:txBody>
          <a:bodyPr/>
          <a:lstStyle/>
          <a:p>
            <a:r>
              <a:rPr lang="en-US"/>
              <a:t>Dattatraya has 15+ years of IT experience with strong experience in program and project management running mid to large sized teams. He has successfully delivered multiple complex solutions, with cross-functional and geographically distributed teams.</a:t>
            </a:r>
          </a:p>
        </p:txBody>
      </p:sp>
      <p:sp>
        <p:nvSpPr>
          <p:cNvPr id="47" name="Text Placeholder 46">
            <a:extLst>
              <a:ext uri="{FF2B5EF4-FFF2-40B4-BE49-F238E27FC236}">
                <a16:creationId xmlns:a16="http://schemas.microsoft.com/office/drawing/2014/main" id="{BEC02095-3F84-2882-90C4-10BC9CC2EC39}"/>
              </a:ext>
            </a:extLst>
          </p:cNvPr>
          <p:cNvSpPr>
            <a:spLocks noGrp="1"/>
          </p:cNvSpPr>
          <p:nvPr>
            <p:ph type="body" sz="quarter" idx="34"/>
          </p:nvPr>
        </p:nvSpPr>
        <p:spPr>
          <a:xfrm>
            <a:off x="1612956" y="5204238"/>
            <a:ext cx="4054419" cy="848325"/>
          </a:xfrm>
        </p:spPr>
        <p:txBody>
          <a:bodyPr>
            <a:normAutofit/>
          </a:bodyPr>
          <a:lstStyle/>
          <a:p>
            <a:r>
              <a:rPr lang="en-US"/>
              <a:t>Mukesh has 20+ years of experience in digital transformation, enterprise architecture, low code no code, and robotics automation. Mukesh is ex-Pegasystems and a hands-on PSA.</a:t>
            </a:r>
          </a:p>
        </p:txBody>
      </p:sp>
      <p:sp>
        <p:nvSpPr>
          <p:cNvPr id="48" name="Text Placeholder 47">
            <a:extLst>
              <a:ext uri="{FF2B5EF4-FFF2-40B4-BE49-F238E27FC236}">
                <a16:creationId xmlns:a16="http://schemas.microsoft.com/office/drawing/2014/main" id="{6A960098-FBC9-D38E-82D2-19385BECDA15}"/>
              </a:ext>
            </a:extLst>
          </p:cNvPr>
          <p:cNvSpPr>
            <a:spLocks noGrp="1"/>
          </p:cNvSpPr>
          <p:nvPr>
            <p:ph type="body" sz="quarter" idx="35"/>
          </p:nvPr>
        </p:nvSpPr>
        <p:spPr>
          <a:xfrm>
            <a:off x="7442094" y="1600011"/>
            <a:ext cx="4050094" cy="1045798"/>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49" name="Text Placeholder 48">
            <a:extLst>
              <a:ext uri="{FF2B5EF4-FFF2-40B4-BE49-F238E27FC236}">
                <a16:creationId xmlns:a16="http://schemas.microsoft.com/office/drawing/2014/main" id="{82AEBE3E-8577-4B5C-8C33-7AE5BDF4036E}"/>
              </a:ext>
            </a:extLst>
          </p:cNvPr>
          <p:cNvSpPr>
            <a:spLocks noGrp="1"/>
          </p:cNvSpPr>
          <p:nvPr>
            <p:ph type="body" sz="quarter" idx="36"/>
          </p:nvPr>
        </p:nvSpPr>
        <p:spPr>
          <a:xfrm>
            <a:off x="7442093" y="3329831"/>
            <a:ext cx="4054418" cy="1045799"/>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50" name="Text Placeholder 49">
            <a:extLst>
              <a:ext uri="{FF2B5EF4-FFF2-40B4-BE49-F238E27FC236}">
                <a16:creationId xmlns:a16="http://schemas.microsoft.com/office/drawing/2014/main" id="{CFEC0628-00C1-674C-0406-D8B8C7A23453}"/>
              </a:ext>
            </a:extLst>
          </p:cNvPr>
          <p:cNvSpPr>
            <a:spLocks noGrp="1"/>
          </p:cNvSpPr>
          <p:nvPr>
            <p:ph type="body" sz="quarter" idx="37"/>
          </p:nvPr>
        </p:nvSpPr>
        <p:spPr>
          <a:xfrm>
            <a:off x="7437769" y="5194655"/>
            <a:ext cx="4054418" cy="853439"/>
          </a:xfrm>
        </p:spPr>
        <p:txBody>
          <a:bodyPr/>
          <a:lstStyle/>
          <a:p>
            <a:r>
              <a:rPr lang="en-US"/>
              <a:t>Ashok has 18+ years experience in the digital transformation sector in the UK, USA and across Europe.  Prior to joining EAI Systems, Ashok worked for Infosys and Cognizant in leading roles.</a:t>
            </a:r>
          </a:p>
        </p:txBody>
      </p:sp>
      <p:sp>
        <p:nvSpPr>
          <p:cNvPr id="79" name="Text Placeholder 78">
            <a:extLst>
              <a:ext uri="{FF2B5EF4-FFF2-40B4-BE49-F238E27FC236}">
                <a16:creationId xmlns:a16="http://schemas.microsoft.com/office/drawing/2014/main" id="{1FD27900-DC44-33D9-FA4F-018ED14E7DEA}"/>
              </a:ext>
            </a:extLst>
          </p:cNvPr>
          <p:cNvSpPr>
            <a:spLocks noGrp="1"/>
          </p:cNvSpPr>
          <p:nvPr>
            <p:ph type="body" sz="quarter" idx="38"/>
          </p:nvPr>
        </p:nvSpPr>
        <p:spPr/>
        <p:txBody>
          <a:bodyPr/>
          <a:lstStyle/>
          <a:p>
            <a:r>
              <a:rPr lang="pt-BR" sz="2800" b="1">
                <a:solidFill>
                  <a:schemeClr val="accent1"/>
                </a:solidFill>
                <a:latin typeface="+mj-lt"/>
              </a:rPr>
              <a:t>OUR LEADERSHIP TEAM</a:t>
            </a:r>
            <a:endParaRPr lang="en-ID" sz="2800" b="1">
              <a:solidFill>
                <a:schemeClr val="accent1"/>
              </a:solidFill>
              <a:latin typeface="+mj-lt"/>
            </a:endParaRPr>
          </a:p>
        </p:txBody>
      </p:sp>
    </p:spTree>
    <p:extLst>
      <p:ext uri="{BB962C8B-B14F-4D97-AF65-F5344CB8AC3E}">
        <p14:creationId xmlns:p14="http://schemas.microsoft.com/office/powerpoint/2010/main" val="322402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7BE02483-BD70-7E42-9782-9EB12A5FA95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807" b="7807"/>
          <a:stretch/>
        </p:blipFill>
        <p:spPr/>
      </p:pic>
      <p:sp>
        <p:nvSpPr>
          <p:cNvPr id="11" name="Rectangle 10">
            <a:extLst>
              <a:ext uri="{FF2B5EF4-FFF2-40B4-BE49-F238E27FC236}">
                <a16:creationId xmlns:a16="http://schemas.microsoft.com/office/drawing/2014/main" id="{217704AB-99D7-8564-E487-0CBA73C890C7}"/>
              </a:ext>
            </a:extLst>
          </p:cNvPr>
          <p:cNvSpPr/>
          <p:nvPr/>
        </p:nvSpPr>
        <p:spPr>
          <a:xfrm>
            <a:off x="0" y="0"/>
            <a:ext cx="12192000" cy="6858000"/>
          </a:xfrm>
          <a:prstGeom prst="rect">
            <a:avLst/>
          </a:prstGeom>
          <a:solidFill>
            <a:schemeClr val="accent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Parallelogram 11">
            <a:extLst>
              <a:ext uri="{FF2B5EF4-FFF2-40B4-BE49-F238E27FC236}">
                <a16:creationId xmlns:a16="http://schemas.microsoft.com/office/drawing/2014/main" id="{027E9A37-F7AD-533D-F499-874B0D45ACD9}"/>
              </a:ext>
            </a:extLst>
          </p:cNvPr>
          <p:cNvSpPr/>
          <p:nvPr/>
        </p:nvSpPr>
        <p:spPr>
          <a:xfrm>
            <a:off x="-718711"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Parallelogram 12">
            <a:extLst>
              <a:ext uri="{FF2B5EF4-FFF2-40B4-BE49-F238E27FC236}">
                <a16:creationId xmlns:a16="http://schemas.microsoft.com/office/drawing/2014/main" id="{72F2DA47-BCCC-9EEC-35F1-2126827A5EC5}"/>
              </a:ext>
            </a:extLst>
          </p:cNvPr>
          <p:cNvSpPr/>
          <p:nvPr/>
        </p:nvSpPr>
        <p:spPr>
          <a:xfrm>
            <a:off x="3280361"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Parallelogram 13">
            <a:extLst>
              <a:ext uri="{FF2B5EF4-FFF2-40B4-BE49-F238E27FC236}">
                <a16:creationId xmlns:a16="http://schemas.microsoft.com/office/drawing/2014/main" id="{23143641-6D91-7B3C-AF21-B7B42651AE8F}"/>
              </a:ext>
            </a:extLst>
          </p:cNvPr>
          <p:cNvSpPr/>
          <p:nvPr/>
        </p:nvSpPr>
        <p:spPr>
          <a:xfrm>
            <a:off x="7279432" y="1"/>
            <a:ext cx="5331669" cy="6857999"/>
          </a:xfrm>
          <a:prstGeom prst="parallelogram">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14">
            <a:extLst>
              <a:ext uri="{FF2B5EF4-FFF2-40B4-BE49-F238E27FC236}">
                <a16:creationId xmlns:a16="http://schemas.microsoft.com/office/drawing/2014/main" id="{C319C46C-CFFD-E3D6-A316-B7860A0ADB73}"/>
              </a:ext>
            </a:extLst>
          </p:cNvPr>
          <p:cNvSpPr/>
          <p:nvPr/>
        </p:nvSpPr>
        <p:spPr>
          <a:xfrm>
            <a:off x="0" y="6668271"/>
            <a:ext cx="12192000" cy="83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ight Triangle 16">
            <a:extLst>
              <a:ext uri="{FF2B5EF4-FFF2-40B4-BE49-F238E27FC236}">
                <a16:creationId xmlns:a16="http://schemas.microsoft.com/office/drawing/2014/main" id="{9F43F49F-967E-4BEC-7B5B-5BAAE716D708}"/>
              </a:ext>
            </a:extLst>
          </p:cNvPr>
          <p:cNvSpPr/>
          <p:nvPr/>
        </p:nvSpPr>
        <p:spPr>
          <a:xfrm flipV="1">
            <a:off x="0" y="0"/>
            <a:ext cx="133350" cy="412750"/>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8" name="Picture 17">
            <a:extLst>
              <a:ext uri="{FF2B5EF4-FFF2-40B4-BE49-F238E27FC236}">
                <a16:creationId xmlns:a16="http://schemas.microsoft.com/office/drawing/2014/main" id="{B6D50A61-EE85-5173-D8B4-45DE13D69048}"/>
              </a:ext>
            </a:extLst>
          </p:cNvPr>
          <p:cNvPicPr>
            <a:picLocks noChangeAspect="1"/>
          </p:cNvPicPr>
          <p:nvPr/>
        </p:nvPicPr>
        <p:blipFill>
          <a:blip r:embed="rId3"/>
          <a:stretch>
            <a:fillRect/>
          </a:stretch>
        </p:blipFill>
        <p:spPr>
          <a:xfrm>
            <a:off x="11241718" y="314964"/>
            <a:ext cx="550269" cy="438150"/>
          </a:xfrm>
          <a:prstGeom prst="rect">
            <a:avLst/>
          </a:prstGeom>
        </p:spPr>
      </p:pic>
      <p:sp>
        <p:nvSpPr>
          <p:cNvPr id="21" name="Rectangle: Single Corner Rounded 20">
            <a:extLst>
              <a:ext uri="{FF2B5EF4-FFF2-40B4-BE49-F238E27FC236}">
                <a16:creationId xmlns:a16="http://schemas.microsoft.com/office/drawing/2014/main" id="{9710A119-F540-8672-8093-6775C2469C5C}"/>
              </a:ext>
            </a:extLst>
          </p:cNvPr>
          <p:cNvSpPr/>
          <p:nvPr/>
        </p:nvSpPr>
        <p:spPr>
          <a:xfrm flipV="1">
            <a:off x="393372" y="3160561"/>
            <a:ext cx="5411345" cy="2548782"/>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Rounded Corners 24">
            <a:extLst>
              <a:ext uri="{FF2B5EF4-FFF2-40B4-BE49-F238E27FC236}">
                <a16:creationId xmlns:a16="http://schemas.microsoft.com/office/drawing/2014/main" id="{00D3958C-1849-90B5-9EE7-5507962C2AE1}"/>
              </a:ext>
            </a:extLst>
          </p:cNvPr>
          <p:cNvSpPr/>
          <p:nvPr/>
        </p:nvSpPr>
        <p:spPr>
          <a:xfrm>
            <a:off x="706069" y="5150798"/>
            <a:ext cx="2744231" cy="35058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Freeform: Shape 33">
            <a:extLst>
              <a:ext uri="{FF2B5EF4-FFF2-40B4-BE49-F238E27FC236}">
                <a16:creationId xmlns:a16="http://schemas.microsoft.com/office/drawing/2014/main" id="{53431E77-C732-BCB9-50D2-DD4762015800}"/>
              </a:ext>
            </a:extLst>
          </p:cNvPr>
          <p:cNvSpPr/>
          <p:nvPr/>
        </p:nvSpPr>
        <p:spPr>
          <a:xfrm rot="10800000">
            <a:off x="4073478" y="4687736"/>
            <a:ext cx="919823" cy="681072"/>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accent1">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5" name="Rectangle: Single Corner Rounded 34">
            <a:extLst>
              <a:ext uri="{FF2B5EF4-FFF2-40B4-BE49-F238E27FC236}">
                <a16:creationId xmlns:a16="http://schemas.microsoft.com/office/drawing/2014/main" id="{571031BE-5115-98FE-99AA-B91206F1A83E}"/>
              </a:ext>
            </a:extLst>
          </p:cNvPr>
          <p:cNvSpPr/>
          <p:nvPr/>
        </p:nvSpPr>
        <p:spPr>
          <a:xfrm flipH="1" flipV="1">
            <a:off x="11175206" y="6364191"/>
            <a:ext cx="1016794" cy="338554"/>
          </a:xfrm>
          <a:prstGeom prst="round1Rect">
            <a:avLst>
              <a:gd name="adj" fmla="val 50000"/>
            </a:avLst>
          </a:prstGeom>
          <a:solidFill>
            <a:schemeClr val="accent2"/>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TextBox 35">
            <a:extLst>
              <a:ext uri="{FF2B5EF4-FFF2-40B4-BE49-F238E27FC236}">
                <a16:creationId xmlns:a16="http://schemas.microsoft.com/office/drawing/2014/main" id="{AA98337D-B54F-51FB-05AD-601F4EBD5ED4}"/>
              </a:ext>
            </a:extLst>
          </p:cNvPr>
          <p:cNvSpPr txBox="1"/>
          <p:nvPr/>
        </p:nvSpPr>
        <p:spPr>
          <a:xfrm>
            <a:off x="11326530" y="6402663"/>
            <a:ext cx="930917" cy="261610"/>
          </a:xfrm>
          <a:prstGeom prst="rect">
            <a:avLst/>
          </a:prstGeom>
          <a:noFill/>
        </p:spPr>
        <p:txBody>
          <a:bodyPr wrap="square" rtlCol="0">
            <a:spAutoFit/>
          </a:bodyPr>
          <a:lstStyle/>
          <a:p>
            <a:r>
              <a:rPr lang="en-US" sz="1100" b="1">
                <a:solidFill>
                  <a:schemeClr val="accent1"/>
                </a:solidFill>
                <a:latin typeface="+mj-lt"/>
              </a:rPr>
              <a:t>PAGE | </a:t>
            </a:r>
            <a:fld id="{102009AA-E089-4079-8153-5D7FB6B42523}" type="slidenum">
              <a:rPr lang="en-US" sz="1100" b="1" smtClean="0">
                <a:solidFill>
                  <a:schemeClr val="accent1"/>
                </a:solidFill>
                <a:latin typeface="+mj-lt"/>
              </a:rPr>
              <a:t>8</a:t>
            </a:fld>
            <a:endParaRPr lang="en-ID" sz="1100" b="1">
              <a:solidFill>
                <a:schemeClr val="accent1"/>
              </a:solidFill>
              <a:latin typeface="+mj-lt"/>
            </a:endParaRPr>
          </a:p>
        </p:txBody>
      </p:sp>
      <p:pic>
        <p:nvPicPr>
          <p:cNvPr id="3" name="Picture Placeholder 2" descr="A person in a suit and tie&#10;&#10;Description automatically generated">
            <a:extLst>
              <a:ext uri="{FF2B5EF4-FFF2-40B4-BE49-F238E27FC236}">
                <a16:creationId xmlns:a16="http://schemas.microsoft.com/office/drawing/2014/main" id="{E3664D3B-BA55-A547-0C14-8CB770A6D075}"/>
              </a:ext>
            </a:extLst>
          </p:cNvPr>
          <p:cNvPicPr>
            <a:picLocks noGrp="1" noChangeAspect="1"/>
          </p:cNvPicPr>
          <p:nvPr>
            <p:ph type="pic" sz="quarter" idx="11"/>
          </p:nvPr>
        </p:nvPicPr>
        <p:blipFill rotWithShape="1">
          <a:blip r:embed="rId4" cstate="print">
            <a:extLst>
              <a:ext uri="{28A0092B-C50C-407E-A947-70E740481C1C}">
                <a14:useLocalDpi xmlns:a14="http://schemas.microsoft.com/office/drawing/2010/main"/>
              </a:ext>
            </a:extLst>
          </a:blip>
          <a:srcRect l="7" r="7"/>
          <a:stretch/>
        </p:blipFill>
        <p:spPr/>
      </p:pic>
      <p:sp>
        <p:nvSpPr>
          <p:cNvPr id="6" name="Text Placeholder 5">
            <a:extLst>
              <a:ext uri="{FF2B5EF4-FFF2-40B4-BE49-F238E27FC236}">
                <a16:creationId xmlns:a16="http://schemas.microsoft.com/office/drawing/2014/main" id="{22E9D6C9-6412-0DF5-80B7-D9114F5538F8}"/>
              </a:ext>
            </a:extLst>
          </p:cNvPr>
          <p:cNvSpPr>
            <a:spLocks noGrp="1"/>
          </p:cNvSpPr>
          <p:nvPr>
            <p:ph type="body" sz="quarter" idx="12"/>
          </p:nvPr>
        </p:nvSpPr>
        <p:spPr/>
        <p:txBody>
          <a:bodyPr/>
          <a:lstStyle/>
          <a:p>
            <a:r>
              <a:rPr lang="pt-BR" sz="5400" b="1">
                <a:solidFill>
                  <a:schemeClr val="bg1"/>
                </a:solidFill>
                <a:latin typeface="+mj-lt"/>
              </a:rPr>
              <a:t>CLIENT ACCOLADES</a:t>
            </a:r>
            <a:endParaRPr lang="en-ID" sz="5400" b="1">
              <a:solidFill>
                <a:schemeClr val="bg1"/>
              </a:solidFill>
              <a:latin typeface="+mj-lt"/>
            </a:endParaRPr>
          </a:p>
        </p:txBody>
      </p:sp>
      <p:sp>
        <p:nvSpPr>
          <p:cNvPr id="27" name="Rectangle: Single Corner Rounded 26">
            <a:extLst>
              <a:ext uri="{FF2B5EF4-FFF2-40B4-BE49-F238E27FC236}">
                <a16:creationId xmlns:a16="http://schemas.microsoft.com/office/drawing/2014/main" id="{DF9E07AB-3BFB-1D6B-BCD7-72B6FBCF42AC}"/>
              </a:ext>
            </a:extLst>
          </p:cNvPr>
          <p:cNvSpPr/>
          <p:nvPr/>
        </p:nvSpPr>
        <p:spPr>
          <a:xfrm flipH="1" flipV="1">
            <a:off x="8318683" y="1976668"/>
            <a:ext cx="3440358" cy="2094940"/>
          </a:xfrm>
          <a:prstGeom prst="round1Rect">
            <a:avLst>
              <a:gd name="adj" fmla="val 3636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Rectangle: Rounded Corners 28">
            <a:extLst>
              <a:ext uri="{FF2B5EF4-FFF2-40B4-BE49-F238E27FC236}">
                <a16:creationId xmlns:a16="http://schemas.microsoft.com/office/drawing/2014/main" id="{F7D1BE6F-9505-154B-26AA-FDC46C29E9FE}"/>
              </a:ext>
            </a:extLst>
          </p:cNvPr>
          <p:cNvSpPr/>
          <p:nvPr/>
        </p:nvSpPr>
        <p:spPr>
          <a:xfrm>
            <a:off x="8753911" y="3456045"/>
            <a:ext cx="2744231" cy="35058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Text Placeholder 9">
            <a:extLst>
              <a:ext uri="{FF2B5EF4-FFF2-40B4-BE49-F238E27FC236}">
                <a16:creationId xmlns:a16="http://schemas.microsoft.com/office/drawing/2014/main" id="{AEBDC7AC-3605-7CCC-F291-C9434653B6FA}"/>
              </a:ext>
            </a:extLst>
          </p:cNvPr>
          <p:cNvSpPr>
            <a:spLocks noGrp="1"/>
          </p:cNvSpPr>
          <p:nvPr>
            <p:ph type="body" sz="quarter" idx="34"/>
          </p:nvPr>
        </p:nvSpPr>
        <p:spPr/>
        <p:txBody>
          <a:bodyPr/>
          <a:lstStyle/>
          <a:p>
            <a:r>
              <a:rPr lang="en-US" sz="1200" b="1">
                <a:solidFill>
                  <a:schemeClr val="accent2"/>
                </a:solidFill>
              </a:rPr>
              <a:t>New Jersey Courts, United States</a:t>
            </a:r>
          </a:p>
        </p:txBody>
      </p:sp>
      <p:sp>
        <p:nvSpPr>
          <p:cNvPr id="19" name="Text Placeholder 18">
            <a:extLst>
              <a:ext uri="{FF2B5EF4-FFF2-40B4-BE49-F238E27FC236}">
                <a16:creationId xmlns:a16="http://schemas.microsoft.com/office/drawing/2014/main" id="{CFCF024C-F402-2AA5-42F4-16220B22755F}"/>
              </a:ext>
            </a:extLst>
          </p:cNvPr>
          <p:cNvSpPr>
            <a:spLocks noGrp="1"/>
          </p:cNvSpPr>
          <p:nvPr>
            <p:ph type="body" sz="quarter" idx="35"/>
          </p:nvPr>
        </p:nvSpPr>
        <p:spPr/>
        <p:txBody>
          <a:bodyPr/>
          <a:lstStyle/>
          <a:p>
            <a:r>
              <a:rPr lang="en-US" sz="1200"/>
              <a:t>Thanks to EAI Systems’ Center of Excellence (CoE) service to enhance governance, re-use and collaboration. Business and IT stakeholders are working together like never before in the history of New Jersey Courts</a:t>
            </a:r>
          </a:p>
        </p:txBody>
      </p:sp>
      <p:sp>
        <p:nvSpPr>
          <p:cNvPr id="33" name="Freeform: Shape 32">
            <a:extLst>
              <a:ext uri="{FF2B5EF4-FFF2-40B4-BE49-F238E27FC236}">
                <a16:creationId xmlns:a16="http://schemas.microsoft.com/office/drawing/2014/main" id="{9B84F347-6173-BBC9-FEEB-FED01BABEE15}"/>
              </a:ext>
            </a:extLst>
          </p:cNvPr>
          <p:cNvSpPr/>
          <p:nvPr/>
        </p:nvSpPr>
        <p:spPr>
          <a:xfrm rot="10800000">
            <a:off x="10906491" y="2122381"/>
            <a:ext cx="670453" cy="496429"/>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accent1">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Text Placeholder 6">
            <a:extLst>
              <a:ext uri="{FF2B5EF4-FFF2-40B4-BE49-F238E27FC236}">
                <a16:creationId xmlns:a16="http://schemas.microsoft.com/office/drawing/2014/main" id="{068E76D6-3B92-1BFE-F955-E2E557F0AF62}"/>
              </a:ext>
            </a:extLst>
          </p:cNvPr>
          <p:cNvSpPr>
            <a:spLocks noGrp="1"/>
          </p:cNvSpPr>
          <p:nvPr>
            <p:ph type="body" sz="quarter" idx="19"/>
          </p:nvPr>
        </p:nvSpPr>
        <p:spPr/>
        <p:txBody>
          <a:bodyPr/>
          <a:lstStyle/>
          <a:p>
            <a:r>
              <a:rPr lang="en-US"/>
              <a:t>Ministry of Justice, Saudi Arabia</a:t>
            </a:r>
          </a:p>
        </p:txBody>
      </p:sp>
      <p:sp>
        <p:nvSpPr>
          <p:cNvPr id="8" name="Text Placeholder 7">
            <a:extLst>
              <a:ext uri="{FF2B5EF4-FFF2-40B4-BE49-F238E27FC236}">
                <a16:creationId xmlns:a16="http://schemas.microsoft.com/office/drawing/2014/main" id="{55486254-B8CB-01C0-BF62-266072C9DA2C}"/>
              </a:ext>
            </a:extLst>
          </p:cNvPr>
          <p:cNvSpPr>
            <a:spLocks noGrp="1"/>
          </p:cNvSpPr>
          <p:nvPr>
            <p:ph type="body" sz="quarter" idx="33"/>
          </p:nvPr>
        </p:nvSpPr>
        <p:spPr/>
        <p:txBody>
          <a:bodyPr/>
          <a:lstStyle/>
          <a:p>
            <a:pPr>
              <a:lnSpc>
                <a:spcPts val="1500"/>
              </a:lnSpc>
              <a:spcBef>
                <a:spcPts val="600"/>
              </a:spcBef>
            </a:pPr>
            <a:r>
              <a:rPr lang="en-US" sz="1200"/>
              <a:t>We would like to express our sincere appreciation for your service to us as one of our most reliable regular vendors. Ever since we signed our contract, you have provided the highest quality products. Deliveries are often received as expected, and you are quick to resolve any issues that arise.</a:t>
            </a:r>
          </a:p>
          <a:p>
            <a:pPr>
              <a:lnSpc>
                <a:spcPts val="1500"/>
              </a:lnSpc>
              <a:spcBef>
                <a:spcPts val="600"/>
              </a:spcBef>
            </a:pPr>
            <a:r>
              <a:rPr lang="en-US" sz="1200"/>
              <a:t>We look forward to extending our contract with you for years to come and hope you will continue to provide such excellent service to us. We could not conduct our business without you!</a:t>
            </a:r>
          </a:p>
        </p:txBody>
      </p:sp>
    </p:spTree>
    <p:extLst>
      <p:ext uri="{BB962C8B-B14F-4D97-AF65-F5344CB8AC3E}">
        <p14:creationId xmlns:p14="http://schemas.microsoft.com/office/powerpoint/2010/main" val="3917746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F05A1F25-3FFD-78DA-7771-0BC9AAC0362F}"/>
              </a:ext>
            </a:extLst>
          </p:cNvPr>
          <p:cNvSpPr/>
          <p:nvPr/>
        </p:nvSpPr>
        <p:spPr>
          <a:xfrm>
            <a:off x="327147" y="1272025"/>
            <a:ext cx="3511032" cy="2176949"/>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Isosceles Triangle 13">
            <a:extLst>
              <a:ext uri="{FF2B5EF4-FFF2-40B4-BE49-F238E27FC236}">
                <a16:creationId xmlns:a16="http://schemas.microsoft.com/office/drawing/2014/main" id="{CE9FD260-F405-405F-BC76-0F230E5219E7}"/>
              </a:ext>
            </a:extLst>
          </p:cNvPr>
          <p:cNvSpPr/>
          <p:nvPr/>
        </p:nvSpPr>
        <p:spPr>
          <a:xfrm rot="5400000">
            <a:off x="648810" y="201474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16" name="Isosceles Triangle 15">
            <a:extLst>
              <a:ext uri="{FF2B5EF4-FFF2-40B4-BE49-F238E27FC236}">
                <a16:creationId xmlns:a16="http://schemas.microsoft.com/office/drawing/2014/main" id="{9B73F718-1B1D-4256-5E7D-4C2CCD58B134}"/>
              </a:ext>
            </a:extLst>
          </p:cNvPr>
          <p:cNvSpPr/>
          <p:nvPr/>
        </p:nvSpPr>
        <p:spPr>
          <a:xfrm rot="5400000">
            <a:off x="648810" y="2762908"/>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0" name="Rectangle: Single Corner Rounded 19">
            <a:extLst>
              <a:ext uri="{FF2B5EF4-FFF2-40B4-BE49-F238E27FC236}">
                <a16:creationId xmlns:a16="http://schemas.microsoft.com/office/drawing/2014/main" id="{7855532B-1411-B62B-4FA6-D970189780E6}"/>
              </a:ext>
            </a:extLst>
          </p:cNvPr>
          <p:cNvSpPr/>
          <p:nvPr/>
        </p:nvSpPr>
        <p:spPr>
          <a:xfrm flipV="1">
            <a:off x="2968550" y="984751"/>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ectangle: Rounded Corners 20">
            <a:extLst>
              <a:ext uri="{FF2B5EF4-FFF2-40B4-BE49-F238E27FC236}">
                <a16:creationId xmlns:a16="http://schemas.microsoft.com/office/drawing/2014/main" id="{57348B5A-8C3D-1A3A-4FF0-5012B6D84D1D}"/>
              </a:ext>
            </a:extLst>
          </p:cNvPr>
          <p:cNvSpPr/>
          <p:nvPr/>
        </p:nvSpPr>
        <p:spPr>
          <a:xfrm>
            <a:off x="327147" y="3995675"/>
            <a:ext cx="3511032" cy="2100325"/>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Isosceles Triangle 22">
            <a:extLst>
              <a:ext uri="{FF2B5EF4-FFF2-40B4-BE49-F238E27FC236}">
                <a16:creationId xmlns:a16="http://schemas.microsoft.com/office/drawing/2014/main" id="{83EAAE0E-EC6B-BAEF-4AF6-8B02114B76E2}"/>
              </a:ext>
            </a:extLst>
          </p:cNvPr>
          <p:cNvSpPr/>
          <p:nvPr/>
        </p:nvSpPr>
        <p:spPr>
          <a:xfrm rot="5400000">
            <a:off x="648810" y="4727659"/>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5" name="Isosceles Triangle 24">
            <a:extLst>
              <a:ext uri="{FF2B5EF4-FFF2-40B4-BE49-F238E27FC236}">
                <a16:creationId xmlns:a16="http://schemas.microsoft.com/office/drawing/2014/main" id="{3BBA9BE0-847D-5301-05F9-E1FE1E8AF246}"/>
              </a:ext>
            </a:extLst>
          </p:cNvPr>
          <p:cNvSpPr/>
          <p:nvPr/>
        </p:nvSpPr>
        <p:spPr>
          <a:xfrm rot="5400000">
            <a:off x="648810" y="5235052"/>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7" name="Rectangle: Single Corner Rounded 26">
            <a:extLst>
              <a:ext uri="{FF2B5EF4-FFF2-40B4-BE49-F238E27FC236}">
                <a16:creationId xmlns:a16="http://schemas.microsoft.com/office/drawing/2014/main" id="{DDCA8A64-684F-C675-4EEC-7D3F15F7DE5E}"/>
              </a:ext>
            </a:extLst>
          </p:cNvPr>
          <p:cNvSpPr/>
          <p:nvPr/>
        </p:nvSpPr>
        <p:spPr>
          <a:xfrm flipV="1">
            <a:off x="2968550" y="3708401"/>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Rounded Corners 27">
            <a:extLst>
              <a:ext uri="{FF2B5EF4-FFF2-40B4-BE49-F238E27FC236}">
                <a16:creationId xmlns:a16="http://schemas.microsoft.com/office/drawing/2014/main" id="{336A0CE3-C807-FCF1-1958-23CB4F844B44}"/>
              </a:ext>
            </a:extLst>
          </p:cNvPr>
          <p:cNvSpPr/>
          <p:nvPr/>
        </p:nvSpPr>
        <p:spPr>
          <a:xfrm>
            <a:off x="4166794" y="1272025"/>
            <a:ext cx="7574068" cy="2841443"/>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Isosceles Triangle 29">
            <a:extLst>
              <a:ext uri="{FF2B5EF4-FFF2-40B4-BE49-F238E27FC236}">
                <a16:creationId xmlns:a16="http://schemas.microsoft.com/office/drawing/2014/main" id="{1A2C32CB-BFD3-CC2A-FF15-031140BE8C95}"/>
              </a:ext>
            </a:extLst>
          </p:cNvPr>
          <p:cNvSpPr/>
          <p:nvPr/>
        </p:nvSpPr>
        <p:spPr>
          <a:xfrm rot="5400000">
            <a:off x="4507265" y="2127362"/>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1" name="Isosceles Triangle 30">
            <a:extLst>
              <a:ext uri="{FF2B5EF4-FFF2-40B4-BE49-F238E27FC236}">
                <a16:creationId xmlns:a16="http://schemas.microsoft.com/office/drawing/2014/main" id="{F9144B7E-D5A4-B24F-67C6-BE95ADA045E3}"/>
              </a:ext>
            </a:extLst>
          </p:cNvPr>
          <p:cNvSpPr/>
          <p:nvPr/>
        </p:nvSpPr>
        <p:spPr>
          <a:xfrm rot="5400000">
            <a:off x="4507265" y="2392966"/>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4" name="Rectangle: Single Corner Rounded 33">
            <a:extLst>
              <a:ext uri="{FF2B5EF4-FFF2-40B4-BE49-F238E27FC236}">
                <a16:creationId xmlns:a16="http://schemas.microsoft.com/office/drawing/2014/main" id="{6FF7CC21-D888-09E5-2496-5CBD4A5E9A49}"/>
              </a:ext>
            </a:extLst>
          </p:cNvPr>
          <p:cNvSpPr/>
          <p:nvPr/>
        </p:nvSpPr>
        <p:spPr>
          <a:xfrm flipV="1">
            <a:off x="10907569" y="984751"/>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8" name="Isosceles Triangle 47">
            <a:extLst>
              <a:ext uri="{FF2B5EF4-FFF2-40B4-BE49-F238E27FC236}">
                <a16:creationId xmlns:a16="http://schemas.microsoft.com/office/drawing/2014/main" id="{D890C76F-4C71-EF57-6EDF-2752C16D4084}"/>
              </a:ext>
            </a:extLst>
          </p:cNvPr>
          <p:cNvSpPr/>
          <p:nvPr/>
        </p:nvSpPr>
        <p:spPr>
          <a:xfrm rot="5400000">
            <a:off x="4507265" y="304364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9" name="Isosceles Triangle 48">
            <a:extLst>
              <a:ext uri="{FF2B5EF4-FFF2-40B4-BE49-F238E27FC236}">
                <a16:creationId xmlns:a16="http://schemas.microsoft.com/office/drawing/2014/main" id="{85BD3840-4C5E-69C1-35E1-6E235E5B286B}"/>
              </a:ext>
            </a:extLst>
          </p:cNvPr>
          <p:cNvSpPr/>
          <p:nvPr/>
        </p:nvSpPr>
        <p:spPr>
          <a:xfrm rot="5400000">
            <a:off x="4507265" y="3309248"/>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63" name="Rectangle: Rounded Corners 62">
            <a:extLst>
              <a:ext uri="{FF2B5EF4-FFF2-40B4-BE49-F238E27FC236}">
                <a16:creationId xmlns:a16="http://schemas.microsoft.com/office/drawing/2014/main" id="{F71D22B2-B210-DB9F-E8D9-2E5C7364AA38}"/>
              </a:ext>
            </a:extLst>
          </p:cNvPr>
          <p:cNvSpPr/>
          <p:nvPr/>
        </p:nvSpPr>
        <p:spPr>
          <a:xfrm>
            <a:off x="4166794" y="4615245"/>
            <a:ext cx="7574068" cy="1480755"/>
          </a:xfrm>
          <a:prstGeom prst="roundRect">
            <a:avLst>
              <a:gd name="adj" fmla="val 10142"/>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5" name="Isosceles Triangle 64">
            <a:extLst>
              <a:ext uri="{FF2B5EF4-FFF2-40B4-BE49-F238E27FC236}">
                <a16:creationId xmlns:a16="http://schemas.microsoft.com/office/drawing/2014/main" id="{CE95F1B7-5F57-B2DC-D27D-FE9B5999C1A5}"/>
              </a:ext>
            </a:extLst>
          </p:cNvPr>
          <p:cNvSpPr/>
          <p:nvPr/>
        </p:nvSpPr>
        <p:spPr>
          <a:xfrm rot="5400000">
            <a:off x="4507265" y="544518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66" name="Isosceles Triangle 65">
            <a:extLst>
              <a:ext uri="{FF2B5EF4-FFF2-40B4-BE49-F238E27FC236}">
                <a16:creationId xmlns:a16="http://schemas.microsoft.com/office/drawing/2014/main" id="{D50BBA47-DF34-C21E-D9FC-A50A2F2BCBDE}"/>
              </a:ext>
            </a:extLst>
          </p:cNvPr>
          <p:cNvSpPr/>
          <p:nvPr/>
        </p:nvSpPr>
        <p:spPr>
          <a:xfrm rot="5400000">
            <a:off x="4507265" y="5710785"/>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68" name="Rectangle: Single Corner Rounded 67">
            <a:extLst>
              <a:ext uri="{FF2B5EF4-FFF2-40B4-BE49-F238E27FC236}">
                <a16:creationId xmlns:a16="http://schemas.microsoft.com/office/drawing/2014/main" id="{A3628144-6F84-A6DC-2D91-998BF906897F}"/>
              </a:ext>
            </a:extLst>
          </p:cNvPr>
          <p:cNvSpPr/>
          <p:nvPr/>
        </p:nvSpPr>
        <p:spPr>
          <a:xfrm flipV="1">
            <a:off x="10907569" y="4327970"/>
            <a:ext cx="602114" cy="575086"/>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76" name="Graphic 75">
            <a:extLst>
              <a:ext uri="{FF2B5EF4-FFF2-40B4-BE49-F238E27FC236}">
                <a16:creationId xmlns:a16="http://schemas.microsoft.com/office/drawing/2014/main" id="{8079B30D-4D94-57AF-8036-20CC69E7F4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80457" y="1057523"/>
            <a:ext cx="378301" cy="378301"/>
          </a:xfrm>
          <a:prstGeom prst="rect">
            <a:avLst/>
          </a:prstGeom>
        </p:spPr>
      </p:pic>
      <p:pic>
        <p:nvPicPr>
          <p:cNvPr id="78" name="Graphic 77">
            <a:extLst>
              <a:ext uri="{FF2B5EF4-FFF2-40B4-BE49-F238E27FC236}">
                <a16:creationId xmlns:a16="http://schemas.microsoft.com/office/drawing/2014/main" id="{89B2B017-92ED-2A85-843D-AE9C1E4923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19476" y="4410515"/>
            <a:ext cx="378301" cy="378301"/>
          </a:xfrm>
          <a:prstGeom prst="rect">
            <a:avLst/>
          </a:prstGeom>
        </p:spPr>
      </p:pic>
      <p:pic>
        <p:nvPicPr>
          <p:cNvPr id="80" name="Graphic 79">
            <a:extLst>
              <a:ext uri="{FF2B5EF4-FFF2-40B4-BE49-F238E27FC236}">
                <a16:creationId xmlns:a16="http://schemas.microsoft.com/office/drawing/2014/main" id="{7B719245-D952-0349-D10D-54D8139995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19476" y="1091286"/>
            <a:ext cx="378301" cy="378301"/>
          </a:xfrm>
          <a:prstGeom prst="rect">
            <a:avLst/>
          </a:prstGeom>
        </p:spPr>
      </p:pic>
      <p:pic>
        <p:nvPicPr>
          <p:cNvPr id="82" name="Graphic 81">
            <a:extLst>
              <a:ext uri="{FF2B5EF4-FFF2-40B4-BE49-F238E27FC236}">
                <a16:creationId xmlns:a16="http://schemas.microsoft.com/office/drawing/2014/main" id="{E5EDCC61-5EF8-737F-4716-1CB3EF12A31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80457" y="3821198"/>
            <a:ext cx="378301" cy="378301"/>
          </a:xfrm>
          <a:prstGeom prst="rect">
            <a:avLst/>
          </a:prstGeom>
        </p:spPr>
      </p:pic>
      <p:sp>
        <p:nvSpPr>
          <p:cNvPr id="2" name="Text Placeholder 1">
            <a:extLst>
              <a:ext uri="{FF2B5EF4-FFF2-40B4-BE49-F238E27FC236}">
                <a16:creationId xmlns:a16="http://schemas.microsoft.com/office/drawing/2014/main" id="{32F63C2E-E111-4E1D-23EB-1B3601154867}"/>
              </a:ext>
            </a:extLst>
          </p:cNvPr>
          <p:cNvSpPr>
            <a:spLocks noGrp="1"/>
          </p:cNvSpPr>
          <p:nvPr>
            <p:ph type="body" sz="quarter" idx="11"/>
          </p:nvPr>
        </p:nvSpPr>
        <p:spPr>
          <a:xfrm>
            <a:off x="240394" y="247030"/>
            <a:ext cx="10745106" cy="523220"/>
          </a:xfrm>
        </p:spPr>
        <p:txBody>
          <a:bodyPr/>
          <a:lstStyle/>
          <a:p>
            <a:r>
              <a:rPr lang="pt-BR"/>
              <a:t>STRATEGIC OBJECTIVES FOR 2023+</a:t>
            </a:r>
            <a:endParaRPr lang="en-ID"/>
          </a:p>
        </p:txBody>
      </p:sp>
      <p:sp>
        <p:nvSpPr>
          <p:cNvPr id="5" name="Text Placeholder 4">
            <a:extLst>
              <a:ext uri="{FF2B5EF4-FFF2-40B4-BE49-F238E27FC236}">
                <a16:creationId xmlns:a16="http://schemas.microsoft.com/office/drawing/2014/main" id="{6DB42E03-9F5C-CB64-98A9-0A332DEDDD19}"/>
              </a:ext>
            </a:extLst>
          </p:cNvPr>
          <p:cNvSpPr>
            <a:spLocks noGrp="1"/>
          </p:cNvSpPr>
          <p:nvPr>
            <p:ph type="body" sz="quarter" idx="33"/>
          </p:nvPr>
        </p:nvSpPr>
        <p:spPr/>
        <p:txBody>
          <a:bodyPr/>
          <a:lstStyle/>
          <a:p>
            <a:pPr>
              <a:lnSpc>
                <a:spcPts val="1800"/>
              </a:lnSpc>
              <a:spcBef>
                <a:spcPts val="300"/>
              </a:spcBef>
            </a:pPr>
            <a:r>
              <a:rPr lang="en-US" sz="1200"/>
              <a:t>Double-down on our Pega technology commitment by investing additional USD 2M</a:t>
            </a:r>
          </a:p>
          <a:p>
            <a:pPr>
              <a:lnSpc>
                <a:spcPts val="1800"/>
              </a:lnSpc>
              <a:spcBef>
                <a:spcPts val="300"/>
              </a:spcBef>
            </a:pPr>
            <a:r>
              <a:rPr lang="en-US" sz="1200"/>
              <a:t>200+ Pega consultants pool by end of  2023</a:t>
            </a:r>
          </a:p>
        </p:txBody>
      </p:sp>
      <p:sp>
        <p:nvSpPr>
          <p:cNvPr id="4" name="Text Placeholder 3">
            <a:extLst>
              <a:ext uri="{FF2B5EF4-FFF2-40B4-BE49-F238E27FC236}">
                <a16:creationId xmlns:a16="http://schemas.microsoft.com/office/drawing/2014/main" id="{F7365F72-DB87-5D20-061A-48F88E13AE25}"/>
              </a:ext>
            </a:extLst>
          </p:cNvPr>
          <p:cNvSpPr>
            <a:spLocks noGrp="1"/>
          </p:cNvSpPr>
          <p:nvPr>
            <p:ph type="body" sz="quarter" idx="19"/>
          </p:nvPr>
        </p:nvSpPr>
        <p:spPr/>
        <p:txBody>
          <a:bodyPr/>
          <a:lstStyle/>
          <a:p>
            <a:r>
              <a:rPr lang="en-US" sz="1400" b="1">
                <a:solidFill>
                  <a:schemeClr val="accent1"/>
                </a:solidFill>
                <a:latin typeface="+mj-lt"/>
              </a:rPr>
              <a:t>Investment</a:t>
            </a:r>
          </a:p>
        </p:txBody>
      </p:sp>
      <p:sp>
        <p:nvSpPr>
          <p:cNvPr id="6" name="Text Placeholder 5">
            <a:extLst>
              <a:ext uri="{FF2B5EF4-FFF2-40B4-BE49-F238E27FC236}">
                <a16:creationId xmlns:a16="http://schemas.microsoft.com/office/drawing/2014/main" id="{2114AA91-6BEF-3DF1-1380-40D483AAC5F3}"/>
              </a:ext>
            </a:extLst>
          </p:cNvPr>
          <p:cNvSpPr>
            <a:spLocks noGrp="1"/>
          </p:cNvSpPr>
          <p:nvPr>
            <p:ph type="body" sz="quarter" idx="34"/>
          </p:nvPr>
        </p:nvSpPr>
        <p:spPr/>
        <p:txBody>
          <a:bodyPr/>
          <a:lstStyle/>
          <a:p>
            <a:r>
              <a:rPr lang="en-US" sz="1400" b="1">
                <a:solidFill>
                  <a:schemeClr val="accent1"/>
                </a:solidFill>
                <a:latin typeface="+mj-lt"/>
              </a:rPr>
              <a:t>Focus Areas</a:t>
            </a:r>
          </a:p>
        </p:txBody>
      </p:sp>
      <p:sp>
        <p:nvSpPr>
          <p:cNvPr id="7" name="Text Placeholder 6">
            <a:extLst>
              <a:ext uri="{FF2B5EF4-FFF2-40B4-BE49-F238E27FC236}">
                <a16:creationId xmlns:a16="http://schemas.microsoft.com/office/drawing/2014/main" id="{31EEFBCB-BCE7-5E5B-A01E-8E897BF9F333}"/>
              </a:ext>
            </a:extLst>
          </p:cNvPr>
          <p:cNvSpPr>
            <a:spLocks noGrp="1"/>
          </p:cNvSpPr>
          <p:nvPr>
            <p:ph type="body" sz="quarter" idx="35"/>
          </p:nvPr>
        </p:nvSpPr>
        <p:spPr/>
        <p:txBody>
          <a:bodyPr/>
          <a:lstStyle/>
          <a:p>
            <a:pPr>
              <a:lnSpc>
                <a:spcPts val="1800"/>
              </a:lnSpc>
              <a:spcBef>
                <a:spcPts val="300"/>
              </a:spcBef>
            </a:pPr>
            <a:r>
              <a:rPr lang="en-US" sz="1200"/>
              <a:t>Primary investment regions will be US (East Coast), UK/Europe and India </a:t>
            </a:r>
          </a:p>
          <a:p>
            <a:pPr>
              <a:lnSpc>
                <a:spcPts val="1800"/>
              </a:lnSpc>
              <a:spcBef>
                <a:spcPts val="300"/>
              </a:spcBef>
            </a:pPr>
            <a:r>
              <a:rPr lang="en-US" sz="1200"/>
              <a:t>Domain focus will be on Justice Domain, Public Services, Banking and Telecommunications</a:t>
            </a:r>
          </a:p>
        </p:txBody>
      </p:sp>
      <p:sp>
        <p:nvSpPr>
          <p:cNvPr id="9" name="Text Placeholder 8">
            <a:extLst>
              <a:ext uri="{FF2B5EF4-FFF2-40B4-BE49-F238E27FC236}">
                <a16:creationId xmlns:a16="http://schemas.microsoft.com/office/drawing/2014/main" id="{DB5F478C-50F5-D5AB-B2E6-23830DFD0C02}"/>
              </a:ext>
            </a:extLst>
          </p:cNvPr>
          <p:cNvSpPr>
            <a:spLocks noGrp="1"/>
          </p:cNvSpPr>
          <p:nvPr>
            <p:ph type="body" sz="quarter" idx="36"/>
          </p:nvPr>
        </p:nvSpPr>
        <p:spPr/>
        <p:txBody>
          <a:bodyPr/>
          <a:lstStyle/>
          <a:p>
            <a:r>
              <a:rPr lang="en-US" sz="1400" b="1">
                <a:solidFill>
                  <a:schemeClr val="accent1"/>
                </a:solidFill>
                <a:latin typeface="+mj-lt"/>
              </a:rPr>
              <a:t>Service Offerings </a:t>
            </a:r>
          </a:p>
        </p:txBody>
      </p:sp>
      <p:sp>
        <p:nvSpPr>
          <p:cNvPr id="10" name="Text Placeholder 9">
            <a:extLst>
              <a:ext uri="{FF2B5EF4-FFF2-40B4-BE49-F238E27FC236}">
                <a16:creationId xmlns:a16="http://schemas.microsoft.com/office/drawing/2014/main" id="{3D21BE63-4C0B-139C-1752-F98B76D1F681}"/>
              </a:ext>
            </a:extLst>
          </p:cNvPr>
          <p:cNvSpPr>
            <a:spLocks noGrp="1"/>
          </p:cNvSpPr>
          <p:nvPr>
            <p:ph type="body" sz="quarter" idx="37"/>
          </p:nvPr>
        </p:nvSpPr>
        <p:spPr/>
        <p:txBody>
          <a:bodyPr/>
          <a:lstStyle/>
          <a:p>
            <a:r>
              <a:rPr lang="en-US" sz="1400" b="1">
                <a:solidFill>
                  <a:schemeClr val="accent1"/>
                </a:solidFill>
                <a:latin typeface="+mj-lt"/>
              </a:rPr>
              <a:t>Customer Success</a:t>
            </a:r>
          </a:p>
        </p:txBody>
      </p:sp>
      <p:sp>
        <p:nvSpPr>
          <p:cNvPr id="11" name="Text Placeholder 10">
            <a:extLst>
              <a:ext uri="{FF2B5EF4-FFF2-40B4-BE49-F238E27FC236}">
                <a16:creationId xmlns:a16="http://schemas.microsoft.com/office/drawing/2014/main" id="{73E94BBE-FF1C-5D94-512D-3C41B1BCF3F2}"/>
              </a:ext>
            </a:extLst>
          </p:cNvPr>
          <p:cNvSpPr>
            <a:spLocks noGrp="1"/>
          </p:cNvSpPr>
          <p:nvPr>
            <p:ph type="body" sz="quarter" idx="38"/>
          </p:nvPr>
        </p:nvSpPr>
        <p:spPr/>
        <p:txBody>
          <a:bodyPr/>
          <a:lstStyle/>
          <a:p>
            <a:r>
              <a:rPr lang="en-US" sz="1200" b="1">
                <a:solidFill>
                  <a:schemeClr val="accent2"/>
                </a:solidFill>
                <a:latin typeface="+mj-lt"/>
              </a:rPr>
              <a:t>For existing Banking and Telecommunications customers-</a:t>
            </a:r>
          </a:p>
        </p:txBody>
      </p:sp>
      <p:sp>
        <p:nvSpPr>
          <p:cNvPr id="15" name="Text Placeholder 14">
            <a:extLst>
              <a:ext uri="{FF2B5EF4-FFF2-40B4-BE49-F238E27FC236}">
                <a16:creationId xmlns:a16="http://schemas.microsoft.com/office/drawing/2014/main" id="{01FE8E25-7973-AD1E-1F83-076B24F85332}"/>
              </a:ext>
            </a:extLst>
          </p:cNvPr>
          <p:cNvSpPr>
            <a:spLocks noGrp="1"/>
          </p:cNvSpPr>
          <p:nvPr>
            <p:ph type="body" sz="quarter" idx="39"/>
          </p:nvPr>
        </p:nvSpPr>
        <p:spPr/>
        <p:txBody>
          <a:bodyPr/>
          <a:lstStyle/>
          <a:p>
            <a:r>
              <a:rPr lang="en-US" sz="1200" b="1">
                <a:solidFill>
                  <a:schemeClr val="accent2"/>
                </a:solidFill>
                <a:latin typeface="+mj-lt"/>
              </a:rPr>
              <a:t>For Justice and other Public Sector customers-</a:t>
            </a:r>
          </a:p>
        </p:txBody>
      </p:sp>
      <p:sp>
        <p:nvSpPr>
          <p:cNvPr id="17" name="Text Placeholder 16">
            <a:extLst>
              <a:ext uri="{FF2B5EF4-FFF2-40B4-BE49-F238E27FC236}">
                <a16:creationId xmlns:a16="http://schemas.microsoft.com/office/drawing/2014/main" id="{05A90785-5B16-AD01-B6F8-9D0FFAFE3324}"/>
              </a:ext>
            </a:extLst>
          </p:cNvPr>
          <p:cNvSpPr>
            <a:spLocks noGrp="1"/>
          </p:cNvSpPr>
          <p:nvPr>
            <p:ph type="body" sz="quarter" idx="40"/>
          </p:nvPr>
        </p:nvSpPr>
        <p:spPr/>
        <p:txBody>
          <a:bodyPr/>
          <a:lstStyle/>
          <a:p>
            <a:pPr>
              <a:lnSpc>
                <a:spcPts val="1800"/>
              </a:lnSpc>
              <a:spcBef>
                <a:spcPts val="300"/>
              </a:spcBef>
            </a:pPr>
            <a:r>
              <a:rPr lang="en-US" sz="1200"/>
              <a:t>Cloud Choice &amp; Keeping customers current with platform upgrades and new features </a:t>
            </a:r>
          </a:p>
          <a:p>
            <a:pPr>
              <a:lnSpc>
                <a:spcPts val="1800"/>
              </a:lnSpc>
              <a:spcBef>
                <a:spcPts val="300"/>
              </a:spcBef>
            </a:pPr>
            <a:r>
              <a:rPr lang="en-US" sz="1200"/>
              <a:t>Brilliant UX design themes on constellation / React JS (Targeting 8.9 platform version )</a:t>
            </a:r>
          </a:p>
        </p:txBody>
      </p:sp>
      <p:sp>
        <p:nvSpPr>
          <p:cNvPr id="18" name="Text Placeholder 17">
            <a:extLst>
              <a:ext uri="{FF2B5EF4-FFF2-40B4-BE49-F238E27FC236}">
                <a16:creationId xmlns:a16="http://schemas.microsoft.com/office/drawing/2014/main" id="{57F75A0A-74C0-5381-C998-191B612998D0}"/>
              </a:ext>
            </a:extLst>
          </p:cNvPr>
          <p:cNvSpPr>
            <a:spLocks noGrp="1"/>
          </p:cNvSpPr>
          <p:nvPr>
            <p:ph type="body" sz="quarter" idx="41"/>
          </p:nvPr>
        </p:nvSpPr>
        <p:spPr/>
        <p:txBody>
          <a:bodyPr/>
          <a:lstStyle/>
          <a:p>
            <a:pPr>
              <a:lnSpc>
                <a:spcPts val="1800"/>
              </a:lnSpc>
              <a:spcBef>
                <a:spcPts val="300"/>
              </a:spcBef>
            </a:pPr>
            <a:r>
              <a:rPr lang="en-US" sz="1200"/>
              <a:t>We are a no. 1 Pega partner for Justice Domain and will be launching semi-COTS Justice Domain framework</a:t>
            </a:r>
          </a:p>
          <a:p>
            <a:pPr>
              <a:lnSpc>
                <a:spcPts val="1800"/>
              </a:lnSpc>
              <a:spcBef>
                <a:spcPts val="300"/>
              </a:spcBef>
            </a:pPr>
            <a:r>
              <a:rPr lang="en-US" sz="1200"/>
              <a:t>Bringing agility and low code development techniques to wider public sector organizations, historically working in waterfall methods</a:t>
            </a:r>
          </a:p>
        </p:txBody>
      </p:sp>
      <p:sp>
        <p:nvSpPr>
          <p:cNvPr id="24" name="Text Placeholder 23">
            <a:extLst>
              <a:ext uri="{FF2B5EF4-FFF2-40B4-BE49-F238E27FC236}">
                <a16:creationId xmlns:a16="http://schemas.microsoft.com/office/drawing/2014/main" id="{186C8A0C-2988-1DD4-F2FA-4C4125F790FD}"/>
              </a:ext>
            </a:extLst>
          </p:cNvPr>
          <p:cNvSpPr>
            <a:spLocks noGrp="1"/>
          </p:cNvSpPr>
          <p:nvPr>
            <p:ph type="body" sz="quarter" idx="42"/>
          </p:nvPr>
        </p:nvSpPr>
        <p:spPr/>
        <p:txBody>
          <a:bodyPr/>
          <a:lstStyle/>
          <a:p>
            <a:r>
              <a:rPr lang="en-US" sz="1200" b="1">
                <a:solidFill>
                  <a:schemeClr val="accent2"/>
                </a:solidFill>
                <a:latin typeface="+mj-lt"/>
              </a:rPr>
              <a:t>For existing Banking and Telecommunications customers-</a:t>
            </a:r>
          </a:p>
        </p:txBody>
      </p:sp>
      <p:sp>
        <p:nvSpPr>
          <p:cNvPr id="32" name="Text Placeholder 31">
            <a:extLst>
              <a:ext uri="{FF2B5EF4-FFF2-40B4-BE49-F238E27FC236}">
                <a16:creationId xmlns:a16="http://schemas.microsoft.com/office/drawing/2014/main" id="{B88FDC65-19A1-C475-8AFB-8AD103776837}"/>
              </a:ext>
            </a:extLst>
          </p:cNvPr>
          <p:cNvSpPr>
            <a:spLocks noGrp="1"/>
          </p:cNvSpPr>
          <p:nvPr>
            <p:ph type="body" sz="quarter" idx="43"/>
          </p:nvPr>
        </p:nvSpPr>
        <p:spPr/>
        <p:txBody>
          <a:bodyPr/>
          <a:lstStyle/>
          <a:p>
            <a:pPr>
              <a:lnSpc>
                <a:spcPts val="1800"/>
              </a:lnSpc>
              <a:spcBef>
                <a:spcPts val="300"/>
              </a:spcBef>
            </a:pPr>
            <a:r>
              <a:rPr lang="en-US" sz="1200"/>
              <a:t>Collaborate (instead of compete) with other partners to put customer success above everything</a:t>
            </a:r>
          </a:p>
          <a:p>
            <a:pPr>
              <a:lnSpc>
                <a:spcPts val="1800"/>
              </a:lnSpc>
              <a:spcBef>
                <a:spcPts val="300"/>
              </a:spcBef>
            </a:pPr>
            <a:r>
              <a:rPr lang="en-US" sz="1200"/>
              <a:t>High quality and cost-effective deliveries using our onshore, nearshore and offshore teams</a:t>
            </a:r>
          </a:p>
        </p:txBody>
      </p:sp>
    </p:spTree>
    <p:extLst>
      <p:ext uri="{BB962C8B-B14F-4D97-AF65-F5344CB8AC3E}">
        <p14:creationId xmlns:p14="http://schemas.microsoft.com/office/powerpoint/2010/main" val="69794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Parallelogram 29">
            <a:extLst>
              <a:ext uri="{FF2B5EF4-FFF2-40B4-BE49-F238E27FC236}">
                <a16:creationId xmlns:a16="http://schemas.microsoft.com/office/drawing/2014/main" id="{B1765EEB-0D73-539C-7C31-B5C75D8FF883}"/>
              </a:ext>
            </a:extLst>
          </p:cNvPr>
          <p:cNvSpPr/>
          <p:nvPr/>
        </p:nvSpPr>
        <p:spPr>
          <a:xfrm>
            <a:off x="6860331" y="1"/>
            <a:ext cx="5331669" cy="6857999"/>
          </a:xfrm>
          <a:prstGeom prst="parallelogram">
            <a:avLst>
              <a:gd name="adj" fmla="val 25239"/>
            </a:avLst>
          </a:prstGeom>
          <a:gradFill>
            <a:gsLst>
              <a:gs pos="38000">
                <a:schemeClr val="accent2">
                  <a:alpha val="0"/>
                </a:schemeClr>
              </a:gs>
              <a:gs pos="100000">
                <a:schemeClr val="accent2">
                  <a:alpha val="1100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3" name="Picture 12">
            <a:extLst>
              <a:ext uri="{FF2B5EF4-FFF2-40B4-BE49-F238E27FC236}">
                <a16:creationId xmlns:a16="http://schemas.microsoft.com/office/drawing/2014/main" id="{DF405B31-3920-5FCC-82D5-6C67459DF905}"/>
              </a:ext>
            </a:extLst>
          </p:cNvPr>
          <p:cNvPicPr>
            <a:picLocks noChangeAspect="1"/>
          </p:cNvPicPr>
          <p:nvPr/>
        </p:nvPicPr>
        <p:blipFill>
          <a:blip r:embed="rId2"/>
          <a:stretch>
            <a:fillRect/>
          </a:stretch>
        </p:blipFill>
        <p:spPr>
          <a:xfrm>
            <a:off x="11241718" y="314964"/>
            <a:ext cx="550269" cy="438150"/>
          </a:xfrm>
          <a:prstGeom prst="rect">
            <a:avLst/>
          </a:prstGeom>
        </p:spPr>
      </p:pic>
      <p:pic>
        <p:nvPicPr>
          <p:cNvPr id="17" name="Picture Placeholder 16" descr="shutterstock_1312231271_ Current Openings at EAI Systems.jpg">
            <a:extLst>
              <a:ext uri="{FF2B5EF4-FFF2-40B4-BE49-F238E27FC236}">
                <a16:creationId xmlns:a16="http://schemas.microsoft.com/office/drawing/2014/main" id="{83F3F92D-8F6F-1D30-0A78-7FCBA9B336F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1"/>
            <a:ext cx="6565900" cy="6857998"/>
          </a:xfrm>
        </p:spPr>
      </p:pic>
      <p:sp>
        <p:nvSpPr>
          <p:cNvPr id="6" name="Text Placeholder 5">
            <a:extLst>
              <a:ext uri="{FF2B5EF4-FFF2-40B4-BE49-F238E27FC236}">
                <a16:creationId xmlns:a16="http://schemas.microsoft.com/office/drawing/2014/main" id="{11166989-4E93-2ACB-08E5-813ADC17815A}"/>
              </a:ext>
            </a:extLst>
          </p:cNvPr>
          <p:cNvSpPr>
            <a:spLocks noGrp="1"/>
          </p:cNvSpPr>
          <p:nvPr>
            <p:ph type="body" sz="quarter" idx="11"/>
          </p:nvPr>
        </p:nvSpPr>
        <p:spPr/>
        <p:txBody>
          <a:bodyPr/>
          <a:lstStyle/>
          <a:p>
            <a:r>
              <a:rPr lang="pt-BR" sz="6600" b="1">
                <a:solidFill>
                  <a:schemeClr val="bg1"/>
                </a:solidFill>
                <a:latin typeface="+mj-lt"/>
              </a:rPr>
              <a:t>THANK YOU</a:t>
            </a:r>
          </a:p>
        </p:txBody>
      </p:sp>
      <p:sp>
        <p:nvSpPr>
          <p:cNvPr id="8" name="Text Placeholder 7">
            <a:extLst>
              <a:ext uri="{FF2B5EF4-FFF2-40B4-BE49-F238E27FC236}">
                <a16:creationId xmlns:a16="http://schemas.microsoft.com/office/drawing/2014/main" id="{2C593CA6-E3FE-D910-930F-202DCC686A1E}"/>
              </a:ext>
            </a:extLst>
          </p:cNvPr>
          <p:cNvSpPr>
            <a:spLocks noGrp="1"/>
          </p:cNvSpPr>
          <p:nvPr>
            <p:ph type="body" sz="quarter" idx="37"/>
          </p:nvPr>
        </p:nvSpPr>
        <p:spPr/>
        <p:txBody>
          <a:bodyPr/>
          <a:lstStyle/>
          <a:p>
            <a:r>
              <a:rPr lang="en-US"/>
              <a:t>info</a:t>
            </a:r>
            <a:r>
              <a:rPr lang="en-US" sz="1400" b="1">
                <a:solidFill>
                  <a:schemeClr val="bg1"/>
                </a:solidFill>
                <a:latin typeface="+mj-lt"/>
              </a:rPr>
              <a:t>@eaisystems.com</a:t>
            </a:r>
          </a:p>
        </p:txBody>
      </p:sp>
      <p:sp>
        <p:nvSpPr>
          <p:cNvPr id="16" name="Rectangle 15">
            <a:extLst>
              <a:ext uri="{FF2B5EF4-FFF2-40B4-BE49-F238E27FC236}">
                <a16:creationId xmlns:a16="http://schemas.microsoft.com/office/drawing/2014/main" id="{F408E246-CFCE-4C41-6376-8B22E5B53AE2}"/>
              </a:ext>
            </a:extLst>
          </p:cNvPr>
          <p:cNvSpPr/>
          <p:nvPr/>
        </p:nvSpPr>
        <p:spPr>
          <a:xfrm>
            <a:off x="0" y="6668271"/>
            <a:ext cx="12192000" cy="83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Single Corner Rounded 13">
            <a:extLst>
              <a:ext uri="{FF2B5EF4-FFF2-40B4-BE49-F238E27FC236}">
                <a16:creationId xmlns:a16="http://schemas.microsoft.com/office/drawing/2014/main" id="{91387780-CD37-0C6D-D615-952F4CBF87E7}"/>
              </a:ext>
            </a:extLst>
          </p:cNvPr>
          <p:cNvSpPr/>
          <p:nvPr/>
        </p:nvSpPr>
        <p:spPr>
          <a:xfrm flipH="1" flipV="1">
            <a:off x="11175206" y="6364191"/>
            <a:ext cx="1016794" cy="338554"/>
          </a:xfrm>
          <a:prstGeom prst="round1Rect">
            <a:avLst>
              <a:gd name="adj" fmla="val 50000"/>
            </a:avLst>
          </a:prstGeom>
          <a:solidFill>
            <a:schemeClr val="accent2"/>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TextBox 14">
            <a:extLst>
              <a:ext uri="{FF2B5EF4-FFF2-40B4-BE49-F238E27FC236}">
                <a16:creationId xmlns:a16="http://schemas.microsoft.com/office/drawing/2014/main" id="{68FC8841-92E6-7FB7-B171-162EA39A9FD9}"/>
              </a:ext>
            </a:extLst>
          </p:cNvPr>
          <p:cNvSpPr txBox="1"/>
          <p:nvPr/>
        </p:nvSpPr>
        <p:spPr>
          <a:xfrm>
            <a:off x="11326530" y="6402663"/>
            <a:ext cx="930917" cy="261610"/>
          </a:xfrm>
          <a:prstGeom prst="rect">
            <a:avLst/>
          </a:prstGeom>
          <a:noFill/>
        </p:spPr>
        <p:txBody>
          <a:bodyPr wrap="square" rtlCol="0">
            <a:spAutoFit/>
          </a:bodyPr>
          <a:lstStyle/>
          <a:p>
            <a:r>
              <a:rPr lang="en-US" sz="1100" b="1">
                <a:solidFill>
                  <a:schemeClr val="accent1"/>
                </a:solidFill>
                <a:latin typeface="+mj-lt"/>
              </a:rPr>
              <a:t>PAGE | </a:t>
            </a:r>
            <a:fld id="{102009AA-E089-4079-8153-5D7FB6B42523}" type="slidenum">
              <a:rPr lang="en-US" sz="1100" b="1" smtClean="0">
                <a:solidFill>
                  <a:schemeClr val="accent1"/>
                </a:solidFill>
                <a:latin typeface="+mj-lt"/>
              </a:rPr>
              <a:t>10</a:t>
            </a:fld>
            <a:endParaRPr lang="en-ID" sz="1100" b="1">
              <a:solidFill>
                <a:schemeClr val="accent1"/>
              </a:solidFill>
              <a:latin typeface="+mj-lt"/>
            </a:endParaRPr>
          </a:p>
        </p:txBody>
      </p:sp>
      <p:sp>
        <p:nvSpPr>
          <p:cNvPr id="19" name="Right Triangle 18">
            <a:extLst>
              <a:ext uri="{FF2B5EF4-FFF2-40B4-BE49-F238E27FC236}">
                <a16:creationId xmlns:a16="http://schemas.microsoft.com/office/drawing/2014/main" id="{7593D937-9006-D976-A4B8-C259FAC1F9F5}"/>
              </a:ext>
            </a:extLst>
          </p:cNvPr>
          <p:cNvSpPr/>
          <p:nvPr/>
        </p:nvSpPr>
        <p:spPr>
          <a:xfrm flipV="1">
            <a:off x="0" y="0"/>
            <a:ext cx="133350" cy="412750"/>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ectangle: Single Corner Rounded 20">
            <a:extLst>
              <a:ext uri="{FF2B5EF4-FFF2-40B4-BE49-F238E27FC236}">
                <a16:creationId xmlns:a16="http://schemas.microsoft.com/office/drawing/2014/main" id="{26385BCD-249A-746C-B3F1-0B1A0023C415}"/>
              </a:ext>
            </a:extLst>
          </p:cNvPr>
          <p:cNvSpPr/>
          <p:nvPr/>
        </p:nvSpPr>
        <p:spPr>
          <a:xfrm flipV="1">
            <a:off x="7229049" y="4138478"/>
            <a:ext cx="1045002" cy="338554"/>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5" name="Group 24">
            <a:extLst>
              <a:ext uri="{FF2B5EF4-FFF2-40B4-BE49-F238E27FC236}">
                <a16:creationId xmlns:a16="http://schemas.microsoft.com/office/drawing/2014/main" id="{FB8133F4-28E4-F10E-787B-2234AE9C89A0}"/>
              </a:ext>
            </a:extLst>
          </p:cNvPr>
          <p:cNvGrpSpPr/>
          <p:nvPr/>
        </p:nvGrpSpPr>
        <p:grpSpPr>
          <a:xfrm>
            <a:off x="7229047" y="4699874"/>
            <a:ext cx="330837" cy="247784"/>
            <a:chOff x="7538389" y="4084129"/>
            <a:chExt cx="232393" cy="174053"/>
          </a:xfrm>
          <a:solidFill>
            <a:schemeClr val="bg1"/>
          </a:solidFill>
        </p:grpSpPr>
        <p:sp>
          <p:nvSpPr>
            <p:cNvPr id="23" name="Freeform: Shape 22">
              <a:extLst>
                <a:ext uri="{FF2B5EF4-FFF2-40B4-BE49-F238E27FC236}">
                  <a16:creationId xmlns:a16="http://schemas.microsoft.com/office/drawing/2014/main" id="{FB987290-DA1C-AA80-D080-3BD2AE571C85}"/>
                </a:ext>
              </a:extLst>
            </p:cNvPr>
            <p:cNvSpPr/>
            <p:nvPr/>
          </p:nvSpPr>
          <p:spPr>
            <a:xfrm>
              <a:off x="7538389" y="4132758"/>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A3CF93F9-66FE-7DCF-6F13-03439B130A39}"/>
                </a:ext>
              </a:extLst>
            </p:cNvPr>
            <p:cNvSpPr/>
            <p:nvPr/>
          </p:nvSpPr>
          <p:spPr>
            <a:xfrm>
              <a:off x="7538389" y="4084129"/>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cxnSp>
        <p:nvCxnSpPr>
          <p:cNvPr id="28" name="Straight Connector 27">
            <a:extLst>
              <a:ext uri="{FF2B5EF4-FFF2-40B4-BE49-F238E27FC236}">
                <a16:creationId xmlns:a16="http://schemas.microsoft.com/office/drawing/2014/main" id="{C67CD062-AC0E-C205-E1BA-3A75AA1379AA}"/>
              </a:ext>
            </a:extLst>
          </p:cNvPr>
          <p:cNvCxnSpPr>
            <a:cxnSpLocks/>
          </p:cNvCxnSpPr>
          <p:nvPr/>
        </p:nvCxnSpPr>
        <p:spPr>
          <a:xfrm>
            <a:off x="7242908" y="3749276"/>
            <a:ext cx="3720656"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B80187B-D41B-BBE4-3311-46429FDF0F3F}"/>
              </a:ext>
            </a:extLst>
          </p:cNvPr>
          <p:cNvSpPr>
            <a:spLocks noGrp="1"/>
          </p:cNvSpPr>
          <p:nvPr>
            <p:ph type="body" sz="quarter" idx="36"/>
          </p:nvPr>
        </p:nvSpPr>
        <p:spPr/>
        <p:txBody>
          <a:bodyPr/>
          <a:lstStyle/>
          <a:p>
            <a:r>
              <a:rPr lang="en-ID"/>
              <a:t>Contact:</a:t>
            </a:r>
          </a:p>
        </p:txBody>
      </p:sp>
    </p:spTree>
    <p:extLst>
      <p:ext uri="{BB962C8B-B14F-4D97-AF65-F5344CB8AC3E}">
        <p14:creationId xmlns:p14="http://schemas.microsoft.com/office/powerpoint/2010/main" val="1314544904"/>
      </p:ext>
    </p:extLst>
  </p:cSld>
  <p:clrMapOvr>
    <a:masterClrMapping/>
  </p:clrMapOvr>
</p:sld>
</file>

<file path=ppt/theme/theme1.xml><?xml version="1.0" encoding="utf-8"?>
<a:theme xmlns:a="http://schemas.openxmlformats.org/drawingml/2006/main" name="Custom Design">
  <a:themeElements>
    <a:clrScheme name="Custom 866">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8">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Custom 865">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9">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EAI">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8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D6FCB4E9A88C4CA37C269475A4C878" ma:contentTypeVersion="17" ma:contentTypeDescription="Create a new document." ma:contentTypeScope="" ma:versionID="3a9579a0bb24b2212f0f3c44bd9ef9d2">
  <xsd:schema xmlns:xsd="http://www.w3.org/2001/XMLSchema" xmlns:xs="http://www.w3.org/2001/XMLSchema" xmlns:p="http://schemas.microsoft.com/office/2006/metadata/properties" xmlns:ns2="9e346ee6-eb2a-4b15-b52a-32df2ddfbeb8" xmlns:ns3="8142fb8a-09e9-4a8e-89cd-2b20ad36a883" targetNamespace="http://schemas.microsoft.com/office/2006/metadata/properties" ma:root="true" ma:fieldsID="ffd3a5b37b3fc23014421f281d6bd5de" ns2:_="" ns3:_="">
    <xsd:import namespace="9e346ee6-eb2a-4b15-b52a-32df2ddfbeb8"/>
    <xsd:import namespace="8142fb8a-09e9-4a8e-89cd-2b20ad36a8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346ee6-eb2a-4b15-b52a-32df2ddfb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43853fc-66d3-4f4d-9f18-5fdabfd7ba9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42fb8a-09e9-4a8e-89cd-2b20ad36a88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615b6d92-31ec-4c09-95ee-b5d44a9e4e62}" ma:internalName="TaxCatchAll" ma:showField="CatchAllData" ma:web="8142fb8a-09e9-4a8e-89cd-2b20ad36a8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346ee6-eb2a-4b15-b52a-32df2ddfbeb8">
      <Terms xmlns="http://schemas.microsoft.com/office/infopath/2007/PartnerControls"/>
    </lcf76f155ced4ddcb4097134ff3c332f>
    <TaxCatchAll xmlns="8142fb8a-09e9-4a8e-89cd-2b20ad36a883" xsi:nil="true"/>
  </documentManagement>
</p:properties>
</file>

<file path=customXml/itemProps1.xml><?xml version="1.0" encoding="utf-8"?>
<ds:datastoreItem xmlns:ds="http://schemas.openxmlformats.org/officeDocument/2006/customXml" ds:itemID="{44DE0225-2C45-42C5-A8EE-479177955A06}">
  <ds:schemaRefs>
    <ds:schemaRef ds:uri="http://schemas.microsoft.com/sharepoint/v3/contenttype/forms"/>
  </ds:schemaRefs>
</ds:datastoreItem>
</file>

<file path=customXml/itemProps2.xml><?xml version="1.0" encoding="utf-8"?>
<ds:datastoreItem xmlns:ds="http://schemas.openxmlformats.org/officeDocument/2006/customXml" ds:itemID="{ECEDFEA0-57D9-4132-A938-79FE6577F9EC}"/>
</file>

<file path=customXml/itemProps3.xml><?xml version="1.0" encoding="utf-8"?>
<ds:datastoreItem xmlns:ds="http://schemas.openxmlformats.org/officeDocument/2006/customXml" ds:itemID="{8811D866-FEE3-45DE-88E2-BCEC77BD3490}"/>
</file>

<file path=docProps/app.xml><?xml version="1.0" encoding="utf-8"?>
<Properties xmlns="http://schemas.openxmlformats.org/officeDocument/2006/extended-properties" xmlns:vt="http://schemas.openxmlformats.org/officeDocument/2006/docPropsVTypes">
  <Template/>
  <TotalTime>0</TotalTime>
  <Words>1209</Words>
  <Application>Microsoft Office PowerPoint</Application>
  <PresentationFormat>Widescreen</PresentationFormat>
  <Paragraphs>130</Paragraphs>
  <Slides>10</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10</vt:i4>
      </vt:variant>
    </vt:vector>
  </HeadingPairs>
  <TitlesOfParts>
    <vt:vector size="16" baseType="lpstr">
      <vt:lpstr>Arial</vt:lpstr>
      <vt:lpstr>Calibri</vt:lpstr>
      <vt:lpstr>Open Sans</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SlideFactory</dc:creator>
  <cp:lastModifiedBy>Kailas Lovlekar</cp:lastModifiedBy>
  <cp:revision>664</cp:revision>
  <dcterms:created xsi:type="dcterms:W3CDTF">2019-01-23T07:32:06Z</dcterms:created>
  <dcterms:modified xsi:type="dcterms:W3CDTF">2024-01-29T19:19:04Z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0x01010059D6FCB4E9A88C4CA37C269475A4C878</vt:lpwstr>
  </property>
</Properties>
</file>