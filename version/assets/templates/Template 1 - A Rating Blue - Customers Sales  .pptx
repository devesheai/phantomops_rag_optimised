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1" r:id="rId3"/>
    <p:sldMasterId id="2147483848" r:id="rId4"/>
    <p:sldMasterId id="2147483867" r:id="rId5"/>
  </p:sldMasterIdLst>
  <p:notesMasterIdLst>
    <p:notesMasterId r:id="rId16"/>
  </p:notesMasterIdLst>
  <p:handoutMasterIdLst>
    <p:handoutMasterId r:id="rId17"/>
  </p:handoutMasterIdLst>
  <p:sldIdLst>
    <p:sldId id="292" r:id="rId6"/>
    <p:sldId id="293" r:id="rId7"/>
    <p:sldId id="294" r:id="rId8"/>
    <p:sldId id="295" r:id="rId9"/>
    <p:sldId id="296" r:id="rId10"/>
    <p:sldId id="261" r:id="rId11"/>
    <p:sldId id="297" r:id="rId12"/>
    <p:sldId id="298" r:id="rId13"/>
    <p:sldId id="264" r:id="rId14"/>
    <p:sldId id="29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jeyaraj R" initials="vR" lastIdx="7" clrIdx="0">
    <p:extLst>
      <p:ext uri="{19B8F6BF-5375-455C-9EA6-DF929625EA0E}">
        <p15:presenceInfo xmlns:p15="http://schemas.microsoft.com/office/powerpoint/2012/main" userId="9922a1924765fb1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ACE5"/>
    <a:srgbClr val="262626"/>
    <a:srgbClr val="231F20"/>
    <a:srgbClr val="FFFFFF"/>
    <a:srgbClr val="343434"/>
    <a:srgbClr val="FEFEFE"/>
    <a:srgbClr val="112645"/>
    <a:srgbClr val="233752"/>
    <a:srgbClr val="EEC543"/>
    <a:srgbClr val="69F2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2" autoAdjust="0"/>
    <p:restoredTop sz="96081" autoAdjust="0"/>
  </p:normalViewPr>
  <p:slideViewPr>
    <p:cSldViewPr snapToGrid="0" snapToObjects="1" showGuides="1">
      <p:cViewPr varScale="1">
        <p:scale>
          <a:sx n="110" d="100"/>
          <a:sy n="110" d="100"/>
        </p:scale>
        <p:origin x="204" y="63"/>
      </p:cViewPr>
      <p:guideLst>
        <p:guide orient="horz" pos="2160"/>
        <p:guide pos="3840"/>
      </p:guideLst>
    </p:cSldViewPr>
  </p:slideViewPr>
  <p:notesTextViewPr>
    <p:cViewPr>
      <p:scale>
        <a:sx n="75" d="100"/>
        <a:sy n="75" d="100"/>
      </p:scale>
      <p:origin x="0" y="0"/>
    </p:cViewPr>
  </p:notesTextViewPr>
  <p:sorterViewPr>
    <p:cViewPr>
      <p:scale>
        <a:sx n="100" d="100"/>
        <a:sy n="100" d="100"/>
      </p:scale>
      <p:origin x="0" y="0"/>
    </p:cViewPr>
  </p:sorterViewPr>
  <p:notesViewPr>
    <p:cSldViewPr snapToGrid="0" snapToObjects="1" showGuides="1">
      <p:cViewPr varScale="1">
        <p:scale>
          <a:sx n="172" d="100"/>
          <a:sy n="172" d="100"/>
        </p:scale>
        <p:origin x="6552"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slideMaster" Target="slideMasters/slideMaster1.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ustomXml" Target="../customXml/item3.xml"/><Relationship Id="rId5" Type="http://schemas.openxmlformats.org/officeDocument/2006/relationships/slideMaster" Target="slideMasters/slideMaster3.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2.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las Lovlekar" userId="2fd52c39-4a34-4ff4-bd6d-bb07d7fb6228" providerId="ADAL" clId="{8D32FF38-0110-46E2-AAF2-413AF5D33ADE}"/>
    <pc:docChg chg="delSld modSld">
      <pc:chgData name="Kailas Lovlekar" userId="2fd52c39-4a34-4ff4-bd6d-bb07d7fb6228" providerId="ADAL" clId="{8D32FF38-0110-46E2-AAF2-413AF5D33ADE}" dt="2024-01-19T14:18:09.871" v="14" actId="20577"/>
      <pc:docMkLst>
        <pc:docMk/>
      </pc:docMkLst>
      <pc:sldChg chg="del">
        <pc:chgData name="Kailas Lovlekar" userId="2fd52c39-4a34-4ff4-bd6d-bb07d7fb6228" providerId="ADAL" clId="{8D32FF38-0110-46E2-AAF2-413AF5D33ADE}" dt="2024-01-19T14:18:02.367" v="0" actId="47"/>
        <pc:sldMkLst>
          <pc:docMk/>
          <pc:sldMk cId="509203948" sldId="267"/>
        </pc:sldMkLst>
      </pc:sldChg>
      <pc:sldChg chg="del">
        <pc:chgData name="Kailas Lovlekar" userId="2fd52c39-4a34-4ff4-bd6d-bb07d7fb6228" providerId="ADAL" clId="{8D32FF38-0110-46E2-AAF2-413AF5D33ADE}" dt="2024-01-19T14:18:02.367" v="0" actId="47"/>
        <pc:sldMkLst>
          <pc:docMk/>
          <pc:sldMk cId="2471821505" sldId="268"/>
        </pc:sldMkLst>
      </pc:sldChg>
      <pc:sldChg chg="del">
        <pc:chgData name="Kailas Lovlekar" userId="2fd52c39-4a34-4ff4-bd6d-bb07d7fb6228" providerId="ADAL" clId="{8D32FF38-0110-46E2-AAF2-413AF5D33ADE}" dt="2024-01-19T14:18:02.367" v="0" actId="47"/>
        <pc:sldMkLst>
          <pc:docMk/>
          <pc:sldMk cId="2621978994" sldId="270"/>
        </pc:sldMkLst>
      </pc:sldChg>
      <pc:sldChg chg="del">
        <pc:chgData name="Kailas Lovlekar" userId="2fd52c39-4a34-4ff4-bd6d-bb07d7fb6228" providerId="ADAL" clId="{8D32FF38-0110-46E2-AAF2-413AF5D33ADE}" dt="2024-01-19T14:18:02.367" v="0" actId="47"/>
        <pc:sldMkLst>
          <pc:docMk/>
          <pc:sldMk cId="951331959" sldId="271"/>
        </pc:sldMkLst>
      </pc:sldChg>
      <pc:sldChg chg="del">
        <pc:chgData name="Kailas Lovlekar" userId="2fd52c39-4a34-4ff4-bd6d-bb07d7fb6228" providerId="ADAL" clId="{8D32FF38-0110-46E2-AAF2-413AF5D33ADE}" dt="2024-01-19T14:18:02.367" v="0" actId="47"/>
        <pc:sldMkLst>
          <pc:docMk/>
          <pc:sldMk cId="1113496026" sldId="272"/>
        </pc:sldMkLst>
      </pc:sldChg>
      <pc:sldChg chg="del">
        <pc:chgData name="Kailas Lovlekar" userId="2fd52c39-4a34-4ff4-bd6d-bb07d7fb6228" providerId="ADAL" clId="{8D32FF38-0110-46E2-AAF2-413AF5D33ADE}" dt="2024-01-19T14:18:02.367" v="0" actId="47"/>
        <pc:sldMkLst>
          <pc:docMk/>
          <pc:sldMk cId="2115678983" sldId="274"/>
        </pc:sldMkLst>
      </pc:sldChg>
      <pc:sldChg chg="del">
        <pc:chgData name="Kailas Lovlekar" userId="2fd52c39-4a34-4ff4-bd6d-bb07d7fb6228" providerId="ADAL" clId="{8D32FF38-0110-46E2-AAF2-413AF5D33ADE}" dt="2024-01-19T14:18:02.367" v="0" actId="47"/>
        <pc:sldMkLst>
          <pc:docMk/>
          <pc:sldMk cId="3052523209" sldId="276"/>
        </pc:sldMkLst>
      </pc:sldChg>
      <pc:sldChg chg="del">
        <pc:chgData name="Kailas Lovlekar" userId="2fd52c39-4a34-4ff4-bd6d-bb07d7fb6228" providerId="ADAL" clId="{8D32FF38-0110-46E2-AAF2-413AF5D33ADE}" dt="2024-01-19T14:18:02.367" v="0" actId="47"/>
        <pc:sldMkLst>
          <pc:docMk/>
          <pc:sldMk cId="3463683529" sldId="278"/>
        </pc:sldMkLst>
      </pc:sldChg>
      <pc:sldChg chg="del">
        <pc:chgData name="Kailas Lovlekar" userId="2fd52c39-4a34-4ff4-bd6d-bb07d7fb6228" providerId="ADAL" clId="{8D32FF38-0110-46E2-AAF2-413AF5D33ADE}" dt="2024-01-19T14:18:02.367" v="0" actId="47"/>
        <pc:sldMkLst>
          <pc:docMk/>
          <pc:sldMk cId="4220628170" sldId="279"/>
        </pc:sldMkLst>
      </pc:sldChg>
      <pc:sldChg chg="del">
        <pc:chgData name="Kailas Lovlekar" userId="2fd52c39-4a34-4ff4-bd6d-bb07d7fb6228" providerId="ADAL" clId="{8D32FF38-0110-46E2-AAF2-413AF5D33ADE}" dt="2024-01-19T14:18:02.367" v="0" actId="47"/>
        <pc:sldMkLst>
          <pc:docMk/>
          <pc:sldMk cId="3467645054" sldId="280"/>
        </pc:sldMkLst>
      </pc:sldChg>
      <pc:sldChg chg="del">
        <pc:chgData name="Kailas Lovlekar" userId="2fd52c39-4a34-4ff4-bd6d-bb07d7fb6228" providerId="ADAL" clId="{8D32FF38-0110-46E2-AAF2-413AF5D33ADE}" dt="2024-01-19T14:18:02.367" v="0" actId="47"/>
        <pc:sldMkLst>
          <pc:docMk/>
          <pc:sldMk cId="864121951" sldId="281"/>
        </pc:sldMkLst>
      </pc:sldChg>
      <pc:sldChg chg="del">
        <pc:chgData name="Kailas Lovlekar" userId="2fd52c39-4a34-4ff4-bd6d-bb07d7fb6228" providerId="ADAL" clId="{8D32FF38-0110-46E2-AAF2-413AF5D33ADE}" dt="2024-01-19T14:18:02.367" v="0" actId="47"/>
        <pc:sldMkLst>
          <pc:docMk/>
          <pc:sldMk cId="2951006448" sldId="282"/>
        </pc:sldMkLst>
      </pc:sldChg>
      <pc:sldChg chg="del">
        <pc:chgData name="Kailas Lovlekar" userId="2fd52c39-4a34-4ff4-bd6d-bb07d7fb6228" providerId="ADAL" clId="{8D32FF38-0110-46E2-AAF2-413AF5D33ADE}" dt="2024-01-19T14:18:02.367" v="0" actId="47"/>
        <pc:sldMkLst>
          <pc:docMk/>
          <pc:sldMk cId="2122978197" sldId="283"/>
        </pc:sldMkLst>
      </pc:sldChg>
      <pc:sldChg chg="del">
        <pc:chgData name="Kailas Lovlekar" userId="2fd52c39-4a34-4ff4-bd6d-bb07d7fb6228" providerId="ADAL" clId="{8D32FF38-0110-46E2-AAF2-413AF5D33ADE}" dt="2024-01-19T14:18:02.367" v="0" actId="47"/>
        <pc:sldMkLst>
          <pc:docMk/>
          <pc:sldMk cId="2816147932" sldId="285"/>
        </pc:sldMkLst>
      </pc:sldChg>
      <pc:sldChg chg="del">
        <pc:chgData name="Kailas Lovlekar" userId="2fd52c39-4a34-4ff4-bd6d-bb07d7fb6228" providerId="ADAL" clId="{8D32FF38-0110-46E2-AAF2-413AF5D33ADE}" dt="2024-01-19T14:18:02.367" v="0" actId="47"/>
        <pc:sldMkLst>
          <pc:docMk/>
          <pc:sldMk cId="4050469980" sldId="286"/>
        </pc:sldMkLst>
      </pc:sldChg>
      <pc:sldChg chg="del">
        <pc:chgData name="Kailas Lovlekar" userId="2fd52c39-4a34-4ff4-bd6d-bb07d7fb6228" providerId="ADAL" clId="{8D32FF38-0110-46E2-AAF2-413AF5D33ADE}" dt="2024-01-19T14:18:02.367" v="0" actId="47"/>
        <pc:sldMkLst>
          <pc:docMk/>
          <pc:sldMk cId="2212674914" sldId="287"/>
        </pc:sldMkLst>
      </pc:sldChg>
      <pc:sldChg chg="del">
        <pc:chgData name="Kailas Lovlekar" userId="2fd52c39-4a34-4ff4-bd6d-bb07d7fb6228" providerId="ADAL" clId="{8D32FF38-0110-46E2-AAF2-413AF5D33ADE}" dt="2024-01-19T14:18:02.367" v="0" actId="47"/>
        <pc:sldMkLst>
          <pc:docMk/>
          <pc:sldMk cId="3684743180" sldId="288"/>
        </pc:sldMkLst>
      </pc:sldChg>
      <pc:sldChg chg="del">
        <pc:chgData name="Kailas Lovlekar" userId="2fd52c39-4a34-4ff4-bd6d-bb07d7fb6228" providerId="ADAL" clId="{8D32FF38-0110-46E2-AAF2-413AF5D33ADE}" dt="2024-01-19T14:18:02.367" v="0" actId="47"/>
        <pc:sldMkLst>
          <pc:docMk/>
          <pc:sldMk cId="3543146263" sldId="289"/>
        </pc:sldMkLst>
      </pc:sldChg>
      <pc:sldChg chg="del">
        <pc:chgData name="Kailas Lovlekar" userId="2fd52c39-4a34-4ff4-bd6d-bb07d7fb6228" providerId="ADAL" clId="{8D32FF38-0110-46E2-AAF2-413AF5D33ADE}" dt="2024-01-19T14:18:02.367" v="0" actId="47"/>
        <pc:sldMkLst>
          <pc:docMk/>
          <pc:sldMk cId="2999395659" sldId="290"/>
        </pc:sldMkLst>
      </pc:sldChg>
      <pc:sldChg chg="del">
        <pc:chgData name="Kailas Lovlekar" userId="2fd52c39-4a34-4ff4-bd6d-bb07d7fb6228" providerId="ADAL" clId="{8D32FF38-0110-46E2-AAF2-413AF5D33ADE}" dt="2024-01-19T14:18:02.367" v="0" actId="47"/>
        <pc:sldMkLst>
          <pc:docMk/>
          <pc:sldMk cId="1435791045" sldId="291"/>
        </pc:sldMkLst>
      </pc:sldChg>
      <pc:sldChg chg="modSp mod">
        <pc:chgData name="Kailas Lovlekar" userId="2fd52c39-4a34-4ff4-bd6d-bb07d7fb6228" providerId="ADAL" clId="{8D32FF38-0110-46E2-AAF2-413AF5D33ADE}" dt="2024-01-19T14:18:09.871" v="14" actId="20577"/>
        <pc:sldMkLst>
          <pc:docMk/>
          <pc:sldMk cId="291297133" sldId="299"/>
        </pc:sldMkLst>
        <pc:spChg chg="mod">
          <ac:chgData name="Kailas Lovlekar" userId="2fd52c39-4a34-4ff4-bd6d-bb07d7fb6228" providerId="ADAL" clId="{8D32FF38-0110-46E2-AAF2-413AF5D33ADE}" dt="2024-01-19T14:18:09.871" v="14" actId="20577"/>
          <ac:spMkLst>
            <pc:docMk/>
            <pc:sldMk cId="291297133" sldId="299"/>
            <ac:spMk id="109" creationId="{57BF4DA6-FC58-31F8-ED6A-481D74B1CFA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B2AB4F-A192-3545-8EF9-E325F13462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A3809840-61EB-0342-AA68-9448E55B2F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598F3BB-F397-8343-A68E-A42E99E4429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764B22-6B1C-C845-B23F-15789EB2CA1E}" type="slidenum">
              <a:rPr lang="en-US" smtClean="0"/>
              <a:t>‹#›</a:t>
            </a:fld>
            <a:endParaRPr lang="en-US"/>
          </a:p>
        </p:txBody>
      </p:sp>
    </p:spTree>
    <p:extLst>
      <p:ext uri="{BB962C8B-B14F-4D97-AF65-F5344CB8AC3E}">
        <p14:creationId xmlns:p14="http://schemas.microsoft.com/office/powerpoint/2010/main" val="31431590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E53373-5B75-441D-8C30-CC490FAE8AF3}" type="datetimeFigureOut">
              <a:rPr lang="en-ID" smtClean="0"/>
              <a:t>19/01/2024</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0E1386-84C7-46BC-A6B4-A7275175E746}" type="slidenum">
              <a:rPr lang="en-ID" smtClean="0"/>
              <a:t>‹#›</a:t>
            </a:fld>
            <a:endParaRPr lang="en-ID"/>
          </a:p>
        </p:txBody>
      </p:sp>
    </p:spTree>
    <p:extLst>
      <p:ext uri="{BB962C8B-B14F-4D97-AF65-F5344CB8AC3E}">
        <p14:creationId xmlns:p14="http://schemas.microsoft.com/office/powerpoint/2010/main" val="410166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5_Custom Layout">
    <p:bg>
      <p:bgPr>
        <a:solidFill>
          <a:schemeClr val="accent1"/>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3A35F-B170-DC08-76B4-8C0E8E70C922}"/>
              </a:ext>
            </a:extLst>
          </p:cNvPr>
          <p:cNvGrpSpPr/>
          <p:nvPr userDrawn="1"/>
        </p:nvGrpSpPr>
        <p:grpSpPr>
          <a:xfrm rot="10800000">
            <a:off x="-31750" y="1"/>
            <a:ext cx="12223750" cy="3733800"/>
            <a:chOff x="-15875" y="3124200"/>
            <a:chExt cx="12223750" cy="3733800"/>
          </a:xfrm>
        </p:grpSpPr>
        <p:grpSp>
          <p:nvGrpSpPr>
            <p:cNvPr id="18" name="Group 17">
              <a:extLst>
                <a:ext uri="{FF2B5EF4-FFF2-40B4-BE49-F238E27FC236}">
                  <a16:creationId xmlns:a16="http://schemas.microsoft.com/office/drawing/2014/main" id="{D364A168-516B-925E-8BEE-FDB83FC6437D}"/>
                </a:ext>
              </a:extLst>
            </p:cNvPr>
            <p:cNvGrpSpPr/>
            <p:nvPr/>
          </p:nvGrpSpPr>
          <p:grpSpPr>
            <a:xfrm>
              <a:off x="-15875" y="3124200"/>
              <a:ext cx="12223750" cy="3733800"/>
              <a:chOff x="247650" y="3124200"/>
              <a:chExt cx="12223750" cy="3733800"/>
            </a:xfrm>
          </p:grpSpPr>
          <p:cxnSp>
            <p:nvCxnSpPr>
              <p:cNvPr id="35" name="Straight Connector 34">
                <a:extLst>
                  <a:ext uri="{FF2B5EF4-FFF2-40B4-BE49-F238E27FC236}">
                    <a16:creationId xmlns:a16="http://schemas.microsoft.com/office/drawing/2014/main" id="{C309BF80-93AC-7566-1450-E2DD1AE6A834}"/>
                  </a:ext>
                </a:extLst>
              </p:cNvPr>
              <p:cNvCxnSpPr>
                <a:cxnSpLocks/>
              </p:cNvCxnSpPr>
              <p:nvPr/>
            </p:nvCxnSpPr>
            <p:spPr>
              <a:xfrm>
                <a:off x="24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8632DBD-87CD-65C3-1F20-35165DA659CD}"/>
                  </a:ext>
                </a:extLst>
              </p:cNvPr>
              <p:cNvCxnSpPr>
                <a:cxnSpLocks/>
              </p:cNvCxnSpPr>
              <p:nvPr/>
            </p:nvCxnSpPr>
            <p:spPr>
              <a:xfrm>
                <a:off x="46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1C125AB-F220-C9C3-5B33-D62583AAEDF5}"/>
                  </a:ext>
                </a:extLst>
              </p:cNvPr>
              <p:cNvCxnSpPr>
                <a:cxnSpLocks/>
              </p:cNvCxnSpPr>
              <p:nvPr/>
            </p:nvCxnSpPr>
            <p:spPr>
              <a:xfrm>
                <a:off x="69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D2F4893-8A45-05F6-C032-D12EBB898A0C}"/>
                  </a:ext>
                </a:extLst>
              </p:cNvPr>
              <p:cNvCxnSpPr>
                <a:cxnSpLocks/>
              </p:cNvCxnSpPr>
              <p:nvPr/>
            </p:nvCxnSpPr>
            <p:spPr>
              <a:xfrm>
                <a:off x="91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70B8AB7-E148-85E7-2463-BE7A35318DE0}"/>
                  </a:ext>
                </a:extLst>
              </p:cNvPr>
              <p:cNvCxnSpPr>
                <a:cxnSpLocks/>
              </p:cNvCxnSpPr>
              <p:nvPr/>
            </p:nvCxnSpPr>
            <p:spPr>
              <a:xfrm>
                <a:off x="113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628B065-DDBC-6F00-0BD0-3737AE13FF29}"/>
                  </a:ext>
                </a:extLst>
              </p:cNvPr>
              <p:cNvCxnSpPr>
                <a:cxnSpLocks/>
              </p:cNvCxnSpPr>
              <p:nvPr/>
            </p:nvCxnSpPr>
            <p:spPr>
              <a:xfrm>
                <a:off x="135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2D61E61-C12F-5AA8-A537-9479FA14C596}"/>
                  </a:ext>
                </a:extLst>
              </p:cNvPr>
              <p:cNvCxnSpPr>
                <a:cxnSpLocks/>
              </p:cNvCxnSpPr>
              <p:nvPr/>
            </p:nvCxnSpPr>
            <p:spPr>
              <a:xfrm>
                <a:off x="158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4B0CB0-07A8-3E90-940D-3546C2B15F7F}"/>
                  </a:ext>
                </a:extLst>
              </p:cNvPr>
              <p:cNvCxnSpPr>
                <a:cxnSpLocks/>
              </p:cNvCxnSpPr>
              <p:nvPr/>
            </p:nvCxnSpPr>
            <p:spPr>
              <a:xfrm>
                <a:off x="180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489B622-8236-8CA7-01C3-6600F81B66F1}"/>
                  </a:ext>
                </a:extLst>
              </p:cNvPr>
              <p:cNvCxnSpPr>
                <a:cxnSpLocks/>
              </p:cNvCxnSpPr>
              <p:nvPr/>
            </p:nvCxnSpPr>
            <p:spPr>
              <a:xfrm>
                <a:off x="202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BF65408-7484-E438-9239-4B5C72580388}"/>
                  </a:ext>
                </a:extLst>
              </p:cNvPr>
              <p:cNvCxnSpPr>
                <a:cxnSpLocks/>
              </p:cNvCxnSpPr>
              <p:nvPr/>
            </p:nvCxnSpPr>
            <p:spPr>
              <a:xfrm>
                <a:off x="224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A9056FA-9885-B2CE-2DF9-584E43007958}"/>
                  </a:ext>
                </a:extLst>
              </p:cNvPr>
              <p:cNvCxnSpPr>
                <a:cxnSpLocks/>
              </p:cNvCxnSpPr>
              <p:nvPr/>
            </p:nvCxnSpPr>
            <p:spPr>
              <a:xfrm>
                <a:off x="247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1965E6F-CA6C-4E90-1F5E-AA6BE143506C}"/>
                  </a:ext>
                </a:extLst>
              </p:cNvPr>
              <p:cNvCxnSpPr>
                <a:cxnSpLocks/>
              </p:cNvCxnSpPr>
              <p:nvPr/>
            </p:nvCxnSpPr>
            <p:spPr>
              <a:xfrm>
                <a:off x="269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94A6939-12A2-734A-6FA9-92F476600949}"/>
                  </a:ext>
                </a:extLst>
              </p:cNvPr>
              <p:cNvCxnSpPr>
                <a:cxnSpLocks/>
              </p:cNvCxnSpPr>
              <p:nvPr/>
            </p:nvCxnSpPr>
            <p:spPr>
              <a:xfrm>
                <a:off x="291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2185CC5-8D4C-D1B3-4CCB-E74F8CA81579}"/>
                  </a:ext>
                </a:extLst>
              </p:cNvPr>
              <p:cNvCxnSpPr>
                <a:cxnSpLocks/>
              </p:cNvCxnSpPr>
              <p:nvPr/>
            </p:nvCxnSpPr>
            <p:spPr>
              <a:xfrm>
                <a:off x="313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E783A9C-6AAE-6F48-56D5-455B74716E75}"/>
                  </a:ext>
                </a:extLst>
              </p:cNvPr>
              <p:cNvCxnSpPr>
                <a:cxnSpLocks/>
              </p:cNvCxnSpPr>
              <p:nvPr/>
            </p:nvCxnSpPr>
            <p:spPr>
              <a:xfrm>
                <a:off x="335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3748B67-56B4-4598-A43F-CA62B4E4823B}"/>
                  </a:ext>
                </a:extLst>
              </p:cNvPr>
              <p:cNvCxnSpPr>
                <a:cxnSpLocks/>
              </p:cNvCxnSpPr>
              <p:nvPr/>
            </p:nvCxnSpPr>
            <p:spPr>
              <a:xfrm>
                <a:off x="358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C8376D3-AA34-3BCE-48D3-AC65F805A9FF}"/>
                  </a:ext>
                </a:extLst>
              </p:cNvPr>
              <p:cNvCxnSpPr>
                <a:cxnSpLocks/>
              </p:cNvCxnSpPr>
              <p:nvPr/>
            </p:nvCxnSpPr>
            <p:spPr>
              <a:xfrm>
                <a:off x="3803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23446B2-DE84-1580-364A-3D9F9C6691D5}"/>
                  </a:ext>
                </a:extLst>
              </p:cNvPr>
              <p:cNvCxnSpPr>
                <a:cxnSpLocks/>
              </p:cNvCxnSpPr>
              <p:nvPr/>
            </p:nvCxnSpPr>
            <p:spPr>
              <a:xfrm>
                <a:off x="4025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DA31A11-1CD3-8DD9-47C9-46205A65BC9B}"/>
                  </a:ext>
                </a:extLst>
              </p:cNvPr>
              <p:cNvCxnSpPr>
                <a:cxnSpLocks/>
              </p:cNvCxnSpPr>
              <p:nvPr/>
            </p:nvCxnSpPr>
            <p:spPr>
              <a:xfrm>
                <a:off x="4248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6784CFB-EDDC-F411-587C-2722D67DDE55}"/>
                  </a:ext>
                </a:extLst>
              </p:cNvPr>
              <p:cNvCxnSpPr>
                <a:cxnSpLocks/>
              </p:cNvCxnSpPr>
              <p:nvPr/>
            </p:nvCxnSpPr>
            <p:spPr>
              <a:xfrm>
                <a:off x="4470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3E20A9E-281C-F575-26C7-DB8B98282F51}"/>
                  </a:ext>
                </a:extLst>
              </p:cNvPr>
              <p:cNvCxnSpPr>
                <a:cxnSpLocks/>
              </p:cNvCxnSpPr>
              <p:nvPr/>
            </p:nvCxnSpPr>
            <p:spPr>
              <a:xfrm>
                <a:off x="4692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A520F65-A3BE-FE13-5776-D924FB36BD18}"/>
                  </a:ext>
                </a:extLst>
              </p:cNvPr>
              <p:cNvCxnSpPr>
                <a:cxnSpLocks/>
              </p:cNvCxnSpPr>
              <p:nvPr/>
            </p:nvCxnSpPr>
            <p:spPr>
              <a:xfrm>
                <a:off x="4914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5F59347-0D5A-0A57-099D-E9A2FDCCCC18}"/>
                  </a:ext>
                </a:extLst>
              </p:cNvPr>
              <p:cNvCxnSpPr>
                <a:cxnSpLocks/>
              </p:cNvCxnSpPr>
              <p:nvPr/>
            </p:nvCxnSpPr>
            <p:spPr>
              <a:xfrm>
                <a:off x="5137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59C761B-6D84-ABE2-5D3C-B24759A6BA21}"/>
                  </a:ext>
                </a:extLst>
              </p:cNvPr>
              <p:cNvCxnSpPr>
                <a:cxnSpLocks/>
              </p:cNvCxnSpPr>
              <p:nvPr/>
            </p:nvCxnSpPr>
            <p:spPr>
              <a:xfrm>
                <a:off x="5359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8B7D18E-612C-3979-667A-A9D85E76BF52}"/>
                  </a:ext>
                </a:extLst>
              </p:cNvPr>
              <p:cNvCxnSpPr>
                <a:cxnSpLocks/>
              </p:cNvCxnSpPr>
              <p:nvPr/>
            </p:nvCxnSpPr>
            <p:spPr>
              <a:xfrm>
                <a:off x="5581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7EFA5EF-515F-862C-DA67-BCEEFD08FBE3}"/>
                  </a:ext>
                </a:extLst>
              </p:cNvPr>
              <p:cNvCxnSpPr>
                <a:cxnSpLocks/>
              </p:cNvCxnSpPr>
              <p:nvPr/>
            </p:nvCxnSpPr>
            <p:spPr>
              <a:xfrm>
                <a:off x="5803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AFF9189-C997-2D3D-6F43-6880B31C8D5F}"/>
                  </a:ext>
                </a:extLst>
              </p:cNvPr>
              <p:cNvCxnSpPr>
                <a:cxnSpLocks/>
              </p:cNvCxnSpPr>
              <p:nvPr/>
            </p:nvCxnSpPr>
            <p:spPr>
              <a:xfrm>
                <a:off x="6026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2E9275C-B651-C82B-E07C-1E3FE832F01F}"/>
                  </a:ext>
                </a:extLst>
              </p:cNvPr>
              <p:cNvCxnSpPr>
                <a:cxnSpLocks/>
              </p:cNvCxnSpPr>
              <p:nvPr/>
            </p:nvCxnSpPr>
            <p:spPr>
              <a:xfrm>
                <a:off x="6248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153F11D-8555-FB70-CDCE-660FF36147C6}"/>
                  </a:ext>
                </a:extLst>
              </p:cNvPr>
              <p:cNvCxnSpPr>
                <a:cxnSpLocks/>
              </p:cNvCxnSpPr>
              <p:nvPr/>
            </p:nvCxnSpPr>
            <p:spPr>
              <a:xfrm>
                <a:off x="6470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667E93A-B76B-E62C-7BAA-91186018F593}"/>
                  </a:ext>
                </a:extLst>
              </p:cNvPr>
              <p:cNvCxnSpPr>
                <a:cxnSpLocks/>
              </p:cNvCxnSpPr>
              <p:nvPr/>
            </p:nvCxnSpPr>
            <p:spPr>
              <a:xfrm>
                <a:off x="6692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025EA23-D543-12DE-E808-8B9F9431F9FB}"/>
                  </a:ext>
                </a:extLst>
              </p:cNvPr>
              <p:cNvCxnSpPr>
                <a:cxnSpLocks/>
              </p:cNvCxnSpPr>
              <p:nvPr/>
            </p:nvCxnSpPr>
            <p:spPr>
              <a:xfrm>
                <a:off x="6915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A355FE2-F89C-6CCF-F450-F48B8082FF3B}"/>
                  </a:ext>
                </a:extLst>
              </p:cNvPr>
              <p:cNvCxnSpPr>
                <a:cxnSpLocks/>
              </p:cNvCxnSpPr>
              <p:nvPr/>
            </p:nvCxnSpPr>
            <p:spPr>
              <a:xfrm>
                <a:off x="7137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E74DCD8-1D9D-E5DB-B742-F275C9EF29FE}"/>
                  </a:ext>
                </a:extLst>
              </p:cNvPr>
              <p:cNvCxnSpPr>
                <a:cxnSpLocks/>
              </p:cNvCxnSpPr>
              <p:nvPr/>
            </p:nvCxnSpPr>
            <p:spPr>
              <a:xfrm>
                <a:off x="7359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0C9A727-8DFE-8033-75D6-E885E338FAA9}"/>
                  </a:ext>
                </a:extLst>
              </p:cNvPr>
              <p:cNvCxnSpPr>
                <a:cxnSpLocks/>
              </p:cNvCxnSpPr>
              <p:nvPr/>
            </p:nvCxnSpPr>
            <p:spPr>
              <a:xfrm>
                <a:off x="7581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C5DB4B3-79AC-AD3D-2DD6-5D7246D5E804}"/>
                  </a:ext>
                </a:extLst>
              </p:cNvPr>
              <p:cNvCxnSpPr>
                <a:cxnSpLocks/>
              </p:cNvCxnSpPr>
              <p:nvPr/>
            </p:nvCxnSpPr>
            <p:spPr>
              <a:xfrm>
                <a:off x="7804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A669D9A-6164-5316-2C21-6A7695966B38}"/>
                  </a:ext>
                </a:extLst>
              </p:cNvPr>
              <p:cNvCxnSpPr>
                <a:cxnSpLocks/>
              </p:cNvCxnSpPr>
              <p:nvPr/>
            </p:nvCxnSpPr>
            <p:spPr>
              <a:xfrm>
                <a:off x="8026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E7BA29B-B70A-C527-996F-FE672BB9FF75}"/>
                  </a:ext>
                </a:extLst>
              </p:cNvPr>
              <p:cNvCxnSpPr>
                <a:cxnSpLocks/>
              </p:cNvCxnSpPr>
              <p:nvPr/>
            </p:nvCxnSpPr>
            <p:spPr>
              <a:xfrm>
                <a:off x="8248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DD3D8C0-64AB-422B-E38C-02A1186260D0}"/>
                  </a:ext>
                </a:extLst>
              </p:cNvPr>
              <p:cNvCxnSpPr>
                <a:cxnSpLocks/>
              </p:cNvCxnSpPr>
              <p:nvPr/>
            </p:nvCxnSpPr>
            <p:spPr>
              <a:xfrm>
                <a:off x="8470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FAD98A6-7FCD-2360-C467-C4DB41413649}"/>
                  </a:ext>
                </a:extLst>
              </p:cNvPr>
              <p:cNvCxnSpPr>
                <a:cxnSpLocks/>
              </p:cNvCxnSpPr>
              <p:nvPr/>
            </p:nvCxnSpPr>
            <p:spPr>
              <a:xfrm>
                <a:off x="8693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5EC6BE1-EDDD-2301-3FFA-EA858CE37FAD}"/>
                  </a:ext>
                </a:extLst>
              </p:cNvPr>
              <p:cNvCxnSpPr>
                <a:cxnSpLocks/>
              </p:cNvCxnSpPr>
              <p:nvPr/>
            </p:nvCxnSpPr>
            <p:spPr>
              <a:xfrm>
                <a:off x="8915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26119A6-0BD0-A291-DE2C-35AE89ABA4BA}"/>
                  </a:ext>
                </a:extLst>
              </p:cNvPr>
              <p:cNvCxnSpPr>
                <a:cxnSpLocks/>
              </p:cNvCxnSpPr>
              <p:nvPr/>
            </p:nvCxnSpPr>
            <p:spPr>
              <a:xfrm>
                <a:off x="913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A899546-C22F-5D70-7923-9CEDEE44DD0F}"/>
                  </a:ext>
                </a:extLst>
              </p:cNvPr>
              <p:cNvCxnSpPr>
                <a:cxnSpLocks/>
              </p:cNvCxnSpPr>
              <p:nvPr/>
            </p:nvCxnSpPr>
            <p:spPr>
              <a:xfrm>
                <a:off x="935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A83CD96-7DAF-7985-FFC7-24B2E73EB1E0}"/>
                  </a:ext>
                </a:extLst>
              </p:cNvPr>
              <p:cNvCxnSpPr>
                <a:cxnSpLocks/>
              </p:cNvCxnSpPr>
              <p:nvPr/>
            </p:nvCxnSpPr>
            <p:spPr>
              <a:xfrm>
                <a:off x="958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AD5D0DF-36CC-167C-FE15-511E1D174641}"/>
                  </a:ext>
                </a:extLst>
              </p:cNvPr>
              <p:cNvCxnSpPr>
                <a:cxnSpLocks/>
              </p:cNvCxnSpPr>
              <p:nvPr/>
            </p:nvCxnSpPr>
            <p:spPr>
              <a:xfrm>
                <a:off x="980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E113469-2DDE-6183-94C9-8C84CE8D333A}"/>
                  </a:ext>
                </a:extLst>
              </p:cNvPr>
              <p:cNvCxnSpPr>
                <a:cxnSpLocks/>
              </p:cNvCxnSpPr>
              <p:nvPr/>
            </p:nvCxnSpPr>
            <p:spPr>
              <a:xfrm>
                <a:off x="1002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379378A6-FFA5-0ABA-C4E6-320ECE6D0D2F}"/>
                  </a:ext>
                </a:extLst>
              </p:cNvPr>
              <p:cNvCxnSpPr>
                <a:cxnSpLocks/>
              </p:cNvCxnSpPr>
              <p:nvPr/>
            </p:nvCxnSpPr>
            <p:spPr>
              <a:xfrm>
                <a:off x="1024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E8AD07A8-ABA5-69D0-C0EB-A4579843E769}"/>
                  </a:ext>
                </a:extLst>
              </p:cNvPr>
              <p:cNvCxnSpPr>
                <a:cxnSpLocks/>
              </p:cNvCxnSpPr>
              <p:nvPr/>
            </p:nvCxnSpPr>
            <p:spPr>
              <a:xfrm>
                <a:off x="1047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C8A0AD3-9877-08FE-7E72-9BFDF1755D20}"/>
                  </a:ext>
                </a:extLst>
              </p:cNvPr>
              <p:cNvCxnSpPr>
                <a:cxnSpLocks/>
              </p:cNvCxnSpPr>
              <p:nvPr/>
            </p:nvCxnSpPr>
            <p:spPr>
              <a:xfrm>
                <a:off x="1069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903A145-8BCD-8381-7EC5-CAE13C8A6B18}"/>
                  </a:ext>
                </a:extLst>
              </p:cNvPr>
              <p:cNvCxnSpPr>
                <a:cxnSpLocks/>
              </p:cNvCxnSpPr>
              <p:nvPr/>
            </p:nvCxnSpPr>
            <p:spPr>
              <a:xfrm>
                <a:off x="1091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0E2C9CC-9B47-90B6-C9D4-5DE1F5F0725B}"/>
                  </a:ext>
                </a:extLst>
              </p:cNvPr>
              <p:cNvCxnSpPr>
                <a:cxnSpLocks/>
              </p:cNvCxnSpPr>
              <p:nvPr/>
            </p:nvCxnSpPr>
            <p:spPr>
              <a:xfrm>
                <a:off x="1113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419E62F-7CCD-D2D1-9FA2-E5EA80D2B0E1}"/>
                  </a:ext>
                </a:extLst>
              </p:cNvPr>
              <p:cNvCxnSpPr>
                <a:cxnSpLocks/>
              </p:cNvCxnSpPr>
              <p:nvPr/>
            </p:nvCxnSpPr>
            <p:spPr>
              <a:xfrm>
                <a:off x="1136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4CD459D-E1F7-B423-D771-B33134699856}"/>
                  </a:ext>
                </a:extLst>
              </p:cNvPr>
              <p:cNvCxnSpPr>
                <a:cxnSpLocks/>
              </p:cNvCxnSpPr>
              <p:nvPr/>
            </p:nvCxnSpPr>
            <p:spPr>
              <a:xfrm>
                <a:off x="1158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C317B06-9951-EC47-041D-9F92269E7A70}"/>
                  </a:ext>
                </a:extLst>
              </p:cNvPr>
              <p:cNvCxnSpPr>
                <a:cxnSpLocks/>
              </p:cNvCxnSpPr>
              <p:nvPr/>
            </p:nvCxnSpPr>
            <p:spPr>
              <a:xfrm>
                <a:off x="1180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293F218-5981-4401-72D6-80BDAD0961F6}"/>
                  </a:ext>
                </a:extLst>
              </p:cNvPr>
              <p:cNvCxnSpPr>
                <a:cxnSpLocks/>
              </p:cNvCxnSpPr>
              <p:nvPr/>
            </p:nvCxnSpPr>
            <p:spPr>
              <a:xfrm>
                <a:off x="1202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F77132C-243B-0B6A-BFC7-FBBD63B3B5CB}"/>
                  </a:ext>
                </a:extLst>
              </p:cNvPr>
              <p:cNvCxnSpPr>
                <a:cxnSpLocks/>
              </p:cNvCxnSpPr>
              <p:nvPr/>
            </p:nvCxnSpPr>
            <p:spPr>
              <a:xfrm>
                <a:off x="1224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48D33FB-AB12-84A5-A464-BBA6355F6CA9}"/>
                  </a:ext>
                </a:extLst>
              </p:cNvPr>
              <p:cNvCxnSpPr>
                <a:cxnSpLocks/>
              </p:cNvCxnSpPr>
              <p:nvPr/>
            </p:nvCxnSpPr>
            <p:spPr>
              <a:xfrm>
                <a:off x="1247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BB014197-3023-93DC-CF42-DF33481C3065}"/>
                </a:ext>
              </a:extLst>
            </p:cNvPr>
            <p:cNvGrpSpPr/>
            <p:nvPr/>
          </p:nvGrpSpPr>
          <p:grpSpPr>
            <a:xfrm>
              <a:off x="-7937" y="3327400"/>
              <a:ext cx="12207875" cy="3467100"/>
              <a:chOff x="47622" y="3327400"/>
              <a:chExt cx="12207875" cy="3467100"/>
            </a:xfrm>
          </p:grpSpPr>
          <p:cxnSp>
            <p:nvCxnSpPr>
              <p:cNvPr id="20" name="Straight Connector 19">
                <a:extLst>
                  <a:ext uri="{FF2B5EF4-FFF2-40B4-BE49-F238E27FC236}">
                    <a16:creationId xmlns:a16="http://schemas.microsoft.com/office/drawing/2014/main" id="{A0891D9D-1E52-883C-A976-E7079000872D}"/>
                  </a:ext>
                </a:extLst>
              </p:cNvPr>
              <p:cNvCxnSpPr>
                <a:cxnSpLocks/>
              </p:cNvCxnSpPr>
              <p:nvPr/>
            </p:nvCxnSpPr>
            <p:spPr>
              <a:xfrm>
                <a:off x="47622" y="33274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CB8E4E7-A5CB-EFF2-565C-FE64ABFB6697}"/>
                  </a:ext>
                </a:extLst>
              </p:cNvPr>
              <p:cNvCxnSpPr>
                <a:cxnSpLocks/>
              </p:cNvCxnSpPr>
              <p:nvPr/>
            </p:nvCxnSpPr>
            <p:spPr>
              <a:xfrm>
                <a:off x="47622" y="35750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24DC9F9-BAFE-94AB-4215-7D192B924379}"/>
                  </a:ext>
                </a:extLst>
              </p:cNvPr>
              <p:cNvCxnSpPr>
                <a:cxnSpLocks/>
              </p:cNvCxnSpPr>
              <p:nvPr/>
            </p:nvCxnSpPr>
            <p:spPr>
              <a:xfrm>
                <a:off x="47622" y="38227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DCF21C0-CF9F-3F71-F64D-4E0FDEE3EF51}"/>
                  </a:ext>
                </a:extLst>
              </p:cNvPr>
              <p:cNvCxnSpPr>
                <a:cxnSpLocks/>
              </p:cNvCxnSpPr>
              <p:nvPr/>
            </p:nvCxnSpPr>
            <p:spPr>
              <a:xfrm>
                <a:off x="47622" y="40703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BA4959F-5F8D-1929-5DD5-AF445193A746}"/>
                  </a:ext>
                </a:extLst>
              </p:cNvPr>
              <p:cNvCxnSpPr>
                <a:cxnSpLocks/>
              </p:cNvCxnSpPr>
              <p:nvPr/>
            </p:nvCxnSpPr>
            <p:spPr>
              <a:xfrm>
                <a:off x="47622" y="43180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AE976C9-F50B-AC1E-EE05-9213ECB6266E}"/>
                  </a:ext>
                </a:extLst>
              </p:cNvPr>
              <p:cNvCxnSpPr>
                <a:cxnSpLocks/>
              </p:cNvCxnSpPr>
              <p:nvPr/>
            </p:nvCxnSpPr>
            <p:spPr>
              <a:xfrm>
                <a:off x="47622" y="45656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70741CB-2B6A-CC7C-8D0F-0EB519D68E45}"/>
                  </a:ext>
                </a:extLst>
              </p:cNvPr>
              <p:cNvCxnSpPr>
                <a:cxnSpLocks/>
              </p:cNvCxnSpPr>
              <p:nvPr/>
            </p:nvCxnSpPr>
            <p:spPr>
              <a:xfrm>
                <a:off x="47622" y="48133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C8E96F7-91E3-C63D-21BA-CC595A1C0E62}"/>
                  </a:ext>
                </a:extLst>
              </p:cNvPr>
              <p:cNvCxnSpPr>
                <a:cxnSpLocks/>
              </p:cNvCxnSpPr>
              <p:nvPr/>
            </p:nvCxnSpPr>
            <p:spPr>
              <a:xfrm>
                <a:off x="47622" y="50609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057407-F152-A61C-0DC7-BEDC76AD0C55}"/>
                  </a:ext>
                </a:extLst>
              </p:cNvPr>
              <p:cNvCxnSpPr>
                <a:cxnSpLocks/>
              </p:cNvCxnSpPr>
              <p:nvPr/>
            </p:nvCxnSpPr>
            <p:spPr>
              <a:xfrm>
                <a:off x="47622" y="53086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CD3225E-12D1-CF72-15F4-BA73A5D7B3DE}"/>
                  </a:ext>
                </a:extLst>
              </p:cNvPr>
              <p:cNvCxnSpPr>
                <a:cxnSpLocks/>
              </p:cNvCxnSpPr>
              <p:nvPr/>
            </p:nvCxnSpPr>
            <p:spPr>
              <a:xfrm>
                <a:off x="47622" y="55562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933D8A5-4E8E-E44D-BA36-00C19C89A26E}"/>
                  </a:ext>
                </a:extLst>
              </p:cNvPr>
              <p:cNvCxnSpPr>
                <a:cxnSpLocks/>
              </p:cNvCxnSpPr>
              <p:nvPr/>
            </p:nvCxnSpPr>
            <p:spPr>
              <a:xfrm>
                <a:off x="47622" y="58039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E53D42C-BDEE-700A-ABFA-18F0469535D9}"/>
                  </a:ext>
                </a:extLst>
              </p:cNvPr>
              <p:cNvCxnSpPr>
                <a:cxnSpLocks/>
              </p:cNvCxnSpPr>
              <p:nvPr/>
            </p:nvCxnSpPr>
            <p:spPr>
              <a:xfrm>
                <a:off x="47622" y="60515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816FEB6-59CC-0497-7EE4-A351EF95C50E}"/>
                  </a:ext>
                </a:extLst>
              </p:cNvPr>
              <p:cNvCxnSpPr>
                <a:cxnSpLocks/>
              </p:cNvCxnSpPr>
              <p:nvPr/>
            </p:nvCxnSpPr>
            <p:spPr>
              <a:xfrm>
                <a:off x="47622" y="62992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EE003B0-DF0C-1236-B839-FF9AFDC9A167}"/>
                  </a:ext>
                </a:extLst>
              </p:cNvPr>
              <p:cNvCxnSpPr>
                <a:cxnSpLocks/>
              </p:cNvCxnSpPr>
              <p:nvPr/>
            </p:nvCxnSpPr>
            <p:spPr>
              <a:xfrm>
                <a:off x="47622" y="65468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FE5C748-E67C-12EF-E8FF-A25ADD73E55D}"/>
                  </a:ext>
                </a:extLst>
              </p:cNvPr>
              <p:cNvCxnSpPr>
                <a:cxnSpLocks/>
              </p:cNvCxnSpPr>
              <p:nvPr/>
            </p:nvCxnSpPr>
            <p:spPr>
              <a:xfrm>
                <a:off x="47622" y="67945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90" name="Oval 89">
            <a:extLst>
              <a:ext uri="{FF2B5EF4-FFF2-40B4-BE49-F238E27FC236}">
                <a16:creationId xmlns:a16="http://schemas.microsoft.com/office/drawing/2014/main" id="{7BDE6B8D-FFFB-5FB1-AA59-C7E11BEFDFE0}"/>
              </a:ext>
            </a:extLst>
          </p:cNvPr>
          <p:cNvSpPr/>
          <p:nvPr userDrawn="1"/>
        </p:nvSpPr>
        <p:spPr>
          <a:xfrm>
            <a:off x="8022748" y="-2413236"/>
            <a:ext cx="6439376" cy="6439376"/>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2" name="Oval 91">
            <a:extLst>
              <a:ext uri="{FF2B5EF4-FFF2-40B4-BE49-F238E27FC236}">
                <a16:creationId xmlns:a16="http://schemas.microsoft.com/office/drawing/2014/main" id="{4F5BC6E1-A7D6-B8FC-52A9-2230C4539621}"/>
              </a:ext>
            </a:extLst>
          </p:cNvPr>
          <p:cNvSpPr/>
          <p:nvPr userDrawn="1"/>
        </p:nvSpPr>
        <p:spPr>
          <a:xfrm>
            <a:off x="-1943359" y="2768702"/>
            <a:ext cx="5575095" cy="5575095"/>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Picture Placeholder 2">
            <a:extLst>
              <a:ext uri="{FF2B5EF4-FFF2-40B4-BE49-F238E27FC236}">
                <a16:creationId xmlns:a16="http://schemas.microsoft.com/office/drawing/2014/main" id="{F2E2E2AE-70BD-1835-EF7A-4FEA5F238D6D}"/>
              </a:ext>
            </a:extLst>
          </p:cNvPr>
          <p:cNvSpPr>
            <a:spLocks noGrp="1"/>
          </p:cNvSpPr>
          <p:nvPr>
            <p:ph type="pic" sz="quarter" idx="10"/>
          </p:nvPr>
        </p:nvSpPr>
        <p:spPr>
          <a:xfrm>
            <a:off x="7505712" y="1381906"/>
            <a:ext cx="3498830" cy="4255906"/>
          </a:xfrm>
          <a:prstGeom prst="roundRect">
            <a:avLst>
              <a:gd name="adj" fmla="val 6578"/>
            </a:avLst>
          </a:prstGeom>
          <a:solidFill>
            <a:schemeClr val="bg1">
              <a:lumMod val="95000"/>
            </a:schemeClr>
          </a:solidFill>
        </p:spPr>
        <p:txBody>
          <a:bodyPr wrap="square">
            <a:noAutofit/>
          </a:bodyPr>
          <a:lstStyle>
            <a:lvl1pPr>
              <a:defRPr sz="800"/>
            </a:lvl1pPr>
          </a:lstStyle>
          <a:p>
            <a:endParaRPr lang="en-ID"/>
          </a:p>
        </p:txBody>
      </p:sp>
      <p:sp>
        <p:nvSpPr>
          <p:cNvPr id="12" name="Text Placeholder 11">
            <a:extLst>
              <a:ext uri="{FF2B5EF4-FFF2-40B4-BE49-F238E27FC236}">
                <a16:creationId xmlns:a16="http://schemas.microsoft.com/office/drawing/2014/main" id="{F99145FD-9480-01F1-86F6-7F444AA1C2D3}"/>
              </a:ext>
            </a:extLst>
          </p:cNvPr>
          <p:cNvSpPr>
            <a:spLocks noGrp="1"/>
          </p:cNvSpPr>
          <p:nvPr>
            <p:ph type="body" sz="quarter" idx="11" hasCustomPrompt="1"/>
          </p:nvPr>
        </p:nvSpPr>
        <p:spPr>
          <a:xfrm>
            <a:off x="1167440" y="2090058"/>
            <a:ext cx="3929174" cy="2997245"/>
          </a:xfrm>
          <a:custGeom>
            <a:avLst/>
            <a:gdLst>
              <a:gd name="connsiteX0" fmla="*/ 0 w 3929174"/>
              <a:gd name="connsiteY0" fmla="*/ 0 h 2800767"/>
              <a:gd name="connsiteX1" fmla="*/ 3929174 w 3929174"/>
              <a:gd name="connsiteY1" fmla="*/ 0 h 2800767"/>
              <a:gd name="connsiteX2" fmla="*/ 3929174 w 3929174"/>
              <a:gd name="connsiteY2" fmla="*/ 2800767 h 2800767"/>
              <a:gd name="connsiteX3" fmla="*/ 0 w 3929174"/>
              <a:gd name="connsiteY3" fmla="*/ 2800767 h 2800767"/>
            </a:gdLst>
            <a:ahLst/>
            <a:cxnLst>
              <a:cxn ang="0">
                <a:pos x="connsiteX0" y="connsiteY0"/>
              </a:cxn>
              <a:cxn ang="0">
                <a:pos x="connsiteX1" y="connsiteY1"/>
              </a:cxn>
              <a:cxn ang="0">
                <a:pos x="connsiteX2" y="connsiteY2"/>
              </a:cxn>
              <a:cxn ang="0">
                <a:pos x="connsiteX3" y="connsiteY3"/>
              </a:cxn>
            </a:cxnLst>
            <a:rect l="l" t="t" r="r" b="b"/>
            <a:pathLst>
              <a:path w="3929174" h="2800767">
                <a:moveTo>
                  <a:pt x="0" y="0"/>
                </a:moveTo>
                <a:lnTo>
                  <a:pt x="3929174" y="0"/>
                </a:lnTo>
                <a:lnTo>
                  <a:pt x="3929174" y="2800767"/>
                </a:lnTo>
                <a:lnTo>
                  <a:pt x="0" y="2800767"/>
                </a:lnTo>
                <a:close/>
              </a:path>
            </a:pathLst>
          </a:custGeom>
        </p:spPr>
        <p:txBody>
          <a:bodyPr wrap="square">
            <a:noAutofit/>
          </a:bodyPr>
          <a:lstStyle>
            <a:lvl1pPr marL="0" indent="0">
              <a:lnSpc>
                <a:spcPct val="100000"/>
              </a:lnSpc>
              <a:buNone/>
              <a:defRPr sz="4400" b="1">
                <a:solidFill>
                  <a:schemeClr val="bg1"/>
                </a:solidFill>
                <a:latin typeface="+mj-lt"/>
              </a:defRPr>
            </a:lvl1pPr>
          </a:lstStyle>
          <a:p>
            <a:pPr lvl="0"/>
            <a:r>
              <a:rPr lang="en-ID"/>
              <a:t>TITLE HERE</a:t>
            </a:r>
          </a:p>
        </p:txBody>
      </p:sp>
      <p:sp>
        <p:nvSpPr>
          <p:cNvPr id="14" name="Text Placeholder 13">
            <a:extLst>
              <a:ext uri="{FF2B5EF4-FFF2-40B4-BE49-F238E27FC236}">
                <a16:creationId xmlns:a16="http://schemas.microsoft.com/office/drawing/2014/main" id="{C31BDFFA-ABE2-874C-3916-13025CEC94FB}"/>
              </a:ext>
            </a:extLst>
          </p:cNvPr>
          <p:cNvSpPr>
            <a:spLocks noGrp="1"/>
          </p:cNvSpPr>
          <p:nvPr>
            <p:ph type="body" sz="quarter" idx="12" hasCustomPrompt="1"/>
          </p:nvPr>
        </p:nvSpPr>
        <p:spPr>
          <a:xfrm>
            <a:off x="1677808" y="5174388"/>
            <a:ext cx="2102642" cy="307777"/>
          </a:xfrm>
          <a:custGeom>
            <a:avLst/>
            <a:gdLst>
              <a:gd name="connsiteX0" fmla="*/ 0 w 2102642"/>
              <a:gd name="connsiteY0" fmla="*/ 0 h 307777"/>
              <a:gd name="connsiteX1" fmla="*/ 2102642 w 2102642"/>
              <a:gd name="connsiteY1" fmla="*/ 0 h 307777"/>
              <a:gd name="connsiteX2" fmla="*/ 2102642 w 2102642"/>
              <a:gd name="connsiteY2" fmla="*/ 307777 h 307777"/>
              <a:gd name="connsiteX3" fmla="*/ 0 w 210264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02642" h="307777">
                <a:moveTo>
                  <a:pt x="0" y="0"/>
                </a:moveTo>
                <a:lnTo>
                  <a:pt x="2102642" y="0"/>
                </a:lnTo>
                <a:lnTo>
                  <a:pt x="2102642" y="307777"/>
                </a:lnTo>
                <a:lnTo>
                  <a:pt x="0" y="307777"/>
                </a:lnTo>
                <a:close/>
              </a:path>
            </a:pathLst>
          </a:custGeom>
        </p:spPr>
        <p:txBody>
          <a:bodyPr wrap="square">
            <a:noAutofit/>
          </a:bodyPr>
          <a:lstStyle>
            <a:lvl1pPr marL="0" indent="0">
              <a:lnSpc>
                <a:spcPct val="100000"/>
              </a:lnSpc>
              <a:buNone/>
              <a:defRPr sz="1400" b="0">
                <a:solidFill>
                  <a:schemeClr val="bg1"/>
                </a:solidFill>
                <a:latin typeface="+mn-lt"/>
              </a:defRPr>
            </a:lvl1pPr>
          </a:lstStyle>
          <a:p>
            <a:pPr lvl="0"/>
            <a:r>
              <a:rPr lang="en-ID"/>
              <a:t>Subtitle Here</a:t>
            </a:r>
          </a:p>
        </p:txBody>
      </p:sp>
      <p:sp>
        <p:nvSpPr>
          <p:cNvPr id="16" name="Text Placeholder 15">
            <a:extLst>
              <a:ext uri="{FF2B5EF4-FFF2-40B4-BE49-F238E27FC236}">
                <a16:creationId xmlns:a16="http://schemas.microsoft.com/office/drawing/2014/main" id="{81D868FB-CFBA-288F-2F4D-B4965040AEA2}"/>
              </a:ext>
            </a:extLst>
          </p:cNvPr>
          <p:cNvSpPr>
            <a:spLocks noGrp="1"/>
          </p:cNvSpPr>
          <p:nvPr>
            <p:ph type="body" sz="quarter" idx="13" hasCustomPrompt="1"/>
          </p:nvPr>
        </p:nvSpPr>
        <p:spPr>
          <a:xfrm>
            <a:off x="6516856" y="4140435"/>
            <a:ext cx="1825298" cy="1077218"/>
          </a:xfrm>
          <a:custGeom>
            <a:avLst/>
            <a:gdLst>
              <a:gd name="connsiteX0" fmla="*/ 0 w 1825298"/>
              <a:gd name="connsiteY0" fmla="*/ 0 h 1077218"/>
              <a:gd name="connsiteX1" fmla="*/ 1825298 w 1825298"/>
              <a:gd name="connsiteY1" fmla="*/ 0 h 1077218"/>
              <a:gd name="connsiteX2" fmla="*/ 1825298 w 1825298"/>
              <a:gd name="connsiteY2" fmla="*/ 1077218 h 1077218"/>
              <a:gd name="connsiteX3" fmla="*/ 0 w 1825298"/>
              <a:gd name="connsiteY3" fmla="*/ 1077218 h 1077218"/>
            </a:gdLst>
            <a:ahLst/>
            <a:cxnLst>
              <a:cxn ang="0">
                <a:pos x="connsiteX0" y="connsiteY0"/>
              </a:cxn>
              <a:cxn ang="0">
                <a:pos x="connsiteX1" y="connsiteY1"/>
              </a:cxn>
              <a:cxn ang="0">
                <a:pos x="connsiteX2" y="connsiteY2"/>
              </a:cxn>
              <a:cxn ang="0">
                <a:pos x="connsiteX3" y="connsiteY3"/>
              </a:cxn>
            </a:cxnLst>
            <a:rect l="l" t="t" r="r" b="b"/>
            <a:pathLst>
              <a:path w="1825298" h="1077218">
                <a:moveTo>
                  <a:pt x="0" y="0"/>
                </a:moveTo>
                <a:lnTo>
                  <a:pt x="1825298" y="0"/>
                </a:lnTo>
                <a:lnTo>
                  <a:pt x="1825298" y="1077218"/>
                </a:lnTo>
                <a:lnTo>
                  <a:pt x="0" y="1077218"/>
                </a:lnTo>
                <a:close/>
              </a:path>
            </a:pathLst>
          </a:custGeom>
        </p:spPr>
        <p:txBody>
          <a:bodyPr wrap="square">
            <a:noAutofit/>
          </a:bodyPr>
          <a:lstStyle>
            <a:lvl1pPr marL="0" indent="0">
              <a:lnSpc>
                <a:spcPct val="100000"/>
              </a:lnSpc>
              <a:buNone/>
              <a:defRPr sz="1600" b="1">
                <a:solidFill>
                  <a:schemeClr val="bg1"/>
                </a:solidFill>
                <a:latin typeface="+mj-lt"/>
              </a:defRPr>
            </a:lvl1pPr>
          </a:lstStyle>
          <a:p>
            <a:pPr lvl="0"/>
            <a:r>
              <a:rPr lang="en-ID"/>
              <a:t>Descrition Here</a:t>
            </a:r>
          </a:p>
        </p:txBody>
      </p:sp>
    </p:spTree>
    <p:extLst>
      <p:ext uri="{BB962C8B-B14F-4D97-AF65-F5344CB8AC3E}">
        <p14:creationId xmlns:p14="http://schemas.microsoft.com/office/powerpoint/2010/main" val="2526198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5C6B3A64-B7FD-DCB1-CA9F-AA3C8AC1E410}"/>
              </a:ext>
            </a:extLst>
          </p:cNvPr>
          <p:cNvSpPr/>
          <p:nvPr userDrawn="1"/>
        </p:nvSpPr>
        <p:spPr>
          <a:xfrm>
            <a:off x="2313033" y="5352143"/>
            <a:ext cx="3755933" cy="3755933"/>
          </a:xfrm>
          <a:prstGeom prst="ellipse">
            <a:avLst/>
          </a:prstGeom>
          <a:solidFill>
            <a:schemeClr val="accent2">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0" name="Oval 49">
            <a:extLst>
              <a:ext uri="{FF2B5EF4-FFF2-40B4-BE49-F238E27FC236}">
                <a16:creationId xmlns:a16="http://schemas.microsoft.com/office/drawing/2014/main" id="{8CA27F7E-76B3-12BF-B0AC-4B195C092925}"/>
              </a:ext>
            </a:extLst>
          </p:cNvPr>
          <p:cNvSpPr/>
          <p:nvPr userDrawn="1"/>
        </p:nvSpPr>
        <p:spPr>
          <a:xfrm>
            <a:off x="-2399466" y="-226241"/>
            <a:ext cx="3875186" cy="3875184"/>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51" name="Group 50">
            <a:extLst>
              <a:ext uri="{FF2B5EF4-FFF2-40B4-BE49-F238E27FC236}">
                <a16:creationId xmlns:a16="http://schemas.microsoft.com/office/drawing/2014/main" id="{3449B918-4381-7FE4-B009-5C4FE823B029}"/>
              </a:ext>
            </a:extLst>
          </p:cNvPr>
          <p:cNvGrpSpPr/>
          <p:nvPr userDrawn="1"/>
        </p:nvGrpSpPr>
        <p:grpSpPr>
          <a:xfrm rot="10800000">
            <a:off x="-31750" y="1"/>
            <a:ext cx="12223750" cy="3733800"/>
            <a:chOff x="-15875" y="3124200"/>
            <a:chExt cx="12223750" cy="3733800"/>
          </a:xfrm>
        </p:grpSpPr>
        <p:grpSp>
          <p:nvGrpSpPr>
            <p:cNvPr id="52" name="Group 51">
              <a:extLst>
                <a:ext uri="{FF2B5EF4-FFF2-40B4-BE49-F238E27FC236}">
                  <a16:creationId xmlns:a16="http://schemas.microsoft.com/office/drawing/2014/main" id="{889D1EF8-6C83-DF8B-F2E3-E5DA3CF7B5DB}"/>
                </a:ext>
              </a:extLst>
            </p:cNvPr>
            <p:cNvGrpSpPr/>
            <p:nvPr/>
          </p:nvGrpSpPr>
          <p:grpSpPr>
            <a:xfrm>
              <a:off x="-15875" y="3124200"/>
              <a:ext cx="12223750" cy="3733800"/>
              <a:chOff x="247650" y="3124200"/>
              <a:chExt cx="12223750" cy="3733800"/>
            </a:xfrm>
          </p:grpSpPr>
          <p:cxnSp>
            <p:nvCxnSpPr>
              <p:cNvPr id="69" name="Straight Connector 68">
                <a:extLst>
                  <a:ext uri="{FF2B5EF4-FFF2-40B4-BE49-F238E27FC236}">
                    <a16:creationId xmlns:a16="http://schemas.microsoft.com/office/drawing/2014/main" id="{C07D9EEB-3E5B-5507-AF3C-A6272BB0719D}"/>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BCB156E-FE48-55AF-8E2E-7E2B009A6359}"/>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7CA1031-E35B-6877-6FC6-8F709191BC72}"/>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C791214-580C-A26F-5903-0552032A5CD9}"/>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076BEA2-CCA3-2AEE-4A29-2C3AC68E7801}"/>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B9D0D9F-FB4E-A241-EBD9-0F83190DA4F0}"/>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7442769A-DC28-86D2-D506-13BF44BB17E2}"/>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62D325B-3F15-35C3-BC70-80821AB56132}"/>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34F5D6A-28E0-1B9D-34D7-691A5AD94D09}"/>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5A9EB75-7EA0-CDA7-31DB-9140886DE6A5}"/>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B699EE6-5E21-7EF6-844A-8F226181E273}"/>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6EE2C0D-28E6-7FE4-6D23-D0D48AC04D0F}"/>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B5F2DA2-8411-654F-E4F6-EEFC86CD77EC}"/>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1CA56C7-9643-B79F-F694-41B8900E2AEC}"/>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355C717-52AC-7FDB-978E-BB205B0793F1}"/>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A3BA44E-0FDB-FA63-619B-36518CAEEF67}"/>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79E8C8E-7B86-6975-A17B-169C2659E9C2}"/>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322515CB-B348-6BB6-4A06-498BB0155056}"/>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D68F8CC-4967-850F-0998-45E5B5638421}"/>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791D564-40E1-1ED6-0C28-33B558ADB362}"/>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BA85A0C-E18E-8A81-D9FF-9AAF13330BCF}"/>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F85F72BC-7402-CF31-F825-3A24F0A2F01B}"/>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91EA8683-CDA9-66BD-525E-92127233606C}"/>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6174BB2-98DE-E210-B4A2-72398E5211F5}"/>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4A5331B-555C-B0BE-6CBC-E49D5CABC46D}"/>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A8F3906-415C-85D3-19AA-CDF0F8ACD9DA}"/>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BFBD4F2C-F257-4CF8-0322-C912BF3FAAC9}"/>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CDEAC46-864E-D88E-437A-E78CB4C97BDC}"/>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DB4F42AF-5206-F704-F75A-B23C25ACC470}"/>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6AA1A473-F209-964C-7BB8-1064A6A68552}"/>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2D19F75-6AD5-6B9E-34BD-F21DE393BD5A}"/>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0E6B68B4-BA47-3A70-96FB-468EEBC2AB8A}"/>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9E7EA65-E0D0-142B-54DD-8455FEB61A2B}"/>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60930066-45D5-92A9-F323-2D0FB9AA6358}"/>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6D16F9E-3731-2FBD-E706-D5D83B5C8B13}"/>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BDA19F9-4440-E348-BB7A-077FFCEC9902}"/>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C5840528-D8E9-7ABD-B9EF-96D7F1D20856}"/>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6C17DAB9-159F-BA47-AE6D-C59B99B2AE7D}"/>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9B1478BD-B1C3-0EA1-2CB6-3CED1729DFFC}"/>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FC473EC-5DAC-8479-B5B2-F3CF0A8394C5}"/>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DFACDC6C-FA4A-CA4D-B881-6E82C3FD5D3D}"/>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6A4DA61-B188-5851-B8D1-67E4D4985F53}"/>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EAA20138-137D-542F-986D-6562D51349FC}"/>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D74D602-39C8-5139-17E6-DC004C4889CC}"/>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13A072A-6EC6-36D3-9FF7-7F33E2AD6E79}"/>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873DC51D-8390-0E19-4AC0-C90DCB95EDCF}"/>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D75135FA-996E-54DD-9871-227F1DAC4BA1}"/>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6E05499A-EAD9-96B5-DA1C-8D701EC382CD}"/>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143DF1F-792A-AB4F-44A8-0B2B7A5C0318}"/>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2D65D552-B184-5B15-5809-60C545100BCA}"/>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C4A22A23-03D0-1DE2-60BC-23F22D4C99E7}"/>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2D109026-7F0B-AAC1-A0C8-6098CD57E373}"/>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EC34FAC-B1BF-44F8-C452-B57693B13FFB}"/>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3BE7312-FED7-2B4E-A136-A1981D9253DE}"/>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F9F79622-1138-DF19-3B29-CA71DA9F9E39}"/>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E5FE7737-C2C5-0EB4-184D-AFC82B74B72F}"/>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1E5BF3B9-93F1-0FBE-5D49-CE053AF95F83}"/>
                </a:ext>
              </a:extLst>
            </p:cNvPr>
            <p:cNvGrpSpPr/>
            <p:nvPr/>
          </p:nvGrpSpPr>
          <p:grpSpPr>
            <a:xfrm>
              <a:off x="-7937" y="3327400"/>
              <a:ext cx="12207875" cy="3467100"/>
              <a:chOff x="47622" y="3327400"/>
              <a:chExt cx="12207875" cy="3467100"/>
            </a:xfrm>
          </p:grpSpPr>
          <p:cxnSp>
            <p:nvCxnSpPr>
              <p:cNvPr id="54" name="Straight Connector 53">
                <a:extLst>
                  <a:ext uri="{FF2B5EF4-FFF2-40B4-BE49-F238E27FC236}">
                    <a16:creationId xmlns:a16="http://schemas.microsoft.com/office/drawing/2014/main" id="{E5A20C95-8985-F395-B343-520F4436A9EE}"/>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1537242-9FCD-BE18-7924-FEAE860DA13F}"/>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D888F2E-0382-CB31-3333-B88D44E31227}"/>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DF3D3E2-6A15-F20A-E7C7-514A1663E8C4}"/>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3D992B3-8916-6223-5866-3762470A63EA}"/>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0598C25-2241-6EEA-F792-A035167C4144}"/>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DB10A16-3262-7109-A0B1-17090DB1BCD1}"/>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C1C33D1-04C6-40A4-5C87-D3F3EEEC38E9}"/>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6DDF8B8-A838-C1C8-29B4-912274BE0FC6}"/>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DD64695-A29B-F430-3893-300FDFB45ED2}"/>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2579F20-22CB-1625-3DE7-5CA5788C8747}"/>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90453B7-DDB2-E842-1A30-EA0B7B92E310}"/>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611EB6E-6BF3-7C7A-B981-9EB0EAD17C75}"/>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868FBF9-22F7-481E-5503-5C049DECBDAC}"/>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A762F73-96E8-E346-94A5-6DDECF4B5AE7}"/>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4" name="Picture Placeholder 3">
            <a:extLst>
              <a:ext uri="{FF2B5EF4-FFF2-40B4-BE49-F238E27FC236}">
                <a16:creationId xmlns:a16="http://schemas.microsoft.com/office/drawing/2014/main" id="{EFF1C933-4974-E076-09D2-08E426A3A90F}"/>
              </a:ext>
            </a:extLst>
          </p:cNvPr>
          <p:cNvSpPr>
            <a:spLocks noGrp="1"/>
          </p:cNvSpPr>
          <p:nvPr>
            <p:ph type="pic" sz="quarter" idx="10"/>
          </p:nvPr>
        </p:nvSpPr>
        <p:spPr>
          <a:xfrm>
            <a:off x="8296274" y="-1"/>
            <a:ext cx="3895727" cy="4348311"/>
          </a:xfrm>
          <a:custGeom>
            <a:avLst/>
            <a:gdLst>
              <a:gd name="connsiteX0" fmla="*/ 0 w 3895727"/>
              <a:gd name="connsiteY0" fmla="*/ 0 h 4348311"/>
              <a:gd name="connsiteX1" fmla="*/ 3895727 w 3895727"/>
              <a:gd name="connsiteY1" fmla="*/ 0 h 4348311"/>
              <a:gd name="connsiteX2" fmla="*/ 3895727 w 3895727"/>
              <a:gd name="connsiteY2" fmla="*/ 4348311 h 4348311"/>
              <a:gd name="connsiteX3" fmla="*/ 452606 w 3895727"/>
              <a:gd name="connsiteY3" fmla="*/ 4348311 h 4348311"/>
              <a:gd name="connsiteX4" fmla="*/ 0 w 3895727"/>
              <a:gd name="connsiteY4" fmla="*/ 3895705 h 4348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5727" h="4348311">
                <a:moveTo>
                  <a:pt x="0" y="0"/>
                </a:moveTo>
                <a:lnTo>
                  <a:pt x="3895727" y="0"/>
                </a:lnTo>
                <a:lnTo>
                  <a:pt x="3895727" y="4348311"/>
                </a:lnTo>
                <a:lnTo>
                  <a:pt x="452606" y="4348311"/>
                </a:lnTo>
                <a:cubicBezTo>
                  <a:pt x="202639" y="4348311"/>
                  <a:pt x="0" y="4145672"/>
                  <a:pt x="0" y="3895705"/>
                </a:cubicBezTo>
                <a:close/>
              </a:path>
            </a:pathLst>
          </a:custGeom>
          <a:solidFill>
            <a:schemeClr val="bg1">
              <a:lumMod val="95000"/>
            </a:schemeClr>
          </a:solidFill>
        </p:spPr>
        <p:txBody>
          <a:bodyPr wrap="square">
            <a:noAutofit/>
          </a:bodyPr>
          <a:lstStyle>
            <a:lvl1pPr>
              <a:defRPr sz="800"/>
            </a:lvl1pPr>
          </a:lstStyle>
          <a:p>
            <a:endParaRPr lang="en-ID"/>
          </a:p>
        </p:txBody>
      </p:sp>
      <p:sp>
        <p:nvSpPr>
          <p:cNvPr id="26" name="Text Placeholder 25">
            <a:extLst>
              <a:ext uri="{FF2B5EF4-FFF2-40B4-BE49-F238E27FC236}">
                <a16:creationId xmlns:a16="http://schemas.microsoft.com/office/drawing/2014/main" id="{5934E7FC-2E2C-0B09-1D37-83E54EBC205B}"/>
              </a:ext>
            </a:extLst>
          </p:cNvPr>
          <p:cNvSpPr>
            <a:spLocks noGrp="1"/>
          </p:cNvSpPr>
          <p:nvPr>
            <p:ph type="body" sz="quarter" idx="23" hasCustomPrompt="1"/>
          </p:nvPr>
        </p:nvSpPr>
        <p:spPr>
          <a:xfrm>
            <a:off x="300041" y="1682444"/>
            <a:ext cx="5856287" cy="998538"/>
          </a:xfrm>
          <a:custGeom>
            <a:avLst/>
            <a:gdLst>
              <a:gd name="connsiteX0" fmla="*/ 0 w 5856287"/>
              <a:gd name="connsiteY0" fmla="*/ 0 h 998538"/>
              <a:gd name="connsiteX1" fmla="*/ 5856287 w 5856287"/>
              <a:gd name="connsiteY1" fmla="*/ 0 h 998538"/>
              <a:gd name="connsiteX2" fmla="*/ 5856287 w 5856287"/>
              <a:gd name="connsiteY2" fmla="*/ 998538 h 998538"/>
              <a:gd name="connsiteX3" fmla="*/ 0 w 5856287"/>
              <a:gd name="connsiteY3" fmla="*/ 998538 h 998538"/>
            </a:gdLst>
            <a:ahLst/>
            <a:cxnLst>
              <a:cxn ang="0">
                <a:pos x="connsiteX0" y="connsiteY0"/>
              </a:cxn>
              <a:cxn ang="0">
                <a:pos x="connsiteX1" y="connsiteY1"/>
              </a:cxn>
              <a:cxn ang="0">
                <a:pos x="connsiteX2" y="connsiteY2"/>
              </a:cxn>
              <a:cxn ang="0">
                <a:pos x="connsiteX3" y="connsiteY3"/>
              </a:cxn>
            </a:cxnLst>
            <a:rect l="l" t="t" r="r" b="b"/>
            <a:pathLst>
              <a:path w="5856287" h="998538">
                <a:moveTo>
                  <a:pt x="0" y="0"/>
                </a:moveTo>
                <a:lnTo>
                  <a:pt x="5856287" y="0"/>
                </a:lnTo>
                <a:lnTo>
                  <a:pt x="5856287" y="998538"/>
                </a:lnTo>
                <a:lnTo>
                  <a:pt x="0" y="998538"/>
                </a:lnTo>
                <a:close/>
              </a:path>
            </a:pathLst>
          </a:custGeom>
        </p:spPr>
        <p:txBody>
          <a:bodyPr wrap="square">
            <a:noAutofit/>
          </a:bodyPr>
          <a:lstStyle>
            <a:lvl1pPr marL="0" indent="0">
              <a:lnSpc>
                <a:spcPts val="1800"/>
              </a:lnSpc>
              <a:buNone/>
              <a:defRPr sz="1200" b="0">
                <a:solidFill>
                  <a:schemeClr val="tx1"/>
                </a:solidFill>
                <a:latin typeface="+mn-lt"/>
              </a:defRPr>
            </a:lvl1pPr>
          </a:lstStyle>
          <a:p>
            <a:pPr lvl="0"/>
            <a:r>
              <a:rPr lang="en-ID"/>
              <a:t>Description Here</a:t>
            </a:r>
          </a:p>
        </p:txBody>
      </p:sp>
      <p:sp>
        <p:nvSpPr>
          <p:cNvPr id="28" name="Text Placeholder 27">
            <a:extLst>
              <a:ext uri="{FF2B5EF4-FFF2-40B4-BE49-F238E27FC236}">
                <a16:creationId xmlns:a16="http://schemas.microsoft.com/office/drawing/2014/main" id="{1C98926D-260A-241B-F0C2-14083FB5890F}"/>
              </a:ext>
            </a:extLst>
          </p:cNvPr>
          <p:cNvSpPr>
            <a:spLocks noGrp="1"/>
          </p:cNvSpPr>
          <p:nvPr>
            <p:ph type="body" sz="quarter" idx="24" hasCustomPrompt="1"/>
          </p:nvPr>
        </p:nvSpPr>
        <p:spPr>
          <a:xfrm>
            <a:off x="735510" y="2928630"/>
            <a:ext cx="5419725" cy="277812"/>
          </a:xfrm>
          <a:custGeom>
            <a:avLst/>
            <a:gdLst>
              <a:gd name="connsiteX0" fmla="*/ 0 w 5419725"/>
              <a:gd name="connsiteY0" fmla="*/ 0 h 277812"/>
              <a:gd name="connsiteX1" fmla="*/ 5419725 w 5419725"/>
              <a:gd name="connsiteY1" fmla="*/ 0 h 277812"/>
              <a:gd name="connsiteX2" fmla="*/ 5419725 w 5419725"/>
              <a:gd name="connsiteY2" fmla="*/ 277812 h 277812"/>
              <a:gd name="connsiteX3" fmla="*/ 0 w 5419725"/>
              <a:gd name="connsiteY3" fmla="*/ 277812 h 277812"/>
            </a:gdLst>
            <a:ahLst/>
            <a:cxnLst>
              <a:cxn ang="0">
                <a:pos x="connsiteX0" y="connsiteY0"/>
              </a:cxn>
              <a:cxn ang="0">
                <a:pos x="connsiteX1" y="connsiteY1"/>
              </a:cxn>
              <a:cxn ang="0">
                <a:pos x="connsiteX2" y="connsiteY2"/>
              </a:cxn>
              <a:cxn ang="0">
                <a:pos x="connsiteX3" y="connsiteY3"/>
              </a:cxn>
            </a:cxnLst>
            <a:rect l="l" t="t" r="r" b="b"/>
            <a:pathLst>
              <a:path w="5419725" h="277812">
                <a:moveTo>
                  <a:pt x="0" y="0"/>
                </a:moveTo>
                <a:lnTo>
                  <a:pt x="5419725" y="0"/>
                </a:lnTo>
                <a:lnTo>
                  <a:pt x="5419725" y="277812"/>
                </a:lnTo>
                <a:lnTo>
                  <a:pt x="0" y="277812"/>
                </a:lnTo>
                <a:close/>
              </a:path>
            </a:pathLst>
          </a:custGeom>
        </p:spPr>
        <p:txBody>
          <a:bodyPr wrap="square">
            <a:no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30" name="Text Placeholder 29">
            <a:extLst>
              <a:ext uri="{FF2B5EF4-FFF2-40B4-BE49-F238E27FC236}">
                <a16:creationId xmlns:a16="http://schemas.microsoft.com/office/drawing/2014/main" id="{B0E26611-9814-618B-D9A2-0180F53C09E3}"/>
              </a:ext>
            </a:extLst>
          </p:cNvPr>
          <p:cNvSpPr>
            <a:spLocks noGrp="1"/>
          </p:cNvSpPr>
          <p:nvPr>
            <p:ph type="body" sz="quarter" idx="25" hasCustomPrompt="1"/>
          </p:nvPr>
        </p:nvSpPr>
        <p:spPr>
          <a:xfrm>
            <a:off x="735510" y="3442980"/>
            <a:ext cx="5419725" cy="277812"/>
          </a:xfrm>
          <a:custGeom>
            <a:avLst/>
            <a:gdLst>
              <a:gd name="connsiteX0" fmla="*/ 0 w 5419725"/>
              <a:gd name="connsiteY0" fmla="*/ 0 h 277812"/>
              <a:gd name="connsiteX1" fmla="*/ 5419725 w 5419725"/>
              <a:gd name="connsiteY1" fmla="*/ 0 h 277812"/>
              <a:gd name="connsiteX2" fmla="*/ 5419725 w 5419725"/>
              <a:gd name="connsiteY2" fmla="*/ 277812 h 277812"/>
              <a:gd name="connsiteX3" fmla="*/ 0 w 5419725"/>
              <a:gd name="connsiteY3" fmla="*/ 277812 h 277812"/>
            </a:gdLst>
            <a:ahLst/>
            <a:cxnLst>
              <a:cxn ang="0">
                <a:pos x="connsiteX0" y="connsiteY0"/>
              </a:cxn>
              <a:cxn ang="0">
                <a:pos x="connsiteX1" y="connsiteY1"/>
              </a:cxn>
              <a:cxn ang="0">
                <a:pos x="connsiteX2" y="connsiteY2"/>
              </a:cxn>
              <a:cxn ang="0">
                <a:pos x="connsiteX3" y="connsiteY3"/>
              </a:cxn>
            </a:cxnLst>
            <a:rect l="l" t="t" r="r" b="b"/>
            <a:pathLst>
              <a:path w="5419725" h="277812">
                <a:moveTo>
                  <a:pt x="0" y="0"/>
                </a:moveTo>
                <a:lnTo>
                  <a:pt x="5419725" y="0"/>
                </a:lnTo>
                <a:lnTo>
                  <a:pt x="5419725" y="277812"/>
                </a:lnTo>
                <a:lnTo>
                  <a:pt x="0" y="277812"/>
                </a:lnTo>
                <a:close/>
              </a:path>
            </a:pathLst>
          </a:custGeom>
        </p:spPr>
        <p:txBody>
          <a:bodyPr wrap="square">
            <a:no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32" name="Text Placeholder 31">
            <a:extLst>
              <a:ext uri="{FF2B5EF4-FFF2-40B4-BE49-F238E27FC236}">
                <a16:creationId xmlns:a16="http://schemas.microsoft.com/office/drawing/2014/main" id="{359DC91E-1C24-4FD2-B6B7-67A24AEF8235}"/>
              </a:ext>
            </a:extLst>
          </p:cNvPr>
          <p:cNvSpPr>
            <a:spLocks noGrp="1"/>
          </p:cNvSpPr>
          <p:nvPr>
            <p:ph type="body" sz="quarter" idx="26" hasCustomPrompt="1"/>
          </p:nvPr>
        </p:nvSpPr>
        <p:spPr>
          <a:xfrm>
            <a:off x="735510" y="3987493"/>
            <a:ext cx="5419725" cy="276225"/>
          </a:xfrm>
          <a:custGeom>
            <a:avLst/>
            <a:gdLst>
              <a:gd name="connsiteX0" fmla="*/ 0 w 5419725"/>
              <a:gd name="connsiteY0" fmla="*/ 0 h 276225"/>
              <a:gd name="connsiteX1" fmla="*/ 5419725 w 5419725"/>
              <a:gd name="connsiteY1" fmla="*/ 0 h 276225"/>
              <a:gd name="connsiteX2" fmla="*/ 5419725 w 5419725"/>
              <a:gd name="connsiteY2" fmla="*/ 276225 h 276225"/>
              <a:gd name="connsiteX3" fmla="*/ 0 w 5419725"/>
              <a:gd name="connsiteY3" fmla="*/ 276225 h 276225"/>
            </a:gdLst>
            <a:ahLst/>
            <a:cxnLst>
              <a:cxn ang="0">
                <a:pos x="connsiteX0" y="connsiteY0"/>
              </a:cxn>
              <a:cxn ang="0">
                <a:pos x="connsiteX1" y="connsiteY1"/>
              </a:cxn>
              <a:cxn ang="0">
                <a:pos x="connsiteX2" y="connsiteY2"/>
              </a:cxn>
              <a:cxn ang="0">
                <a:pos x="connsiteX3" y="connsiteY3"/>
              </a:cxn>
            </a:cxnLst>
            <a:rect l="l" t="t" r="r" b="b"/>
            <a:pathLst>
              <a:path w="5419725" h="276225">
                <a:moveTo>
                  <a:pt x="0" y="0"/>
                </a:moveTo>
                <a:lnTo>
                  <a:pt x="5419725" y="0"/>
                </a:lnTo>
                <a:lnTo>
                  <a:pt x="5419725" y="276225"/>
                </a:lnTo>
                <a:lnTo>
                  <a:pt x="0" y="276225"/>
                </a:lnTo>
                <a:close/>
              </a:path>
            </a:pathLst>
          </a:custGeom>
        </p:spPr>
        <p:txBody>
          <a:bodyPr wrap="square">
            <a:no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34" name="Text Placeholder 33">
            <a:extLst>
              <a:ext uri="{FF2B5EF4-FFF2-40B4-BE49-F238E27FC236}">
                <a16:creationId xmlns:a16="http://schemas.microsoft.com/office/drawing/2014/main" id="{C24E73F6-F033-CDAF-FE95-F3C760736198}"/>
              </a:ext>
            </a:extLst>
          </p:cNvPr>
          <p:cNvSpPr>
            <a:spLocks noGrp="1"/>
          </p:cNvSpPr>
          <p:nvPr>
            <p:ph type="body" sz="quarter" idx="27" hasCustomPrompt="1"/>
          </p:nvPr>
        </p:nvSpPr>
        <p:spPr>
          <a:xfrm>
            <a:off x="735510" y="4506606"/>
            <a:ext cx="5419725" cy="276225"/>
          </a:xfrm>
          <a:custGeom>
            <a:avLst/>
            <a:gdLst>
              <a:gd name="connsiteX0" fmla="*/ 0 w 5419725"/>
              <a:gd name="connsiteY0" fmla="*/ 0 h 276225"/>
              <a:gd name="connsiteX1" fmla="*/ 5419725 w 5419725"/>
              <a:gd name="connsiteY1" fmla="*/ 0 h 276225"/>
              <a:gd name="connsiteX2" fmla="*/ 5419725 w 5419725"/>
              <a:gd name="connsiteY2" fmla="*/ 276225 h 276225"/>
              <a:gd name="connsiteX3" fmla="*/ 0 w 5419725"/>
              <a:gd name="connsiteY3" fmla="*/ 276225 h 276225"/>
            </a:gdLst>
            <a:ahLst/>
            <a:cxnLst>
              <a:cxn ang="0">
                <a:pos x="connsiteX0" y="connsiteY0"/>
              </a:cxn>
              <a:cxn ang="0">
                <a:pos x="connsiteX1" y="connsiteY1"/>
              </a:cxn>
              <a:cxn ang="0">
                <a:pos x="connsiteX2" y="connsiteY2"/>
              </a:cxn>
              <a:cxn ang="0">
                <a:pos x="connsiteX3" y="connsiteY3"/>
              </a:cxn>
            </a:cxnLst>
            <a:rect l="l" t="t" r="r" b="b"/>
            <a:pathLst>
              <a:path w="5419725" h="276225">
                <a:moveTo>
                  <a:pt x="0" y="0"/>
                </a:moveTo>
                <a:lnTo>
                  <a:pt x="5419725" y="0"/>
                </a:lnTo>
                <a:lnTo>
                  <a:pt x="5419725" y="276225"/>
                </a:lnTo>
                <a:lnTo>
                  <a:pt x="0" y="276225"/>
                </a:lnTo>
                <a:close/>
              </a:path>
            </a:pathLst>
          </a:custGeom>
        </p:spPr>
        <p:txBody>
          <a:bodyPr wrap="square">
            <a:noAutofit/>
          </a:bodyPr>
          <a:lstStyle>
            <a:lvl1pPr marL="0" indent="0">
              <a:lnSpc>
                <a:spcPct val="100000"/>
              </a:lnSpc>
              <a:buNone/>
              <a:defRPr sz="1200" b="0">
                <a:solidFill>
                  <a:schemeClr val="tx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B2715D8D-75AA-0510-D9B4-A7609D962354}"/>
              </a:ext>
            </a:extLst>
          </p:cNvPr>
          <p:cNvSpPr>
            <a:spLocks noGrp="1"/>
          </p:cNvSpPr>
          <p:nvPr>
            <p:ph type="body" sz="quarter" idx="28" hasCustomPrompt="1"/>
          </p:nvPr>
        </p:nvSpPr>
        <p:spPr>
          <a:xfrm>
            <a:off x="300041" y="5055880"/>
            <a:ext cx="5754687" cy="996950"/>
          </a:xfrm>
          <a:custGeom>
            <a:avLst/>
            <a:gdLst>
              <a:gd name="connsiteX0" fmla="*/ 0 w 5754687"/>
              <a:gd name="connsiteY0" fmla="*/ 0 h 996950"/>
              <a:gd name="connsiteX1" fmla="*/ 5754687 w 5754687"/>
              <a:gd name="connsiteY1" fmla="*/ 0 h 996950"/>
              <a:gd name="connsiteX2" fmla="*/ 5754687 w 5754687"/>
              <a:gd name="connsiteY2" fmla="*/ 996950 h 996950"/>
              <a:gd name="connsiteX3" fmla="*/ 0 w 5754687"/>
              <a:gd name="connsiteY3" fmla="*/ 996950 h 996950"/>
            </a:gdLst>
            <a:ahLst/>
            <a:cxnLst>
              <a:cxn ang="0">
                <a:pos x="connsiteX0" y="connsiteY0"/>
              </a:cxn>
              <a:cxn ang="0">
                <a:pos x="connsiteX1" y="connsiteY1"/>
              </a:cxn>
              <a:cxn ang="0">
                <a:pos x="connsiteX2" y="connsiteY2"/>
              </a:cxn>
              <a:cxn ang="0">
                <a:pos x="connsiteX3" y="connsiteY3"/>
              </a:cxn>
            </a:cxnLst>
            <a:rect l="l" t="t" r="r" b="b"/>
            <a:pathLst>
              <a:path w="5754687" h="996950">
                <a:moveTo>
                  <a:pt x="0" y="0"/>
                </a:moveTo>
                <a:lnTo>
                  <a:pt x="5754687" y="0"/>
                </a:lnTo>
                <a:lnTo>
                  <a:pt x="5754687" y="996950"/>
                </a:lnTo>
                <a:lnTo>
                  <a:pt x="0" y="996950"/>
                </a:lnTo>
                <a:close/>
              </a:path>
            </a:pathLst>
          </a:custGeom>
        </p:spPr>
        <p:txBody>
          <a:bodyPr wrap="square">
            <a:noAutofit/>
          </a:bodyPr>
          <a:lstStyle>
            <a:lvl1pPr marL="0" indent="0">
              <a:lnSpc>
                <a:spcPts val="1800"/>
              </a:lnSpc>
              <a:buNone/>
              <a:defRPr sz="1200" b="0">
                <a:solidFill>
                  <a:schemeClr val="tx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DCDC65EE-50A3-36A4-D15F-EDD0FBAC18B0}"/>
              </a:ext>
            </a:extLst>
          </p:cNvPr>
          <p:cNvSpPr>
            <a:spLocks noGrp="1"/>
          </p:cNvSpPr>
          <p:nvPr>
            <p:ph type="body" sz="quarter" idx="29" hasCustomPrompt="1"/>
          </p:nvPr>
        </p:nvSpPr>
        <p:spPr>
          <a:xfrm>
            <a:off x="6656389" y="1910038"/>
            <a:ext cx="4757737" cy="311150"/>
          </a:xfrm>
          <a:custGeom>
            <a:avLst/>
            <a:gdLst>
              <a:gd name="connsiteX0" fmla="*/ 0 w 4757737"/>
              <a:gd name="connsiteY0" fmla="*/ 0 h 311150"/>
              <a:gd name="connsiteX1" fmla="*/ 4757737 w 4757737"/>
              <a:gd name="connsiteY1" fmla="*/ 0 h 311150"/>
              <a:gd name="connsiteX2" fmla="*/ 4757737 w 4757737"/>
              <a:gd name="connsiteY2" fmla="*/ 311150 h 311150"/>
              <a:gd name="connsiteX3" fmla="*/ 0 w 4757737"/>
              <a:gd name="connsiteY3" fmla="*/ 311150 h 311150"/>
            </a:gdLst>
            <a:ahLst/>
            <a:cxnLst>
              <a:cxn ang="0">
                <a:pos x="connsiteX0" y="connsiteY0"/>
              </a:cxn>
              <a:cxn ang="0">
                <a:pos x="connsiteX1" y="connsiteY1"/>
              </a:cxn>
              <a:cxn ang="0">
                <a:pos x="connsiteX2" y="connsiteY2"/>
              </a:cxn>
              <a:cxn ang="0">
                <a:pos x="connsiteX3" y="connsiteY3"/>
              </a:cxn>
            </a:cxnLst>
            <a:rect l="l" t="t" r="r" b="b"/>
            <a:pathLst>
              <a:path w="4757737" h="311150">
                <a:moveTo>
                  <a:pt x="0" y="0"/>
                </a:moveTo>
                <a:lnTo>
                  <a:pt x="4757737" y="0"/>
                </a:lnTo>
                <a:lnTo>
                  <a:pt x="4757737" y="311150"/>
                </a:lnTo>
                <a:lnTo>
                  <a:pt x="0" y="311150"/>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0" name="Text Placeholder 39">
            <a:extLst>
              <a:ext uri="{FF2B5EF4-FFF2-40B4-BE49-F238E27FC236}">
                <a16:creationId xmlns:a16="http://schemas.microsoft.com/office/drawing/2014/main" id="{FC6074FE-87D1-28BE-A819-E2C024308345}"/>
              </a:ext>
            </a:extLst>
          </p:cNvPr>
          <p:cNvSpPr>
            <a:spLocks noGrp="1"/>
          </p:cNvSpPr>
          <p:nvPr>
            <p:ph type="body" sz="quarter" idx="30" hasCustomPrompt="1"/>
          </p:nvPr>
        </p:nvSpPr>
        <p:spPr>
          <a:xfrm>
            <a:off x="6656389" y="2195789"/>
            <a:ext cx="4757737" cy="1311275"/>
          </a:xfrm>
          <a:custGeom>
            <a:avLst/>
            <a:gdLst>
              <a:gd name="connsiteX0" fmla="*/ 0 w 4757737"/>
              <a:gd name="connsiteY0" fmla="*/ 0 h 1311275"/>
              <a:gd name="connsiteX1" fmla="*/ 4757737 w 4757737"/>
              <a:gd name="connsiteY1" fmla="*/ 0 h 1311275"/>
              <a:gd name="connsiteX2" fmla="*/ 4757737 w 4757737"/>
              <a:gd name="connsiteY2" fmla="*/ 1311275 h 1311275"/>
              <a:gd name="connsiteX3" fmla="*/ 0 w 4757737"/>
              <a:gd name="connsiteY3" fmla="*/ 1311275 h 1311275"/>
            </a:gdLst>
            <a:ahLst/>
            <a:cxnLst>
              <a:cxn ang="0">
                <a:pos x="connsiteX0" y="connsiteY0"/>
              </a:cxn>
              <a:cxn ang="0">
                <a:pos x="connsiteX1" y="connsiteY1"/>
              </a:cxn>
              <a:cxn ang="0">
                <a:pos x="connsiteX2" y="connsiteY2"/>
              </a:cxn>
              <a:cxn ang="0">
                <a:pos x="connsiteX3" y="connsiteY3"/>
              </a:cxn>
            </a:cxnLst>
            <a:rect l="l" t="t" r="r" b="b"/>
            <a:pathLst>
              <a:path w="4757737" h="1311275">
                <a:moveTo>
                  <a:pt x="0" y="0"/>
                </a:moveTo>
                <a:lnTo>
                  <a:pt x="4757737" y="0"/>
                </a:lnTo>
                <a:lnTo>
                  <a:pt x="4757737" y="1311275"/>
                </a:lnTo>
                <a:lnTo>
                  <a:pt x="0" y="1311275"/>
                </a:lnTo>
                <a:close/>
              </a:path>
            </a:pathLst>
          </a:custGeom>
        </p:spPr>
        <p:txBody>
          <a:bodyPr wrap="square">
            <a:noAutofit/>
          </a:bodyPr>
          <a:lstStyle>
            <a:lvl1pPr marL="0" indent="0">
              <a:lnSpc>
                <a:spcPts val="1600"/>
              </a:lnSpc>
              <a:buNone/>
              <a:defRPr sz="1200" b="0">
                <a:solidFill>
                  <a:schemeClr val="tx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DD083316-60AA-0B7D-ADCD-47C522A93B9A}"/>
              </a:ext>
            </a:extLst>
          </p:cNvPr>
          <p:cNvSpPr>
            <a:spLocks noGrp="1"/>
          </p:cNvSpPr>
          <p:nvPr>
            <p:ph type="body" sz="quarter" idx="31" hasCustomPrompt="1"/>
          </p:nvPr>
        </p:nvSpPr>
        <p:spPr>
          <a:xfrm>
            <a:off x="6656389" y="4169228"/>
            <a:ext cx="4757737" cy="311150"/>
          </a:xfrm>
          <a:custGeom>
            <a:avLst/>
            <a:gdLst>
              <a:gd name="connsiteX0" fmla="*/ 0 w 4757737"/>
              <a:gd name="connsiteY0" fmla="*/ 0 h 311150"/>
              <a:gd name="connsiteX1" fmla="*/ 4757737 w 4757737"/>
              <a:gd name="connsiteY1" fmla="*/ 0 h 311150"/>
              <a:gd name="connsiteX2" fmla="*/ 4757737 w 4757737"/>
              <a:gd name="connsiteY2" fmla="*/ 311150 h 311150"/>
              <a:gd name="connsiteX3" fmla="*/ 0 w 4757737"/>
              <a:gd name="connsiteY3" fmla="*/ 311150 h 311150"/>
            </a:gdLst>
            <a:ahLst/>
            <a:cxnLst>
              <a:cxn ang="0">
                <a:pos x="connsiteX0" y="connsiteY0"/>
              </a:cxn>
              <a:cxn ang="0">
                <a:pos x="connsiteX1" y="connsiteY1"/>
              </a:cxn>
              <a:cxn ang="0">
                <a:pos x="connsiteX2" y="connsiteY2"/>
              </a:cxn>
              <a:cxn ang="0">
                <a:pos x="connsiteX3" y="connsiteY3"/>
              </a:cxn>
            </a:cxnLst>
            <a:rect l="l" t="t" r="r" b="b"/>
            <a:pathLst>
              <a:path w="4757737" h="311150">
                <a:moveTo>
                  <a:pt x="0" y="0"/>
                </a:moveTo>
                <a:lnTo>
                  <a:pt x="4757737" y="0"/>
                </a:lnTo>
                <a:lnTo>
                  <a:pt x="4757737" y="311150"/>
                </a:lnTo>
                <a:lnTo>
                  <a:pt x="0" y="311150"/>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4" name="Text Placeholder 43">
            <a:extLst>
              <a:ext uri="{FF2B5EF4-FFF2-40B4-BE49-F238E27FC236}">
                <a16:creationId xmlns:a16="http://schemas.microsoft.com/office/drawing/2014/main" id="{596DFF6F-6ACE-A322-BC8A-EFBCC6A069DA}"/>
              </a:ext>
            </a:extLst>
          </p:cNvPr>
          <p:cNvSpPr>
            <a:spLocks noGrp="1"/>
          </p:cNvSpPr>
          <p:nvPr>
            <p:ph type="body" sz="quarter" idx="32" hasCustomPrompt="1"/>
          </p:nvPr>
        </p:nvSpPr>
        <p:spPr>
          <a:xfrm>
            <a:off x="6656389" y="4454979"/>
            <a:ext cx="4757737" cy="1311275"/>
          </a:xfrm>
          <a:custGeom>
            <a:avLst/>
            <a:gdLst>
              <a:gd name="connsiteX0" fmla="*/ 0 w 4757737"/>
              <a:gd name="connsiteY0" fmla="*/ 0 h 1311275"/>
              <a:gd name="connsiteX1" fmla="*/ 4757737 w 4757737"/>
              <a:gd name="connsiteY1" fmla="*/ 0 h 1311275"/>
              <a:gd name="connsiteX2" fmla="*/ 4757737 w 4757737"/>
              <a:gd name="connsiteY2" fmla="*/ 1311275 h 1311275"/>
              <a:gd name="connsiteX3" fmla="*/ 0 w 4757737"/>
              <a:gd name="connsiteY3" fmla="*/ 1311275 h 1311275"/>
            </a:gdLst>
            <a:ahLst/>
            <a:cxnLst>
              <a:cxn ang="0">
                <a:pos x="connsiteX0" y="connsiteY0"/>
              </a:cxn>
              <a:cxn ang="0">
                <a:pos x="connsiteX1" y="connsiteY1"/>
              </a:cxn>
              <a:cxn ang="0">
                <a:pos x="connsiteX2" y="connsiteY2"/>
              </a:cxn>
              <a:cxn ang="0">
                <a:pos x="connsiteX3" y="connsiteY3"/>
              </a:cxn>
            </a:cxnLst>
            <a:rect l="l" t="t" r="r" b="b"/>
            <a:pathLst>
              <a:path w="4757737" h="1311275">
                <a:moveTo>
                  <a:pt x="0" y="0"/>
                </a:moveTo>
                <a:lnTo>
                  <a:pt x="4757737" y="0"/>
                </a:lnTo>
                <a:lnTo>
                  <a:pt x="4757737" y="1311275"/>
                </a:lnTo>
                <a:lnTo>
                  <a:pt x="0" y="1311275"/>
                </a:lnTo>
                <a:close/>
              </a:path>
            </a:pathLst>
          </a:custGeom>
        </p:spPr>
        <p:txBody>
          <a:bodyPr wrap="square">
            <a:noAutofit/>
          </a:bodyPr>
          <a:lstStyle>
            <a:lvl1pPr marL="0" indent="0">
              <a:lnSpc>
                <a:spcPts val="1600"/>
              </a:lnSpc>
              <a:buNone/>
              <a:defRPr sz="1200" b="0">
                <a:solidFill>
                  <a:schemeClr val="tx1"/>
                </a:solidFill>
                <a:latin typeface="+mn-lt"/>
              </a:defRPr>
            </a:lvl1pPr>
          </a:lstStyle>
          <a:p>
            <a:pPr lvl="0"/>
            <a:r>
              <a:rPr lang="en-ID"/>
              <a:t>Description Here</a:t>
            </a:r>
          </a:p>
        </p:txBody>
      </p:sp>
      <p:sp>
        <p:nvSpPr>
          <p:cNvPr id="47" name="Text Placeholder 46">
            <a:extLst>
              <a:ext uri="{FF2B5EF4-FFF2-40B4-BE49-F238E27FC236}">
                <a16:creationId xmlns:a16="http://schemas.microsoft.com/office/drawing/2014/main" id="{A97F3B13-8DAA-C46D-DAE9-C2A2B7B3F640}"/>
              </a:ext>
            </a:extLst>
          </p:cNvPr>
          <p:cNvSpPr>
            <a:spLocks noGrp="1"/>
          </p:cNvSpPr>
          <p:nvPr>
            <p:ph type="body" sz="quarter" idx="33" hasCustomPrompt="1"/>
          </p:nvPr>
        </p:nvSpPr>
        <p:spPr>
          <a:xfrm>
            <a:off x="397413" y="857403"/>
            <a:ext cx="4350079" cy="307777"/>
          </a:xfrm>
          <a:custGeom>
            <a:avLst/>
            <a:gdLst>
              <a:gd name="connsiteX0" fmla="*/ 0 w 4350079"/>
              <a:gd name="connsiteY0" fmla="*/ 0 h 307777"/>
              <a:gd name="connsiteX1" fmla="*/ 4350079 w 4350079"/>
              <a:gd name="connsiteY1" fmla="*/ 0 h 307777"/>
              <a:gd name="connsiteX2" fmla="*/ 4350079 w 4350079"/>
              <a:gd name="connsiteY2" fmla="*/ 307777 h 307777"/>
              <a:gd name="connsiteX3" fmla="*/ 0 w 435007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4350079" h="307777">
                <a:moveTo>
                  <a:pt x="0" y="0"/>
                </a:moveTo>
                <a:lnTo>
                  <a:pt x="4350079" y="0"/>
                </a:lnTo>
                <a:lnTo>
                  <a:pt x="4350079" y="307777"/>
                </a:lnTo>
                <a:lnTo>
                  <a:pt x="0" y="307777"/>
                </a:lnTo>
                <a:close/>
              </a:path>
            </a:pathLst>
          </a:custGeom>
        </p:spPr>
        <p:txBody>
          <a:bodyPr wrap="square">
            <a:noAutofit/>
          </a:bodyPr>
          <a:lstStyle>
            <a:lvl1pPr marL="0" indent="0">
              <a:lnSpc>
                <a:spcPct val="100000"/>
              </a:lnSpc>
              <a:buNone/>
              <a:defRPr sz="1400" b="1">
                <a:solidFill>
                  <a:schemeClr val="bg1"/>
                </a:solidFill>
                <a:latin typeface="+mj-lt"/>
              </a:defRPr>
            </a:lvl1pPr>
          </a:lstStyle>
          <a:p>
            <a:pPr lvl="0"/>
            <a:r>
              <a:rPr lang="en-ID"/>
              <a:t>Subtitle Here</a:t>
            </a:r>
          </a:p>
        </p:txBody>
      </p:sp>
      <p:sp>
        <p:nvSpPr>
          <p:cNvPr id="48" name="Text Placeholder 5">
            <a:extLst>
              <a:ext uri="{FF2B5EF4-FFF2-40B4-BE49-F238E27FC236}">
                <a16:creationId xmlns:a16="http://schemas.microsoft.com/office/drawing/2014/main" id="{02D4E4ED-2975-15FC-52AC-963405BD904A}"/>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25" name="Freeform: Shape 124">
            <a:extLst>
              <a:ext uri="{FF2B5EF4-FFF2-40B4-BE49-F238E27FC236}">
                <a16:creationId xmlns:a16="http://schemas.microsoft.com/office/drawing/2014/main" id="{BD512DDE-8668-2B2B-7B26-61D5001D9539}"/>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26" name="TextBox 125">
            <a:extLst>
              <a:ext uri="{FF2B5EF4-FFF2-40B4-BE49-F238E27FC236}">
                <a16:creationId xmlns:a16="http://schemas.microsoft.com/office/drawing/2014/main" id="{5C5169BD-1AE8-EDFD-FBA8-F0F569CAEE02}"/>
              </a:ext>
            </a:extLst>
          </p:cNvPr>
          <p:cNvSpPr txBox="1"/>
          <p:nvPr userDrawn="1"/>
        </p:nvSpPr>
        <p:spPr>
          <a:xfrm>
            <a:off x="11148778" y="6564624"/>
            <a:ext cx="1035284"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127" name="Straight Connector 126">
            <a:extLst>
              <a:ext uri="{FF2B5EF4-FFF2-40B4-BE49-F238E27FC236}">
                <a16:creationId xmlns:a16="http://schemas.microsoft.com/office/drawing/2014/main" id="{B63B46EB-8887-ECA7-7D5C-1C0568D82F8C}"/>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0877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210" name="Oval 209">
            <a:extLst>
              <a:ext uri="{FF2B5EF4-FFF2-40B4-BE49-F238E27FC236}">
                <a16:creationId xmlns:a16="http://schemas.microsoft.com/office/drawing/2014/main" id="{51A7801A-7366-ED75-9F2E-6B61A2B28E1C}"/>
              </a:ext>
            </a:extLst>
          </p:cNvPr>
          <p:cNvSpPr/>
          <p:nvPr userDrawn="1"/>
        </p:nvSpPr>
        <p:spPr>
          <a:xfrm>
            <a:off x="-1195727" y="675749"/>
            <a:ext cx="4827917" cy="4827915"/>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1" name="Oval 210">
            <a:extLst>
              <a:ext uri="{FF2B5EF4-FFF2-40B4-BE49-F238E27FC236}">
                <a16:creationId xmlns:a16="http://schemas.microsoft.com/office/drawing/2014/main" id="{8167A982-1F5A-C7B5-4104-A15309C199A3}"/>
              </a:ext>
            </a:extLst>
          </p:cNvPr>
          <p:cNvSpPr/>
          <p:nvPr userDrawn="1"/>
        </p:nvSpPr>
        <p:spPr>
          <a:xfrm>
            <a:off x="8433295" y="1894641"/>
            <a:ext cx="5070147" cy="5070147"/>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96" name="Group 95">
            <a:extLst>
              <a:ext uri="{FF2B5EF4-FFF2-40B4-BE49-F238E27FC236}">
                <a16:creationId xmlns:a16="http://schemas.microsoft.com/office/drawing/2014/main" id="{0E1BB12A-40C5-47B4-A98F-FBC0A7A7700B}"/>
              </a:ext>
            </a:extLst>
          </p:cNvPr>
          <p:cNvGrpSpPr/>
          <p:nvPr userDrawn="1"/>
        </p:nvGrpSpPr>
        <p:grpSpPr>
          <a:xfrm rot="10800000">
            <a:off x="-31750" y="1"/>
            <a:ext cx="12223750" cy="3733800"/>
            <a:chOff x="-15875" y="3124200"/>
            <a:chExt cx="12223750" cy="3733800"/>
          </a:xfrm>
        </p:grpSpPr>
        <p:grpSp>
          <p:nvGrpSpPr>
            <p:cNvPr id="97" name="Group 96">
              <a:extLst>
                <a:ext uri="{FF2B5EF4-FFF2-40B4-BE49-F238E27FC236}">
                  <a16:creationId xmlns:a16="http://schemas.microsoft.com/office/drawing/2014/main" id="{FF125445-C94A-F140-885E-B8A5EB82DBC1}"/>
                </a:ext>
              </a:extLst>
            </p:cNvPr>
            <p:cNvGrpSpPr/>
            <p:nvPr/>
          </p:nvGrpSpPr>
          <p:grpSpPr>
            <a:xfrm>
              <a:off x="-15875" y="3124200"/>
              <a:ext cx="12223750" cy="3733800"/>
              <a:chOff x="247650" y="3124200"/>
              <a:chExt cx="12223750" cy="3733800"/>
            </a:xfrm>
          </p:grpSpPr>
          <p:cxnSp>
            <p:nvCxnSpPr>
              <p:cNvPr id="114" name="Straight Connector 113">
                <a:extLst>
                  <a:ext uri="{FF2B5EF4-FFF2-40B4-BE49-F238E27FC236}">
                    <a16:creationId xmlns:a16="http://schemas.microsoft.com/office/drawing/2014/main" id="{6B126675-B49B-AD2B-3DCB-92E3FBF945AC}"/>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AEB14C16-C7D1-64FD-C149-B0505BBE52DE}"/>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FA68B8-F92C-A157-D5D8-9D3950B9256D}"/>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309E2AE-B0B8-36EC-93D5-03993BB1C07D}"/>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08153D69-64EB-A962-0F21-C8E9E880DF05}"/>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9243C7B3-45EA-66C2-4C55-E7935D825BDE}"/>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BC9193D-873C-E08F-67D7-A48767A81D57}"/>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27D0FA6C-BEF4-0EFC-D36D-BCFB643995E2}"/>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717E046-E4F4-EC97-5156-6E2F02B2530D}"/>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488569BD-8446-7919-0B13-3570F4925190}"/>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2ED76851-82D9-9116-EA23-A7DAFEA2B433}"/>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FF37432E-7A7E-5A9F-CD22-0A902C0AB067}"/>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7408F5F-7531-7052-4D05-DA05C93F21E0}"/>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5288F2D-ABC3-B7F5-FBC9-C81AF50A09B5}"/>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73FC5B7E-21A0-8F77-EA36-9AA8D5A0F139}"/>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D6E79592-B2DA-726A-97A5-80862B26B84F}"/>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84152445-986E-47FD-3033-81EE8968FA09}"/>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08721DE4-AF6E-C7D4-18AB-8F9B78C0570C}"/>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1AA45F94-720D-5655-17BD-01B4AEBCCF87}"/>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64D1A234-C0CA-119B-2904-1C876375BBAB}"/>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A8E5B2F2-6FD0-259E-01AE-E651CF62995E}"/>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968EE133-611E-0E7B-F54D-72E9C6227352}"/>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054754C5-AB5C-F198-0AB1-745AF58D27D7}"/>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3F918DC5-AF45-F378-1D54-26E6576ED4CE}"/>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8F94CC24-77BD-D386-6501-733E81E96FBA}"/>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CCC0E91-1292-C39E-D911-35B04FDB716D}"/>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EBCF96AC-7A04-1D16-6F8E-F05E3545D120}"/>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F3EC4DD0-D86A-5E63-608A-8309C778652C}"/>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0BD63B8-C1D0-BFAC-749B-F53D9204C64F}"/>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BF21E2A-A2E0-6E3C-FE36-ABB4C8B95E47}"/>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76FD9ECA-9FAE-3423-4B41-3583A6E88D4D}"/>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92B21078-AEBB-1952-DB30-E7DD4D066B2B}"/>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EFCF96D7-03B6-02FC-7602-A70065F8EFF9}"/>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78A967EF-C487-2441-06B5-7452C02854BA}"/>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D3E31C0F-CD27-48BD-AE78-FD3E11D91E46}"/>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D2303545-71EE-6FA6-78E2-C294C15787E0}"/>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9408FB0D-45DF-5526-5D93-34391F12A3B1}"/>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0C8A6ECB-E32D-5CBD-2897-F47D3F5113C5}"/>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2B04B56B-997A-8A2C-7D3F-9DA4EA40FEC5}"/>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99066F5B-39C0-3BA2-0F60-3FED2C18B763}"/>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CC524AAF-CC09-73AB-D149-95B48785F2C3}"/>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80CC76AA-CDDC-2DFE-2485-40E50E29C047}"/>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E4FC2228-CCB5-113B-2144-561B0717CC7F}"/>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0237385E-3AAF-BB25-9611-F7B85539174A}"/>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748AD68C-6EF9-E9DE-64DF-0B29289297E7}"/>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46ADFCC1-40AA-C748-6851-1DE4BAE65D01}"/>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1C8CBC6-E5B0-5300-1F3D-AAF3BA279753}"/>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9FD65023-F8E1-0796-7465-F2144745B4D8}"/>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1AC0E576-4184-BAB1-22ED-99AACC9E3435}"/>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6E6D424C-57E6-3D39-F5DF-0F795BFCABA6}"/>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32B24AA0-8B63-330C-BC0A-27971DCD9C43}"/>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67AE1CEA-512D-8125-3598-3327BA541368}"/>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19D43081-DA6B-9427-50FA-FD8F43BF6382}"/>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EB8EE70E-0FFB-4A63-E506-5D559246C585}"/>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CE351103-49FE-0D97-864E-06359E141AEA}"/>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8F3C57C5-E044-E7BC-D440-210FE04E80FD}"/>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98" name="Group 97">
              <a:extLst>
                <a:ext uri="{FF2B5EF4-FFF2-40B4-BE49-F238E27FC236}">
                  <a16:creationId xmlns:a16="http://schemas.microsoft.com/office/drawing/2014/main" id="{F35B87FA-F8BC-EFB2-A04D-6B74923F021E}"/>
                </a:ext>
              </a:extLst>
            </p:cNvPr>
            <p:cNvGrpSpPr/>
            <p:nvPr/>
          </p:nvGrpSpPr>
          <p:grpSpPr>
            <a:xfrm>
              <a:off x="-7937" y="3327400"/>
              <a:ext cx="12207875" cy="3467100"/>
              <a:chOff x="47622" y="3327400"/>
              <a:chExt cx="12207875" cy="3467100"/>
            </a:xfrm>
          </p:grpSpPr>
          <p:cxnSp>
            <p:nvCxnSpPr>
              <p:cNvPr id="99" name="Straight Connector 98">
                <a:extLst>
                  <a:ext uri="{FF2B5EF4-FFF2-40B4-BE49-F238E27FC236}">
                    <a16:creationId xmlns:a16="http://schemas.microsoft.com/office/drawing/2014/main" id="{2C6A969E-392F-4378-ED73-A9F45F4391A8}"/>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F440CDE9-DD0F-8087-6D58-F74D092AE862}"/>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55CE1F3-4A69-0D05-ADF2-20F15A4A4F33}"/>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8C55D3-C743-698E-8875-ACF80C8CADF8}"/>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49706424-3194-F733-D3DC-880B2E4BB7AB}"/>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D8DC1E3F-23C7-AFCE-57E4-5A963BD009F7}"/>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9C29D0D-1DC0-DC53-D9F0-DC27FC25895D}"/>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DC2E0DE-CD05-4E8F-FF77-FAF073496018}"/>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17D861C0-5ACC-37D0-B945-2C769025A9BF}"/>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0C0EF5B-2CB1-1576-0977-31052620FAA4}"/>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BD1BEEA-F2E5-724D-1D24-0DEF4CF072B2}"/>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F1AF28E-6066-CAE3-E9FD-D75DE9117C44}"/>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C005BEE0-9D73-3C19-9716-64F71E69B225}"/>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7E3D27B-6C74-CDB4-07FD-DCA56AA64E6C}"/>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1210298-B5A6-3A33-9E82-101A9204CEE3}"/>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4" name="Text Placeholder 5">
            <a:extLst>
              <a:ext uri="{FF2B5EF4-FFF2-40B4-BE49-F238E27FC236}">
                <a16:creationId xmlns:a16="http://schemas.microsoft.com/office/drawing/2014/main" id="{B47EB2D6-FEF1-4059-736C-373611D493F1}"/>
              </a:ext>
            </a:extLst>
          </p:cNvPr>
          <p:cNvSpPr>
            <a:spLocks noGrp="1"/>
          </p:cNvSpPr>
          <p:nvPr>
            <p:ph type="body" sz="quarter" idx="16"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6" name="Text Placeholder 5">
            <a:extLst>
              <a:ext uri="{FF2B5EF4-FFF2-40B4-BE49-F238E27FC236}">
                <a16:creationId xmlns:a16="http://schemas.microsoft.com/office/drawing/2014/main" id="{C29CABD8-D928-6372-AD7E-9F9635E848CC}"/>
              </a:ext>
            </a:extLst>
          </p:cNvPr>
          <p:cNvSpPr>
            <a:spLocks noGrp="1"/>
          </p:cNvSpPr>
          <p:nvPr>
            <p:ph type="body" sz="quarter" idx="17" hasCustomPrompt="1"/>
          </p:nvPr>
        </p:nvSpPr>
        <p:spPr>
          <a:xfrm>
            <a:off x="491943" y="873239"/>
            <a:ext cx="6312806" cy="536044"/>
          </a:xfrm>
        </p:spPr>
        <p:txBody>
          <a:bodyPr>
            <a:normAutofit/>
          </a:bodyPr>
          <a:lstStyle>
            <a:lvl1pPr marL="0" indent="0">
              <a:lnSpc>
                <a:spcPts val="1800"/>
              </a:lnSpc>
              <a:buNone/>
              <a:defRPr sz="1200" b="0">
                <a:solidFill>
                  <a:schemeClr val="tx1"/>
                </a:solidFill>
                <a:latin typeface="+mn-lt"/>
              </a:defRPr>
            </a:lvl1pPr>
          </a:lstStyle>
          <a:p>
            <a:pPr lvl="0"/>
            <a:r>
              <a:rPr lang="en-ID"/>
              <a:t>Description Here</a:t>
            </a:r>
          </a:p>
        </p:txBody>
      </p:sp>
      <p:sp>
        <p:nvSpPr>
          <p:cNvPr id="64" name="Picture Placeholder 8">
            <a:extLst>
              <a:ext uri="{FF2B5EF4-FFF2-40B4-BE49-F238E27FC236}">
                <a16:creationId xmlns:a16="http://schemas.microsoft.com/office/drawing/2014/main" id="{1611C86D-F997-63D0-2E10-EB8C097EBF9E}"/>
              </a:ext>
            </a:extLst>
          </p:cNvPr>
          <p:cNvSpPr>
            <a:spLocks noGrp="1"/>
          </p:cNvSpPr>
          <p:nvPr>
            <p:ph type="pic" sz="quarter" idx="10"/>
          </p:nvPr>
        </p:nvSpPr>
        <p:spPr>
          <a:xfrm>
            <a:off x="595755" y="167111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5" name="Picture Placeholder 8">
            <a:extLst>
              <a:ext uri="{FF2B5EF4-FFF2-40B4-BE49-F238E27FC236}">
                <a16:creationId xmlns:a16="http://schemas.microsoft.com/office/drawing/2014/main" id="{B26C737C-CEF0-51CB-57CE-1CA09307D426}"/>
              </a:ext>
            </a:extLst>
          </p:cNvPr>
          <p:cNvSpPr>
            <a:spLocks noGrp="1"/>
          </p:cNvSpPr>
          <p:nvPr>
            <p:ph type="pic" sz="quarter" idx="18"/>
          </p:nvPr>
        </p:nvSpPr>
        <p:spPr>
          <a:xfrm>
            <a:off x="4500710" y="167111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6" name="Picture Placeholder 8">
            <a:extLst>
              <a:ext uri="{FF2B5EF4-FFF2-40B4-BE49-F238E27FC236}">
                <a16:creationId xmlns:a16="http://schemas.microsoft.com/office/drawing/2014/main" id="{DEDFF6A8-A632-0210-AC71-89E9634C001C}"/>
              </a:ext>
            </a:extLst>
          </p:cNvPr>
          <p:cNvSpPr>
            <a:spLocks noGrp="1"/>
          </p:cNvSpPr>
          <p:nvPr>
            <p:ph type="pic" sz="quarter" idx="19"/>
          </p:nvPr>
        </p:nvSpPr>
        <p:spPr>
          <a:xfrm>
            <a:off x="8421650" y="167111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7" name="Picture Placeholder 8">
            <a:extLst>
              <a:ext uri="{FF2B5EF4-FFF2-40B4-BE49-F238E27FC236}">
                <a16:creationId xmlns:a16="http://schemas.microsoft.com/office/drawing/2014/main" id="{BA7F161D-928C-37AF-3C35-A35E398CE852}"/>
              </a:ext>
            </a:extLst>
          </p:cNvPr>
          <p:cNvSpPr>
            <a:spLocks noGrp="1"/>
          </p:cNvSpPr>
          <p:nvPr>
            <p:ph type="pic" sz="quarter" idx="20"/>
          </p:nvPr>
        </p:nvSpPr>
        <p:spPr>
          <a:xfrm>
            <a:off x="595755" y="411122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8" name="Picture Placeholder 8">
            <a:extLst>
              <a:ext uri="{FF2B5EF4-FFF2-40B4-BE49-F238E27FC236}">
                <a16:creationId xmlns:a16="http://schemas.microsoft.com/office/drawing/2014/main" id="{5AA1C8E0-13D0-4505-6368-A811326B6E82}"/>
              </a:ext>
            </a:extLst>
          </p:cNvPr>
          <p:cNvSpPr>
            <a:spLocks noGrp="1"/>
          </p:cNvSpPr>
          <p:nvPr>
            <p:ph type="pic" sz="quarter" idx="21"/>
          </p:nvPr>
        </p:nvSpPr>
        <p:spPr>
          <a:xfrm>
            <a:off x="4500710" y="411122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69" name="Picture Placeholder 8">
            <a:extLst>
              <a:ext uri="{FF2B5EF4-FFF2-40B4-BE49-F238E27FC236}">
                <a16:creationId xmlns:a16="http://schemas.microsoft.com/office/drawing/2014/main" id="{DF55C85E-1D4C-95BA-663C-3666B81CB607}"/>
              </a:ext>
            </a:extLst>
          </p:cNvPr>
          <p:cNvSpPr>
            <a:spLocks noGrp="1"/>
          </p:cNvSpPr>
          <p:nvPr>
            <p:ph type="pic" sz="quarter" idx="22"/>
          </p:nvPr>
        </p:nvSpPr>
        <p:spPr>
          <a:xfrm>
            <a:off x="8421650" y="4111220"/>
            <a:ext cx="3190579" cy="942361"/>
          </a:xfrm>
          <a:prstGeom prst="roundRect">
            <a:avLst>
              <a:gd name="adj" fmla="val 12371"/>
            </a:avLst>
          </a:pr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72" name="Text Placeholder 71">
            <a:extLst>
              <a:ext uri="{FF2B5EF4-FFF2-40B4-BE49-F238E27FC236}">
                <a16:creationId xmlns:a16="http://schemas.microsoft.com/office/drawing/2014/main" id="{46D2A5F8-E216-9AAD-0C96-8C993C86D7D5}"/>
              </a:ext>
            </a:extLst>
          </p:cNvPr>
          <p:cNvSpPr>
            <a:spLocks noGrp="1"/>
          </p:cNvSpPr>
          <p:nvPr>
            <p:ph type="body" sz="quarter" idx="23" hasCustomPrompt="1"/>
          </p:nvPr>
        </p:nvSpPr>
        <p:spPr>
          <a:xfrm>
            <a:off x="466975" y="2701154"/>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73" name="Text Placeholder 72">
            <a:extLst>
              <a:ext uri="{FF2B5EF4-FFF2-40B4-BE49-F238E27FC236}">
                <a16:creationId xmlns:a16="http://schemas.microsoft.com/office/drawing/2014/main" id="{16B44DF5-5C46-2D03-2822-A05FA66523A1}"/>
              </a:ext>
            </a:extLst>
          </p:cNvPr>
          <p:cNvSpPr>
            <a:spLocks noGrp="1"/>
          </p:cNvSpPr>
          <p:nvPr>
            <p:ph type="body" sz="quarter" idx="25" hasCustomPrompt="1"/>
          </p:nvPr>
        </p:nvSpPr>
        <p:spPr>
          <a:xfrm>
            <a:off x="721975" y="2997789"/>
            <a:ext cx="3103303" cy="831349"/>
          </a:xfrm>
          <a:custGeom>
            <a:avLst/>
            <a:gdLst>
              <a:gd name="connsiteX0" fmla="*/ 0 w 3103303"/>
              <a:gd name="connsiteY0" fmla="*/ 0 h 831349"/>
              <a:gd name="connsiteX1" fmla="*/ 3103303 w 3103303"/>
              <a:gd name="connsiteY1" fmla="*/ 0 h 831349"/>
              <a:gd name="connsiteX2" fmla="*/ 3103303 w 3103303"/>
              <a:gd name="connsiteY2" fmla="*/ 831349 h 831349"/>
              <a:gd name="connsiteX3" fmla="*/ 0 w 3103303"/>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3103303" h="831349">
                <a:moveTo>
                  <a:pt x="0" y="0"/>
                </a:moveTo>
                <a:lnTo>
                  <a:pt x="3103303" y="0"/>
                </a:lnTo>
                <a:lnTo>
                  <a:pt x="3103303"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75" name="Text Placeholder 74">
            <a:extLst>
              <a:ext uri="{FF2B5EF4-FFF2-40B4-BE49-F238E27FC236}">
                <a16:creationId xmlns:a16="http://schemas.microsoft.com/office/drawing/2014/main" id="{B4267C16-CE4A-CD58-7434-43376DE4FDA0}"/>
              </a:ext>
            </a:extLst>
          </p:cNvPr>
          <p:cNvSpPr>
            <a:spLocks noGrp="1"/>
          </p:cNvSpPr>
          <p:nvPr>
            <p:ph type="body" sz="quarter" idx="26" hasCustomPrompt="1"/>
          </p:nvPr>
        </p:nvSpPr>
        <p:spPr>
          <a:xfrm>
            <a:off x="4762873" y="2997789"/>
            <a:ext cx="3103303" cy="831349"/>
          </a:xfrm>
          <a:custGeom>
            <a:avLst/>
            <a:gdLst>
              <a:gd name="connsiteX0" fmla="*/ 0 w 3103303"/>
              <a:gd name="connsiteY0" fmla="*/ 0 h 831349"/>
              <a:gd name="connsiteX1" fmla="*/ 3103303 w 3103303"/>
              <a:gd name="connsiteY1" fmla="*/ 0 h 831349"/>
              <a:gd name="connsiteX2" fmla="*/ 3103303 w 3103303"/>
              <a:gd name="connsiteY2" fmla="*/ 831349 h 831349"/>
              <a:gd name="connsiteX3" fmla="*/ 0 w 3103303"/>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3103303" h="831349">
                <a:moveTo>
                  <a:pt x="0" y="0"/>
                </a:moveTo>
                <a:lnTo>
                  <a:pt x="3103303" y="0"/>
                </a:lnTo>
                <a:lnTo>
                  <a:pt x="3103303"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77" name="Text Placeholder 76">
            <a:extLst>
              <a:ext uri="{FF2B5EF4-FFF2-40B4-BE49-F238E27FC236}">
                <a16:creationId xmlns:a16="http://schemas.microsoft.com/office/drawing/2014/main" id="{47856110-BFF5-DD44-210B-71263591D333}"/>
              </a:ext>
            </a:extLst>
          </p:cNvPr>
          <p:cNvSpPr>
            <a:spLocks noGrp="1"/>
          </p:cNvSpPr>
          <p:nvPr>
            <p:ph type="body" sz="quarter" idx="27" hasCustomPrompt="1"/>
          </p:nvPr>
        </p:nvSpPr>
        <p:spPr>
          <a:xfrm>
            <a:off x="4507875" y="2701154"/>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82" name="Text Placeholder 81">
            <a:extLst>
              <a:ext uri="{FF2B5EF4-FFF2-40B4-BE49-F238E27FC236}">
                <a16:creationId xmlns:a16="http://schemas.microsoft.com/office/drawing/2014/main" id="{08A96B2F-4717-529D-ED12-3DF93F44440D}"/>
              </a:ext>
            </a:extLst>
          </p:cNvPr>
          <p:cNvSpPr>
            <a:spLocks noGrp="1"/>
          </p:cNvSpPr>
          <p:nvPr>
            <p:ph type="body" sz="quarter" idx="28" hasCustomPrompt="1"/>
          </p:nvPr>
        </p:nvSpPr>
        <p:spPr>
          <a:xfrm>
            <a:off x="8877129" y="2997790"/>
            <a:ext cx="2506275" cy="831349"/>
          </a:xfrm>
          <a:custGeom>
            <a:avLst/>
            <a:gdLst>
              <a:gd name="connsiteX0" fmla="*/ 0 w 2506275"/>
              <a:gd name="connsiteY0" fmla="*/ 0 h 831349"/>
              <a:gd name="connsiteX1" fmla="*/ 2506275 w 2506275"/>
              <a:gd name="connsiteY1" fmla="*/ 0 h 831349"/>
              <a:gd name="connsiteX2" fmla="*/ 2506275 w 2506275"/>
              <a:gd name="connsiteY2" fmla="*/ 831349 h 831349"/>
              <a:gd name="connsiteX3" fmla="*/ 0 w 2506275"/>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2506275" h="831349">
                <a:moveTo>
                  <a:pt x="0" y="0"/>
                </a:moveTo>
                <a:lnTo>
                  <a:pt x="2506275" y="0"/>
                </a:lnTo>
                <a:lnTo>
                  <a:pt x="2506275"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83" name="Text Placeholder 82">
            <a:extLst>
              <a:ext uri="{FF2B5EF4-FFF2-40B4-BE49-F238E27FC236}">
                <a16:creationId xmlns:a16="http://schemas.microsoft.com/office/drawing/2014/main" id="{6E02DB14-FCFF-1942-F1F8-FEE7387528BC}"/>
              </a:ext>
            </a:extLst>
          </p:cNvPr>
          <p:cNvSpPr>
            <a:spLocks noGrp="1"/>
          </p:cNvSpPr>
          <p:nvPr>
            <p:ph type="body" sz="quarter" idx="29" hasCustomPrompt="1"/>
          </p:nvPr>
        </p:nvSpPr>
        <p:spPr>
          <a:xfrm>
            <a:off x="8622130" y="2701154"/>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85" name="Text Placeholder 84">
            <a:extLst>
              <a:ext uri="{FF2B5EF4-FFF2-40B4-BE49-F238E27FC236}">
                <a16:creationId xmlns:a16="http://schemas.microsoft.com/office/drawing/2014/main" id="{7ACA9F18-5657-DFA0-1C28-32B358F85F30}"/>
              </a:ext>
            </a:extLst>
          </p:cNvPr>
          <p:cNvSpPr>
            <a:spLocks noGrp="1"/>
          </p:cNvSpPr>
          <p:nvPr>
            <p:ph type="body" sz="quarter" idx="30" hasCustomPrompt="1"/>
          </p:nvPr>
        </p:nvSpPr>
        <p:spPr>
          <a:xfrm>
            <a:off x="648684" y="5141263"/>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87" name="Text Placeholder 86">
            <a:extLst>
              <a:ext uri="{FF2B5EF4-FFF2-40B4-BE49-F238E27FC236}">
                <a16:creationId xmlns:a16="http://schemas.microsoft.com/office/drawing/2014/main" id="{F0E12F85-54B5-7E12-6E8D-FFD536B19D2E}"/>
              </a:ext>
            </a:extLst>
          </p:cNvPr>
          <p:cNvSpPr>
            <a:spLocks noGrp="1"/>
          </p:cNvSpPr>
          <p:nvPr>
            <p:ph type="body" sz="quarter" idx="31" hasCustomPrompt="1"/>
          </p:nvPr>
        </p:nvSpPr>
        <p:spPr>
          <a:xfrm>
            <a:off x="903684" y="5437900"/>
            <a:ext cx="3103303" cy="831349"/>
          </a:xfrm>
          <a:custGeom>
            <a:avLst/>
            <a:gdLst>
              <a:gd name="connsiteX0" fmla="*/ 0 w 3103303"/>
              <a:gd name="connsiteY0" fmla="*/ 0 h 831349"/>
              <a:gd name="connsiteX1" fmla="*/ 3103303 w 3103303"/>
              <a:gd name="connsiteY1" fmla="*/ 0 h 831349"/>
              <a:gd name="connsiteX2" fmla="*/ 3103303 w 3103303"/>
              <a:gd name="connsiteY2" fmla="*/ 831349 h 831349"/>
              <a:gd name="connsiteX3" fmla="*/ 0 w 3103303"/>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3103303" h="831349">
                <a:moveTo>
                  <a:pt x="0" y="0"/>
                </a:moveTo>
                <a:lnTo>
                  <a:pt x="3103303" y="0"/>
                </a:lnTo>
                <a:lnTo>
                  <a:pt x="3103303"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89" name="Text Placeholder 88">
            <a:extLst>
              <a:ext uri="{FF2B5EF4-FFF2-40B4-BE49-F238E27FC236}">
                <a16:creationId xmlns:a16="http://schemas.microsoft.com/office/drawing/2014/main" id="{5EC9C4EB-DF3C-C0A3-0303-C7AA5B7B82F8}"/>
              </a:ext>
            </a:extLst>
          </p:cNvPr>
          <p:cNvSpPr>
            <a:spLocks noGrp="1"/>
          </p:cNvSpPr>
          <p:nvPr>
            <p:ph type="body" sz="quarter" idx="32" hasCustomPrompt="1"/>
          </p:nvPr>
        </p:nvSpPr>
        <p:spPr>
          <a:xfrm>
            <a:off x="4620485" y="5141263"/>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91" name="Text Placeholder 90">
            <a:extLst>
              <a:ext uri="{FF2B5EF4-FFF2-40B4-BE49-F238E27FC236}">
                <a16:creationId xmlns:a16="http://schemas.microsoft.com/office/drawing/2014/main" id="{C1F1EA48-BC26-7656-2654-F1F331309ED2}"/>
              </a:ext>
            </a:extLst>
          </p:cNvPr>
          <p:cNvSpPr>
            <a:spLocks noGrp="1"/>
          </p:cNvSpPr>
          <p:nvPr>
            <p:ph type="body" sz="quarter" idx="33" hasCustomPrompt="1"/>
          </p:nvPr>
        </p:nvSpPr>
        <p:spPr>
          <a:xfrm>
            <a:off x="4875485" y="5437900"/>
            <a:ext cx="3103303" cy="831349"/>
          </a:xfrm>
          <a:custGeom>
            <a:avLst/>
            <a:gdLst>
              <a:gd name="connsiteX0" fmla="*/ 0 w 3103303"/>
              <a:gd name="connsiteY0" fmla="*/ 0 h 831349"/>
              <a:gd name="connsiteX1" fmla="*/ 3103303 w 3103303"/>
              <a:gd name="connsiteY1" fmla="*/ 0 h 831349"/>
              <a:gd name="connsiteX2" fmla="*/ 3103303 w 3103303"/>
              <a:gd name="connsiteY2" fmla="*/ 831349 h 831349"/>
              <a:gd name="connsiteX3" fmla="*/ 0 w 3103303"/>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3103303" h="831349">
                <a:moveTo>
                  <a:pt x="0" y="0"/>
                </a:moveTo>
                <a:lnTo>
                  <a:pt x="3103303" y="0"/>
                </a:lnTo>
                <a:lnTo>
                  <a:pt x="3103303"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93" name="Text Placeholder 92">
            <a:extLst>
              <a:ext uri="{FF2B5EF4-FFF2-40B4-BE49-F238E27FC236}">
                <a16:creationId xmlns:a16="http://schemas.microsoft.com/office/drawing/2014/main" id="{F3A74B6D-3FB6-9C2E-BFE2-72468067BE17}"/>
              </a:ext>
            </a:extLst>
          </p:cNvPr>
          <p:cNvSpPr>
            <a:spLocks noGrp="1"/>
          </p:cNvSpPr>
          <p:nvPr>
            <p:ph type="body" sz="quarter" idx="34" hasCustomPrompt="1"/>
          </p:nvPr>
        </p:nvSpPr>
        <p:spPr>
          <a:xfrm>
            <a:off x="8989152" y="5437900"/>
            <a:ext cx="2506275" cy="831349"/>
          </a:xfrm>
          <a:custGeom>
            <a:avLst/>
            <a:gdLst>
              <a:gd name="connsiteX0" fmla="*/ 0 w 2506275"/>
              <a:gd name="connsiteY0" fmla="*/ 0 h 831349"/>
              <a:gd name="connsiteX1" fmla="*/ 2506275 w 2506275"/>
              <a:gd name="connsiteY1" fmla="*/ 0 h 831349"/>
              <a:gd name="connsiteX2" fmla="*/ 2506275 w 2506275"/>
              <a:gd name="connsiteY2" fmla="*/ 831349 h 831349"/>
              <a:gd name="connsiteX3" fmla="*/ 0 w 2506275"/>
              <a:gd name="connsiteY3" fmla="*/ 831349 h 831349"/>
            </a:gdLst>
            <a:ahLst/>
            <a:cxnLst>
              <a:cxn ang="0">
                <a:pos x="connsiteX0" y="connsiteY0"/>
              </a:cxn>
              <a:cxn ang="0">
                <a:pos x="connsiteX1" y="connsiteY1"/>
              </a:cxn>
              <a:cxn ang="0">
                <a:pos x="connsiteX2" y="connsiteY2"/>
              </a:cxn>
              <a:cxn ang="0">
                <a:pos x="connsiteX3" y="connsiteY3"/>
              </a:cxn>
            </a:cxnLst>
            <a:rect l="l" t="t" r="r" b="b"/>
            <a:pathLst>
              <a:path w="2506275" h="831349">
                <a:moveTo>
                  <a:pt x="0" y="0"/>
                </a:moveTo>
                <a:lnTo>
                  <a:pt x="2506275" y="0"/>
                </a:lnTo>
                <a:lnTo>
                  <a:pt x="2506275" y="831349"/>
                </a:lnTo>
                <a:lnTo>
                  <a:pt x="0" y="83134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95" name="Text Placeholder 94">
            <a:extLst>
              <a:ext uri="{FF2B5EF4-FFF2-40B4-BE49-F238E27FC236}">
                <a16:creationId xmlns:a16="http://schemas.microsoft.com/office/drawing/2014/main" id="{742D7813-CF22-437B-5583-9BFC756FDC39}"/>
              </a:ext>
            </a:extLst>
          </p:cNvPr>
          <p:cNvSpPr>
            <a:spLocks noGrp="1"/>
          </p:cNvSpPr>
          <p:nvPr>
            <p:ph type="body" sz="quarter" idx="35" hasCustomPrompt="1"/>
          </p:nvPr>
        </p:nvSpPr>
        <p:spPr>
          <a:xfrm>
            <a:off x="8622130" y="5141264"/>
            <a:ext cx="3003050" cy="311481"/>
          </a:xfrm>
          <a:custGeom>
            <a:avLst/>
            <a:gdLst>
              <a:gd name="connsiteX0" fmla="*/ 0 w 3003050"/>
              <a:gd name="connsiteY0" fmla="*/ 0 h 311481"/>
              <a:gd name="connsiteX1" fmla="*/ 3003050 w 3003050"/>
              <a:gd name="connsiteY1" fmla="*/ 0 h 311481"/>
              <a:gd name="connsiteX2" fmla="*/ 3003050 w 3003050"/>
              <a:gd name="connsiteY2" fmla="*/ 311481 h 311481"/>
              <a:gd name="connsiteX3" fmla="*/ 0 w 3003050"/>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3003050" h="311481">
                <a:moveTo>
                  <a:pt x="0" y="0"/>
                </a:moveTo>
                <a:lnTo>
                  <a:pt x="3003050" y="0"/>
                </a:lnTo>
                <a:lnTo>
                  <a:pt x="3003050"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236" name="Freeform: Shape 235">
            <a:extLst>
              <a:ext uri="{FF2B5EF4-FFF2-40B4-BE49-F238E27FC236}">
                <a16:creationId xmlns:a16="http://schemas.microsoft.com/office/drawing/2014/main" id="{9CFF376E-0C4D-3926-7C0D-419A1AE2B436}"/>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37" name="TextBox 236">
            <a:extLst>
              <a:ext uri="{FF2B5EF4-FFF2-40B4-BE49-F238E27FC236}">
                <a16:creationId xmlns:a16="http://schemas.microsoft.com/office/drawing/2014/main" id="{0FF74C68-B0CB-A887-4E53-6A8813AC4FF6}"/>
              </a:ext>
            </a:extLst>
          </p:cNvPr>
          <p:cNvSpPr txBox="1"/>
          <p:nvPr userDrawn="1"/>
        </p:nvSpPr>
        <p:spPr>
          <a:xfrm>
            <a:off x="11148778" y="6564624"/>
            <a:ext cx="1035284"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238" name="Straight Connector 237">
            <a:extLst>
              <a:ext uri="{FF2B5EF4-FFF2-40B4-BE49-F238E27FC236}">
                <a16:creationId xmlns:a16="http://schemas.microsoft.com/office/drawing/2014/main" id="{919F94A9-EADE-3251-9B8E-AF7E7B2F4122}"/>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39" name="Picture 238" descr="A logo with a blue and yellow text&#10;&#10;Description automatically generated">
            <a:extLst>
              <a:ext uri="{FF2B5EF4-FFF2-40B4-BE49-F238E27FC236}">
                <a16:creationId xmlns:a16="http://schemas.microsoft.com/office/drawing/2014/main" id="{DA4680FD-0D31-3605-1503-B796D39A9C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718" y="314963"/>
            <a:ext cx="550269" cy="438151"/>
          </a:xfrm>
          <a:prstGeom prst="rect">
            <a:avLst/>
          </a:prstGeom>
        </p:spPr>
      </p:pic>
    </p:spTree>
    <p:extLst>
      <p:ext uri="{BB962C8B-B14F-4D97-AF65-F5344CB8AC3E}">
        <p14:creationId xmlns:p14="http://schemas.microsoft.com/office/powerpoint/2010/main" val="1525842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0" y="1"/>
            <a:ext cx="12192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3" name="Text Placeholder 2">
            <a:extLst>
              <a:ext uri="{FF2B5EF4-FFF2-40B4-BE49-F238E27FC236}">
                <a16:creationId xmlns:a16="http://schemas.microsoft.com/office/drawing/2014/main" id="{86A801BF-DF9D-8531-F481-7BA093F72757}"/>
              </a:ext>
            </a:extLst>
          </p:cNvPr>
          <p:cNvSpPr>
            <a:spLocks noGrp="1"/>
          </p:cNvSpPr>
          <p:nvPr>
            <p:ph type="body" sz="quarter" idx="11" hasCustomPrompt="1"/>
          </p:nvPr>
        </p:nvSpPr>
        <p:spPr>
          <a:xfrm>
            <a:off x="890991" y="2057373"/>
            <a:ext cx="5430441" cy="2305291"/>
          </a:xfrm>
          <a:custGeom>
            <a:avLst/>
            <a:gdLst>
              <a:gd name="connsiteX0" fmla="*/ 0 w 5430441"/>
              <a:gd name="connsiteY0" fmla="*/ 0 h 2305291"/>
              <a:gd name="connsiteX1" fmla="*/ 5430441 w 5430441"/>
              <a:gd name="connsiteY1" fmla="*/ 0 h 2305291"/>
              <a:gd name="connsiteX2" fmla="*/ 5430441 w 5430441"/>
              <a:gd name="connsiteY2" fmla="*/ 2305291 h 2305291"/>
              <a:gd name="connsiteX3" fmla="*/ 0 w 5430441"/>
              <a:gd name="connsiteY3" fmla="*/ 2305291 h 2305291"/>
            </a:gdLst>
            <a:ahLst/>
            <a:cxnLst>
              <a:cxn ang="0">
                <a:pos x="connsiteX0" y="connsiteY0"/>
              </a:cxn>
              <a:cxn ang="0">
                <a:pos x="connsiteX1" y="connsiteY1"/>
              </a:cxn>
              <a:cxn ang="0">
                <a:pos x="connsiteX2" y="connsiteY2"/>
              </a:cxn>
              <a:cxn ang="0">
                <a:pos x="connsiteX3" y="connsiteY3"/>
              </a:cxn>
            </a:cxnLst>
            <a:rect l="l" t="t" r="r" b="b"/>
            <a:pathLst>
              <a:path w="5430441" h="2305291">
                <a:moveTo>
                  <a:pt x="0" y="0"/>
                </a:moveTo>
                <a:lnTo>
                  <a:pt x="5430441" y="0"/>
                </a:lnTo>
                <a:lnTo>
                  <a:pt x="5430441" y="2305291"/>
                </a:lnTo>
                <a:lnTo>
                  <a:pt x="0" y="2305291"/>
                </a:lnTo>
                <a:close/>
              </a:path>
            </a:pathLst>
          </a:custGeom>
        </p:spPr>
        <p:txBody>
          <a:bodyPr wrap="square">
            <a:noAutofit/>
          </a:bodyPr>
          <a:lstStyle>
            <a:lvl1pPr marL="0" indent="0">
              <a:lnSpc>
                <a:spcPct val="100000"/>
              </a:lnSpc>
              <a:buNone/>
              <a:defRPr sz="6600" b="1">
                <a:solidFill>
                  <a:schemeClr val="bg1"/>
                </a:solidFill>
                <a:latin typeface="+mj-lt"/>
              </a:defRPr>
            </a:lvl1pPr>
          </a:lstStyle>
          <a:p>
            <a:pPr lvl="0"/>
            <a:r>
              <a:rPr lang="en-ID"/>
              <a:t>TITLE HERE</a:t>
            </a:r>
          </a:p>
        </p:txBody>
      </p:sp>
      <p:sp>
        <p:nvSpPr>
          <p:cNvPr id="6" name="Text Placeholder 5">
            <a:extLst>
              <a:ext uri="{FF2B5EF4-FFF2-40B4-BE49-F238E27FC236}">
                <a16:creationId xmlns:a16="http://schemas.microsoft.com/office/drawing/2014/main" id="{C35860A8-A7B9-7576-C3FC-C9CA02B9AA1B}"/>
              </a:ext>
            </a:extLst>
          </p:cNvPr>
          <p:cNvSpPr>
            <a:spLocks noGrp="1"/>
          </p:cNvSpPr>
          <p:nvPr>
            <p:ph type="body" sz="quarter" idx="12" hasCustomPrompt="1"/>
          </p:nvPr>
        </p:nvSpPr>
        <p:spPr>
          <a:xfrm>
            <a:off x="987435" y="4379302"/>
            <a:ext cx="4507804" cy="353297"/>
          </a:xfrm>
          <a:custGeom>
            <a:avLst/>
            <a:gdLst>
              <a:gd name="connsiteX0" fmla="*/ 0 w 4507804"/>
              <a:gd name="connsiteY0" fmla="*/ 0 h 353297"/>
              <a:gd name="connsiteX1" fmla="*/ 4507804 w 4507804"/>
              <a:gd name="connsiteY1" fmla="*/ 0 h 353297"/>
              <a:gd name="connsiteX2" fmla="*/ 4507804 w 4507804"/>
              <a:gd name="connsiteY2" fmla="*/ 353297 h 353297"/>
              <a:gd name="connsiteX3" fmla="*/ 0 w 4507804"/>
              <a:gd name="connsiteY3" fmla="*/ 353297 h 353297"/>
            </a:gdLst>
            <a:ahLst/>
            <a:cxnLst>
              <a:cxn ang="0">
                <a:pos x="connsiteX0" y="connsiteY0"/>
              </a:cxn>
              <a:cxn ang="0">
                <a:pos x="connsiteX1" y="connsiteY1"/>
              </a:cxn>
              <a:cxn ang="0">
                <a:pos x="connsiteX2" y="connsiteY2"/>
              </a:cxn>
              <a:cxn ang="0">
                <a:pos x="connsiteX3" y="connsiteY3"/>
              </a:cxn>
            </a:cxnLst>
            <a:rect l="l" t="t" r="r" b="b"/>
            <a:pathLst>
              <a:path w="4507804" h="353297">
                <a:moveTo>
                  <a:pt x="0" y="0"/>
                </a:moveTo>
                <a:lnTo>
                  <a:pt x="4507804" y="0"/>
                </a:lnTo>
                <a:lnTo>
                  <a:pt x="4507804" y="353297"/>
                </a:lnTo>
                <a:lnTo>
                  <a:pt x="0" y="353297"/>
                </a:lnTo>
                <a:close/>
              </a:path>
            </a:pathLst>
          </a:custGeom>
        </p:spPr>
        <p:txBody>
          <a:bodyPr wrap="square">
            <a:noAutofit/>
          </a:bodyPr>
          <a:lstStyle>
            <a:lvl1pPr marL="0" indent="0">
              <a:lnSpc>
                <a:spcPct val="100000"/>
              </a:lnSpc>
              <a:buNone/>
              <a:defRPr sz="1600" b="1">
                <a:solidFill>
                  <a:schemeClr val="bg1"/>
                </a:solidFill>
                <a:latin typeface="+mj-lt"/>
              </a:defRPr>
            </a:lvl1pPr>
          </a:lstStyle>
          <a:p>
            <a:pPr lvl="0"/>
            <a:r>
              <a:rPr lang="en-ID"/>
              <a:t>SUBTITLE HERE</a:t>
            </a:r>
          </a:p>
        </p:txBody>
      </p:sp>
      <p:sp>
        <p:nvSpPr>
          <p:cNvPr id="8" name="Text Placeholder 7">
            <a:extLst>
              <a:ext uri="{FF2B5EF4-FFF2-40B4-BE49-F238E27FC236}">
                <a16:creationId xmlns:a16="http://schemas.microsoft.com/office/drawing/2014/main" id="{1EC24F51-8A84-AE9F-E3E6-5B9E76362BA1}"/>
              </a:ext>
            </a:extLst>
          </p:cNvPr>
          <p:cNvSpPr>
            <a:spLocks noGrp="1"/>
          </p:cNvSpPr>
          <p:nvPr>
            <p:ph type="body" sz="quarter" idx="25" hasCustomPrompt="1"/>
          </p:nvPr>
        </p:nvSpPr>
        <p:spPr>
          <a:xfrm>
            <a:off x="8231706" y="2471792"/>
            <a:ext cx="2533896" cy="1064005"/>
          </a:xfrm>
          <a:custGeom>
            <a:avLst/>
            <a:gdLst>
              <a:gd name="connsiteX0" fmla="*/ 0 w 2533896"/>
              <a:gd name="connsiteY0" fmla="*/ 0 h 1064005"/>
              <a:gd name="connsiteX1" fmla="*/ 2533896 w 2533896"/>
              <a:gd name="connsiteY1" fmla="*/ 0 h 1064005"/>
              <a:gd name="connsiteX2" fmla="*/ 2533896 w 2533896"/>
              <a:gd name="connsiteY2" fmla="*/ 1064005 h 1064005"/>
              <a:gd name="connsiteX3" fmla="*/ 0 w 2533896"/>
              <a:gd name="connsiteY3" fmla="*/ 1064005 h 1064005"/>
            </a:gdLst>
            <a:ahLst/>
            <a:cxnLst>
              <a:cxn ang="0">
                <a:pos x="connsiteX0" y="connsiteY0"/>
              </a:cxn>
              <a:cxn ang="0">
                <a:pos x="connsiteX1" y="connsiteY1"/>
              </a:cxn>
              <a:cxn ang="0">
                <a:pos x="connsiteX2" y="connsiteY2"/>
              </a:cxn>
              <a:cxn ang="0">
                <a:pos x="connsiteX3" y="connsiteY3"/>
              </a:cxn>
            </a:cxnLst>
            <a:rect l="l" t="t" r="r" b="b"/>
            <a:pathLst>
              <a:path w="2533896" h="1064005">
                <a:moveTo>
                  <a:pt x="0" y="0"/>
                </a:moveTo>
                <a:lnTo>
                  <a:pt x="2533896" y="0"/>
                </a:lnTo>
                <a:lnTo>
                  <a:pt x="2533896" y="1064005"/>
                </a:lnTo>
                <a:lnTo>
                  <a:pt x="0" y="1064005"/>
                </a:lnTo>
                <a:close/>
              </a:path>
            </a:pathLst>
          </a:custGeom>
        </p:spPr>
        <p:txBody>
          <a:bodyPr wrap="square">
            <a:noAutofit/>
          </a:bodyPr>
          <a:lstStyle>
            <a:lvl1pPr marL="0" indent="0">
              <a:lnSpc>
                <a:spcPts val="1800"/>
              </a:lnSpc>
              <a:spcBef>
                <a:spcPts val="0"/>
              </a:spcBef>
              <a:buNone/>
              <a:defRPr sz="1400" b="0">
                <a:solidFill>
                  <a:schemeClr val="bg1"/>
                </a:solidFill>
                <a:latin typeface="+mn-lt"/>
              </a:defRPr>
            </a:lvl1pPr>
          </a:lstStyle>
          <a:p>
            <a:pPr lvl="0"/>
            <a:r>
              <a:rPr lang="en-ID"/>
              <a:t>Description Here</a:t>
            </a:r>
          </a:p>
        </p:txBody>
      </p:sp>
      <p:sp>
        <p:nvSpPr>
          <p:cNvPr id="11" name="Text Placeholder 10">
            <a:extLst>
              <a:ext uri="{FF2B5EF4-FFF2-40B4-BE49-F238E27FC236}">
                <a16:creationId xmlns:a16="http://schemas.microsoft.com/office/drawing/2014/main" id="{78AAEE89-B4BD-7A11-4774-7BC76266CE65}"/>
              </a:ext>
            </a:extLst>
          </p:cNvPr>
          <p:cNvSpPr>
            <a:spLocks noGrp="1"/>
          </p:cNvSpPr>
          <p:nvPr>
            <p:ph type="body" sz="quarter" idx="26" hasCustomPrompt="1"/>
          </p:nvPr>
        </p:nvSpPr>
        <p:spPr>
          <a:xfrm>
            <a:off x="7973241" y="4049665"/>
            <a:ext cx="2262052" cy="277000"/>
          </a:xfrm>
          <a:custGeom>
            <a:avLst/>
            <a:gdLst>
              <a:gd name="connsiteX0" fmla="*/ 0 w 2262052"/>
              <a:gd name="connsiteY0" fmla="*/ 0 h 277000"/>
              <a:gd name="connsiteX1" fmla="*/ 2262052 w 2262052"/>
              <a:gd name="connsiteY1" fmla="*/ 0 h 277000"/>
              <a:gd name="connsiteX2" fmla="*/ 2262052 w 2262052"/>
              <a:gd name="connsiteY2" fmla="*/ 277000 h 277000"/>
              <a:gd name="connsiteX3" fmla="*/ 0 w 2262052"/>
              <a:gd name="connsiteY3" fmla="*/ 277000 h 277000"/>
            </a:gdLst>
            <a:ahLst/>
            <a:cxnLst>
              <a:cxn ang="0">
                <a:pos x="connsiteX0" y="connsiteY0"/>
              </a:cxn>
              <a:cxn ang="0">
                <a:pos x="connsiteX1" y="connsiteY1"/>
              </a:cxn>
              <a:cxn ang="0">
                <a:pos x="connsiteX2" y="connsiteY2"/>
              </a:cxn>
              <a:cxn ang="0">
                <a:pos x="connsiteX3" y="connsiteY3"/>
              </a:cxn>
            </a:cxnLst>
            <a:rect l="l" t="t" r="r" b="b"/>
            <a:pathLst>
              <a:path w="2262052" h="277000">
                <a:moveTo>
                  <a:pt x="0" y="0"/>
                </a:moveTo>
                <a:lnTo>
                  <a:pt x="2262052" y="0"/>
                </a:lnTo>
                <a:lnTo>
                  <a:pt x="2262052" y="277000"/>
                </a:lnTo>
                <a:lnTo>
                  <a:pt x="0" y="277000"/>
                </a:lnTo>
                <a:close/>
              </a:path>
            </a:pathLst>
          </a:custGeom>
        </p:spPr>
        <p:txBody>
          <a:bodyPr wrap="square">
            <a:noAutofit/>
          </a:bodyPr>
          <a:lstStyle>
            <a:lvl1pPr marL="0" indent="0">
              <a:lnSpc>
                <a:spcPct val="100000"/>
              </a:lnSpc>
              <a:spcBef>
                <a:spcPts val="0"/>
              </a:spcBef>
              <a:buNone/>
              <a:defRPr sz="1200" b="0">
                <a:solidFill>
                  <a:schemeClr val="bg1"/>
                </a:solidFill>
                <a:latin typeface="+mn-lt"/>
              </a:defRPr>
            </a:lvl1pPr>
          </a:lstStyle>
          <a:p>
            <a:pPr lvl="0"/>
            <a:r>
              <a:rPr lang="en-ID"/>
              <a:t>Description Here</a:t>
            </a:r>
          </a:p>
        </p:txBody>
      </p:sp>
      <p:sp>
        <p:nvSpPr>
          <p:cNvPr id="12" name="Text Placeholder 11">
            <a:extLst>
              <a:ext uri="{FF2B5EF4-FFF2-40B4-BE49-F238E27FC236}">
                <a16:creationId xmlns:a16="http://schemas.microsoft.com/office/drawing/2014/main" id="{3E5828A7-7345-4ABC-9319-7E1754EE8AB7}"/>
              </a:ext>
            </a:extLst>
          </p:cNvPr>
          <p:cNvSpPr>
            <a:spLocks noGrp="1"/>
          </p:cNvSpPr>
          <p:nvPr>
            <p:ph type="body" sz="quarter" idx="27" hasCustomPrompt="1"/>
          </p:nvPr>
        </p:nvSpPr>
        <p:spPr>
          <a:xfrm>
            <a:off x="7973241" y="4458294"/>
            <a:ext cx="2262052" cy="277000"/>
          </a:xfrm>
          <a:custGeom>
            <a:avLst/>
            <a:gdLst>
              <a:gd name="connsiteX0" fmla="*/ 0 w 2262052"/>
              <a:gd name="connsiteY0" fmla="*/ 0 h 277000"/>
              <a:gd name="connsiteX1" fmla="*/ 2262052 w 2262052"/>
              <a:gd name="connsiteY1" fmla="*/ 0 h 277000"/>
              <a:gd name="connsiteX2" fmla="*/ 2262052 w 2262052"/>
              <a:gd name="connsiteY2" fmla="*/ 277000 h 277000"/>
              <a:gd name="connsiteX3" fmla="*/ 0 w 2262052"/>
              <a:gd name="connsiteY3" fmla="*/ 277000 h 277000"/>
            </a:gdLst>
            <a:ahLst/>
            <a:cxnLst>
              <a:cxn ang="0">
                <a:pos x="connsiteX0" y="connsiteY0"/>
              </a:cxn>
              <a:cxn ang="0">
                <a:pos x="connsiteX1" y="connsiteY1"/>
              </a:cxn>
              <a:cxn ang="0">
                <a:pos x="connsiteX2" y="connsiteY2"/>
              </a:cxn>
              <a:cxn ang="0">
                <a:pos x="connsiteX3" y="connsiteY3"/>
              </a:cxn>
            </a:cxnLst>
            <a:rect l="l" t="t" r="r" b="b"/>
            <a:pathLst>
              <a:path w="2262052" h="277000">
                <a:moveTo>
                  <a:pt x="0" y="0"/>
                </a:moveTo>
                <a:lnTo>
                  <a:pt x="2262052" y="0"/>
                </a:lnTo>
                <a:lnTo>
                  <a:pt x="2262052" y="277000"/>
                </a:lnTo>
                <a:lnTo>
                  <a:pt x="0" y="277000"/>
                </a:lnTo>
                <a:close/>
              </a:path>
            </a:pathLst>
          </a:custGeom>
        </p:spPr>
        <p:txBody>
          <a:bodyPr wrap="square">
            <a:noAutofit/>
          </a:bodyPr>
          <a:lstStyle>
            <a:lvl1pPr marL="0" indent="0">
              <a:lnSpc>
                <a:spcPct val="100000"/>
              </a:lnSpc>
              <a:spcBef>
                <a:spcPts val="0"/>
              </a:spcBef>
              <a:buNone/>
              <a:defRPr sz="1200" b="0">
                <a:solidFill>
                  <a:schemeClr val="bg1"/>
                </a:solidFill>
                <a:latin typeface="+mn-lt"/>
              </a:defRPr>
            </a:lvl1pPr>
          </a:lstStyle>
          <a:p>
            <a:pPr lvl="0"/>
            <a:r>
              <a:rPr lang="en-ID"/>
              <a:t>Description Here</a:t>
            </a:r>
          </a:p>
        </p:txBody>
      </p:sp>
      <p:sp>
        <p:nvSpPr>
          <p:cNvPr id="14" name="Text Placeholder 13">
            <a:extLst>
              <a:ext uri="{FF2B5EF4-FFF2-40B4-BE49-F238E27FC236}">
                <a16:creationId xmlns:a16="http://schemas.microsoft.com/office/drawing/2014/main" id="{97D511DE-6F72-746B-D876-809DCDFE14A7}"/>
              </a:ext>
            </a:extLst>
          </p:cNvPr>
          <p:cNvSpPr>
            <a:spLocks noGrp="1"/>
          </p:cNvSpPr>
          <p:nvPr>
            <p:ph type="body" sz="quarter" idx="55" hasCustomPrompt="1"/>
          </p:nvPr>
        </p:nvSpPr>
        <p:spPr>
          <a:xfrm>
            <a:off x="209779" y="397314"/>
            <a:ext cx="5331669" cy="276999"/>
          </a:xfrm>
          <a:custGeom>
            <a:avLst/>
            <a:gdLst>
              <a:gd name="connsiteX0" fmla="*/ 0 w 5331669"/>
              <a:gd name="connsiteY0" fmla="*/ 0 h 276999"/>
              <a:gd name="connsiteX1" fmla="*/ 5331669 w 5331669"/>
              <a:gd name="connsiteY1" fmla="*/ 0 h 276999"/>
              <a:gd name="connsiteX2" fmla="*/ 5331669 w 5331669"/>
              <a:gd name="connsiteY2" fmla="*/ 276999 h 276999"/>
              <a:gd name="connsiteX3" fmla="*/ 0 w 5331669"/>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5331669" h="276999">
                <a:moveTo>
                  <a:pt x="0" y="0"/>
                </a:moveTo>
                <a:lnTo>
                  <a:pt x="5331669" y="0"/>
                </a:lnTo>
                <a:lnTo>
                  <a:pt x="5331669" y="276999"/>
                </a:lnTo>
                <a:lnTo>
                  <a:pt x="0" y="276999"/>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BODY TEXT HERE</a:t>
            </a:r>
          </a:p>
        </p:txBody>
      </p:sp>
    </p:spTree>
    <p:extLst>
      <p:ext uri="{BB962C8B-B14F-4D97-AF65-F5344CB8AC3E}">
        <p14:creationId xmlns:p14="http://schemas.microsoft.com/office/powerpoint/2010/main" val="521516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7_Custom Layout">
    <p:bg>
      <p:bgPr>
        <a:solidFill>
          <a:schemeClr val="accent1"/>
        </a:solidFill>
        <a:effectLst/>
      </p:bgPr>
    </p:bg>
    <p:spTree>
      <p:nvGrpSpPr>
        <p:cNvPr id="1" name=""/>
        <p:cNvGrpSpPr/>
        <p:nvPr/>
      </p:nvGrpSpPr>
      <p:grpSpPr>
        <a:xfrm>
          <a:off x="0" y="0"/>
          <a:ext cx="0" cy="0"/>
          <a:chOff x="0" y="0"/>
          <a:chExt cx="0" cy="0"/>
        </a:xfrm>
      </p:grpSpPr>
      <p:sp>
        <p:nvSpPr>
          <p:cNvPr id="106" name="Oval 105">
            <a:extLst>
              <a:ext uri="{FF2B5EF4-FFF2-40B4-BE49-F238E27FC236}">
                <a16:creationId xmlns:a16="http://schemas.microsoft.com/office/drawing/2014/main" id="{C07A2678-5CB1-D695-7A19-81664E716D2C}"/>
              </a:ext>
            </a:extLst>
          </p:cNvPr>
          <p:cNvSpPr/>
          <p:nvPr userDrawn="1"/>
        </p:nvSpPr>
        <p:spPr>
          <a:xfrm>
            <a:off x="2889250" y="4284022"/>
            <a:ext cx="3822813" cy="3822813"/>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6" name="Group 15">
            <a:extLst>
              <a:ext uri="{FF2B5EF4-FFF2-40B4-BE49-F238E27FC236}">
                <a16:creationId xmlns:a16="http://schemas.microsoft.com/office/drawing/2014/main" id="{7BDED5EB-DCD9-1F19-2472-DDDB53C85D5B}"/>
              </a:ext>
            </a:extLst>
          </p:cNvPr>
          <p:cNvGrpSpPr/>
          <p:nvPr userDrawn="1"/>
        </p:nvGrpSpPr>
        <p:grpSpPr>
          <a:xfrm rot="10800000">
            <a:off x="-31750" y="1"/>
            <a:ext cx="12223750" cy="3733800"/>
            <a:chOff x="-15875" y="3124200"/>
            <a:chExt cx="12223750" cy="3733800"/>
          </a:xfrm>
        </p:grpSpPr>
        <p:grpSp>
          <p:nvGrpSpPr>
            <p:cNvPr id="17" name="Group 16">
              <a:extLst>
                <a:ext uri="{FF2B5EF4-FFF2-40B4-BE49-F238E27FC236}">
                  <a16:creationId xmlns:a16="http://schemas.microsoft.com/office/drawing/2014/main" id="{0555035F-E591-B0B4-3E34-C7E99243157F}"/>
                </a:ext>
              </a:extLst>
            </p:cNvPr>
            <p:cNvGrpSpPr/>
            <p:nvPr/>
          </p:nvGrpSpPr>
          <p:grpSpPr>
            <a:xfrm>
              <a:off x="-15875" y="3124200"/>
              <a:ext cx="12223750" cy="3733800"/>
              <a:chOff x="247650" y="3124200"/>
              <a:chExt cx="12223750" cy="3733800"/>
            </a:xfrm>
          </p:grpSpPr>
          <p:cxnSp>
            <p:nvCxnSpPr>
              <p:cNvPr id="34" name="Straight Connector 33">
                <a:extLst>
                  <a:ext uri="{FF2B5EF4-FFF2-40B4-BE49-F238E27FC236}">
                    <a16:creationId xmlns:a16="http://schemas.microsoft.com/office/drawing/2014/main" id="{0195DE27-C41F-4DC6-2DC5-967F180DBB22}"/>
                  </a:ext>
                </a:extLst>
              </p:cNvPr>
              <p:cNvCxnSpPr>
                <a:cxnSpLocks/>
              </p:cNvCxnSpPr>
              <p:nvPr/>
            </p:nvCxnSpPr>
            <p:spPr>
              <a:xfrm>
                <a:off x="24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00F4B7E-B9F7-0E1D-FEDB-93A2D986B378}"/>
                  </a:ext>
                </a:extLst>
              </p:cNvPr>
              <p:cNvCxnSpPr>
                <a:cxnSpLocks/>
              </p:cNvCxnSpPr>
              <p:nvPr/>
            </p:nvCxnSpPr>
            <p:spPr>
              <a:xfrm>
                <a:off x="46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BFD6D14-FFA2-302B-D000-6F416F75DC77}"/>
                  </a:ext>
                </a:extLst>
              </p:cNvPr>
              <p:cNvCxnSpPr>
                <a:cxnSpLocks/>
              </p:cNvCxnSpPr>
              <p:nvPr/>
            </p:nvCxnSpPr>
            <p:spPr>
              <a:xfrm>
                <a:off x="69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EEC24E5-79EC-149E-B735-BDAD71FE0EBC}"/>
                  </a:ext>
                </a:extLst>
              </p:cNvPr>
              <p:cNvCxnSpPr>
                <a:cxnSpLocks/>
              </p:cNvCxnSpPr>
              <p:nvPr/>
            </p:nvCxnSpPr>
            <p:spPr>
              <a:xfrm>
                <a:off x="91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4F88389-2562-9BF7-E0F2-85B7279ADFB4}"/>
                  </a:ext>
                </a:extLst>
              </p:cNvPr>
              <p:cNvCxnSpPr>
                <a:cxnSpLocks/>
              </p:cNvCxnSpPr>
              <p:nvPr/>
            </p:nvCxnSpPr>
            <p:spPr>
              <a:xfrm>
                <a:off x="113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0745A4C-DEAC-26A0-0228-C7C0B95CD03C}"/>
                  </a:ext>
                </a:extLst>
              </p:cNvPr>
              <p:cNvCxnSpPr>
                <a:cxnSpLocks/>
              </p:cNvCxnSpPr>
              <p:nvPr/>
            </p:nvCxnSpPr>
            <p:spPr>
              <a:xfrm>
                <a:off x="135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A6CE63B-5C93-C7CE-98C1-FCF4184368E3}"/>
                  </a:ext>
                </a:extLst>
              </p:cNvPr>
              <p:cNvCxnSpPr>
                <a:cxnSpLocks/>
              </p:cNvCxnSpPr>
              <p:nvPr/>
            </p:nvCxnSpPr>
            <p:spPr>
              <a:xfrm>
                <a:off x="158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68F3D4B-F61E-372F-2263-89039A586916}"/>
                  </a:ext>
                </a:extLst>
              </p:cNvPr>
              <p:cNvCxnSpPr>
                <a:cxnSpLocks/>
              </p:cNvCxnSpPr>
              <p:nvPr/>
            </p:nvCxnSpPr>
            <p:spPr>
              <a:xfrm>
                <a:off x="180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42DB9F6-C25B-F19D-738B-D5DF23C7A346}"/>
                  </a:ext>
                </a:extLst>
              </p:cNvPr>
              <p:cNvCxnSpPr>
                <a:cxnSpLocks/>
              </p:cNvCxnSpPr>
              <p:nvPr/>
            </p:nvCxnSpPr>
            <p:spPr>
              <a:xfrm>
                <a:off x="202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2C23812-7C4A-9BC6-9DE9-E0CCE05E7F81}"/>
                  </a:ext>
                </a:extLst>
              </p:cNvPr>
              <p:cNvCxnSpPr>
                <a:cxnSpLocks/>
              </p:cNvCxnSpPr>
              <p:nvPr/>
            </p:nvCxnSpPr>
            <p:spPr>
              <a:xfrm>
                <a:off x="224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65BEE0A-51B5-42E8-8A14-E8612C5FBC01}"/>
                  </a:ext>
                </a:extLst>
              </p:cNvPr>
              <p:cNvCxnSpPr>
                <a:cxnSpLocks/>
              </p:cNvCxnSpPr>
              <p:nvPr/>
            </p:nvCxnSpPr>
            <p:spPr>
              <a:xfrm>
                <a:off x="247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CA77F2E-ABE6-137C-AF72-F8F3B235C893}"/>
                  </a:ext>
                </a:extLst>
              </p:cNvPr>
              <p:cNvCxnSpPr>
                <a:cxnSpLocks/>
              </p:cNvCxnSpPr>
              <p:nvPr/>
            </p:nvCxnSpPr>
            <p:spPr>
              <a:xfrm>
                <a:off x="269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D00D2D9-5DAA-3DA0-9B3D-5B80152E1FB1}"/>
                  </a:ext>
                </a:extLst>
              </p:cNvPr>
              <p:cNvCxnSpPr>
                <a:cxnSpLocks/>
              </p:cNvCxnSpPr>
              <p:nvPr/>
            </p:nvCxnSpPr>
            <p:spPr>
              <a:xfrm>
                <a:off x="291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D9996C7-628B-BE22-6464-40434B365BC9}"/>
                  </a:ext>
                </a:extLst>
              </p:cNvPr>
              <p:cNvCxnSpPr>
                <a:cxnSpLocks/>
              </p:cNvCxnSpPr>
              <p:nvPr/>
            </p:nvCxnSpPr>
            <p:spPr>
              <a:xfrm>
                <a:off x="313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0D7D6AB-C267-66EE-E918-A6657A48A752}"/>
                  </a:ext>
                </a:extLst>
              </p:cNvPr>
              <p:cNvCxnSpPr>
                <a:cxnSpLocks/>
              </p:cNvCxnSpPr>
              <p:nvPr/>
            </p:nvCxnSpPr>
            <p:spPr>
              <a:xfrm>
                <a:off x="335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4308BDF5-300F-7A54-C815-1AB2B6883045}"/>
                  </a:ext>
                </a:extLst>
              </p:cNvPr>
              <p:cNvCxnSpPr>
                <a:cxnSpLocks/>
              </p:cNvCxnSpPr>
              <p:nvPr/>
            </p:nvCxnSpPr>
            <p:spPr>
              <a:xfrm>
                <a:off x="358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2D3473B-52B6-411E-1CD4-1A73F8EE4C97}"/>
                  </a:ext>
                </a:extLst>
              </p:cNvPr>
              <p:cNvCxnSpPr>
                <a:cxnSpLocks/>
              </p:cNvCxnSpPr>
              <p:nvPr/>
            </p:nvCxnSpPr>
            <p:spPr>
              <a:xfrm>
                <a:off x="3803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85B74C7-79E7-545F-697B-ECC1FE22290D}"/>
                  </a:ext>
                </a:extLst>
              </p:cNvPr>
              <p:cNvCxnSpPr>
                <a:cxnSpLocks/>
              </p:cNvCxnSpPr>
              <p:nvPr/>
            </p:nvCxnSpPr>
            <p:spPr>
              <a:xfrm>
                <a:off x="4025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98DFAAA-3AAF-6E20-6D9C-2DBA9ECF3648}"/>
                  </a:ext>
                </a:extLst>
              </p:cNvPr>
              <p:cNvCxnSpPr>
                <a:cxnSpLocks/>
              </p:cNvCxnSpPr>
              <p:nvPr/>
            </p:nvCxnSpPr>
            <p:spPr>
              <a:xfrm>
                <a:off x="4248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8C78FFF-B71E-2CB9-E21A-70926E7D1B4C}"/>
                  </a:ext>
                </a:extLst>
              </p:cNvPr>
              <p:cNvCxnSpPr>
                <a:cxnSpLocks/>
              </p:cNvCxnSpPr>
              <p:nvPr/>
            </p:nvCxnSpPr>
            <p:spPr>
              <a:xfrm>
                <a:off x="4470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69B570F-031B-6290-1573-41ACEBB7C8B4}"/>
                  </a:ext>
                </a:extLst>
              </p:cNvPr>
              <p:cNvCxnSpPr>
                <a:cxnSpLocks/>
              </p:cNvCxnSpPr>
              <p:nvPr/>
            </p:nvCxnSpPr>
            <p:spPr>
              <a:xfrm>
                <a:off x="4692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33D2339-1C1A-ECC9-60CB-4934F0323A53}"/>
                  </a:ext>
                </a:extLst>
              </p:cNvPr>
              <p:cNvCxnSpPr>
                <a:cxnSpLocks/>
              </p:cNvCxnSpPr>
              <p:nvPr/>
            </p:nvCxnSpPr>
            <p:spPr>
              <a:xfrm>
                <a:off x="4914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8BD0A30-C081-A955-9684-4993F12DD064}"/>
                  </a:ext>
                </a:extLst>
              </p:cNvPr>
              <p:cNvCxnSpPr>
                <a:cxnSpLocks/>
              </p:cNvCxnSpPr>
              <p:nvPr/>
            </p:nvCxnSpPr>
            <p:spPr>
              <a:xfrm>
                <a:off x="5137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924ADB0-4D30-FD14-7D15-CC223F7A8B31}"/>
                  </a:ext>
                </a:extLst>
              </p:cNvPr>
              <p:cNvCxnSpPr>
                <a:cxnSpLocks/>
              </p:cNvCxnSpPr>
              <p:nvPr/>
            </p:nvCxnSpPr>
            <p:spPr>
              <a:xfrm>
                <a:off x="5359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1AF22D0-868D-EBFE-92E4-BB0272A829E0}"/>
                  </a:ext>
                </a:extLst>
              </p:cNvPr>
              <p:cNvCxnSpPr>
                <a:cxnSpLocks/>
              </p:cNvCxnSpPr>
              <p:nvPr/>
            </p:nvCxnSpPr>
            <p:spPr>
              <a:xfrm>
                <a:off x="5581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03C8F3B-A3F4-36DB-820F-6EB4004CA4F3}"/>
                  </a:ext>
                </a:extLst>
              </p:cNvPr>
              <p:cNvCxnSpPr>
                <a:cxnSpLocks/>
              </p:cNvCxnSpPr>
              <p:nvPr/>
            </p:nvCxnSpPr>
            <p:spPr>
              <a:xfrm>
                <a:off x="5803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ABE5EBF-4B73-289F-62CC-FE9AB3616BE9}"/>
                  </a:ext>
                </a:extLst>
              </p:cNvPr>
              <p:cNvCxnSpPr>
                <a:cxnSpLocks/>
              </p:cNvCxnSpPr>
              <p:nvPr/>
            </p:nvCxnSpPr>
            <p:spPr>
              <a:xfrm>
                <a:off x="6026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A3D05AC-1422-CD28-E3A2-A3F5F2345D00}"/>
                  </a:ext>
                </a:extLst>
              </p:cNvPr>
              <p:cNvCxnSpPr>
                <a:cxnSpLocks/>
              </p:cNvCxnSpPr>
              <p:nvPr/>
            </p:nvCxnSpPr>
            <p:spPr>
              <a:xfrm>
                <a:off x="6248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05C478F-B97C-AC88-A3BA-11A3D5D24D5F}"/>
                  </a:ext>
                </a:extLst>
              </p:cNvPr>
              <p:cNvCxnSpPr>
                <a:cxnSpLocks/>
              </p:cNvCxnSpPr>
              <p:nvPr/>
            </p:nvCxnSpPr>
            <p:spPr>
              <a:xfrm>
                <a:off x="6470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FBB2BBE-BA19-FBAF-B28E-5E44F0E34CB4}"/>
                  </a:ext>
                </a:extLst>
              </p:cNvPr>
              <p:cNvCxnSpPr>
                <a:cxnSpLocks/>
              </p:cNvCxnSpPr>
              <p:nvPr/>
            </p:nvCxnSpPr>
            <p:spPr>
              <a:xfrm>
                <a:off x="6692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D588BA-D6C3-2FC7-CE67-E18DE8D4734B}"/>
                  </a:ext>
                </a:extLst>
              </p:cNvPr>
              <p:cNvCxnSpPr>
                <a:cxnSpLocks/>
              </p:cNvCxnSpPr>
              <p:nvPr/>
            </p:nvCxnSpPr>
            <p:spPr>
              <a:xfrm>
                <a:off x="6915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C53CFB8-FF11-57B6-0803-DCE3BCA54F6D}"/>
                  </a:ext>
                </a:extLst>
              </p:cNvPr>
              <p:cNvCxnSpPr>
                <a:cxnSpLocks/>
              </p:cNvCxnSpPr>
              <p:nvPr/>
            </p:nvCxnSpPr>
            <p:spPr>
              <a:xfrm>
                <a:off x="7137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6CB8111-02B2-5227-2D93-AFBCB18EFF04}"/>
                  </a:ext>
                </a:extLst>
              </p:cNvPr>
              <p:cNvCxnSpPr>
                <a:cxnSpLocks/>
              </p:cNvCxnSpPr>
              <p:nvPr/>
            </p:nvCxnSpPr>
            <p:spPr>
              <a:xfrm>
                <a:off x="7359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F3CACB5-C78D-C0FE-E7D9-3C3FE9A43846}"/>
                  </a:ext>
                </a:extLst>
              </p:cNvPr>
              <p:cNvCxnSpPr>
                <a:cxnSpLocks/>
              </p:cNvCxnSpPr>
              <p:nvPr/>
            </p:nvCxnSpPr>
            <p:spPr>
              <a:xfrm>
                <a:off x="7581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155F670-9D48-C76C-9114-3FCEE1C380CD}"/>
                  </a:ext>
                </a:extLst>
              </p:cNvPr>
              <p:cNvCxnSpPr>
                <a:cxnSpLocks/>
              </p:cNvCxnSpPr>
              <p:nvPr/>
            </p:nvCxnSpPr>
            <p:spPr>
              <a:xfrm>
                <a:off x="7804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570E258-A30F-63CA-DD4E-78262550B7D5}"/>
                  </a:ext>
                </a:extLst>
              </p:cNvPr>
              <p:cNvCxnSpPr>
                <a:cxnSpLocks/>
              </p:cNvCxnSpPr>
              <p:nvPr/>
            </p:nvCxnSpPr>
            <p:spPr>
              <a:xfrm>
                <a:off x="8026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5F25EAC-116F-7B04-D028-8B62D1361610}"/>
                  </a:ext>
                </a:extLst>
              </p:cNvPr>
              <p:cNvCxnSpPr>
                <a:cxnSpLocks/>
              </p:cNvCxnSpPr>
              <p:nvPr/>
            </p:nvCxnSpPr>
            <p:spPr>
              <a:xfrm>
                <a:off x="8248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4393044-B178-7862-293D-96487316C686}"/>
                  </a:ext>
                </a:extLst>
              </p:cNvPr>
              <p:cNvCxnSpPr>
                <a:cxnSpLocks/>
              </p:cNvCxnSpPr>
              <p:nvPr/>
            </p:nvCxnSpPr>
            <p:spPr>
              <a:xfrm>
                <a:off x="8470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7668F7C-85F9-455F-3051-AB457109E2BA}"/>
                  </a:ext>
                </a:extLst>
              </p:cNvPr>
              <p:cNvCxnSpPr>
                <a:cxnSpLocks/>
              </p:cNvCxnSpPr>
              <p:nvPr/>
            </p:nvCxnSpPr>
            <p:spPr>
              <a:xfrm>
                <a:off x="8693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9026E67-4378-BEC2-D3BD-65CD64AD0F33}"/>
                  </a:ext>
                </a:extLst>
              </p:cNvPr>
              <p:cNvCxnSpPr>
                <a:cxnSpLocks/>
              </p:cNvCxnSpPr>
              <p:nvPr/>
            </p:nvCxnSpPr>
            <p:spPr>
              <a:xfrm>
                <a:off x="8915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9BB7B19-16D4-C033-0C54-5A912D1C7C44}"/>
                  </a:ext>
                </a:extLst>
              </p:cNvPr>
              <p:cNvCxnSpPr>
                <a:cxnSpLocks/>
              </p:cNvCxnSpPr>
              <p:nvPr/>
            </p:nvCxnSpPr>
            <p:spPr>
              <a:xfrm>
                <a:off x="913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77916812-9267-A9E2-B7C6-276F748DF4BD}"/>
                  </a:ext>
                </a:extLst>
              </p:cNvPr>
              <p:cNvCxnSpPr>
                <a:cxnSpLocks/>
              </p:cNvCxnSpPr>
              <p:nvPr/>
            </p:nvCxnSpPr>
            <p:spPr>
              <a:xfrm>
                <a:off x="935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8C73569-0BFC-204B-01EE-4D828900D921}"/>
                  </a:ext>
                </a:extLst>
              </p:cNvPr>
              <p:cNvCxnSpPr>
                <a:cxnSpLocks/>
              </p:cNvCxnSpPr>
              <p:nvPr/>
            </p:nvCxnSpPr>
            <p:spPr>
              <a:xfrm>
                <a:off x="958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83AFB68-B158-7EDA-8C60-6526097DC756}"/>
                  </a:ext>
                </a:extLst>
              </p:cNvPr>
              <p:cNvCxnSpPr>
                <a:cxnSpLocks/>
              </p:cNvCxnSpPr>
              <p:nvPr/>
            </p:nvCxnSpPr>
            <p:spPr>
              <a:xfrm>
                <a:off x="980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8C8486D-B40F-893F-7715-1AD22A95F334}"/>
                  </a:ext>
                </a:extLst>
              </p:cNvPr>
              <p:cNvCxnSpPr>
                <a:cxnSpLocks/>
              </p:cNvCxnSpPr>
              <p:nvPr/>
            </p:nvCxnSpPr>
            <p:spPr>
              <a:xfrm>
                <a:off x="1002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833A92E-7EC2-FB36-D7DF-D7E12F4EDE05}"/>
                  </a:ext>
                </a:extLst>
              </p:cNvPr>
              <p:cNvCxnSpPr>
                <a:cxnSpLocks/>
              </p:cNvCxnSpPr>
              <p:nvPr/>
            </p:nvCxnSpPr>
            <p:spPr>
              <a:xfrm>
                <a:off x="1024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1FDDD46-3616-C2E7-E334-209C961B5B79}"/>
                  </a:ext>
                </a:extLst>
              </p:cNvPr>
              <p:cNvCxnSpPr>
                <a:cxnSpLocks/>
              </p:cNvCxnSpPr>
              <p:nvPr/>
            </p:nvCxnSpPr>
            <p:spPr>
              <a:xfrm>
                <a:off x="1047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DC781D17-3ED4-F330-6E9B-D86103F55FDC}"/>
                  </a:ext>
                </a:extLst>
              </p:cNvPr>
              <p:cNvCxnSpPr>
                <a:cxnSpLocks/>
              </p:cNvCxnSpPr>
              <p:nvPr/>
            </p:nvCxnSpPr>
            <p:spPr>
              <a:xfrm>
                <a:off x="1069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2DF8B6C-BB0C-BE49-2A66-9176EDE57501}"/>
                  </a:ext>
                </a:extLst>
              </p:cNvPr>
              <p:cNvCxnSpPr>
                <a:cxnSpLocks/>
              </p:cNvCxnSpPr>
              <p:nvPr/>
            </p:nvCxnSpPr>
            <p:spPr>
              <a:xfrm>
                <a:off x="1091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3770B7E-DC2A-E8D6-2BAA-153AB079FFB6}"/>
                  </a:ext>
                </a:extLst>
              </p:cNvPr>
              <p:cNvCxnSpPr>
                <a:cxnSpLocks/>
              </p:cNvCxnSpPr>
              <p:nvPr/>
            </p:nvCxnSpPr>
            <p:spPr>
              <a:xfrm>
                <a:off x="1113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ACB97B4-F5C5-3877-945D-D7B83F356200}"/>
                  </a:ext>
                </a:extLst>
              </p:cNvPr>
              <p:cNvCxnSpPr>
                <a:cxnSpLocks/>
              </p:cNvCxnSpPr>
              <p:nvPr/>
            </p:nvCxnSpPr>
            <p:spPr>
              <a:xfrm>
                <a:off x="1136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99FB761-F00B-C39A-26EB-213C0B47C1D3}"/>
                  </a:ext>
                </a:extLst>
              </p:cNvPr>
              <p:cNvCxnSpPr>
                <a:cxnSpLocks/>
              </p:cNvCxnSpPr>
              <p:nvPr/>
            </p:nvCxnSpPr>
            <p:spPr>
              <a:xfrm>
                <a:off x="1158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30399668-0399-F4D9-DDEE-88BD11484D21}"/>
                  </a:ext>
                </a:extLst>
              </p:cNvPr>
              <p:cNvCxnSpPr>
                <a:cxnSpLocks/>
              </p:cNvCxnSpPr>
              <p:nvPr/>
            </p:nvCxnSpPr>
            <p:spPr>
              <a:xfrm>
                <a:off x="1180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5A1F387-2E52-BA83-4392-3E5781D48469}"/>
                  </a:ext>
                </a:extLst>
              </p:cNvPr>
              <p:cNvCxnSpPr>
                <a:cxnSpLocks/>
              </p:cNvCxnSpPr>
              <p:nvPr/>
            </p:nvCxnSpPr>
            <p:spPr>
              <a:xfrm>
                <a:off x="1202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74F4A8C0-89B7-BF05-51E0-52A07D87CAE7}"/>
                  </a:ext>
                </a:extLst>
              </p:cNvPr>
              <p:cNvCxnSpPr>
                <a:cxnSpLocks/>
              </p:cNvCxnSpPr>
              <p:nvPr/>
            </p:nvCxnSpPr>
            <p:spPr>
              <a:xfrm>
                <a:off x="1224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DCD966F-0C86-C1E9-5B01-A31D12C2DD84}"/>
                  </a:ext>
                </a:extLst>
              </p:cNvPr>
              <p:cNvCxnSpPr>
                <a:cxnSpLocks/>
              </p:cNvCxnSpPr>
              <p:nvPr/>
            </p:nvCxnSpPr>
            <p:spPr>
              <a:xfrm>
                <a:off x="1247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97A4EC02-C70F-512C-8965-53A163589F45}"/>
                </a:ext>
              </a:extLst>
            </p:cNvPr>
            <p:cNvGrpSpPr/>
            <p:nvPr/>
          </p:nvGrpSpPr>
          <p:grpSpPr>
            <a:xfrm>
              <a:off x="-7937" y="3327400"/>
              <a:ext cx="12207875" cy="3467100"/>
              <a:chOff x="47622" y="3327400"/>
              <a:chExt cx="12207875" cy="3467100"/>
            </a:xfrm>
          </p:grpSpPr>
          <p:cxnSp>
            <p:nvCxnSpPr>
              <p:cNvPr id="19" name="Straight Connector 18">
                <a:extLst>
                  <a:ext uri="{FF2B5EF4-FFF2-40B4-BE49-F238E27FC236}">
                    <a16:creationId xmlns:a16="http://schemas.microsoft.com/office/drawing/2014/main" id="{B8F5C3F4-167A-5C28-05CC-F136737F92DD}"/>
                  </a:ext>
                </a:extLst>
              </p:cNvPr>
              <p:cNvCxnSpPr>
                <a:cxnSpLocks/>
              </p:cNvCxnSpPr>
              <p:nvPr/>
            </p:nvCxnSpPr>
            <p:spPr>
              <a:xfrm>
                <a:off x="47622" y="33274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DDFCF4C-99DE-339A-926F-EB46908E37BE}"/>
                  </a:ext>
                </a:extLst>
              </p:cNvPr>
              <p:cNvCxnSpPr>
                <a:cxnSpLocks/>
              </p:cNvCxnSpPr>
              <p:nvPr/>
            </p:nvCxnSpPr>
            <p:spPr>
              <a:xfrm>
                <a:off x="47622" y="35750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25E6395-D54C-E139-3FC5-1DB5366C550B}"/>
                  </a:ext>
                </a:extLst>
              </p:cNvPr>
              <p:cNvCxnSpPr>
                <a:cxnSpLocks/>
              </p:cNvCxnSpPr>
              <p:nvPr/>
            </p:nvCxnSpPr>
            <p:spPr>
              <a:xfrm>
                <a:off x="47622" y="38227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CC44445-1E3A-5A22-E248-200A90B21D35}"/>
                  </a:ext>
                </a:extLst>
              </p:cNvPr>
              <p:cNvCxnSpPr>
                <a:cxnSpLocks/>
              </p:cNvCxnSpPr>
              <p:nvPr/>
            </p:nvCxnSpPr>
            <p:spPr>
              <a:xfrm>
                <a:off x="47622" y="40703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F1AB2E9-DA24-57D9-2FEB-D6D476A41E3A}"/>
                  </a:ext>
                </a:extLst>
              </p:cNvPr>
              <p:cNvCxnSpPr>
                <a:cxnSpLocks/>
              </p:cNvCxnSpPr>
              <p:nvPr/>
            </p:nvCxnSpPr>
            <p:spPr>
              <a:xfrm>
                <a:off x="47622" y="43180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A1C0671-A9A6-ABB8-46BD-67C33AA95E09}"/>
                  </a:ext>
                </a:extLst>
              </p:cNvPr>
              <p:cNvCxnSpPr>
                <a:cxnSpLocks/>
              </p:cNvCxnSpPr>
              <p:nvPr/>
            </p:nvCxnSpPr>
            <p:spPr>
              <a:xfrm>
                <a:off x="47622" y="45656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18803CE-BAFA-374C-4C1C-7078E4C4FDC9}"/>
                  </a:ext>
                </a:extLst>
              </p:cNvPr>
              <p:cNvCxnSpPr>
                <a:cxnSpLocks/>
              </p:cNvCxnSpPr>
              <p:nvPr/>
            </p:nvCxnSpPr>
            <p:spPr>
              <a:xfrm>
                <a:off x="47622" y="48133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4AE4F14-DAB8-EC53-8248-D99B37CDC23A}"/>
                  </a:ext>
                </a:extLst>
              </p:cNvPr>
              <p:cNvCxnSpPr>
                <a:cxnSpLocks/>
              </p:cNvCxnSpPr>
              <p:nvPr/>
            </p:nvCxnSpPr>
            <p:spPr>
              <a:xfrm>
                <a:off x="47622" y="50609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9CE138A-3FA4-A748-BCA1-62C395E684E0}"/>
                  </a:ext>
                </a:extLst>
              </p:cNvPr>
              <p:cNvCxnSpPr>
                <a:cxnSpLocks/>
              </p:cNvCxnSpPr>
              <p:nvPr/>
            </p:nvCxnSpPr>
            <p:spPr>
              <a:xfrm>
                <a:off x="47622" y="53086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84D8ACC-7464-4289-F84A-191A16F3CDEF}"/>
                  </a:ext>
                </a:extLst>
              </p:cNvPr>
              <p:cNvCxnSpPr>
                <a:cxnSpLocks/>
              </p:cNvCxnSpPr>
              <p:nvPr/>
            </p:nvCxnSpPr>
            <p:spPr>
              <a:xfrm>
                <a:off x="47622" y="55562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51B17A-294B-BABE-C057-CAB26C6C36D5}"/>
                  </a:ext>
                </a:extLst>
              </p:cNvPr>
              <p:cNvCxnSpPr>
                <a:cxnSpLocks/>
              </p:cNvCxnSpPr>
              <p:nvPr/>
            </p:nvCxnSpPr>
            <p:spPr>
              <a:xfrm>
                <a:off x="47622" y="58039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FA44C3-7865-FAC3-D450-A2CF755706EC}"/>
                  </a:ext>
                </a:extLst>
              </p:cNvPr>
              <p:cNvCxnSpPr>
                <a:cxnSpLocks/>
              </p:cNvCxnSpPr>
              <p:nvPr/>
            </p:nvCxnSpPr>
            <p:spPr>
              <a:xfrm>
                <a:off x="47622" y="60515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C53B040-F1ED-AD42-061E-E64C6E6CB67B}"/>
                  </a:ext>
                </a:extLst>
              </p:cNvPr>
              <p:cNvCxnSpPr>
                <a:cxnSpLocks/>
              </p:cNvCxnSpPr>
              <p:nvPr/>
            </p:nvCxnSpPr>
            <p:spPr>
              <a:xfrm>
                <a:off x="47622" y="62992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21C931D-EC9C-5BD5-A2F9-3887A07848D5}"/>
                  </a:ext>
                </a:extLst>
              </p:cNvPr>
              <p:cNvCxnSpPr>
                <a:cxnSpLocks/>
              </p:cNvCxnSpPr>
              <p:nvPr/>
            </p:nvCxnSpPr>
            <p:spPr>
              <a:xfrm>
                <a:off x="47622" y="65468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2ACA1E2-97EA-723A-FBD0-746D707B65A9}"/>
                  </a:ext>
                </a:extLst>
              </p:cNvPr>
              <p:cNvCxnSpPr>
                <a:cxnSpLocks/>
              </p:cNvCxnSpPr>
              <p:nvPr/>
            </p:nvCxnSpPr>
            <p:spPr>
              <a:xfrm>
                <a:off x="47622" y="67945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101" name="Freeform: Shape 100">
            <a:extLst>
              <a:ext uri="{FF2B5EF4-FFF2-40B4-BE49-F238E27FC236}">
                <a16:creationId xmlns:a16="http://schemas.microsoft.com/office/drawing/2014/main" id="{0E7F595B-1535-758C-4003-AEB0CF7D23FB}"/>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02" name="TextBox 101">
            <a:extLst>
              <a:ext uri="{FF2B5EF4-FFF2-40B4-BE49-F238E27FC236}">
                <a16:creationId xmlns:a16="http://schemas.microsoft.com/office/drawing/2014/main" id="{49C402DC-9A63-7450-DCFC-BF6763ED8E5F}"/>
              </a:ext>
            </a:extLst>
          </p:cNvPr>
          <p:cNvSpPr txBox="1"/>
          <p:nvPr userDrawn="1"/>
        </p:nvSpPr>
        <p:spPr>
          <a:xfrm>
            <a:off x="11148778" y="6564624"/>
            <a:ext cx="820972" cy="230832"/>
          </a:xfrm>
          <a:prstGeom prst="rect">
            <a:avLst/>
          </a:prstGeom>
          <a:noFill/>
        </p:spPr>
        <p:txBody>
          <a:bodyPr wrap="square" rtlCol="0">
            <a:spAutoFit/>
          </a:bodyPr>
          <a:lstStyle/>
          <a:p>
            <a:r>
              <a:rPr lang="en-ID" sz="900" b="1">
                <a:solidFill>
                  <a:schemeClr val="bg1"/>
                </a:solidFill>
              </a:rPr>
              <a:t>PAGE | </a:t>
            </a:r>
            <a:fld id="{13ABB06F-2B0F-4054-8A3E-E3A306E5D633}" type="slidenum">
              <a:rPr lang="en-ID" sz="900" b="1" smtClean="0">
                <a:solidFill>
                  <a:schemeClr val="bg1"/>
                </a:solidFill>
              </a:rPr>
              <a:pPr/>
              <a:t>‹#›</a:t>
            </a:fld>
            <a:endParaRPr lang="en-ID" sz="900" b="1">
              <a:solidFill>
                <a:schemeClr val="bg1"/>
              </a:solidFill>
            </a:endParaRPr>
          </a:p>
        </p:txBody>
      </p:sp>
      <p:cxnSp>
        <p:nvCxnSpPr>
          <p:cNvPr id="103" name="Straight Connector 102">
            <a:extLst>
              <a:ext uri="{FF2B5EF4-FFF2-40B4-BE49-F238E27FC236}">
                <a16:creationId xmlns:a16="http://schemas.microsoft.com/office/drawing/2014/main" id="{BE0F7F14-5831-9C76-F37A-B25A6F56CF92}"/>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474ECD85-E057-6830-B688-D4106F9540F3}"/>
              </a:ext>
            </a:extLst>
          </p:cNvPr>
          <p:cNvSpPr/>
          <p:nvPr userDrawn="1"/>
        </p:nvSpPr>
        <p:spPr>
          <a:xfrm>
            <a:off x="-3078624" y="-2621018"/>
            <a:ext cx="6439376" cy="6439376"/>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5" name="Oval 104">
            <a:extLst>
              <a:ext uri="{FF2B5EF4-FFF2-40B4-BE49-F238E27FC236}">
                <a16:creationId xmlns:a16="http://schemas.microsoft.com/office/drawing/2014/main" id="{3FE16F41-25CE-F099-5E7F-42BAD30620DE}"/>
              </a:ext>
            </a:extLst>
          </p:cNvPr>
          <p:cNvSpPr/>
          <p:nvPr userDrawn="1"/>
        </p:nvSpPr>
        <p:spPr>
          <a:xfrm>
            <a:off x="9487686" y="718619"/>
            <a:ext cx="4696626" cy="4696626"/>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4141563" y="2260617"/>
            <a:ext cx="3908874" cy="3790933"/>
          </a:xfrm>
          <a:prstGeom prst="roundRect">
            <a:avLst>
              <a:gd name="adj" fmla="val 2884"/>
            </a:avLst>
          </a:prstGeom>
          <a:solidFill>
            <a:schemeClr val="bg1">
              <a:lumMod val="95000"/>
            </a:schemeClr>
          </a:solidFill>
        </p:spPr>
        <p:txBody>
          <a:bodyPr wrap="square">
            <a:noAutofit/>
          </a:bodyPr>
          <a:lstStyle>
            <a:lvl1pPr>
              <a:defRPr sz="800"/>
            </a:lvl1pPr>
          </a:lstStyle>
          <a:p>
            <a:endParaRPr lang="en-ID"/>
          </a:p>
        </p:txBody>
      </p:sp>
      <p:sp>
        <p:nvSpPr>
          <p:cNvPr id="15" name="Text Placeholder 14">
            <a:extLst>
              <a:ext uri="{FF2B5EF4-FFF2-40B4-BE49-F238E27FC236}">
                <a16:creationId xmlns:a16="http://schemas.microsoft.com/office/drawing/2014/main" id="{6C919C45-CC20-BD6A-1D84-4B674185FF99}"/>
              </a:ext>
            </a:extLst>
          </p:cNvPr>
          <p:cNvSpPr>
            <a:spLocks noGrp="1"/>
          </p:cNvSpPr>
          <p:nvPr>
            <p:ph type="body" sz="quarter" idx="12" hasCustomPrompt="1"/>
          </p:nvPr>
        </p:nvSpPr>
        <p:spPr>
          <a:xfrm>
            <a:off x="1258691" y="5285127"/>
            <a:ext cx="1679565" cy="353297"/>
          </a:xfrm>
          <a:custGeom>
            <a:avLst/>
            <a:gdLst>
              <a:gd name="connsiteX0" fmla="*/ 0 w 1679565"/>
              <a:gd name="connsiteY0" fmla="*/ 0 h 353297"/>
              <a:gd name="connsiteX1" fmla="*/ 1679565 w 1679565"/>
              <a:gd name="connsiteY1" fmla="*/ 0 h 353297"/>
              <a:gd name="connsiteX2" fmla="*/ 1679565 w 1679565"/>
              <a:gd name="connsiteY2" fmla="*/ 353297 h 353297"/>
              <a:gd name="connsiteX3" fmla="*/ 0 w 1679565"/>
              <a:gd name="connsiteY3" fmla="*/ 353297 h 353297"/>
            </a:gdLst>
            <a:ahLst/>
            <a:cxnLst>
              <a:cxn ang="0">
                <a:pos x="connsiteX0" y="connsiteY0"/>
              </a:cxn>
              <a:cxn ang="0">
                <a:pos x="connsiteX1" y="connsiteY1"/>
              </a:cxn>
              <a:cxn ang="0">
                <a:pos x="connsiteX2" y="connsiteY2"/>
              </a:cxn>
              <a:cxn ang="0">
                <a:pos x="connsiteX3" y="connsiteY3"/>
              </a:cxn>
            </a:cxnLst>
            <a:rect l="l" t="t" r="r" b="b"/>
            <a:pathLst>
              <a:path w="1679565" h="353297">
                <a:moveTo>
                  <a:pt x="0" y="0"/>
                </a:moveTo>
                <a:lnTo>
                  <a:pt x="1679565" y="0"/>
                </a:lnTo>
                <a:lnTo>
                  <a:pt x="1679565" y="353297"/>
                </a:lnTo>
                <a:lnTo>
                  <a:pt x="0" y="353297"/>
                </a:lnTo>
                <a:close/>
              </a:path>
            </a:pathLst>
          </a:custGeom>
        </p:spPr>
        <p:txBody>
          <a:bodyPr wrap="square">
            <a:noAutofit/>
          </a:bodyPr>
          <a:lstStyle>
            <a:lvl1pPr marL="0" indent="0" algn="ctr">
              <a:lnSpc>
                <a:spcPct val="100000"/>
              </a:lnSpc>
              <a:buNone/>
              <a:defRPr sz="1600" b="1">
                <a:solidFill>
                  <a:schemeClr val="bg1"/>
                </a:solidFill>
                <a:latin typeface="+mj-lt"/>
              </a:defRPr>
            </a:lvl1pPr>
          </a:lstStyle>
          <a:p>
            <a:pPr lvl="0"/>
            <a:r>
              <a:rPr lang="en-ID"/>
              <a:t>Subtitle Here</a:t>
            </a:r>
          </a:p>
        </p:txBody>
      </p:sp>
      <p:sp>
        <p:nvSpPr>
          <p:cNvPr id="14" name="Text Placeholder 13">
            <a:extLst>
              <a:ext uri="{FF2B5EF4-FFF2-40B4-BE49-F238E27FC236}">
                <a16:creationId xmlns:a16="http://schemas.microsoft.com/office/drawing/2014/main" id="{B6BDD818-33C7-0C1F-EF7A-1912D0A2EB05}"/>
              </a:ext>
            </a:extLst>
          </p:cNvPr>
          <p:cNvSpPr>
            <a:spLocks noGrp="1"/>
          </p:cNvSpPr>
          <p:nvPr>
            <p:ph type="body" sz="quarter" idx="26" hasCustomPrompt="1"/>
          </p:nvPr>
        </p:nvSpPr>
        <p:spPr>
          <a:xfrm>
            <a:off x="8580980" y="4962071"/>
            <a:ext cx="2777040" cy="926792"/>
          </a:xfrm>
          <a:custGeom>
            <a:avLst/>
            <a:gdLst>
              <a:gd name="connsiteX0" fmla="*/ 0 w 2777040"/>
              <a:gd name="connsiteY0" fmla="*/ 0 h 926792"/>
              <a:gd name="connsiteX1" fmla="*/ 2777040 w 2777040"/>
              <a:gd name="connsiteY1" fmla="*/ 0 h 926792"/>
              <a:gd name="connsiteX2" fmla="*/ 2777040 w 2777040"/>
              <a:gd name="connsiteY2" fmla="*/ 926792 h 926792"/>
              <a:gd name="connsiteX3" fmla="*/ 0 w 2777040"/>
              <a:gd name="connsiteY3" fmla="*/ 926792 h 926792"/>
            </a:gdLst>
            <a:ahLst/>
            <a:cxnLst>
              <a:cxn ang="0">
                <a:pos x="connsiteX0" y="connsiteY0"/>
              </a:cxn>
              <a:cxn ang="0">
                <a:pos x="connsiteX1" y="connsiteY1"/>
              </a:cxn>
              <a:cxn ang="0">
                <a:pos x="connsiteX2" y="connsiteY2"/>
              </a:cxn>
              <a:cxn ang="0">
                <a:pos x="connsiteX3" y="connsiteY3"/>
              </a:cxn>
            </a:cxnLst>
            <a:rect l="l" t="t" r="r" b="b"/>
            <a:pathLst>
              <a:path w="2777040" h="926792">
                <a:moveTo>
                  <a:pt x="0" y="0"/>
                </a:moveTo>
                <a:lnTo>
                  <a:pt x="2777040" y="0"/>
                </a:lnTo>
                <a:lnTo>
                  <a:pt x="2777040" y="926792"/>
                </a:lnTo>
                <a:lnTo>
                  <a:pt x="0" y="926792"/>
                </a:lnTo>
                <a:close/>
              </a:path>
            </a:pathLst>
          </a:custGeom>
        </p:spPr>
        <p:txBody>
          <a:bodyPr wrap="square">
            <a:noAutofit/>
          </a:bodyPr>
          <a:lstStyle>
            <a:lvl1pPr marL="0" indent="0" algn="l">
              <a:lnSpc>
                <a:spcPct val="100000"/>
              </a:lnSpc>
              <a:spcBef>
                <a:spcPts val="0"/>
              </a:spcBef>
              <a:buNone/>
              <a:defRPr sz="1800" b="0">
                <a:solidFill>
                  <a:schemeClr val="accent2"/>
                </a:solidFill>
                <a:latin typeface="+mn-lt"/>
              </a:defRPr>
            </a:lvl1pPr>
          </a:lstStyle>
          <a:p>
            <a:pPr lvl="0"/>
            <a:r>
              <a:rPr lang="en-ID"/>
              <a:t>Text Here</a:t>
            </a:r>
          </a:p>
        </p:txBody>
      </p:sp>
      <p:sp>
        <p:nvSpPr>
          <p:cNvPr id="13" name="Text Placeholder 12">
            <a:extLst>
              <a:ext uri="{FF2B5EF4-FFF2-40B4-BE49-F238E27FC236}">
                <a16:creationId xmlns:a16="http://schemas.microsoft.com/office/drawing/2014/main" id="{456DDD36-D7B0-C13D-8BCC-F44654045066}"/>
              </a:ext>
            </a:extLst>
          </p:cNvPr>
          <p:cNvSpPr>
            <a:spLocks noGrp="1"/>
          </p:cNvSpPr>
          <p:nvPr>
            <p:ph type="body" sz="quarter" idx="11" hasCustomPrompt="1"/>
          </p:nvPr>
        </p:nvSpPr>
        <p:spPr>
          <a:xfrm>
            <a:off x="2635250" y="1307786"/>
            <a:ext cx="6902450" cy="2123658"/>
          </a:xfrm>
          <a:custGeom>
            <a:avLst/>
            <a:gdLst>
              <a:gd name="connsiteX0" fmla="*/ 0 w 6902450"/>
              <a:gd name="connsiteY0" fmla="*/ 0 h 2123658"/>
              <a:gd name="connsiteX1" fmla="*/ 6902450 w 6902450"/>
              <a:gd name="connsiteY1" fmla="*/ 0 h 2123658"/>
              <a:gd name="connsiteX2" fmla="*/ 6902450 w 6902450"/>
              <a:gd name="connsiteY2" fmla="*/ 2123658 h 2123658"/>
              <a:gd name="connsiteX3" fmla="*/ 0 w 6902450"/>
              <a:gd name="connsiteY3" fmla="*/ 2123658 h 2123658"/>
            </a:gdLst>
            <a:ahLst/>
            <a:cxnLst>
              <a:cxn ang="0">
                <a:pos x="connsiteX0" y="connsiteY0"/>
              </a:cxn>
              <a:cxn ang="0">
                <a:pos x="connsiteX1" y="connsiteY1"/>
              </a:cxn>
              <a:cxn ang="0">
                <a:pos x="connsiteX2" y="connsiteY2"/>
              </a:cxn>
              <a:cxn ang="0">
                <a:pos x="connsiteX3" y="connsiteY3"/>
              </a:cxn>
            </a:cxnLst>
            <a:rect l="l" t="t" r="r" b="b"/>
            <a:pathLst>
              <a:path w="6902450" h="2123658">
                <a:moveTo>
                  <a:pt x="0" y="0"/>
                </a:moveTo>
                <a:lnTo>
                  <a:pt x="6902450" y="0"/>
                </a:lnTo>
                <a:lnTo>
                  <a:pt x="6902450" y="2123658"/>
                </a:lnTo>
                <a:lnTo>
                  <a:pt x="0" y="2123658"/>
                </a:lnTo>
                <a:close/>
              </a:path>
            </a:pathLst>
          </a:custGeom>
        </p:spPr>
        <p:txBody>
          <a:bodyPr wrap="square">
            <a:noAutofit/>
          </a:bodyPr>
          <a:lstStyle>
            <a:lvl1pPr marL="0" indent="0" algn="ctr">
              <a:lnSpc>
                <a:spcPct val="100000"/>
              </a:lnSpc>
              <a:buNone/>
              <a:defRPr sz="6600" b="1">
                <a:solidFill>
                  <a:schemeClr val="bg1"/>
                </a:solidFill>
                <a:latin typeface="+mj-lt"/>
              </a:defRPr>
            </a:lvl1pPr>
          </a:lstStyle>
          <a:p>
            <a:pPr lvl="0"/>
            <a:r>
              <a:rPr lang="en-ID"/>
              <a:t>TITLE HERE</a:t>
            </a:r>
          </a:p>
        </p:txBody>
      </p:sp>
      <p:pic>
        <p:nvPicPr>
          <p:cNvPr id="98" name="Picture 97">
            <a:extLst>
              <a:ext uri="{FF2B5EF4-FFF2-40B4-BE49-F238E27FC236}">
                <a16:creationId xmlns:a16="http://schemas.microsoft.com/office/drawing/2014/main" id="{C6CE118B-6116-C6FB-88C9-4A76F950139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05475" y="373492"/>
            <a:ext cx="781050" cy="621908"/>
          </a:xfrm>
          <a:prstGeom prst="rect">
            <a:avLst/>
          </a:prstGeom>
        </p:spPr>
      </p:pic>
    </p:spTree>
    <p:extLst>
      <p:ext uri="{BB962C8B-B14F-4D97-AF65-F5344CB8AC3E}">
        <p14:creationId xmlns:p14="http://schemas.microsoft.com/office/powerpoint/2010/main" val="3255168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98" name="Oval 197">
            <a:extLst>
              <a:ext uri="{FF2B5EF4-FFF2-40B4-BE49-F238E27FC236}">
                <a16:creationId xmlns:a16="http://schemas.microsoft.com/office/drawing/2014/main" id="{85AFEC21-E523-82A0-C0E1-EE3B0BDB7707}"/>
              </a:ext>
            </a:extLst>
          </p:cNvPr>
          <p:cNvSpPr/>
          <p:nvPr userDrawn="1"/>
        </p:nvSpPr>
        <p:spPr>
          <a:xfrm>
            <a:off x="6483802" y="-1383554"/>
            <a:ext cx="5070147" cy="5070147"/>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22" name="Group 121">
            <a:extLst>
              <a:ext uri="{FF2B5EF4-FFF2-40B4-BE49-F238E27FC236}">
                <a16:creationId xmlns:a16="http://schemas.microsoft.com/office/drawing/2014/main" id="{6412DF85-D74C-5C6B-F50C-BC6C492933C6}"/>
              </a:ext>
            </a:extLst>
          </p:cNvPr>
          <p:cNvGrpSpPr/>
          <p:nvPr userDrawn="1"/>
        </p:nvGrpSpPr>
        <p:grpSpPr>
          <a:xfrm rot="10800000">
            <a:off x="-31750" y="1"/>
            <a:ext cx="12223750" cy="3733800"/>
            <a:chOff x="-15875" y="3124200"/>
            <a:chExt cx="12223750" cy="3733800"/>
          </a:xfrm>
        </p:grpSpPr>
        <p:grpSp>
          <p:nvGrpSpPr>
            <p:cNvPr id="123" name="Group 122">
              <a:extLst>
                <a:ext uri="{FF2B5EF4-FFF2-40B4-BE49-F238E27FC236}">
                  <a16:creationId xmlns:a16="http://schemas.microsoft.com/office/drawing/2014/main" id="{9AE43B6B-292B-B39E-B0EF-3C22F38FCC5F}"/>
                </a:ext>
              </a:extLst>
            </p:cNvPr>
            <p:cNvGrpSpPr/>
            <p:nvPr/>
          </p:nvGrpSpPr>
          <p:grpSpPr>
            <a:xfrm>
              <a:off x="-15875" y="3124200"/>
              <a:ext cx="12223750" cy="3733800"/>
              <a:chOff x="247650" y="3124200"/>
              <a:chExt cx="12223750" cy="3733800"/>
            </a:xfrm>
          </p:grpSpPr>
          <p:cxnSp>
            <p:nvCxnSpPr>
              <p:cNvPr id="140" name="Straight Connector 139">
                <a:extLst>
                  <a:ext uri="{FF2B5EF4-FFF2-40B4-BE49-F238E27FC236}">
                    <a16:creationId xmlns:a16="http://schemas.microsoft.com/office/drawing/2014/main" id="{48E6BF47-9C92-8A12-72DA-8EB4CB90A600}"/>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90867D02-DF9F-9707-814C-2CAF0E673D7A}"/>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ABF8F604-156F-D5DB-87BA-1AB5CD2A88ED}"/>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D222889C-0A5C-7083-08B1-D2B49FF97602}"/>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8A65713F-7AE5-9E8B-BA79-744B04F7FD88}"/>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648B83E2-7348-283B-EBF5-AF52CBBDDB47}"/>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C62ECC17-9A90-1365-CEBF-2B56299B0396}"/>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C5484E51-263A-6BC5-5980-C7B83DC4A34B}"/>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6D5181F-160E-249E-FDA4-8D379C2E6E4E}"/>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3365D45-24CD-DDBD-BB6F-3D5319DAC883}"/>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4ABE143B-ADE7-EF7E-D459-0B909AFC2A25}"/>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B13EF9DF-E9AD-A9B5-7818-C21865DF33A5}"/>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3DB3FD14-1B9B-18DA-88EF-9EF5219FA86A}"/>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11743C9-2434-41AF-57C9-ABA97E5EC931}"/>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6108DAA0-654E-68AE-088A-AD5C3F0CD0A4}"/>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ED24517B-A3E7-E519-9EE6-932BAE95E07A}"/>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886E4479-702A-1C08-33C8-B2D3B412A568}"/>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D0F0714B-0756-CF5D-5135-227DBC09D275}"/>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950EB322-8F5B-B911-AA31-8A2A7306DA3B}"/>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1FC70D52-F07E-0074-0DBA-A8BEC7110E76}"/>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D9526257-C348-7518-43AC-B480E8F366E9}"/>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9A9FCC39-8CA8-577C-7906-539CFC33D599}"/>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C9C74723-84F2-E186-6C57-36D5E8E278FA}"/>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D998961B-EECD-A4AE-4E7B-27E5C4D5BB12}"/>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52B13DDE-FF1E-935D-299C-749CAA3EFC3E}"/>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3EF5B5DB-8B4B-852D-0267-4DFA3408958B}"/>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D383F6B8-D946-7275-EB85-416FAEEBC6F3}"/>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281B567D-66C1-BE86-BC64-D0A02B943DD2}"/>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C88F4A4B-B491-A166-C7BA-232AB8A63071}"/>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D004FF3A-545E-B78A-CF91-3B73A6A44F19}"/>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83901511-72F8-7BC4-F88F-767FBCB7612C}"/>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3B980AF7-548A-6077-E1EE-727CA1F945C7}"/>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E44829A5-8C32-65CC-01DA-1A086FAA0543}"/>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C0E4DFF0-7BBF-2010-915A-80684E58501D}"/>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8B251E72-248C-07BD-B20B-7DFEAE2875F0}"/>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63A22EF0-6B82-E38C-EED6-3DAF469AF63C}"/>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54744E0A-9E9D-1484-A500-E28C3616E861}"/>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A06675D5-2E42-A983-37B1-D45365926DCA}"/>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E195E32D-0B7D-A543-4349-5CD93D3E059C}"/>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929F483F-333D-AF80-21DF-297F00548309}"/>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1B1902CA-4F67-A42C-DB18-B0475AA57736}"/>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2C745DD3-1F8F-C219-903A-B3D01A4A5280}"/>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0D940D2F-1B6A-8320-C3F7-8754CCEDC287}"/>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12054963-440F-6927-7CDC-B39B4D74C327}"/>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FDD85649-C38D-A0BC-ACA9-63AFC12C64AC}"/>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676238FA-1EB7-37B2-C489-B23F99856E5A}"/>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7526BD02-5F48-56DA-DD84-380BC57D9439}"/>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70B51531-CDDA-D06C-EB57-863E2BFE3C54}"/>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8208C02F-C4F0-A369-91D7-1C5E2EA2B578}"/>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2AECF90E-DAB2-50BC-3754-25283CF33B10}"/>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55A07CCE-D409-7F40-E3F8-5DED4377BDBA}"/>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D04BE832-C188-7D09-E93E-EBFEF5FBD57C}"/>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B17B3481-0E1E-552C-A016-7DE6E05039B8}"/>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1475F35B-C063-3F1B-835D-78590B829078}"/>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2F6BE185-A431-43ED-51AF-171B5F07A34B}"/>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20608437-9C1A-E58D-F9B9-F4598CBDA33E}"/>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25C7A851-5F95-705B-1C1D-6399B552736A}"/>
                </a:ext>
              </a:extLst>
            </p:cNvPr>
            <p:cNvGrpSpPr/>
            <p:nvPr/>
          </p:nvGrpSpPr>
          <p:grpSpPr>
            <a:xfrm>
              <a:off x="-7937" y="3327400"/>
              <a:ext cx="12207875" cy="3467100"/>
              <a:chOff x="47622" y="3327400"/>
              <a:chExt cx="12207875" cy="3467100"/>
            </a:xfrm>
          </p:grpSpPr>
          <p:cxnSp>
            <p:nvCxnSpPr>
              <p:cNvPr id="125" name="Straight Connector 124">
                <a:extLst>
                  <a:ext uri="{FF2B5EF4-FFF2-40B4-BE49-F238E27FC236}">
                    <a16:creationId xmlns:a16="http://schemas.microsoft.com/office/drawing/2014/main" id="{C9849472-499A-4303-140A-40D244890156}"/>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AAFD953-6331-6F27-D714-203F0D8F54C0}"/>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0BAB5DFD-E08C-A7A6-F914-8C6BA754593D}"/>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DD3E2E5-12D2-2A49-C776-315C44D0A959}"/>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A26BF9D-3571-0B10-3C3E-4EB73459033E}"/>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097874F9-9A82-B738-571B-F86DFD112902}"/>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98DC71A9-1D67-3E93-8511-108BDB66116A}"/>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6ECB5471-D33F-A824-265D-2CCA82A4D170}"/>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9B71C3E-3EBB-0256-FE31-64CF1E12DAC8}"/>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1165C9E7-5DD2-09BC-B588-5C49DFEC5473}"/>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1A789DE3-62E6-4AD4-4713-EBCF9CFFBF76}"/>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51DEBA4C-E21D-51E4-5DCE-256D126EDC95}"/>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5C25E57-8BC5-9F7B-43CC-F9CE9B82E714}"/>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FDE02FA6-807A-776F-A186-4ED295ACBFD0}"/>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027187D7-CC52-E80F-B694-9A71EF2D95A3}"/>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197" name="Oval 196">
            <a:extLst>
              <a:ext uri="{FF2B5EF4-FFF2-40B4-BE49-F238E27FC236}">
                <a16:creationId xmlns:a16="http://schemas.microsoft.com/office/drawing/2014/main" id="{05186EDF-0402-F249-DAC1-84A845C2653A}"/>
              </a:ext>
            </a:extLst>
          </p:cNvPr>
          <p:cNvSpPr/>
          <p:nvPr userDrawn="1"/>
        </p:nvSpPr>
        <p:spPr>
          <a:xfrm>
            <a:off x="-2413843" y="2920855"/>
            <a:ext cx="3875186" cy="3875184"/>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9" name="Freeform: Shape 198">
            <a:extLst>
              <a:ext uri="{FF2B5EF4-FFF2-40B4-BE49-F238E27FC236}">
                <a16:creationId xmlns:a16="http://schemas.microsoft.com/office/drawing/2014/main" id="{A523EBB0-6F4E-EAF9-7593-70BFD8ABB01B}"/>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00" name="TextBox 199">
            <a:extLst>
              <a:ext uri="{FF2B5EF4-FFF2-40B4-BE49-F238E27FC236}">
                <a16:creationId xmlns:a16="http://schemas.microsoft.com/office/drawing/2014/main" id="{17FB18CF-FC33-D847-7AAB-9268F9C5C34B}"/>
              </a:ext>
            </a:extLst>
          </p:cNvPr>
          <p:cNvSpPr txBox="1"/>
          <p:nvPr userDrawn="1"/>
        </p:nvSpPr>
        <p:spPr>
          <a:xfrm>
            <a:off x="11148778" y="6564624"/>
            <a:ext cx="820972"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201" name="Straight Connector 200">
            <a:extLst>
              <a:ext uri="{FF2B5EF4-FFF2-40B4-BE49-F238E27FC236}">
                <a16:creationId xmlns:a16="http://schemas.microsoft.com/office/drawing/2014/main" id="{60ABE7E3-AC6B-5A21-13D4-947F9E676DF8}"/>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ext Placeholder 5">
            <a:extLst>
              <a:ext uri="{FF2B5EF4-FFF2-40B4-BE49-F238E27FC236}">
                <a16:creationId xmlns:a16="http://schemas.microsoft.com/office/drawing/2014/main" id="{F161ED84-2B2B-22D1-5037-C6B7CDAF3BF0}"/>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5" name="Text Placeholder 14">
            <a:extLst>
              <a:ext uri="{FF2B5EF4-FFF2-40B4-BE49-F238E27FC236}">
                <a16:creationId xmlns:a16="http://schemas.microsoft.com/office/drawing/2014/main" id="{C06C5D16-8941-48F3-F23F-6C3D73D83ACF}"/>
              </a:ext>
            </a:extLst>
          </p:cNvPr>
          <p:cNvSpPr>
            <a:spLocks noGrp="1"/>
          </p:cNvSpPr>
          <p:nvPr>
            <p:ph type="body" sz="quarter" idx="13" hasCustomPrompt="1"/>
          </p:nvPr>
        </p:nvSpPr>
        <p:spPr>
          <a:xfrm>
            <a:off x="1092110" y="840065"/>
            <a:ext cx="3098436" cy="1536317"/>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17" name="Text Placeholder 16">
            <a:extLst>
              <a:ext uri="{FF2B5EF4-FFF2-40B4-BE49-F238E27FC236}">
                <a16:creationId xmlns:a16="http://schemas.microsoft.com/office/drawing/2014/main" id="{BD335526-4011-E97B-1C80-0969243F5BFD}"/>
              </a:ext>
            </a:extLst>
          </p:cNvPr>
          <p:cNvSpPr>
            <a:spLocks noGrp="1"/>
          </p:cNvSpPr>
          <p:nvPr>
            <p:ph type="body" sz="quarter" idx="14" hasCustomPrompt="1"/>
          </p:nvPr>
        </p:nvSpPr>
        <p:spPr>
          <a:xfrm>
            <a:off x="1092110" y="2513736"/>
            <a:ext cx="3098436" cy="1305486"/>
          </a:xfrm>
          <a:custGeom>
            <a:avLst/>
            <a:gdLst>
              <a:gd name="connsiteX0" fmla="*/ 0 w 3098436"/>
              <a:gd name="connsiteY0" fmla="*/ 0 h 1305486"/>
              <a:gd name="connsiteX1" fmla="*/ 3098436 w 3098436"/>
              <a:gd name="connsiteY1" fmla="*/ 0 h 1305486"/>
              <a:gd name="connsiteX2" fmla="*/ 3098436 w 3098436"/>
              <a:gd name="connsiteY2" fmla="*/ 1305486 h 1305486"/>
              <a:gd name="connsiteX3" fmla="*/ 0 w 3098436"/>
              <a:gd name="connsiteY3" fmla="*/ 1305486 h 1305486"/>
            </a:gdLst>
            <a:ahLst/>
            <a:cxnLst>
              <a:cxn ang="0">
                <a:pos x="connsiteX0" y="connsiteY0"/>
              </a:cxn>
              <a:cxn ang="0">
                <a:pos x="connsiteX1" y="connsiteY1"/>
              </a:cxn>
              <a:cxn ang="0">
                <a:pos x="connsiteX2" y="connsiteY2"/>
              </a:cxn>
              <a:cxn ang="0">
                <a:pos x="connsiteX3" y="connsiteY3"/>
              </a:cxn>
            </a:cxnLst>
            <a:rect l="l" t="t" r="r" b="b"/>
            <a:pathLst>
              <a:path w="3098436" h="1305486">
                <a:moveTo>
                  <a:pt x="0" y="0"/>
                </a:moveTo>
                <a:lnTo>
                  <a:pt x="3098436" y="0"/>
                </a:lnTo>
                <a:lnTo>
                  <a:pt x="3098436" y="1305486"/>
                </a:lnTo>
                <a:lnTo>
                  <a:pt x="0" y="130548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19" name="Text Placeholder 18">
            <a:extLst>
              <a:ext uri="{FF2B5EF4-FFF2-40B4-BE49-F238E27FC236}">
                <a16:creationId xmlns:a16="http://schemas.microsoft.com/office/drawing/2014/main" id="{DCB5C804-2BA9-A17B-A9D1-E9B3A2A1DF45}"/>
              </a:ext>
            </a:extLst>
          </p:cNvPr>
          <p:cNvSpPr>
            <a:spLocks noGrp="1"/>
          </p:cNvSpPr>
          <p:nvPr>
            <p:ph type="body" sz="quarter" idx="15" hasCustomPrompt="1"/>
          </p:nvPr>
        </p:nvSpPr>
        <p:spPr>
          <a:xfrm>
            <a:off x="1092110" y="3956576"/>
            <a:ext cx="3446778" cy="1074653"/>
          </a:xfrm>
          <a:custGeom>
            <a:avLst/>
            <a:gdLst>
              <a:gd name="connsiteX0" fmla="*/ 0 w 3446778"/>
              <a:gd name="connsiteY0" fmla="*/ 0 h 1074653"/>
              <a:gd name="connsiteX1" fmla="*/ 3446778 w 3446778"/>
              <a:gd name="connsiteY1" fmla="*/ 0 h 1074653"/>
              <a:gd name="connsiteX2" fmla="*/ 3446778 w 3446778"/>
              <a:gd name="connsiteY2" fmla="*/ 1074653 h 1074653"/>
              <a:gd name="connsiteX3" fmla="*/ 0 w 3446778"/>
              <a:gd name="connsiteY3" fmla="*/ 1074653 h 1074653"/>
            </a:gdLst>
            <a:ahLst/>
            <a:cxnLst>
              <a:cxn ang="0">
                <a:pos x="connsiteX0" y="connsiteY0"/>
              </a:cxn>
              <a:cxn ang="0">
                <a:pos x="connsiteX1" y="connsiteY1"/>
              </a:cxn>
              <a:cxn ang="0">
                <a:pos x="connsiteX2" y="connsiteY2"/>
              </a:cxn>
              <a:cxn ang="0">
                <a:pos x="connsiteX3" y="connsiteY3"/>
              </a:cxn>
            </a:cxnLst>
            <a:rect l="l" t="t" r="r" b="b"/>
            <a:pathLst>
              <a:path w="3446778" h="1074653">
                <a:moveTo>
                  <a:pt x="0" y="0"/>
                </a:moveTo>
                <a:lnTo>
                  <a:pt x="3446778" y="0"/>
                </a:lnTo>
                <a:lnTo>
                  <a:pt x="3446778" y="1074653"/>
                </a:lnTo>
                <a:lnTo>
                  <a:pt x="0" y="1074653"/>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0" name="Text Placeholder 19">
            <a:extLst>
              <a:ext uri="{FF2B5EF4-FFF2-40B4-BE49-F238E27FC236}">
                <a16:creationId xmlns:a16="http://schemas.microsoft.com/office/drawing/2014/main" id="{5CF231D8-9BA6-FCBA-AEB4-EA13D81C20B2}"/>
              </a:ext>
            </a:extLst>
          </p:cNvPr>
          <p:cNvSpPr>
            <a:spLocks noGrp="1"/>
          </p:cNvSpPr>
          <p:nvPr>
            <p:ph type="body" sz="quarter" idx="16" hasCustomPrompt="1"/>
          </p:nvPr>
        </p:nvSpPr>
        <p:spPr>
          <a:xfrm>
            <a:off x="5392447" y="840065"/>
            <a:ext cx="3446777" cy="1382430"/>
          </a:xfrm>
          <a:custGeom>
            <a:avLst/>
            <a:gdLst>
              <a:gd name="connsiteX0" fmla="*/ 0 w 3446777"/>
              <a:gd name="connsiteY0" fmla="*/ 0 h 1382430"/>
              <a:gd name="connsiteX1" fmla="*/ 3446777 w 3446777"/>
              <a:gd name="connsiteY1" fmla="*/ 0 h 1382430"/>
              <a:gd name="connsiteX2" fmla="*/ 3446777 w 3446777"/>
              <a:gd name="connsiteY2" fmla="*/ 1382430 h 1382430"/>
              <a:gd name="connsiteX3" fmla="*/ 0 w 3446777"/>
              <a:gd name="connsiteY3" fmla="*/ 1382430 h 1382430"/>
            </a:gdLst>
            <a:ahLst/>
            <a:cxnLst>
              <a:cxn ang="0">
                <a:pos x="connsiteX0" y="connsiteY0"/>
              </a:cxn>
              <a:cxn ang="0">
                <a:pos x="connsiteX1" y="connsiteY1"/>
              </a:cxn>
              <a:cxn ang="0">
                <a:pos x="connsiteX2" y="connsiteY2"/>
              </a:cxn>
              <a:cxn ang="0">
                <a:pos x="connsiteX3" y="connsiteY3"/>
              </a:cxn>
            </a:cxnLst>
            <a:rect l="l" t="t" r="r" b="b"/>
            <a:pathLst>
              <a:path w="3446777" h="1382430">
                <a:moveTo>
                  <a:pt x="0" y="0"/>
                </a:moveTo>
                <a:lnTo>
                  <a:pt x="3446777" y="0"/>
                </a:lnTo>
                <a:lnTo>
                  <a:pt x="3446777" y="1382430"/>
                </a:lnTo>
                <a:lnTo>
                  <a:pt x="0" y="1382430"/>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DFE85B47-D000-0693-0093-6FE39F077EA5}"/>
              </a:ext>
            </a:extLst>
          </p:cNvPr>
          <p:cNvSpPr>
            <a:spLocks noGrp="1"/>
          </p:cNvSpPr>
          <p:nvPr>
            <p:ph type="body" sz="quarter" idx="17" hasCustomPrompt="1"/>
          </p:nvPr>
        </p:nvSpPr>
        <p:spPr>
          <a:xfrm>
            <a:off x="5392446" y="2515600"/>
            <a:ext cx="3243579" cy="1072788"/>
          </a:xfrm>
          <a:custGeom>
            <a:avLst/>
            <a:gdLst>
              <a:gd name="connsiteX0" fmla="*/ 0 w 3243579"/>
              <a:gd name="connsiteY0" fmla="*/ 0 h 1072788"/>
              <a:gd name="connsiteX1" fmla="*/ 3243579 w 3243579"/>
              <a:gd name="connsiteY1" fmla="*/ 0 h 1072788"/>
              <a:gd name="connsiteX2" fmla="*/ 3243579 w 3243579"/>
              <a:gd name="connsiteY2" fmla="*/ 1072788 h 1072788"/>
              <a:gd name="connsiteX3" fmla="*/ 0 w 3243579"/>
              <a:gd name="connsiteY3" fmla="*/ 1072788 h 1072788"/>
            </a:gdLst>
            <a:ahLst/>
            <a:cxnLst>
              <a:cxn ang="0">
                <a:pos x="connsiteX0" y="connsiteY0"/>
              </a:cxn>
              <a:cxn ang="0">
                <a:pos x="connsiteX1" y="connsiteY1"/>
              </a:cxn>
              <a:cxn ang="0">
                <a:pos x="connsiteX2" y="connsiteY2"/>
              </a:cxn>
              <a:cxn ang="0">
                <a:pos x="connsiteX3" y="connsiteY3"/>
              </a:cxn>
            </a:cxnLst>
            <a:rect l="l" t="t" r="r" b="b"/>
            <a:pathLst>
              <a:path w="3243579" h="1072788">
                <a:moveTo>
                  <a:pt x="0" y="0"/>
                </a:moveTo>
                <a:lnTo>
                  <a:pt x="3243579" y="0"/>
                </a:lnTo>
                <a:lnTo>
                  <a:pt x="3243579" y="1072788"/>
                </a:lnTo>
                <a:lnTo>
                  <a:pt x="0" y="1072788"/>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4" name="Text Placeholder 23">
            <a:extLst>
              <a:ext uri="{FF2B5EF4-FFF2-40B4-BE49-F238E27FC236}">
                <a16:creationId xmlns:a16="http://schemas.microsoft.com/office/drawing/2014/main" id="{5E02463F-2382-BE23-7908-2325016DC4EF}"/>
              </a:ext>
            </a:extLst>
          </p:cNvPr>
          <p:cNvSpPr>
            <a:spLocks noGrp="1"/>
          </p:cNvSpPr>
          <p:nvPr>
            <p:ph type="body" sz="quarter" idx="18" hasCustomPrompt="1"/>
          </p:nvPr>
        </p:nvSpPr>
        <p:spPr>
          <a:xfrm>
            <a:off x="5392447" y="3956576"/>
            <a:ext cx="3446777" cy="1303621"/>
          </a:xfrm>
          <a:custGeom>
            <a:avLst/>
            <a:gdLst>
              <a:gd name="connsiteX0" fmla="*/ 0 w 3446777"/>
              <a:gd name="connsiteY0" fmla="*/ 0 h 1303621"/>
              <a:gd name="connsiteX1" fmla="*/ 3446777 w 3446777"/>
              <a:gd name="connsiteY1" fmla="*/ 0 h 1303621"/>
              <a:gd name="connsiteX2" fmla="*/ 3446777 w 3446777"/>
              <a:gd name="connsiteY2" fmla="*/ 1303621 h 1303621"/>
              <a:gd name="connsiteX3" fmla="*/ 0 w 3446777"/>
              <a:gd name="connsiteY3" fmla="*/ 1303621 h 1303621"/>
            </a:gdLst>
            <a:ahLst/>
            <a:cxnLst>
              <a:cxn ang="0">
                <a:pos x="connsiteX0" y="connsiteY0"/>
              </a:cxn>
              <a:cxn ang="0">
                <a:pos x="connsiteX1" y="connsiteY1"/>
              </a:cxn>
              <a:cxn ang="0">
                <a:pos x="connsiteX2" y="connsiteY2"/>
              </a:cxn>
              <a:cxn ang="0">
                <a:pos x="connsiteX3" y="connsiteY3"/>
              </a:cxn>
            </a:cxnLst>
            <a:rect l="l" t="t" r="r" b="b"/>
            <a:pathLst>
              <a:path w="3446777" h="1303621">
                <a:moveTo>
                  <a:pt x="0" y="0"/>
                </a:moveTo>
                <a:lnTo>
                  <a:pt x="3446777" y="0"/>
                </a:lnTo>
                <a:lnTo>
                  <a:pt x="3446777" y="1303621"/>
                </a:lnTo>
                <a:lnTo>
                  <a:pt x="0" y="1303621"/>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7" name="Picture Placeholder 46">
            <a:extLst>
              <a:ext uri="{FF2B5EF4-FFF2-40B4-BE49-F238E27FC236}">
                <a16:creationId xmlns:a16="http://schemas.microsoft.com/office/drawing/2014/main" id="{4A727295-6202-75AC-0D8B-B677C442EDFD}"/>
              </a:ext>
            </a:extLst>
          </p:cNvPr>
          <p:cNvSpPr>
            <a:spLocks noGrp="1"/>
          </p:cNvSpPr>
          <p:nvPr>
            <p:ph type="pic" sz="quarter" idx="12"/>
          </p:nvPr>
        </p:nvSpPr>
        <p:spPr>
          <a:xfrm>
            <a:off x="372044" y="5542213"/>
            <a:ext cx="644117" cy="555552"/>
          </a:xfrm>
          <a:custGeom>
            <a:avLst/>
            <a:gdLst>
              <a:gd name="connsiteX0" fmla="*/ 0 w 644117"/>
              <a:gd name="connsiteY0" fmla="*/ 0 h 555552"/>
              <a:gd name="connsiteX1" fmla="*/ 644117 w 644117"/>
              <a:gd name="connsiteY1" fmla="*/ 0 h 555552"/>
              <a:gd name="connsiteX2" fmla="*/ 644117 w 644117"/>
              <a:gd name="connsiteY2" fmla="*/ 555552 h 555552"/>
              <a:gd name="connsiteX3" fmla="*/ 0 w 644117"/>
              <a:gd name="connsiteY3" fmla="*/ 555552 h 555552"/>
            </a:gdLst>
            <a:ahLst/>
            <a:cxnLst>
              <a:cxn ang="0">
                <a:pos x="connsiteX0" y="connsiteY0"/>
              </a:cxn>
              <a:cxn ang="0">
                <a:pos x="connsiteX1" y="connsiteY1"/>
              </a:cxn>
              <a:cxn ang="0">
                <a:pos x="connsiteX2" y="connsiteY2"/>
              </a:cxn>
              <a:cxn ang="0">
                <a:pos x="connsiteX3" y="connsiteY3"/>
              </a:cxn>
            </a:cxnLst>
            <a:rect l="l" t="t" r="r" b="b"/>
            <a:pathLst>
              <a:path w="644117" h="555552">
                <a:moveTo>
                  <a:pt x="0" y="0"/>
                </a:moveTo>
                <a:lnTo>
                  <a:pt x="644117" y="0"/>
                </a:lnTo>
                <a:lnTo>
                  <a:pt x="644117" y="555552"/>
                </a:lnTo>
                <a:lnTo>
                  <a:pt x="0" y="555552"/>
                </a:lnTo>
                <a:close/>
              </a:path>
            </a:pathLst>
          </a:custGeom>
          <a:noFill/>
        </p:spPr>
        <p:txBody>
          <a:bodyPr wrap="square">
            <a:noAutofit/>
          </a:bodyPr>
          <a:lstStyle>
            <a:lvl1pPr>
              <a:defRPr sz="800"/>
            </a:lvl1pPr>
          </a:lstStyle>
          <a:p>
            <a:endParaRPr lang="en-ID"/>
          </a:p>
        </p:txBody>
      </p:sp>
      <p:sp>
        <p:nvSpPr>
          <p:cNvPr id="50" name="Picture Placeholder 49">
            <a:extLst>
              <a:ext uri="{FF2B5EF4-FFF2-40B4-BE49-F238E27FC236}">
                <a16:creationId xmlns:a16="http://schemas.microsoft.com/office/drawing/2014/main" id="{75AF44EF-687B-D2A5-5201-742B35BD1957}"/>
              </a:ext>
            </a:extLst>
          </p:cNvPr>
          <p:cNvSpPr>
            <a:spLocks noGrp="1"/>
          </p:cNvSpPr>
          <p:nvPr>
            <p:ph type="pic" sz="quarter" idx="19"/>
          </p:nvPr>
        </p:nvSpPr>
        <p:spPr>
          <a:xfrm>
            <a:off x="1894795" y="5548238"/>
            <a:ext cx="645297" cy="543500"/>
          </a:xfrm>
          <a:custGeom>
            <a:avLst/>
            <a:gdLst>
              <a:gd name="connsiteX0" fmla="*/ 0 w 645297"/>
              <a:gd name="connsiteY0" fmla="*/ 0 h 543500"/>
              <a:gd name="connsiteX1" fmla="*/ 645297 w 645297"/>
              <a:gd name="connsiteY1" fmla="*/ 0 h 543500"/>
              <a:gd name="connsiteX2" fmla="*/ 645297 w 645297"/>
              <a:gd name="connsiteY2" fmla="*/ 543500 h 543500"/>
              <a:gd name="connsiteX3" fmla="*/ 0 w 645297"/>
              <a:gd name="connsiteY3" fmla="*/ 543500 h 543500"/>
            </a:gdLst>
            <a:ahLst/>
            <a:cxnLst>
              <a:cxn ang="0">
                <a:pos x="connsiteX0" y="connsiteY0"/>
              </a:cxn>
              <a:cxn ang="0">
                <a:pos x="connsiteX1" y="connsiteY1"/>
              </a:cxn>
              <a:cxn ang="0">
                <a:pos x="connsiteX2" y="connsiteY2"/>
              </a:cxn>
              <a:cxn ang="0">
                <a:pos x="connsiteX3" y="connsiteY3"/>
              </a:cxn>
            </a:cxnLst>
            <a:rect l="l" t="t" r="r" b="b"/>
            <a:pathLst>
              <a:path w="645297" h="543500">
                <a:moveTo>
                  <a:pt x="0" y="0"/>
                </a:moveTo>
                <a:lnTo>
                  <a:pt x="645297" y="0"/>
                </a:lnTo>
                <a:lnTo>
                  <a:pt x="645297" y="543500"/>
                </a:lnTo>
                <a:lnTo>
                  <a:pt x="0" y="543500"/>
                </a:lnTo>
                <a:close/>
              </a:path>
            </a:pathLst>
          </a:custGeom>
          <a:noFill/>
        </p:spPr>
        <p:txBody>
          <a:bodyPr wrap="square">
            <a:noAutofit/>
          </a:bodyPr>
          <a:lstStyle>
            <a:lvl1pPr>
              <a:defRPr sz="800"/>
            </a:lvl1pPr>
          </a:lstStyle>
          <a:p>
            <a:endParaRPr lang="en-ID"/>
          </a:p>
        </p:txBody>
      </p:sp>
      <p:sp>
        <p:nvSpPr>
          <p:cNvPr id="52" name="Picture Placeholder 51">
            <a:extLst>
              <a:ext uri="{FF2B5EF4-FFF2-40B4-BE49-F238E27FC236}">
                <a16:creationId xmlns:a16="http://schemas.microsoft.com/office/drawing/2014/main" id="{CC7D6989-A633-AA69-5357-880F4125F6F4}"/>
              </a:ext>
            </a:extLst>
          </p:cNvPr>
          <p:cNvSpPr>
            <a:spLocks noGrp="1"/>
          </p:cNvSpPr>
          <p:nvPr>
            <p:ph type="pic" sz="quarter" idx="20"/>
          </p:nvPr>
        </p:nvSpPr>
        <p:spPr>
          <a:xfrm>
            <a:off x="3418726" y="5546785"/>
            <a:ext cx="645297" cy="546408"/>
          </a:xfrm>
          <a:custGeom>
            <a:avLst/>
            <a:gdLst>
              <a:gd name="connsiteX0" fmla="*/ 0 w 645297"/>
              <a:gd name="connsiteY0" fmla="*/ 0 h 546408"/>
              <a:gd name="connsiteX1" fmla="*/ 645297 w 645297"/>
              <a:gd name="connsiteY1" fmla="*/ 0 h 546408"/>
              <a:gd name="connsiteX2" fmla="*/ 645297 w 645297"/>
              <a:gd name="connsiteY2" fmla="*/ 546408 h 546408"/>
              <a:gd name="connsiteX3" fmla="*/ 0 w 645297"/>
              <a:gd name="connsiteY3" fmla="*/ 546408 h 546408"/>
            </a:gdLst>
            <a:ahLst/>
            <a:cxnLst>
              <a:cxn ang="0">
                <a:pos x="connsiteX0" y="connsiteY0"/>
              </a:cxn>
              <a:cxn ang="0">
                <a:pos x="connsiteX1" y="connsiteY1"/>
              </a:cxn>
              <a:cxn ang="0">
                <a:pos x="connsiteX2" y="connsiteY2"/>
              </a:cxn>
              <a:cxn ang="0">
                <a:pos x="connsiteX3" y="connsiteY3"/>
              </a:cxn>
            </a:cxnLst>
            <a:rect l="l" t="t" r="r" b="b"/>
            <a:pathLst>
              <a:path w="645297" h="546408">
                <a:moveTo>
                  <a:pt x="0" y="0"/>
                </a:moveTo>
                <a:lnTo>
                  <a:pt x="645297" y="0"/>
                </a:lnTo>
                <a:lnTo>
                  <a:pt x="645297" y="546408"/>
                </a:lnTo>
                <a:lnTo>
                  <a:pt x="0" y="546408"/>
                </a:lnTo>
                <a:close/>
              </a:path>
            </a:pathLst>
          </a:custGeom>
          <a:noFill/>
        </p:spPr>
        <p:txBody>
          <a:bodyPr wrap="square">
            <a:noAutofit/>
          </a:bodyPr>
          <a:lstStyle>
            <a:lvl1pPr>
              <a:defRPr sz="800"/>
            </a:lvl1pPr>
          </a:lstStyle>
          <a:p>
            <a:endParaRPr lang="en-ID"/>
          </a:p>
        </p:txBody>
      </p:sp>
      <p:sp>
        <p:nvSpPr>
          <p:cNvPr id="54" name="Picture Placeholder 53">
            <a:extLst>
              <a:ext uri="{FF2B5EF4-FFF2-40B4-BE49-F238E27FC236}">
                <a16:creationId xmlns:a16="http://schemas.microsoft.com/office/drawing/2014/main" id="{BC0C01A7-921C-3658-E565-BD484BDD0BFC}"/>
              </a:ext>
            </a:extLst>
          </p:cNvPr>
          <p:cNvSpPr>
            <a:spLocks noGrp="1"/>
          </p:cNvSpPr>
          <p:nvPr>
            <p:ph type="pic" sz="quarter" idx="21"/>
          </p:nvPr>
        </p:nvSpPr>
        <p:spPr>
          <a:xfrm>
            <a:off x="4942657" y="5538313"/>
            <a:ext cx="645297" cy="563355"/>
          </a:xfrm>
          <a:custGeom>
            <a:avLst/>
            <a:gdLst>
              <a:gd name="connsiteX0" fmla="*/ 0 w 645297"/>
              <a:gd name="connsiteY0" fmla="*/ 0 h 563355"/>
              <a:gd name="connsiteX1" fmla="*/ 645297 w 645297"/>
              <a:gd name="connsiteY1" fmla="*/ 0 h 563355"/>
              <a:gd name="connsiteX2" fmla="*/ 645297 w 645297"/>
              <a:gd name="connsiteY2" fmla="*/ 563355 h 563355"/>
              <a:gd name="connsiteX3" fmla="*/ 0 w 645297"/>
              <a:gd name="connsiteY3" fmla="*/ 563355 h 563355"/>
            </a:gdLst>
            <a:ahLst/>
            <a:cxnLst>
              <a:cxn ang="0">
                <a:pos x="connsiteX0" y="connsiteY0"/>
              </a:cxn>
              <a:cxn ang="0">
                <a:pos x="connsiteX1" y="connsiteY1"/>
              </a:cxn>
              <a:cxn ang="0">
                <a:pos x="connsiteX2" y="connsiteY2"/>
              </a:cxn>
              <a:cxn ang="0">
                <a:pos x="connsiteX3" y="connsiteY3"/>
              </a:cxn>
            </a:cxnLst>
            <a:rect l="l" t="t" r="r" b="b"/>
            <a:pathLst>
              <a:path w="645297" h="563355">
                <a:moveTo>
                  <a:pt x="0" y="0"/>
                </a:moveTo>
                <a:lnTo>
                  <a:pt x="645297" y="0"/>
                </a:lnTo>
                <a:lnTo>
                  <a:pt x="645297" y="563355"/>
                </a:lnTo>
                <a:lnTo>
                  <a:pt x="0" y="563355"/>
                </a:lnTo>
                <a:close/>
              </a:path>
            </a:pathLst>
          </a:custGeom>
          <a:noFill/>
        </p:spPr>
        <p:txBody>
          <a:bodyPr wrap="square">
            <a:noAutofit/>
          </a:bodyPr>
          <a:lstStyle>
            <a:lvl1pPr>
              <a:defRPr sz="800"/>
            </a:lvl1pPr>
          </a:lstStyle>
          <a:p>
            <a:endParaRPr lang="en-ID"/>
          </a:p>
        </p:txBody>
      </p:sp>
      <p:sp>
        <p:nvSpPr>
          <p:cNvPr id="56" name="Picture Placeholder 55">
            <a:extLst>
              <a:ext uri="{FF2B5EF4-FFF2-40B4-BE49-F238E27FC236}">
                <a16:creationId xmlns:a16="http://schemas.microsoft.com/office/drawing/2014/main" id="{72055E02-5288-B24F-76BC-CBDCE1358D80}"/>
              </a:ext>
            </a:extLst>
          </p:cNvPr>
          <p:cNvSpPr>
            <a:spLocks noGrp="1"/>
          </p:cNvSpPr>
          <p:nvPr>
            <p:ph type="pic" sz="quarter" idx="22"/>
          </p:nvPr>
        </p:nvSpPr>
        <p:spPr>
          <a:xfrm>
            <a:off x="6466588" y="5523135"/>
            <a:ext cx="645297" cy="593709"/>
          </a:xfrm>
          <a:custGeom>
            <a:avLst/>
            <a:gdLst>
              <a:gd name="connsiteX0" fmla="*/ 0 w 645297"/>
              <a:gd name="connsiteY0" fmla="*/ 0 h 593709"/>
              <a:gd name="connsiteX1" fmla="*/ 645297 w 645297"/>
              <a:gd name="connsiteY1" fmla="*/ 0 h 593709"/>
              <a:gd name="connsiteX2" fmla="*/ 645297 w 645297"/>
              <a:gd name="connsiteY2" fmla="*/ 593709 h 593709"/>
              <a:gd name="connsiteX3" fmla="*/ 0 w 645297"/>
              <a:gd name="connsiteY3" fmla="*/ 593709 h 593709"/>
            </a:gdLst>
            <a:ahLst/>
            <a:cxnLst>
              <a:cxn ang="0">
                <a:pos x="connsiteX0" y="connsiteY0"/>
              </a:cxn>
              <a:cxn ang="0">
                <a:pos x="connsiteX1" y="connsiteY1"/>
              </a:cxn>
              <a:cxn ang="0">
                <a:pos x="connsiteX2" y="connsiteY2"/>
              </a:cxn>
              <a:cxn ang="0">
                <a:pos x="connsiteX3" y="connsiteY3"/>
              </a:cxn>
            </a:cxnLst>
            <a:rect l="l" t="t" r="r" b="b"/>
            <a:pathLst>
              <a:path w="645297" h="593709">
                <a:moveTo>
                  <a:pt x="0" y="0"/>
                </a:moveTo>
                <a:lnTo>
                  <a:pt x="645297" y="0"/>
                </a:lnTo>
                <a:lnTo>
                  <a:pt x="645297" y="593709"/>
                </a:lnTo>
                <a:lnTo>
                  <a:pt x="0" y="593709"/>
                </a:lnTo>
                <a:close/>
              </a:path>
            </a:pathLst>
          </a:custGeom>
          <a:noFill/>
        </p:spPr>
        <p:txBody>
          <a:bodyPr wrap="square">
            <a:noAutofit/>
          </a:bodyPr>
          <a:lstStyle>
            <a:lvl1pPr>
              <a:defRPr sz="800"/>
            </a:lvl1pPr>
          </a:lstStyle>
          <a:p>
            <a:endParaRPr lang="en-ID"/>
          </a:p>
        </p:txBody>
      </p:sp>
      <p:sp>
        <p:nvSpPr>
          <p:cNvPr id="58" name="Picture Placeholder 57">
            <a:extLst>
              <a:ext uri="{FF2B5EF4-FFF2-40B4-BE49-F238E27FC236}">
                <a16:creationId xmlns:a16="http://schemas.microsoft.com/office/drawing/2014/main" id="{F342DA0A-9E70-2DC9-E007-3E074B431790}"/>
              </a:ext>
            </a:extLst>
          </p:cNvPr>
          <p:cNvSpPr>
            <a:spLocks noGrp="1"/>
          </p:cNvSpPr>
          <p:nvPr>
            <p:ph type="pic" sz="quarter" idx="23"/>
          </p:nvPr>
        </p:nvSpPr>
        <p:spPr>
          <a:xfrm>
            <a:off x="7990521" y="5529160"/>
            <a:ext cx="645297" cy="581656"/>
          </a:xfrm>
          <a:custGeom>
            <a:avLst/>
            <a:gdLst>
              <a:gd name="connsiteX0" fmla="*/ 0 w 645297"/>
              <a:gd name="connsiteY0" fmla="*/ 0 h 581656"/>
              <a:gd name="connsiteX1" fmla="*/ 645297 w 645297"/>
              <a:gd name="connsiteY1" fmla="*/ 0 h 581656"/>
              <a:gd name="connsiteX2" fmla="*/ 645297 w 645297"/>
              <a:gd name="connsiteY2" fmla="*/ 581656 h 581656"/>
              <a:gd name="connsiteX3" fmla="*/ 0 w 645297"/>
              <a:gd name="connsiteY3" fmla="*/ 581656 h 581656"/>
            </a:gdLst>
            <a:ahLst/>
            <a:cxnLst>
              <a:cxn ang="0">
                <a:pos x="connsiteX0" y="connsiteY0"/>
              </a:cxn>
              <a:cxn ang="0">
                <a:pos x="connsiteX1" y="connsiteY1"/>
              </a:cxn>
              <a:cxn ang="0">
                <a:pos x="connsiteX2" y="connsiteY2"/>
              </a:cxn>
              <a:cxn ang="0">
                <a:pos x="connsiteX3" y="connsiteY3"/>
              </a:cxn>
            </a:cxnLst>
            <a:rect l="l" t="t" r="r" b="b"/>
            <a:pathLst>
              <a:path w="645297" h="581656">
                <a:moveTo>
                  <a:pt x="0" y="0"/>
                </a:moveTo>
                <a:lnTo>
                  <a:pt x="645297" y="0"/>
                </a:lnTo>
                <a:lnTo>
                  <a:pt x="645297" y="581656"/>
                </a:lnTo>
                <a:lnTo>
                  <a:pt x="0" y="581656"/>
                </a:lnTo>
                <a:close/>
              </a:path>
            </a:pathLst>
          </a:custGeom>
          <a:noFill/>
        </p:spPr>
        <p:txBody>
          <a:bodyPr wrap="square">
            <a:noAutofit/>
          </a:bodyPr>
          <a:lstStyle>
            <a:lvl1pPr>
              <a:defRPr sz="800"/>
            </a:lvl1pPr>
          </a:lstStyle>
          <a:p>
            <a:endParaRPr lang="en-ID"/>
          </a:p>
        </p:txBody>
      </p:sp>
      <p:pic>
        <p:nvPicPr>
          <p:cNvPr id="196" name="Picture 195" descr="A logo with a blue and yellow text&#10;&#10;Description automatically generated">
            <a:extLst>
              <a:ext uri="{FF2B5EF4-FFF2-40B4-BE49-F238E27FC236}">
                <a16:creationId xmlns:a16="http://schemas.microsoft.com/office/drawing/2014/main" id="{9AD675CE-5C51-8B0C-788F-EE3F6866F1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718" y="314963"/>
            <a:ext cx="550269" cy="438151"/>
          </a:xfrm>
          <a:prstGeom prst="rect">
            <a:avLst/>
          </a:prstGeom>
        </p:spPr>
      </p:pic>
    </p:spTree>
    <p:extLst>
      <p:ext uri="{BB962C8B-B14F-4D97-AF65-F5344CB8AC3E}">
        <p14:creationId xmlns:p14="http://schemas.microsoft.com/office/powerpoint/2010/main" val="1648895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167" name="Oval 166">
            <a:extLst>
              <a:ext uri="{FF2B5EF4-FFF2-40B4-BE49-F238E27FC236}">
                <a16:creationId xmlns:a16="http://schemas.microsoft.com/office/drawing/2014/main" id="{D433BFFA-157B-BE37-EE99-FC11C24435A9}"/>
              </a:ext>
            </a:extLst>
          </p:cNvPr>
          <p:cNvSpPr/>
          <p:nvPr userDrawn="1"/>
        </p:nvSpPr>
        <p:spPr>
          <a:xfrm>
            <a:off x="10231384" y="3778250"/>
            <a:ext cx="3300054" cy="3300054"/>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6" name="Oval 165">
            <a:extLst>
              <a:ext uri="{FF2B5EF4-FFF2-40B4-BE49-F238E27FC236}">
                <a16:creationId xmlns:a16="http://schemas.microsoft.com/office/drawing/2014/main" id="{C6BF12E4-F189-E03D-FE4A-53813D78C82C}"/>
              </a:ext>
            </a:extLst>
          </p:cNvPr>
          <p:cNvSpPr/>
          <p:nvPr userDrawn="1"/>
        </p:nvSpPr>
        <p:spPr>
          <a:xfrm>
            <a:off x="-1683667" y="-131890"/>
            <a:ext cx="3300054" cy="3300052"/>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5" name="Oval 164">
            <a:extLst>
              <a:ext uri="{FF2B5EF4-FFF2-40B4-BE49-F238E27FC236}">
                <a16:creationId xmlns:a16="http://schemas.microsoft.com/office/drawing/2014/main" id="{B41F0E69-7EA5-FA44-E811-15852DBD24B8}"/>
              </a:ext>
            </a:extLst>
          </p:cNvPr>
          <p:cNvSpPr/>
          <p:nvPr userDrawn="1"/>
        </p:nvSpPr>
        <p:spPr>
          <a:xfrm>
            <a:off x="2831177" y="3830796"/>
            <a:ext cx="3300054" cy="3300052"/>
          </a:xfrm>
          <a:prstGeom prst="ellipse">
            <a:avLst/>
          </a:prstGeom>
          <a:solidFill>
            <a:schemeClr val="accent2">
              <a:alpha val="6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4" name="Oval 163">
            <a:extLst>
              <a:ext uri="{FF2B5EF4-FFF2-40B4-BE49-F238E27FC236}">
                <a16:creationId xmlns:a16="http://schemas.microsoft.com/office/drawing/2014/main" id="{C3C69A33-4E45-4F60-A1EE-83F546F80945}"/>
              </a:ext>
            </a:extLst>
          </p:cNvPr>
          <p:cNvSpPr/>
          <p:nvPr userDrawn="1"/>
        </p:nvSpPr>
        <p:spPr>
          <a:xfrm>
            <a:off x="5374289" y="-2523961"/>
            <a:ext cx="5070147" cy="5070147"/>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10" name="Group 109">
            <a:extLst>
              <a:ext uri="{FF2B5EF4-FFF2-40B4-BE49-F238E27FC236}">
                <a16:creationId xmlns:a16="http://schemas.microsoft.com/office/drawing/2014/main" id="{71F492F1-4333-51B8-87D2-DB8F2BE473B5}"/>
              </a:ext>
            </a:extLst>
          </p:cNvPr>
          <p:cNvGrpSpPr/>
          <p:nvPr userDrawn="1"/>
        </p:nvGrpSpPr>
        <p:grpSpPr>
          <a:xfrm rot="10800000">
            <a:off x="-31750" y="1"/>
            <a:ext cx="12223750" cy="3733800"/>
            <a:chOff x="-15875" y="3124200"/>
            <a:chExt cx="12223750" cy="3733800"/>
          </a:xfrm>
        </p:grpSpPr>
        <p:grpSp>
          <p:nvGrpSpPr>
            <p:cNvPr id="111" name="Group 110">
              <a:extLst>
                <a:ext uri="{FF2B5EF4-FFF2-40B4-BE49-F238E27FC236}">
                  <a16:creationId xmlns:a16="http://schemas.microsoft.com/office/drawing/2014/main" id="{8C483383-CCB3-FE39-AD4E-C0E7D712B423}"/>
                </a:ext>
              </a:extLst>
            </p:cNvPr>
            <p:cNvGrpSpPr/>
            <p:nvPr/>
          </p:nvGrpSpPr>
          <p:grpSpPr>
            <a:xfrm>
              <a:off x="-15875" y="3124200"/>
              <a:ext cx="12223750" cy="3733800"/>
              <a:chOff x="247650" y="3124200"/>
              <a:chExt cx="12223750" cy="3733800"/>
            </a:xfrm>
          </p:grpSpPr>
          <p:cxnSp>
            <p:nvCxnSpPr>
              <p:cNvPr id="128" name="Straight Connector 127">
                <a:extLst>
                  <a:ext uri="{FF2B5EF4-FFF2-40B4-BE49-F238E27FC236}">
                    <a16:creationId xmlns:a16="http://schemas.microsoft.com/office/drawing/2014/main" id="{DC01C3F3-DC2C-5A43-5B9B-2C40BA406267}"/>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6D10448-55F8-54A0-A4D3-84BD7FBC2944}"/>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4CB373-5109-94A2-F703-B438114F377C}"/>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DA568DD7-5AA4-3AF8-7B3D-0EBB694B689E}"/>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B403AB68-F185-D380-F09C-4AC3835F5060}"/>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CB57C77C-DDE2-EF7F-A033-8D581CDF3C7A}"/>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31EBBC31-64A0-BEAD-6AC3-423F187C207B}"/>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0D5948DC-F163-4CBD-300F-ADF56C2A361C}"/>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B61DE87-0581-8838-E4ED-FC32212092C1}"/>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608476FD-5110-519F-647C-87620755327B}"/>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7CAEE66E-6642-0D21-5E52-E50E501C1D41}"/>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CD7F37FF-2EAB-734D-EC9B-EE3CD27A1284}"/>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9763A6A4-24A6-9DED-CCA0-B66C0057B4CF}"/>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80A2F878-26F1-FBE4-F16C-FE5BA16277CD}"/>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88160E76-0841-09ED-2098-D58395B6539C}"/>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BFBB678C-5FC1-66BC-7662-E517565ACEA4}"/>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9DA4B70F-FF63-1A94-98AB-A62108F4D56D}"/>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8294C9D3-93DB-A8AE-DC21-36D564446FE7}"/>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A93F177-F596-D186-4934-D8291A26DB7A}"/>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22DA2871-AE4C-D1EF-3C13-5FAFAB6CF14D}"/>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CB5AD21-D337-E19D-320F-72BF4119425D}"/>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FEF3217A-2C0C-7D4D-A69A-A65453281684}"/>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E5324400-49EB-40B7-E718-1F2E3A98BE8C}"/>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3EC5F10E-69F4-C4C0-A670-8DCBBF3CFE73}"/>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2805B0BA-9C0E-D1DC-3ABC-94DFD149DFDC}"/>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F14176A8-A00F-57BE-AD63-28FF42622102}"/>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B88CE967-00EE-1BB1-3787-E4F78FB1D00E}"/>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36A188C0-E601-D2DB-FA66-5A5A3A51F648}"/>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B8705D21-6B24-6B00-C644-292B040F4CA7}"/>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0EAC0D3A-D552-13DE-0F35-C6E1D89F6F8F}"/>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60E58633-0449-C8A7-CB31-4968719C90E2}"/>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03640F3B-D1A7-5C71-6B6A-418837F8B793}"/>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C7C49CD2-C398-C77A-F618-C3CDDDE118BC}"/>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4D25ED19-B054-5BAE-E0BF-8838BD4A1000}"/>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DB867C42-A89A-D48C-2633-3774D3845486}"/>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995CE95A-CB25-5C3C-3BC1-152224660BBF}"/>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25259FD7-5D6B-DDF5-FB0C-5AF60414A060}"/>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0B05D51E-C2F5-AEA1-77AE-0BA965594D72}"/>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C26DCE92-9FAB-368E-95F9-31C6587B9D16}"/>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43DBCF16-18CA-F6F4-1DA4-292A6E4B94A0}"/>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795339F3-C3A6-831F-76CD-C770624D3DCA}"/>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C0E530EA-5FC9-10D4-B77F-6CC3DB41BEB5}"/>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BADB34BD-EE4D-2A3E-C211-B2430DF16FF8}"/>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DFF34B85-03DB-FC99-3FFB-813102E6B767}"/>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D148DCAE-F333-BEC7-8D97-68F440105961}"/>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769CC471-E791-FE58-D0DB-345442E07354}"/>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488C32E-6843-2EB0-AF6F-F24DAF3F54D8}"/>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B8F23DD3-5B18-946B-CBCE-832B0B301A97}"/>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0B0A2A6-8152-4287-1F2E-9584653AFB4E}"/>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AA74C470-8CBA-747C-19FA-EE965988CE48}"/>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536DD606-EF23-7BDB-2863-D21CA1D0C827}"/>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81CC6398-115B-0ED0-C59A-651B314644F0}"/>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444DE3AB-3093-5D23-BA38-46DB64A047FA}"/>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5902ED90-2C45-5268-9553-26F36F8B94EC}"/>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5F67FFA2-E075-7219-C642-CD3A09E8CD35}"/>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E55FC946-17FE-44CD-CA57-50AAE473CE21}"/>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12" name="Group 111">
              <a:extLst>
                <a:ext uri="{FF2B5EF4-FFF2-40B4-BE49-F238E27FC236}">
                  <a16:creationId xmlns:a16="http://schemas.microsoft.com/office/drawing/2014/main" id="{82840809-AEB3-BC74-FD05-DA34E157472F}"/>
                </a:ext>
              </a:extLst>
            </p:cNvPr>
            <p:cNvGrpSpPr/>
            <p:nvPr/>
          </p:nvGrpSpPr>
          <p:grpSpPr>
            <a:xfrm>
              <a:off x="-7937" y="3327400"/>
              <a:ext cx="12207875" cy="3467100"/>
              <a:chOff x="47622" y="3327400"/>
              <a:chExt cx="12207875" cy="3467100"/>
            </a:xfrm>
          </p:grpSpPr>
          <p:cxnSp>
            <p:nvCxnSpPr>
              <p:cNvPr id="113" name="Straight Connector 112">
                <a:extLst>
                  <a:ext uri="{FF2B5EF4-FFF2-40B4-BE49-F238E27FC236}">
                    <a16:creationId xmlns:a16="http://schemas.microsoft.com/office/drawing/2014/main" id="{4838A0DD-4695-C128-AB0D-CDCE6A0841A9}"/>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1054CB6C-AF41-0E20-0E3A-FFC9CF826CFB}"/>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7CA0DD3-258A-03D5-9FB6-839904CB0E46}"/>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30C10ABC-9235-3C84-24D2-808FB491223D}"/>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E6F87C70-A91A-4926-D338-489FE3A7E254}"/>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AA0C2CAE-B8FD-3625-F3BC-0AF54299F1F8}"/>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70A5839E-0D08-7BA6-E072-CA58AAEB50F3}"/>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D32B7C66-9582-53A0-8BA8-1299EC4D972C}"/>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975BCE10-E087-E5FB-E302-A963046DD7E1}"/>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12F3E22-F50B-0F6C-5B05-7811A277B602}"/>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2F0AFC7A-337F-4610-B021-0312877F4E0A}"/>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5F37B13D-6496-932B-E705-65A388D42B56}"/>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A01FCFCB-028D-70B7-8011-277D4F25BBE8}"/>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7EEA888E-95D1-7C0C-16F1-7F153E8476FF}"/>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0F264B82-81DC-D45E-70C1-D3097C538F18}"/>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69" name="Text Placeholder 5">
            <a:extLst>
              <a:ext uri="{FF2B5EF4-FFF2-40B4-BE49-F238E27FC236}">
                <a16:creationId xmlns:a16="http://schemas.microsoft.com/office/drawing/2014/main" id="{A6C5EA59-7106-06C7-CA6B-DE312B5BB646}"/>
              </a:ext>
            </a:extLst>
          </p:cNvPr>
          <p:cNvSpPr>
            <a:spLocks noGrp="1"/>
          </p:cNvSpPr>
          <p:nvPr>
            <p:ph type="body" sz="quarter" idx="38"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41" name="Text Placeholder 40">
            <a:extLst>
              <a:ext uri="{FF2B5EF4-FFF2-40B4-BE49-F238E27FC236}">
                <a16:creationId xmlns:a16="http://schemas.microsoft.com/office/drawing/2014/main" id="{EC0C5697-62A7-BE03-2BC2-AB18224049F1}"/>
              </a:ext>
            </a:extLst>
          </p:cNvPr>
          <p:cNvSpPr>
            <a:spLocks noGrp="1"/>
          </p:cNvSpPr>
          <p:nvPr>
            <p:ph type="body" sz="quarter" idx="20" hasCustomPrompt="1"/>
          </p:nvPr>
        </p:nvSpPr>
        <p:spPr>
          <a:xfrm>
            <a:off x="918533" y="2762781"/>
            <a:ext cx="1997934" cy="311481"/>
          </a:xfrm>
          <a:custGeom>
            <a:avLst/>
            <a:gdLst>
              <a:gd name="connsiteX0" fmla="*/ 0 w 1997934"/>
              <a:gd name="connsiteY0" fmla="*/ 0 h 311481"/>
              <a:gd name="connsiteX1" fmla="*/ 1997934 w 1997934"/>
              <a:gd name="connsiteY1" fmla="*/ 0 h 311481"/>
              <a:gd name="connsiteX2" fmla="*/ 1997934 w 1997934"/>
              <a:gd name="connsiteY2" fmla="*/ 311481 h 311481"/>
              <a:gd name="connsiteX3" fmla="*/ 0 w 1997934"/>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1997934" h="311481">
                <a:moveTo>
                  <a:pt x="0" y="0"/>
                </a:moveTo>
                <a:lnTo>
                  <a:pt x="1997934" y="0"/>
                </a:lnTo>
                <a:lnTo>
                  <a:pt x="1997934"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47" name="Text Placeholder 5">
            <a:extLst>
              <a:ext uri="{FF2B5EF4-FFF2-40B4-BE49-F238E27FC236}">
                <a16:creationId xmlns:a16="http://schemas.microsoft.com/office/drawing/2014/main" id="{3573C174-1B75-7639-48A7-24923EDABE49}"/>
              </a:ext>
            </a:extLst>
          </p:cNvPr>
          <p:cNvSpPr>
            <a:spLocks noGrp="1"/>
          </p:cNvSpPr>
          <p:nvPr>
            <p:ph type="body" sz="quarter" idx="27" hasCustomPrompt="1"/>
          </p:nvPr>
        </p:nvSpPr>
        <p:spPr>
          <a:xfrm>
            <a:off x="2559995" y="2786661"/>
            <a:ext cx="1238772" cy="263719"/>
          </a:xfrm>
        </p:spPr>
        <p:txBody>
          <a:bodyPr>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49" name="Text Placeholder 48">
            <a:extLst>
              <a:ext uri="{FF2B5EF4-FFF2-40B4-BE49-F238E27FC236}">
                <a16:creationId xmlns:a16="http://schemas.microsoft.com/office/drawing/2014/main" id="{88774DAC-26DB-3220-66E4-D1097C1B711E}"/>
              </a:ext>
            </a:extLst>
          </p:cNvPr>
          <p:cNvSpPr>
            <a:spLocks noGrp="1"/>
          </p:cNvSpPr>
          <p:nvPr>
            <p:ph type="body" sz="quarter" idx="39" hasCustomPrompt="1"/>
          </p:nvPr>
        </p:nvSpPr>
        <p:spPr>
          <a:xfrm>
            <a:off x="6046814" y="2786662"/>
            <a:ext cx="1997933" cy="263719"/>
          </a:xfrm>
          <a:custGeom>
            <a:avLst/>
            <a:gdLst>
              <a:gd name="connsiteX0" fmla="*/ 0 w 1997933"/>
              <a:gd name="connsiteY0" fmla="*/ 0 h 263719"/>
              <a:gd name="connsiteX1" fmla="*/ 1997933 w 1997933"/>
              <a:gd name="connsiteY1" fmla="*/ 0 h 263719"/>
              <a:gd name="connsiteX2" fmla="*/ 1997933 w 1997933"/>
              <a:gd name="connsiteY2" fmla="*/ 263719 h 263719"/>
              <a:gd name="connsiteX3" fmla="*/ 0 w 1997933"/>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997933" h="263719">
                <a:moveTo>
                  <a:pt x="0" y="0"/>
                </a:moveTo>
                <a:lnTo>
                  <a:pt x="1997933" y="0"/>
                </a:lnTo>
                <a:lnTo>
                  <a:pt x="1997933"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52" name="Text Placeholder 51">
            <a:extLst>
              <a:ext uri="{FF2B5EF4-FFF2-40B4-BE49-F238E27FC236}">
                <a16:creationId xmlns:a16="http://schemas.microsoft.com/office/drawing/2014/main" id="{A5D1D2F2-3F59-6093-5683-28F24F37C59C}"/>
              </a:ext>
            </a:extLst>
          </p:cNvPr>
          <p:cNvSpPr>
            <a:spLocks noGrp="1"/>
          </p:cNvSpPr>
          <p:nvPr>
            <p:ph type="body" sz="quarter" idx="40" hasCustomPrompt="1"/>
          </p:nvPr>
        </p:nvSpPr>
        <p:spPr>
          <a:xfrm>
            <a:off x="4935513" y="2647991"/>
            <a:ext cx="1035506" cy="541058"/>
          </a:xfrm>
          <a:custGeom>
            <a:avLst/>
            <a:gdLst>
              <a:gd name="connsiteX0" fmla="*/ 0 w 1035506"/>
              <a:gd name="connsiteY0" fmla="*/ 0 h 541058"/>
              <a:gd name="connsiteX1" fmla="*/ 1035506 w 1035506"/>
              <a:gd name="connsiteY1" fmla="*/ 0 h 541058"/>
              <a:gd name="connsiteX2" fmla="*/ 1035506 w 1035506"/>
              <a:gd name="connsiteY2" fmla="*/ 541058 h 541058"/>
              <a:gd name="connsiteX3" fmla="*/ 0 w 1035506"/>
              <a:gd name="connsiteY3" fmla="*/ 541058 h 541058"/>
            </a:gdLst>
            <a:ahLst/>
            <a:cxnLst>
              <a:cxn ang="0">
                <a:pos x="connsiteX0" y="connsiteY0"/>
              </a:cxn>
              <a:cxn ang="0">
                <a:pos x="connsiteX1" y="connsiteY1"/>
              </a:cxn>
              <a:cxn ang="0">
                <a:pos x="connsiteX2" y="connsiteY2"/>
              </a:cxn>
              <a:cxn ang="0">
                <a:pos x="connsiteX3" y="connsiteY3"/>
              </a:cxn>
            </a:cxnLst>
            <a:rect l="l" t="t" r="r" b="b"/>
            <a:pathLst>
              <a:path w="1035506" h="541058">
                <a:moveTo>
                  <a:pt x="0" y="0"/>
                </a:moveTo>
                <a:lnTo>
                  <a:pt x="1035506" y="0"/>
                </a:lnTo>
                <a:lnTo>
                  <a:pt x="1035506" y="541058"/>
                </a:lnTo>
                <a:lnTo>
                  <a:pt x="0" y="541058"/>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55" name="Text Placeholder 54">
            <a:extLst>
              <a:ext uri="{FF2B5EF4-FFF2-40B4-BE49-F238E27FC236}">
                <a16:creationId xmlns:a16="http://schemas.microsoft.com/office/drawing/2014/main" id="{443B43C8-93BC-4687-F618-70A4749D8AEF}"/>
              </a:ext>
            </a:extLst>
          </p:cNvPr>
          <p:cNvSpPr>
            <a:spLocks noGrp="1"/>
          </p:cNvSpPr>
          <p:nvPr>
            <p:ph type="body" sz="quarter" idx="41" hasCustomPrompt="1"/>
          </p:nvPr>
        </p:nvSpPr>
        <p:spPr>
          <a:xfrm>
            <a:off x="8928368" y="2647991"/>
            <a:ext cx="1035506" cy="541058"/>
          </a:xfrm>
          <a:custGeom>
            <a:avLst/>
            <a:gdLst>
              <a:gd name="connsiteX0" fmla="*/ 0 w 1035506"/>
              <a:gd name="connsiteY0" fmla="*/ 0 h 541058"/>
              <a:gd name="connsiteX1" fmla="*/ 1035506 w 1035506"/>
              <a:gd name="connsiteY1" fmla="*/ 0 h 541058"/>
              <a:gd name="connsiteX2" fmla="*/ 1035506 w 1035506"/>
              <a:gd name="connsiteY2" fmla="*/ 541058 h 541058"/>
              <a:gd name="connsiteX3" fmla="*/ 0 w 1035506"/>
              <a:gd name="connsiteY3" fmla="*/ 541058 h 541058"/>
            </a:gdLst>
            <a:ahLst/>
            <a:cxnLst>
              <a:cxn ang="0">
                <a:pos x="connsiteX0" y="connsiteY0"/>
              </a:cxn>
              <a:cxn ang="0">
                <a:pos x="connsiteX1" y="connsiteY1"/>
              </a:cxn>
              <a:cxn ang="0">
                <a:pos x="connsiteX2" y="connsiteY2"/>
              </a:cxn>
              <a:cxn ang="0">
                <a:pos x="connsiteX3" y="connsiteY3"/>
              </a:cxn>
            </a:cxnLst>
            <a:rect l="l" t="t" r="r" b="b"/>
            <a:pathLst>
              <a:path w="1035506" h="541058">
                <a:moveTo>
                  <a:pt x="0" y="0"/>
                </a:moveTo>
                <a:lnTo>
                  <a:pt x="1035506" y="0"/>
                </a:lnTo>
                <a:lnTo>
                  <a:pt x="1035506" y="541058"/>
                </a:lnTo>
                <a:lnTo>
                  <a:pt x="0" y="541058"/>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59" name="Text Placeholder 58">
            <a:extLst>
              <a:ext uri="{FF2B5EF4-FFF2-40B4-BE49-F238E27FC236}">
                <a16:creationId xmlns:a16="http://schemas.microsoft.com/office/drawing/2014/main" id="{5BFBB843-54CB-409D-1260-B5CD0DB35211}"/>
              </a:ext>
            </a:extLst>
          </p:cNvPr>
          <p:cNvSpPr>
            <a:spLocks noGrp="1"/>
          </p:cNvSpPr>
          <p:nvPr>
            <p:ph type="body" sz="quarter" idx="42" hasCustomPrompt="1"/>
          </p:nvPr>
        </p:nvSpPr>
        <p:spPr>
          <a:xfrm>
            <a:off x="9941383" y="2786661"/>
            <a:ext cx="1997933" cy="263719"/>
          </a:xfrm>
          <a:custGeom>
            <a:avLst/>
            <a:gdLst>
              <a:gd name="connsiteX0" fmla="*/ 0 w 1997933"/>
              <a:gd name="connsiteY0" fmla="*/ 0 h 263719"/>
              <a:gd name="connsiteX1" fmla="*/ 1997933 w 1997933"/>
              <a:gd name="connsiteY1" fmla="*/ 0 h 263719"/>
              <a:gd name="connsiteX2" fmla="*/ 1997933 w 1997933"/>
              <a:gd name="connsiteY2" fmla="*/ 263719 h 263719"/>
              <a:gd name="connsiteX3" fmla="*/ 0 w 1997933"/>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997933" h="263719">
                <a:moveTo>
                  <a:pt x="0" y="0"/>
                </a:moveTo>
                <a:lnTo>
                  <a:pt x="1997933" y="0"/>
                </a:lnTo>
                <a:lnTo>
                  <a:pt x="1997933"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63" name="Text Placeholder 62">
            <a:extLst>
              <a:ext uri="{FF2B5EF4-FFF2-40B4-BE49-F238E27FC236}">
                <a16:creationId xmlns:a16="http://schemas.microsoft.com/office/drawing/2014/main" id="{BC637140-A0D7-D0A6-E0CE-27BA75B277B0}"/>
              </a:ext>
            </a:extLst>
          </p:cNvPr>
          <p:cNvSpPr>
            <a:spLocks noGrp="1"/>
          </p:cNvSpPr>
          <p:nvPr>
            <p:ph type="body" sz="quarter" idx="43" hasCustomPrompt="1"/>
          </p:nvPr>
        </p:nvSpPr>
        <p:spPr>
          <a:xfrm>
            <a:off x="865665" y="5584881"/>
            <a:ext cx="1997934" cy="311481"/>
          </a:xfrm>
          <a:custGeom>
            <a:avLst/>
            <a:gdLst>
              <a:gd name="connsiteX0" fmla="*/ 0 w 1997934"/>
              <a:gd name="connsiteY0" fmla="*/ 0 h 311481"/>
              <a:gd name="connsiteX1" fmla="*/ 1997934 w 1997934"/>
              <a:gd name="connsiteY1" fmla="*/ 0 h 311481"/>
              <a:gd name="connsiteX2" fmla="*/ 1997934 w 1997934"/>
              <a:gd name="connsiteY2" fmla="*/ 311481 h 311481"/>
              <a:gd name="connsiteX3" fmla="*/ 0 w 1997934"/>
              <a:gd name="connsiteY3" fmla="*/ 311481 h 311481"/>
            </a:gdLst>
            <a:ahLst/>
            <a:cxnLst>
              <a:cxn ang="0">
                <a:pos x="connsiteX0" y="connsiteY0"/>
              </a:cxn>
              <a:cxn ang="0">
                <a:pos x="connsiteX1" y="connsiteY1"/>
              </a:cxn>
              <a:cxn ang="0">
                <a:pos x="connsiteX2" y="connsiteY2"/>
              </a:cxn>
              <a:cxn ang="0">
                <a:pos x="connsiteX3" y="connsiteY3"/>
              </a:cxn>
            </a:cxnLst>
            <a:rect l="l" t="t" r="r" b="b"/>
            <a:pathLst>
              <a:path w="1997934" h="311481">
                <a:moveTo>
                  <a:pt x="0" y="0"/>
                </a:moveTo>
                <a:lnTo>
                  <a:pt x="1997934" y="0"/>
                </a:lnTo>
                <a:lnTo>
                  <a:pt x="1997934" y="311481"/>
                </a:lnTo>
                <a:lnTo>
                  <a:pt x="0" y="311481"/>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67" name="Text Placeholder 66">
            <a:extLst>
              <a:ext uri="{FF2B5EF4-FFF2-40B4-BE49-F238E27FC236}">
                <a16:creationId xmlns:a16="http://schemas.microsoft.com/office/drawing/2014/main" id="{96B73025-B6BA-F63B-502C-9FC16FAC87A5}"/>
              </a:ext>
            </a:extLst>
          </p:cNvPr>
          <p:cNvSpPr>
            <a:spLocks noGrp="1"/>
          </p:cNvSpPr>
          <p:nvPr>
            <p:ph type="body" sz="quarter" idx="44" hasCustomPrompt="1"/>
          </p:nvPr>
        </p:nvSpPr>
        <p:spPr>
          <a:xfrm>
            <a:off x="2578044" y="5608763"/>
            <a:ext cx="1069916" cy="263719"/>
          </a:xfrm>
          <a:custGeom>
            <a:avLst/>
            <a:gdLst>
              <a:gd name="connsiteX0" fmla="*/ 0 w 1069916"/>
              <a:gd name="connsiteY0" fmla="*/ 0 h 263719"/>
              <a:gd name="connsiteX1" fmla="*/ 1069916 w 1069916"/>
              <a:gd name="connsiteY1" fmla="*/ 0 h 263719"/>
              <a:gd name="connsiteX2" fmla="*/ 1069916 w 1069916"/>
              <a:gd name="connsiteY2" fmla="*/ 263719 h 263719"/>
              <a:gd name="connsiteX3" fmla="*/ 0 w 1069916"/>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069916" h="263719">
                <a:moveTo>
                  <a:pt x="0" y="0"/>
                </a:moveTo>
                <a:lnTo>
                  <a:pt x="1069916" y="0"/>
                </a:lnTo>
                <a:lnTo>
                  <a:pt x="1069916"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72" name="Text Placeholder 71">
            <a:extLst>
              <a:ext uri="{FF2B5EF4-FFF2-40B4-BE49-F238E27FC236}">
                <a16:creationId xmlns:a16="http://schemas.microsoft.com/office/drawing/2014/main" id="{C9E2C9DF-2D86-C739-7C8A-824535384699}"/>
              </a:ext>
            </a:extLst>
          </p:cNvPr>
          <p:cNvSpPr>
            <a:spLocks noGrp="1"/>
          </p:cNvSpPr>
          <p:nvPr>
            <p:ph type="body" sz="quarter" idx="45" hasCustomPrompt="1"/>
          </p:nvPr>
        </p:nvSpPr>
        <p:spPr>
          <a:xfrm>
            <a:off x="4971697" y="5472975"/>
            <a:ext cx="1391202" cy="535295"/>
          </a:xfrm>
          <a:custGeom>
            <a:avLst/>
            <a:gdLst>
              <a:gd name="connsiteX0" fmla="*/ 0 w 1391202"/>
              <a:gd name="connsiteY0" fmla="*/ 0 h 535295"/>
              <a:gd name="connsiteX1" fmla="*/ 1391202 w 1391202"/>
              <a:gd name="connsiteY1" fmla="*/ 0 h 535295"/>
              <a:gd name="connsiteX2" fmla="*/ 1391202 w 1391202"/>
              <a:gd name="connsiteY2" fmla="*/ 535295 h 535295"/>
              <a:gd name="connsiteX3" fmla="*/ 0 w 1391202"/>
              <a:gd name="connsiteY3" fmla="*/ 535295 h 535295"/>
            </a:gdLst>
            <a:ahLst/>
            <a:cxnLst>
              <a:cxn ang="0">
                <a:pos x="connsiteX0" y="connsiteY0"/>
              </a:cxn>
              <a:cxn ang="0">
                <a:pos x="connsiteX1" y="connsiteY1"/>
              </a:cxn>
              <a:cxn ang="0">
                <a:pos x="connsiteX2" y="connsiteY2"/>
              </a:cxn>
              <a:cxn ang="0">
                <a:pos x="connsiteX3" y="connsiteY3"/>
              </a:cxn>
            </a:cxnLst>
            <a:rect l="l" t="t" r="r" b="b"/>
            <a:pathLst>
              <a:path w="1391202" h="535295">
                <a:moveTo>
                  <a:pt x="0" y="0"/>
                </a:moveTo>
                <a:lnTo>
                  <a:pt x="1391202" y="0"/>
                </a:lnTo>
                <a:lnTo>
                  <a:pt x="1391202" y="535295"/>
                </a:lnTo>
                <a:lnTo>
                  <a:pt x="0" y="535295"/>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73" name="Text Placeholder 72">
            <a:extLst>
              <a:ext uri="{FF2B5EF4-FFF2-40B4-BE49-F238E27FC236}">
                <a16:creationId xmlns:a16="http://schemas.microsoft.com/office/drawing/2014/main" id="{44A4694F-E823-01B3-957F-36D5DF76E063}"/>
              </a:ext>
            </a:extLst>
          </p:cNvPr>
          <p:cNvSpPr>
            <a:spLocks noGrp="1"/>
          </p:cNvSpPr>
          <p:nvPr>
            <p:ph type="body" sz="quarter" idx="46" hasCustomPrompt="1"/>
          </p:nvPr>
        </p:nvSpPr>
        <p:spPr>
          <a:xfrm>
            <a:off x="5989389" y="5608762"/>
            <a:ext cx="1835560" cy="263719"/>
          </a:xfrm>
          <a:custGeom>
            <a:avLst/>
            <a:gdLst>
              <a:gd name="connsiteX0" fmla="*/ 0 w 1835560"/>
              <a:gd name="connsiteY0" fmla="*/ 0 h 263719"/>
              <a:gd name="connsiteX1" fmla="*/ 1835560 w 1835560"/>
              <a:gd name="connsiteY1" fmla="*/ 0 h 263719"/>
              <a:gd name="connsiteX2" fmla="*/ 1835560 w 1835560"/>
              <a:gd name="connsiteY2" fmla="*/ 263719 h 263719"/>
              <a:gd name="connsiteX3" fmla="*/ 0 w 1835560"/>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835560" h="263719">
                <a:moveTo>
                  <a:pt x="0" y="0"/>
                </a:moveTo>
                <a:lnTo>
                  <a:pt x="1835560" y="0"/>
                </a:lnTo>
                <a:lnTo>
                  <a:pt x="1835560"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76" name="Text Placeholder 75">
            <a:extLst>
              <a:ext uri="{FF2B5EF4-FFF2-40B4-BE49-F238E27FC236}">
                <a16:creationId xmlns:a16="http://schemas.microsoft.com/office/drawing/2014/main" id="{D896A96F-754D-907E-31B4-7BE92167D0DD}"/>
              </a:ext>
            </a:extLst>
          </p:cNvPr>
          <p:cNvSpPr>
            <a:spLocks noGrp="1"/>
          </p:cNvSpPr>
          <p:nvPr>
            <p:ph type="body" sz="quarter" idx="47" hasCustomPrompt="1"/>
          </p:nvPr>
        </p:nvSpPr>
        <p:spPr>
          <a:xfrm>
            <a:off x="8928368" y="5470092"/>
            <a:ext cx="1035506" cy="541058"/>
          </a:xfrm>
          <a:custGeom>
            <a:avLst/>
            <a:gdLst>
              <a:gd name="connsiteX0" fmla="*/ 0 w 1035506"/>
              <a:gd name="connsiteY0" fmla="*/ 0 h 541058"/>
              <a:gd name="connsiteX1" fmla="*/ 1035506 w 1035506"/>
              <a:gd name="connsiteY1" fmla="*/ 0 h 541058"/>
              <a:gd name="connsiteX2" fmla="*/ 1035506 w 1035506"/>
              <a:gd name="connsiteY2" fmla="*/ 541058 h 541058"/>
              <a:gd name="connsiteX3" fmla="*/ 0 w 1035506"/>
              <a:gd name="connsiteY3" fmla="*/ 541058 h 541058"/>
            </a:gdLst>
            <a:ahLst/>
            <a:cxnLst>
              <a:cxn ang="0">
                <a:pos x="connsiteX0" y="connsiteY0"/>
              </a:cxn>
              <a:cxn ang="0">
                <a:pos x="connsiteX1" y="connsiteY1"/>
              </a:cxn>
              <a:cxn ang="0">
                <a:pos x="connsiteX2" y="connsiteY2"/>
              </a:cxn>
              <a:cxn ang="0">
                <a:pos x="connsiteX3" y="connsiteY3"/>
              </a:cxn>
            </a:cxnLst>
            <a:rect l="l" t="t" r="r" b="b"/>
            <a:pathLst>
              <a:path w="1035506" h="541058">
                <a:moveTo>
                  <a:pt x="0" y="0"/>
                </a:moveTo>
                <a:lnTo>
                  <a:pt x="1035506" y="0"/>
                </a:lnTo>
                <a:lnTo>
                  <a:pt x="1035506" y="541058"/>
                </a:lnTo>
                <a:lnTo>
                  <a:pt x="0" y="541058"/>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Name Here</a:t>
            </a:r>
          </a:p>
        </p:txBody>
      </p:sp>
      <p:sp>
        <p:nvSpPr>
          <p:cNvPr id="78" name="Text Placeholder 77">
            <a:extLst>
              <a:ext uri="{FF2B5EF4-FFF2-40B4-BE49-F238E27FC236}">
                <a16:creationId xmlns:a16="http://schemas.microsoft.com/office/drawing/2014/main" id="{71BD0452-283D-9A7C-99B2-BB6ADDC11241}"/>
              </a:ext>
            </a:extLst>
          </p:cNvPr>
          <p:cNvSpPr>
            <a:spLocks noGrp="1"/>
          </p:cNvSpPr>
          <p:nvPr>
            <p:ph type="body" sz="quarter" idx="48" hasCustomPrompt="1"/>
          </p:nvPr>
        </p:nvSpPr>
        <p:spPr>
          <a:xfrm>
            <a:off x="9941382" y="5608763"/>
            <a:ext cx="1997933" cy="263719"/>
          </a:xfrm>
          <a:custGeom>
            <a:avLst/>
            <a:gdLst>
              <a:gd name="connsiteX0" fmla="*/ 0 w 1997933"/>
              <a:gd name="connsiteY0" fmla="*/ 0 h 263719"/>
              <a:gd name="connsiteX1" fmla="*/ 1997933 w 1997933"/>
              <a:gd name="connsiteY1" fmla="*/ 0 h 263719"/>
              <a:gd name="connsiteX2" fmla="*/ 1997933 w 1997933"/>
              <a:gd name="connsiteY2" fmla="*/ 263719 h 263719"/>
              <a:gd name="connsiteX3" fmla="*/ 0 w 1997933"/>
              <a:gd name="connsiteY3" fmla="*/ 263719 h 263719"/>
            </a:gdLst>
            <a:ahLst/>
            <a:cxnLst>
              <a:cxn ang="0">
                <a:pos x="connsiteX0" y="connsiteY0"/>
              </a:cxn>
              <a:cxn ang="0">
                <a:pos x="connsiteX1" y="connsiteY1"/>
              </a:cxn>
              <a:cxn ang="0">
                <a:pos x="connsiteX2" y="connsiteY2"/>
              </a:cxn>
              <a:cxn ang="0">
                <a:pos x="connsiteX3" y="connsiteY3"/>
              </a:cxn>
            </a:cxnLst>
            <a:rect l="l" t="t" r="r" b="b"/>
            <a:pathLst>
              <a:path w="1997933" h="263719">
                <a:moveTo>
                  <a:pt x="0" y="0"/>
                </a:moveTo>
                <a:lnTo>
                  <a:pt x="1997933" y="0"/>
                </a:lnTo>
                <a:lnTo>
                  <a:pt x="1997933" y="263719"/>
                </a:lnTo>
                <a:lnTo>
                  <a:pt x="0" y="263719"/>
                </a:lnTo>
                <a:close/>
              </a:path>
            </a:pathLst>
          </a:custGeom>
        </p:spPr>
        <p:txBody>
          <a:bodyPr wrap="square">
            <a:noAutofit/>
          </a:bodyPr>
          <a:lstStyle>
            <a:lvl1pPr marL="0" indent="0" algn="l">
              <a:lnSpc>
                <a:spcPct val="100000"/>
              </a:lnSpc>
              <a:spcBef>
                <a:spcPts val="0"/>
              </a:spcBef>
              <a:buNone/>
              <a:defRPr sz="1050" b="0">
                <a:solidFill>
                  <a:schemeClr val="accent1"/>
                </a:solidFill>
                <a:latin typeface="+mn-lt"/>
              </a:defRPr>
            </a:lvl1pPr>
          </a:lstStyle>
          <a:p>
            <a:pPr lvl="0"/>
            <a:r>
              <a:rPr lang="en-ID"/>
              <a:t>Text Here</a:t>
            </a:r>
          </a:p>
        </p:txBody>
      </p:sp>
      <p:sp>
        <p:nvSpPr>
          <p:cNvPr id="83" name="Text Placeholder 82">
            <a:extLst>
              <a:ext uri="{FF2B5EF4-FFF2-40B4-BE49-F238E27FC236}">
                <a16:creationId xmlns:a16="http://schemas.microsoft.com/office/drawing/2014/main" id="{44CBF46E-CA63-9B9F-9FFA-009D6B2570FF}"/>
              </a:ext>
            </a:extLst>
          </p:cNvPr>
          <p:cNvSpPr>
            <a:spLocks noGrp="1"/>
          </p:cNvSpPr>
          <p:nvPr>
            <p:ph type="body" sz="quarter" idx="13" hasCustomPrompt="1"/>
          </p:nvPr>
        </p:nvSpPr>
        <p:spPr>
          <a:xfrm>
            <a:off x="387350" y="1231118"/>
            <a:ext cx="3465917" cy="1234992"/>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89" name="Text Placeholder 88">
            <a:extLst>
              <a:ext uri="{FF2B5EF4-FFF2-40B4-BE49-F238E27FC236}">
                <a16:creationId xmlns:a16="http://schemas.microsoft.com/office/drawing/2014/main" id="{3F45B3CE-62AB-7671-49D8-F85C47D3401F}"/>
              </a:ext>
            </a:extLst>
          </p:cNvPr>
          <p:cNvSpPr>
            <a:spLocks noGrp="1"/>
          </p:cNvSpPr>
          <p:nvPr>
            <p:ph type="body" sz="quarter" idx="49" hasCustomPrompt="1"/>
          </p:nvPr>
        </p:nvSpPr>
        <p:spPr>
          <a:xfrm>
            <a:off x="4359032" y="1231118"/>
            <a:ext cx="3465917" cy="1234992"/>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1" name="Text Placeholder 90">
            <a:extLst>
              <a:ext uri="{FF2B5EF4-FFF2-40B4-BE49-F238E27FC236}">
                <a16:creationId xmlns:a16="http://schemas.microsoft.com/office/drawing/2014/main" id="{F118190E-53D1-24AB-43B1-608C479D5998}"/>
              </a:ext>
            </a:extLst>
          </p:cNvPr>
          <p:cNvSpPr>
            <a:spLocks noGrp="1"/>
          </p:cNvSpPr>
          <p:nvPr>
            <p:ph type="body" sz="quarter" idx="50" hasCustomPrompt="1"/>
          </p:nvPr>
        </p:nvSpPr>
        <p:spPr>
          <a:xfrm>
            <a:off x="8330714" y="1231118"/>
            <a:ext cx="3478595" cy="1234992"/>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3" name="Text Placeholder 92">
            <a:extLst>
              <a:ext uri="{FF2B5EF4-FFF2-40B4-BE49-F238E27FC236}">
                <a16:creationId xmlns:a16="http://schemas.microsoft.com/office/drawing/2014/main" id="{970423D3-0A89-4487-5483-89F0B3E94B6A}"/>
              </a:ext>
            </a:extLst>
          </p:cNvPr>
          <p:cNvSpPr>
            <a:spLocks noGrp="1"/>
          </p:cNvSpPr>
          <p:nvPr>
            <p:ph type="body" sz="quarter" idx="51" hasCustomPrompt="1"/>
          </p:nvPr>
        </p:nvSpPr>
        <p:spPr>
          <a:xfrm>
            <a:off x="387350" y="4071483"/>
            <a:ext cx="3465917" cy="1234992"/>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5" name="Text Placeholder 94">
            <a:extLst>
              <a:ext uri="{FF2B5EF4-FFF2-40B4-BE49-F238E27FC236}">
                <a16:creationId xmlns:a16="http://schemas.microsoft.com/office/drawing/2014/main" id="{BF07A015-BE5C-D8B9-3465-16DB050A8A05}"/>
              </a:ext>
            </a:extLst>
          </p:cNvPr>
          <p:cNvSpPr>
            <a:spLocks noGrp="1"/>
          </p:cNvSpPr>
          <p:nvPr>
            <p:ph type="body" sz="quarter" idx="52" hasCustomPrompt="1"/>
          </p:nvPr>
        </p:nvSpPr>
        <p:spPr>
          <a:xfrm>
            <a:off x="4445000" y="4071483"/>
            <a:ext cx="3351495" cy="1048248"/>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7" name="Text Placeholder 96">
            <a:extLst>
              <a:ext uri="{FF2B5EF4-FFF2-40B4-BE49-F238E27FC236}">
                <a16:creationId xmlns:a16="http://schemas.microsoft.com/office/drawing/2014/main" id="{2D3B82C8-E2B9-522E-3667-2A216E3921A0}"/>
              </a:ext>
            </a:extLst>
          </p:cNvPr>
          <p:cNvSpPr>
            <a:spLocks noGrp="1"/>
          </p:cNvSpPr>
          <p:nvPr>
            <p:ph type="body" sz="quarter" idx="53" hasCustomPrompt="1"/>
          </p:nvPr>
        </p:nvSpPr>
        <p:spPr>
          <a:xfrm>
            <a:off x="8330714" y="4071483"/>
            <a:ext cx="3478595" cy="1048248"/>
          </a:xfrm>
          <a:custGeom>
            <a:avLst/>
            <a:gdLst>
              <a:gd name="connsiteX0" fmla="*/ 0 w 3098436"/>
              <a:gd name="connsiteY0" fmla="*/ 0 h 1536317"/>
              <a:gd name="connsiteX1" fmla="*/ 3098436 w 3098436"/>
              <a:gd name="connsiteY1" fmla="*/ 0 h 1536317"/>
              <a:gd name="connsiteX2" fmla="*/ 3098436 w 3098436"/>
              <a:gd name="connsiteY2" fmla="*/ 1536317 h 1536317"/>
              <a:gd name="connsiteX3" fmla="*/ 0 w 3098436"/>
              <a:gd name="connsiteY3" fmla="*/ 1536317 h 1536317"/>
            </a:gdLst>
            <a:ahLst/>
            <a:cxnLst>
              <a:cxn ang="0">
                <a:pos x="connsiteX0" y="connsiteY0"/>
              </a:cxn>
              <a:cxn ang="0">
                <a:pos x="connsiteX1" y="connsiteY1"/>
              </a:cxn>
              <a:cxn ang="0">
                <a:pos x="connsiteX2" y="connsiteY2"/>
              </a:cxn>
              <a:cxn ang="0">
                <a:pos x="connsiteX3" y="connsiteY3"/>
              </a:cxn>
            </a:cxnLst>
            <a:rect l="l" t="t" r="r" b="b"/>
            <a:pathLst>
              <a:path w="3098436" h="1536317">
                <a:moveTo>
                  <a:pt x="0" y="0"/>
                </a:moveTo>
                <a:lnTo>
                  <a:pt x="3098436" y="0"/>
                </a:lnTo>
                <a:lnTo>
                  <a:pt x="3098436" y="1536317"/>
                </a:lnTo>
                <a:lnTo>
                  <a:pt x="0" y="1536317"/>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99" name="Picture Placeholder 98">
            <a:extLst>
              <a:ext uri="{FF2B5EF4-FFF2-40B4-BE49-F238E27FC236}">
                <a16:creationId xmlns:a16="http://schemas.microsoft.com/office/drawing/2014/main" id="{64797397-0BCA-7E17-6CB5-48F7C8D02F22}"/>
              </a:ext>
            </a:extLst>
          </p:cNvPr>
          <p:cNvSpPr>
            <a:spLocks noGrp="1"/>
          </p:cNvSpPr>
          <p:nvPr>
            <p:ph type="pic" sz="quarter" idx="10"/>
          </p:nvPr>
        </p:nvSpPr>
        <p:spPr>
          <a:xfrm>
            <a:off x="387351" y="2678157"/>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1"/>
            </a:solidFill>
          </a:ln>
        </p:spPr>
        <p:txBody>
          <a:bodyPr wrap="square">
            <a:noAutofit/>
          </a:bodyPr>
          <a:lstStyle>
            <a:lvl1pPr>
              <a:defRPr sz="800"/>
            </a:lvl1pPr>
          </a:lstStyle>
          <a:p>
            <a:endParaRPr lang="en-ID"/>
          </a:p>
        </p:txBody>
      </p:sp>
      <p:sp>
        <p:nvSpPr>
          <p:cNvPr id="101" name="Picture Placeholder 100">
            <a:extLst>
              <a:ext uri="{FF2B5EF4-FFF2-40B4-BE49-F238E27FC236}">
                <a16:creationId xmlns:a16="http://schemas.microsoft.com/office/drawing/2014/main" id="{17C328C6-8FCC-B3D4-C69A-9787C1EE5EB8}"/>
              </a:ext>
            </a:extLst>
          </p:cNvPr>
          <p:cNvSpPr>
            <a:spLocks noGrp="1"/>
          </p:cNvSpPr>
          <p:nvPr>
            <p:ph type="pic" sz="quarter" idx="54"/>
          </p:nvPr>
        </p:nvSpPr>
        <p:spPr>
          <a:xfrm>
            <a:off x="4402788" y="2678157"/>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103" name="Picture Placeholder 102">
            <a:extLst>
              <a:ext uri="{FF2B5EF4-FFF2-40B4-BE49-F238E27FC236}">
                <a16:creationId xmlns:a16="http://schemas.microsoft.com/office/drawing/2014/main" id="{62C17C46-F2AF-2F54-27F0-7BE2C2E32DF7}"/>
              </a:ext>
            </a:extLst>
          </p:cNvPr>
          <p:cNvSpPr>
            <a:spLocks noGrp="1"/>
          </p:cNvSpPr>
          <p:nvPr>
            <p:ph type="pic" sz="quarter" idx="55"/>
          </p:nvPr>
        </p:nvSpPr>
        <p:spPr>
          <a:xfrm>
            <a:off x="8370574" y="2678157"/>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1"/>
            </a:solidFill>
          </a:ln>
        </p:spPr>
        <p:txBody>
          <a:bodyPr wrap="square">
            <a:noAutofit/>
          </a:bodyPr>
          <a:lstStyle>
            <a:lvl1pPr>
              <a:defRPr sz="800"/>
            </a:lvl1pPr>
          </a:lstStyle>
          <a:p>
            <a:endParaRPr lang="en-ID"/>
          </a:p>
        </p:txBody>
      </p:sp>
      <p:sp>
        <p:nvSpPr>
          <p:cNvPr id="108" name="Picture Placeholder 107">
            <a:extLst>
              <a:ext uri="{FF2B5EF4-FFF2-40B4-BE49-F238E27FC236}">
                <a16:creationId xmlns:a16="http://schemas.microsoft.com/office/drawing/2014/main" id="{9E3B9B43-9CB8-BB44-9D91-4FE5727A34D5}"/>
              </a:ext>
            </a:extLst>
          </p:cNvPr>
          <p:cNvSpPr>
            <a:spLocks noGrp="1"/>
          </p:cNvSpPr>
          <p:nvPr>
            <p:ph type="pic" sz="quarter" idx="56"/>
          </p:nvPr>
        </p:nvSpPr>
        <p:spPr>
          <a:xfrm>
            <a:off x="413820" y="5500258"/>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107" name="Picture Placeholder 106">
            <a:extLst>
              <a:ext uri="{FF2B5EF4-FFF2-40B4-BE49-F238E27FC236}">
                <a16:creationId xmlns:a16="http://schemas.microsoft.com/office/drawing/2014/main" id="{C4783A30-9F1C-7D8E-9FF9-9B42F67D5BDB}"/>
              </a:ext>
            </a:extLst>
          </p:cNvPr>
          <p:cNvSpPr>
            <a:spLocks noGrp="1"/>
          </p:cNvSpPr>
          <p:nvPr>
            <p:ph type="pic" sz="quarter" idx="57"/>
          </p:nvPr>
        </p:nvSpPr>
        <p:spPr>
          <a:xfrm>
            <a:off x="4414319" y="5500258"/>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1"/>
            </a:solidFill>
          </a:ln>
        </p:spPr>
        <p:txBody>
          <a:bodyPr wrap="square">
            <a:noAutofit/>
          </a:bodyPr>
          <a:lstStyle>
            <a:lvl1pPr>
              <a:defRPr sz="800"/>
            </a:lvl1pPr>
          </a:lstStyle>
          <a:p>
            <a:endParaRPr lang="en-ID"/>
          </a:p>
        </p:txBody>
      </p:sp>
      <p:sp>
        <p:nvSpPr>
          <p:cNvPr id="109" name="Picture Placeholder 108">
            <a:extLst>
              <a:ext uri="{FF2B5EF4-FFF2-40B4-BE49-F238E27FC236}">
                <a16:creationId xmlns:a16="http://schemas.microsoft.com/office/drawing/2014/main" id="{86251A6F-E631-AAF9-D8D2-67BD3742D2C3}"/>
              </a:ext>
            </a:extLst>
          </p:cNvPr>
          <p:cNvSpPr>
            <a:spLocks noGrp="1"/>
          </p:cNvSpPr>
          <p:nvPr>
            <p:ph type="pic" sz="quarter" idx="58"/>
          </p:nvPr>
        </p:nvSpPr>
        <p:spPr>
          <a:xfrm>
            <a:off x="8370574" y="5500258"/>
            <a:ext cx="480728" cy="480728"/>
          </a:xfrm>
          <a:custGeom>
            <a:avLst/>
            <a:gdLst>
              <a:gd name="connsiteX0" fmla="*/ 240364 w 480728"/>
              <a:gd name="connsiteY0" fmla="*/ 0 h 480728"/>
              <a:gd name="connsiteX1" fmla="*/ 480728 w 480728"/>
              <a:gd name="connsiteY1" fmla="*/ 240364 h 480728"/>
              <a:gd name="connsiteX2" fmla="*/ 240364 w 480728"/>
              <a:gd name="connsiteY2" fmla="*/ 480728 h 480728"/>
              <a:gd name="connsiteX3" fmla="*/ 0 w 480728"/>
              <a:gd name="connsiteY3" fmla="*/ 240364 h 480728"/>
              <a:gd name="connsiteX4" fmla="*/ 240364 w 480728"/>
              <a:gd name="connsiteY4" fmla="*/ 0 h 48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28" h="480728">
                <a:moveTo>
                  <a:pt x="240364" y="0"/>
                </a:moveTo>
                <a:cubicBezTo>
                  <a:pt x="373113" y="0"/>
                  <a:pt x="480728" y="107615"/>
                  <a:pt x="480728" y="240364"/>
                </a:cubicBezTo>
                <a:cubicBezTo>
                  <a:pt x="480728" y="373113"/>
                  <a:pt x="373113" y="480728"/>
                  <a:pt x="240364" y="480728"/>
                </a:cubicBezTo>
                <a:cubicBezTo>
                  <a:pt x="107615" y="480728"/>
                  <a:pt x="0" y="373113"/>
                  <a:pt x="0" y="240364"/>
                </a:cubicBezTo>
                <a:cubicBezTo>
                  <a:pt x="0" y="107615"/>
                  <a:pt x="107615" y="0"/>
                  <a:pt x="240364" y="0"/>
                </a:cubicBezTo>
                <a:close/>
              </a:path>
            </a:pathLst>
          </a:custGeom>
          <a:solidFill>
            <a:schemeClr val="bg1">
              <a:lumMod val="95000"/>
            </a:schemeClr>
          </a:solidFill>
          <a:ln w="19050">
            <a:solidFill>
              <a:schemeClr val="accent2"/>
            </a:solidFill>
          </a:ln>
        </p:spPr>
        <p:txBody>
          <a:bodyPr wrap="square">
            <a:noAutofit/>
          </a:bodyPr>
          <a:lstStyle>
            <a:lvl1pPr>
              <a:defRPr sz="800"/>
            </a:lvl1pPr>
          </a:lstStyle>
          <a:p>
            <a:endParaRPr lang="en-ID"/>
          </a:p>
        </p:txBody>
      </p:sp>
      <p:sp>
        <p:nvSpPr>
          <p:cNvPr id="188" name="Freeform: Shape 187">
            <a:extLst>
              <a:ext uri="{FF2B5EF4-FFF2-40B4-BE49-F238E27FC236}">
                <a16:creationId xmlns:a16="http://schemas.microsoft.com/office/drawing/2014/main" id="{47A69E65-0263-0B3A-B325-992BAF3827BB}"/>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89" name="TextBox 188">
            <a:extLst>
              <a:ext uri="{FF2B5EF4-FFF2-40B4-BE49-F238E27FC236}">
                <a16:creationId xmlns:a16="http://schemas.microsoft.com/office/drawing/2014/main" id="{019F04ED-E5D7-D592-0CD4-D5CCDA0691D6}"/>
              </a:ext>
            </a:extLst>
          </p:cNvPr>
          <p:cNvSpPr txBox="1"/>
          <p:nvPr userDrawn="1"/>
        </p:nvSpPr>
        <p:spPr>
          <a:xfrm>
            <a:off x="11148778" y="6564624"/>
            <a:ext cx="810589"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190" name="Straight Connector 189">
            <a:extLst>
              <a:ext uri="{FF2B5EF4-FFF2-40B4-BE49-F238E27FC236}">
                <a16:creationId xmlns:a16="http://schemas.microsoft.com/office/drawing/2014/main" id="{CAD12693-9FAE-8401-8EA1-DB5C67E6362F}"/>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91" name="Picture 190" descr="A logo with a blue and yellow text&#10;&#10;Description automatically generated">
            <a:extLst>
              <a:ext uri="{FF2B5EF4-FFF2-40B4-BE49-F238E27FC236}">
                <a16:creationId xmlns:a16="http://schemas.microsoft.com/office/drawing/2014/main" id="{92EB20BB-7CB1-5640-1F2D-9704F587CF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718" y="314963"/>
            <a:ext cx="550269" cy="438151"/>
          </a:xfrm>
          <a:prstGeom prst="rect">
            <a:avLst/>
          </a:prstGeom>
        </p:spPr>
      </p:pic>
    </p:spTree>
    <p:extLst>
      <p:ext uri="{BB962C8B-B14F-4D97-AF65-F5344CB8AC3E}">
        <p14:creationId xmlns:p14="http://schemas.microsoft.com/office/powerpoint/2010/main" val="48381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0" y="1"/>
            <a:ext cx="12192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10" name="Text Placeholder 9">
            <a:extLst>
              <a:ext uri="{FF2B5EF4-FFF2-40B4-BE49-F238E27FC236}">
                <a16:creationId xmlns:a16="http://schemas.microsoft.com/office/drawing/2014/main" id="{36AA2B9E-7E73-5A68-1836-161649A6ABFF}"/>
              </a:ext>
            </a:extLst>
          </p:cNvPr>
          <p:cNvSpPr>
            <a:spLocks noGrp="1"/>
          </p:cNvSpPr>
          <p:nvPr>
            <p:ph type="body" sz="quarter" idx="12" hasCustomPrompt="1"/>
          </p:nvPr>
        </p:nvSpPr>
        <p:spPr>
          <a:xfrm>
            <a:off x="3207334" y="425255"/>
            <a:ext cx="4598253" cy="1518161"/>
          </a:xfrm>
          <a:custGeom>
            <a:avLst/>
            <a:gdLst>
              <a:gd name="connsiteX0" fmla="*/ 0 w 4598253"/>
              <a:gd name="connsiteY0" fmla="*/ 0 h 1518161"/>
              <a:gd name="connsiteX1" fmla="*/ 4598253 w 4598253"/>
              <a:gd name="connsiteY1" fmla="*/ 0 h 1518161"/>
              <a:gd name="connsiteX2" fmla="*/ 4598253 w 4598253"/>
              <a:gd name="connsiteY2" fmla="*/ 1518161 h 1518161"/>
              <a:gd name="connsiteX3" fmla="*/ 0 w 4598253"/>
              <a:gd name="connsiteY3" fmla="*/ 1518161 h 1518161"/>
            </a:gdLst>
            <a:ahLst/>
            <a:cxnLst>
              <a:cxn ang="0">
                <a:pos x="connsiteX0" y="connsiteY0"/>
              </a:cxn>
              <a:cxn ang="0">
                <a:pos x="connsiteX1" y="connsiteY1"/>
              </a:cxn>
              <a:cxn ang="0">
                <a:pos x="connsiteX2" y="connsiteY2"/>
              </a:cxn>
              <a:cxn ang="0">
                <a:pos x="connsiteX3" y="connsiteY3"/>
              </a:cxn>
            </a:cxnLst>
            <a:rect l="l" t="t" r="r" b="b"/>
            <a:pathLst>
              <a:path w="4598253" h="1518161">
                <a:moveTo>
                  <a:pt x="0" y="0"/>
                </a:moveTo>
                <a:lnTo>
                  <a:pt x="4598253" y="0"/>
                </a:lnTo>
                <a:lnTo>
                  <a:pt x="4598253" y="1518161"/>
                </a:lnTo>
                <a:lnTo>
                  <a:pt x="0" y="1518161"/>
                </a:lnTo>
                <a:close/>
              </a:path>
            </a:pathLst>
          </a:custGeom>
        </p:spPr>
        <p:txBody>
          <a:bodyPr wrap="square">
            <a:noAutofit/>
          </a:bodyPr>
          <a:lstStyle>
            <a:lvl1pPr marL="0" indent="0" algn="l">
              <a:lnSpc>
                <a:spcPct val="100000"/>
              </a:lnSpc>
              <a:buNone/>
              <a:defRPr sz="8800" b="1">
                <a:solidFill>
                  <a:schemeClr val="bg1"/>
                </a:solidFill>
                <a:latin typeface="+mj-lt"/>
              </a:defRPr>
            </a:lvl1pPr>
          </a:lstStyle>
          <a:p>
            <a:pPr lvl="0"/>
            <a:r>
              <a:rPr lang="en-ID"/>
              <a:t>TITLE </a:t>
            </a:r>
          </a:p>
        </p:txBody>
      </p:sp>
      <p:sp>
        <p:nvSpPr>
          <p:cNvPr id="7" name="Picture Placeholder 3">
            <a:extLst>
              <a:ext uri="{FF2B5EF4-FFF2-40B4-BE49-F238E27FC236}">
                <a16:creationId xmlns:a16="http://schemas.microsoft.com/office/drawing/2014/main" id="{D843B671-B4F6-DA88-44EA-C4950388159B}"/>
              </a:ext>
            </a:extLst>
          </p:cNvPr>
          <p:cNvSpPr>
            <a:spLocks noGrp="1"/>
          </p:cNvSpPr>
          <p:nvPr>
            <p:ph type="pic" sz="quarter" idx="11"/>
          </p:nvPr>
        </p:nvSpPr>
        <p:spPr>
          <a:xfrm>
            <a:off x="382266" y="419505"/>
            <a:ext cx="4727370" cy="6438493"/>
          </a:xfrm>
          <a:custGeom>
            <a:avLst/>
            <a:gdLst>
              <a:gd name="connsiteX0" fmla="*/ 0 w 4727370"/>
              <a:gd name="connsiteY0" fmla="*/ 0 h 6438493"/>
              <a:gd name="connsiteX1" fmla="*/ 4727370 w 4727370"/>
              <a:gd name="connsiteY1" fmla="*/ 0 h 6438493"/>
              <a:gd name="connsiteX2" fmla="*/ 4727370 w 4727370"/>
              <a:gd name="connsiteY2" fmla="*/ 6438493 h 6438493"/>
              <a:gd name="connsiteX3" fmla="*/ 0 w 4727370"/>
              <a:gd name="connsiteY3" fmla="*/ 6438493 h 6438493"/>
            </a:gdLst>
            <a:ahLst/>
            <a:cxnLst>
              <a:cxn ang="0">
                <a:pos x="connsiteX0" y="connsiteY0"/>
              </a:cxn>
              <a:cxn ang="0">
                <a:pos x="connsiteX1" y="connsiteY1"/>
              </a:cxn>
              <a:cxn ang="0">
                <a:pos x="connsiteX2" y="connsiteY2"/>
              </a:cxn>
              <a:cxn ang="0">
                <a:pos x="connsiteX3" y="connsiteY3"/>
              </a:cxn>
            </a:cxnLst>
            <a:rect l="l" t="t" r="r" b="b"/>
            <a:pathLst>
              <a:path w="4727370" h="6438493">
                <a:moveTo>
                  <a:pt x="0" y="0"/>
                </a:moveTo>
                <a:lnTo>
                  <a:pt x="4727370" y="0"/>
                </a:lnTo>
                <a:lnTo>
                  <a:pt x="4727370" y="6438493"/>
                </a:lnTo>
                <a:lnTo>
                  <a:pt x="0" y="6438493"/>
                </a:lnTo>
                <a:close/>
              </a:path>
            </a:pathLst>
          </a:custGeom>
          <a:noFill/>
        </p:spPr>
        <p:txBody>
          <a:bodyPr wrap="square">
            <a:noAutofit/>
          </a:bodyPr>
          <a:lstStyle>
            <a:lvl1pPr>
              <a:defRPr sz="800"/>
            </a:lvl1pPr>
          </a:lstStyle>
          <a:p>
            <a:endParaRPr lang="en-ID"/>
          </a:p>
        </p:txBody>
      </p:sp>
      <p:sp>
        <p:nvSpPr>
          <p:cNvPr id="15" name="Text Placeholder 14">
            <a:extLst>
              <a:ext uri="{FF2B5EF4-FFF2-40B4-BE49-F238E27FC236}">
                <a16:creationId xmlns:a16="http://schemas.microsoft.com/office/drawing/2014/main" id="{0843CF82-B2BB-0F8D-A41B-B088EBBCF876}"/>
              </a:ext>
            </a:extLst>
          </p:cNvPr>
          <p:cNvSpPr>
            <a:spLocks noGrp="1"/>
          </p:cNvSpPr>
          <p:nvPr>
            <p:ph type="body" sz="quarter" idx="36" hasCustomPrompt="1"/>
          </p:nvPr>
        </p:nvSpPr>
        <p:spPr>
          <a:xfrm>
            <a:off x="3602352" y="1675302"/>
            <a:ext cx="6998129" cy="1518161"/>
          </a:xfrm>
          <a:custGeom>
            <a:avLst/>
            <a:gdLst>
              <a:gd name="connsiteX0" fmla="*/ 0 w 4598253"/>
              <a:gd name="connsiteY0" fmla="*/ 0 h 1518161"/>
              <a:gd name="connsiteX1" fmla="*/ 4598253 w 4598253"/>
              <a:gd name="connsiteY1" fmla="*/ 0 h 1518161"/>
              <a:gd name="connsiteX2" fmla="*/ 4598253 w 4598253"/>
              <a:gd name="connsiteY2" fmla="*/ 1518161 h 1518161"/>
              <a:gd name="connsiteX3" fmla="*/ 0 w 4598253"/>
              <a:gd name="connsiteY3" fmla="*/ 1518161 h 1518161"/>
            </a:gdLst>
            <a:ahLst/>
            <a:cxnLst>
              <a:cxn ang="0">
                <a:pos x="connsiteX0" y="connsiteY0"/>
              </a:cxn>
              <a:cxn ang="0">
                <a:pos x="connsiteX1" y="connsiteY1"/>
              </a:cxn>
              <a:cxn ang="0">
                <a:pos x="connsiteX2" y="connsiteY2"/>
              </a:cxn>
              <a:cxn ang="0">
                <a:pos x="connsiteX3" y="connsiteY3"/>
              </a:cxn>
            </a:cxnLst>
            <a:rect l="l" t="t" r="r" b="b"/>
            <a:pathLst>
              <a:path w="4598253" h="1518161">
                <a:moveTo>
                  <a:pt x="0" y="0"/>
                </a:moveTo>
                <a:lnTo>
                  <a:pt x="4598253" y="0"/>
                </a:lnTo>
                <a:lnTo>
                  <a:pt x="4598253" y="1518161"/>
                </a:lnTo>
                <a:lnTo>
                  <a:pt x="0" y="1518161"/>
                </a:lnTo>
                <a:close/>
              </a:path>
            </a:pathLst>
          </a:custGeom>
        </p:spPr>
        <p:txBody>
          <a:bodyPr wrap="square">
            <a:noAutofit/>
          </a:bodyPr>
          <a:lstStyle>
            <a:lvl1pPr marL="0" indent="0" algn="l">
              <a:lnSpc>
                <a:spcPct val="100000"/>
              </a:lnSpc>
              <a:buNone/>
              <a:defRPr sz="8000" b="1">
                <a:solidFill>
                  <a:schemeClr val="accent2"/>
                </a:solidFill>
                <a:latin typeface="+mj-lt"/>
              </a:defRPr>
            </a:lvl1pPr>
          </a:lstStyle>
          <a:p>
            <a:pPr lvl="0"/>
            <a:r>
              <a:rPr lang="en-ID"/>
              <a:t>TITLE </a:t>
            </a:r>
          </a:p>
        </p:txBody>
      </p:sp>
      <p:sp>
        <p:nvSpPr>
          <p:cNvPr id="23" name="Text Placeholder 22">
            <a:extLst>
              <a:ext uri="{FF2B5EF4-FFF2-40B4-BE49-F238E27FC236}">
                <a16:creationId xmlns:a16="http://schemas.microsoft.com/office/drawing/2014/main" id="{53FEDB7F-2D5F-C6D6-E5AD-C6CA8D6AA83C}"/>
              </a:ext>
            </a:extLst>
          </p:cNvPr>
          <p:cNvSpPr>
            <a:spLocks noGrp="1"/>
          </p:cNvSpPr>
          <p:nvPr>
            <p:ph type="body" sz="quarter" idx="37" hasCustomPrompt="1"/>
          </p:nvPr>
        </p:nvSpPr>
        <p:spPr>
          <a:xfrm>
            <a:off x="5265265" y="3213482"/>
            <a:ext cx="5769206" cy="1570534"/>
          </a:xfrm>
          <a:custGeom>
            <a:avLst/>
            <a:gdLst>
              <a:gd name="connsiteX0" fmla="*/ 0 w 5769206"/>
              <a:gd name="connsiteY0" fmla="*/ 0 h 1570534"/>
              <a:gd name="connsiteX1" fmla="*/ 5769206 w 5769206"/>
              <a:gd name="connsiteY1" fmla="*/ 0 h 1570534"/>
              <a:gd name="connsiteX2" fmla="*/ 5769206 w 5769206"/>
              <a:gd name="connsiteY2" fmla="*/ 1570534 h 1570534"/>
              <a:gd name="connsiteX3" fmla="*/ 0 w 5769206"/>
              <a:gd name="connsiteY3" fmla="*/ 1570534 h 1570534"/>
            </a:gdLst>
            <a:ahLst/>
            <a:cxnLst>
              <a:cxn ang="0">
                <a:pos x="connsiteX0" y="connsiteY0"/>
              </a:cxn>
              <a:cxn ang="0">
                <a:pos x="connsiteX1" y="connsiteY1"/>
              </a:cxn>
              <a:cxn ang="0">
                <a:pos x="connsiteX2" y="connsiteY2"/>
              </a:cxn>
              <a:cxn ang="0">
                <a:pos x="connsiteX3" y="connsiteY3"/>
              </a:cxn>
            </a:cxnLst>
            <a:rect l="l" t="t" r="r" b="b"/>
            <a:pathLst>
              <a:path w="5769206" h="1570534">
                <a:moveTo>
                  <a:pt x="0" y="0"/>
                </a:moveTo>
                <a:lnTo>
                  <a:pt x="5769206" y="0"/>
                </a:lnTo>
                <a:lnTo>
                  <a:pt x="5769206" y="1570534"/>
                </a:lnTo>
                <a:lnTo>
                  <a:pt x="0" y="1570534"/>
                </a:lnTo>
                <a:close/>
              </a:path>
            </a:pathLst>
          </a:custGeom>
        </p:spPr>
        <p:txBody>
          <a:bodyPr wrap="square">
            <a:noAutofit/>
          </a:bodyPr>
          <a:lstStyle>
            <a:lvl1pPr marL="0" indent="0">
              <a:lnSpc>
                <a:spcPts val="1500"/>
              </a:lnSpc>
              <a:spcBef>
                <a:spcPts val="600"/>
              </a:spcBef>
              <a:buNone/>
              <a:defRPr sz="1200" b="0">
                <a:solidFill>
                  <a:schemeClr val="bg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9A9678CD-4E0D-5EC3-5050-B95A301729BF}"/>
              </a:ext>
            </a:extLst>
          </p:cNvPr>
          <p:cNvSpPr>
            <a:spLocks noGrp="1"/>
          </p:cNvSpPr>
          <p:nvPr>
            <p:ph type="body" sz="quarter" idx="38" hasCustomPrompt="1"/>
          </p:nvPr>
        </p:nvSpPr>
        <p:spPr>
          <a:xfrm>
            <a:off x="5903285" y="5359823"/>
            <a:ext cx="5684977" cy="670032"/>
          </a:xfrm>
          <a:custGeom>
            <a:avLst/>
            <a:gdLst>
              <a:gd name="connsiteX0" fmla="*/ 0 w 5906449"/>
              <a:gd name="connsiteY0" fmla="*/ 0 h 670032"/>
              <a:gd name="connsiteX1" fmla="*/ 5906449 w 5906449"/>
              <a:gd name="connsiteY1" fmla="*/ 0 h 670032"/>
              <a:gd name="connsiteX2" fmla="*/ 5906449 w 5906449"/>
              <a:gd name="connsiteY2" fmla="*/ 670032 h 670032"/>
              <a:gd name="connsiteX3" fmla="*/ 0 w 5906449"/>
              <a:gd name="connsiteY3" fmla="*/ 670032 h 670032"/>
            </a:gdLst>
            <a:ahLst/>
            <a:cxnLst>
              <a:cxn ang="0">
                <a:pos x="connsiteX0" y="connsiteY0"/>
              </a:cxn>
              <a:cxn ang="0">
                <a:pos x="connsiteX1" y="connsiteY1"/>
              </a:cxn>
              <a:cxn ang="0">
                <a:pos x="connsiteX2" y="connsiteY2"/>
              </a:cxn>
              <a:cxn ang="0">
                <a:pos x="connsiteX3" y="connsiteY3"/>
              </a:cxn>
            </a:cxnLst>
            <a:rect l="l" t="t" r="r" b="b"/>
            <a:pathLst>
              <a:path w="5906449" h="670032">
                <a:moveTo>
                  <a:pt x="0" y="0"/>
                </a:moveTo>
                <a:lnTo>
                  <a:pt x="5906449" y="0"/>
                </a:lnTo>
                <a:lnTo>
                  <a:pt x="5906449" y="670032"/>
                </a:lnTo>
                <a:lnTo>
                  <a:pt x="0" y="670032"/>
                </a:lnTo>
                <a:close/>
              </a:path>
            </a:pathLst>
          </a:custGeom>
        </p:spPr>
        <p:txBody>
          <a:bodyPr wrap="square">
            <a:noAutofit/>
          </a:bodyPr>
          <a:lstStyle>
            <a:lvl1pPr marL="0" indent="0">
              <a:lnSpc>
                <a:spcPts val="1500"/>
              </a:lnSpc>
              <a:spcBef>
                <a:spcPts val="600"/>
              </a:spcBef>
              <a:buNone/>
              <a:defRPr sz="1200" b="0">
                <a:solidFill>
                  <a:schemeClr val="bg1"/>
                </a:solidFill>
                <a:latin typeface="+mn-lt"/>
              </a:defRPr>
            </a:lvl1pPr>
          </a:lstStyle>
          <a:p>
            <a:pPr lvl="0"/>
            <a:r>
              <a:rPr lang="en-ID"/>
              <a:t>Description Here</a:t>
            </a:r>
          </a:p>
        </p:txBody>
      </p:sp>
      <p:sp>
        <p:nvSpPr>
          <p:cNvPr id="27" name="Text Placeholder 26">
            <a:extLst>
              <a:ext uri="{FF2B5EF4-FFF2-40B4-BE49-F238E27FC236}">
                <a16:creationId xmlns:a16="http://schemas.microsoft.com/office/drawing/2014/main" id="{0735C5F3-EF6B-FC2B-D2B0-2D357E585A82}"/>
              </a:ext>
            </a:extLst>
          </p:cNvPr>
          <p:cNvSpPr>
            <a:spLocks noGrp="1"/>
          </p:cNvSpPr>
          <p:nvPr>
            <p:ph type="body" sz="quarter" idx="19" hasCustomPrompt="1"/>
          </p:nvPr>
        </p:nvSpPr>
        <p:spPr>
          <a:xfrm>
            <a:off x="5637979" y="4757094"/>
            <a:ext cx="4611651" cy="276999"/>
          </a:xfrm>
          <a:custGeom>
            <a:avLst/>
            <a:gdLst>
              <a:gd name="connsiteX0" fmla="*/ 0 w 4611651"/>
              <a:gd name="connsiteY0" fmla="*/ 0 h 276999"/>
              <a:gd name="connsiteX1" fmla="*/ 4611651 w 4611651"/>
              <a:gd name="connsiteY1" fmla="*/ 0 h 276999"/>
              <a:gd name="connsiteX2" fmla="*/ 4611651 w 4611651"/>
              <a:gd name="connsiteY2" fmla="*/ 276999 h 276999"/>
              <a:gd name="connsiteX3" fmla="*/ 0 w 461165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611651" h="276999">
                <a:moveTo>
                  <a:pt x="0" y="0"/>
                </a:moveTo>
                <a:lnTo>
                  <a:pt x="4611651" y="0"/>
                </a:lnTo>
                <a:lnTo>
                  <a:pt x="4611651"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29" name="Text Placeholder 28">
            <a:extLst>
              <a:ext uri="{FF2B5EF4-FFF2-40B4-BE49-F238E27FC236}">
                <a16:creationId xmlns:a16="http://schemas.microsoft.com/office/drawing/2014/main" id="{5B28D08F-060A-7BBA-9CF4-6602F1F6BB44}"/>
              </a:ext>
            </a:extLst>
          </p:cNvPr>
          <p:cNvSpPr>
            <a:spLocks noGrp="1"/>
          </p:cNvSpPr>
          <p:nvPr>
            <p:ph type="body" sz="quarter" idx="39" hasCustomPrompt="1"/>
          </p:nvPr>
        </p:nvSpPr>
        <p:spPr>
          <a:xfrm>
            <a:off x="6253485" y="6029855"/>
            <a:ext cx="4611651" cy="276999"/>
          </a:xfrm>
          <a:custGeom>
            <a:avLst/>
            <a:gdLst>
              <a:gd name="connsiteX0" fmla="*/ 0 w 4611651"/>
              <a:gd name="connsiteY0" fmla="*/ 0 h 276999"/>
              <a:gd name="connsiteX1" fmla="*/ 4611651 w 4611651"/>
              <a:gd name="connsiteY1" fmla="*/ 0 h 276999"/>
              <a:gd name="connsiteX2" fmla="*/ 4611651 w 4611651"/>
              <a:gd name="connsiteY2" fmla="*/ 276999 h 276999"/>
              <a:gd name="connsiteX3" fmla="*/ 0 w 461165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611651" h="276999">
                <a:moveTo>
                  <a:pt x="0" y="0"/>
                </a:moveTo>
                <a:lnTo>
                  <a:pt x="4611651" y="0"/>
                </a:lnTo>
                <a:lnTo>
                  <a:pt x="4611651"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Tree>
    <p:extLst>
      <p:ext uri="{BB962C8B-B14F-4D97-AF65-F5344CB8AC3E}">
        <p14:creationId xmlns:p14="http://schemas.microsoft.com/office/powerpoint/2010/main" val="4112979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D6065D1-23FD-9462-B697-60AB431FC66B}"/>
              </a:ext>
            </a:extLst>
          </p:cNvPr>
          <p:cNvGrpSpPr/>
          <p:nvPr userDrawn="1"/>
        </p:nvGrpSpPr>
        <p:grpSpPr>
          <a:xfrm rot="10800000">
            <a:off x="-31750" y="1"/>
            <a:ext cx="12223750" cy="3733800"/>
            <a:chOff x="-15875" y="3124200"/>
            <a:chExt cx="12223750" cy="3733800"/>
          </a:xfrm>
        </p:grpSpPr>
        <p:grpSp>
          <p:nvGrpSpPr>
            <p:cNvPr id="3" name="Group 2">
              <a:extLst>
                <a:ext uri="{FF2B5EF4-FFF2-40B4-BE49-F238E27FC236}">
                  <a16:creationId xmlns:a16="http://schemas.microsoft.com/office/drawing/2014/main" id="{F274A945-CAC0-FEBA-43EC-A8156EDF6A64}"/>
                </a:ext>
              </a:extLst>
            </p:cNvPr>
            <p:cNvGrpSpPr/>
            <p:nvPr/>
          </p:nvGrpSpPr>
          <p:grpSpPr>
            <a:xfrm>
              <a:off x="-15875" y="3124200"/>
              <a:ext cx="12223750" cy="3733800"/>
              <a:chOff x="247650" y="3124200"/>
              <a:chExt cx="12223750" cy="3733800"/>
            </a:xfrm>
          </p:grpSpPr>
          <p:cxnSp>
            <p:nvCxnSpPr>
              <p:cNvPr id="23" name="Straight Connector 22">
                <a:extLst>
                  <a:ext uri="{FF2B5EF4-FFF2-40B4-BE49-F238E27FC236}">
                    <a16:creationId xmlns:a16="http://schemas.microsoft.com/office/drawing/2014/main" id="{534F1EE3-B49C-1EC6-F891-A06DF9F86766}"/>
                  </a:ext>
                </a:extLst>
              </p:cNvPr>
              <p:cNvCxnSpPr>
                <a:cxnSpLocks/>
              </p:cNvCxnSpPr>
              <p:nvPr/>
            </p:nvCxnSpPr>
            <p:spPr>
              <a:xfrm>
                <a:off x="24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10C5792-3B80-0D40-CE77-D4E4A989B21F}"/>
                  </a:ext>
                </a:extLst>
              </p:cNvPr>
              <p:cNvCxnSpPr>
                <a:cxnSpLocks/>
              </p:cNvCxnSpPr>
              <p:nvPr/>
            </p:nvCxnSpPr>
            <p:spPr>
              <a:xfrm>
                <a:off x="46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044B709-9F07-432B-588D-6744C3E822D1}"/>
                  </a:ext>
                </a:extLst>
              </p:cNvPr>
              <p:cNvCxnSpPr>
                <a:cxnSpLocks/>
              </p:cNvCxnSpPr>
              <p:nvPr/>
            </p:nvCxnSpPr>
            <p:spPr>
              <a:xfrm>
                <a:off x="69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D771461-F5DE-28E0-BB64-411B4B32D202}"/>
                  </a:ext>
                </a:extLst>
              </p:cNvPr>
              <p:cNvCxnSpPr>
                <a:cxnSpLocks/>
              </p:cNvCxnSpPr>
              <p:nvPr/>
            </p:nvCxnSpPr>
            <p:spPr>
              <a:xfrm>
                <a:off x="91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9A6819C-11D6-5715-175F-EF869A7D790A}"/>
                  </a:ext>
                </a:extLst>
              </p:cNvPr>
              <p:cNvCxnSpPr>
                <a:cxnSpLocks/>
              </p:cNvCxnSpPr>
              <p:nvPr/>
            </p:nvCxnSpPr>
            <p:spPr>
              <a:xfrm>
                <a:off x="113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2C7DBD6-B790-4453-FCC5-402FBCDAD22B}"/>
                  </a:ext>
                </a:extLst>
              </p:cNvPr>
              <p:cNvCxnSpPr>
                <a:cxnSpLocks/>
              </p:cNvCxnSpPr>
              <p:nvPr/>
            </p:nvCxnSpPr>
            <p:spPr>
              <a:xfrm>
                <a:off x="135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5D8FDF9-FD50-9C7B-2A19-976299164BE4}"/>
                  </a:ext>
                </a:extLst>
              </p:cNvPr>
              <p:cNvCxnSpPr>
                <a:cxnSpLocks/>
              </p:cNvCxnSpPr>
              <p:nvPr/>
            </p:nvCxnSpPr>
            <p:spPr>
              <a:xfrm>
                <a:off x="158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D4C80ED-F780-B2A6-7513-F8EF126E0AC0}"/>
                  </a:ext>
                </a:extLst>
              </p:cNvPr>
              <p:cNvCxnSpPr>
                <a:cxnSpLocks/>
              </p:cNvCxnSpPr>
              <p:nvPr/>
            </p:nvCxnSpPr>
            <p:spPr>
              <a:xfrm>
                <a:off x="180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EAD9925-EB7E-101A-C0F5-E5AD2F25519E}"/>
                  </a:ext>
                </a:extLst>
              </p:cNvPr>
              <p:cNvCxnSpPr>
                <a:cxnSpLocks/>
              </p:cNvCxnSpPr>
              <p:nvPr/>
            </p:nvCxnSpPr>
            <p:spPr>
              <a:xfrm>
                <a:off x="202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F496B9D-6D91-8CDE-DB48-A0849F0632C8}"/>
                  </a:ext>
                </a:extLst>
              </p:cNvPr>
              <p:cNvCxnSpPr>
                <a:cxnSpLocks/>
              </p:cNvCxnSpPr>
              <p:nvPr/>
            </p:nvCxnSpPr>
            <p:spPr>
              <a:xfrm>
                <a:off x="224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6B82CF1-1D7C-E420-8D66-73669A277BA3}"/>
                  </a:ext>
                </a:extLst>
              </p:cNvPr>
              <p:cNvCxnSpPr>
                <a:cxnSpLocks/>
              </p:cNvCxnSpPr>
              <p:nvPr/>
            </p:nvCxnSpPr>
            <p:spPr>
              <a:xfrm>
                <a:off x="247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4ED23B0-39DC-C332-8A2A-D1409B7E193C}"/>
                  </a:ext>
                </a:extLst>
              </p:cNvPr>
              <p:cNvCxnSpPr>
                <a:cxnSpLocks/>
              </p:cNvCxnSpPr>
              <p:nvPr/>
            </p:nvCxnSpPr>
            <p:spPr>
              <a:xfrm>
                <a:off x="269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49351B8-358E-5E76-ECBA-6E350F38C436}"/>
                  </a:ext>
                </a:extLst>
              </p:cNvPr>
              <p:cNvCxnSpPr>
                <a:cxnSpLocks/>
              </p:cNvCxnSpPr>
              <p:nvPr/>
            </p:nvCxnSpPr>
            <p:spPr>
              <a:xfrm>
                <a:off x="291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5275CD9-9903-E1A0-E659-81A2EAC46D9C}"/>
                  </a:ext>
                </a:extLst>
              </p:cNvPr>
              <p:cNvCxnSpPr>
                <a:cxnSpLocks/>
              </p:cNvCxnSpPr>
              <p:nvPr/>
            </p:nvCxnSpPr>
            <p:spPr>
              <a:xfrm>
                <a:off x="313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ED65264-FF10-688A-2CBE-3E3BCECD021D}"/>
                  </a:ext>
                </a:extLst>
              </p:cNvPr>
              <p:cNvCxnSpPr>
                <a:cxnSpLocks/>
              </p:cNvCxnSpPr>
              <p:nvPr/>
            </p:nvCxnSpPr>
            <p:spPr>
              <a:xfrm>
                <a:off x="335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4770B7B-2060-3B30-ADC4-D96A1CF4AF0A}"/>
                  </a:ext>
                </a:extLst>
              </p:cNvPr>
              <p:cNvCxnSpPr>
                <a:cxnSpLocks/>
              </p:cNvCxnSpPr>
              <p:nvPr/>
            </p:nvCxnSpPr>
            <p:spPr>
              <a:xfrm>
                <a:off x="358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8ECA8F9-989E-223C-9E0D-EBB3133CC4D0}"/>
                  </a:ext>
                </a:extLst>
              </p:cNvPr>
              <p:cNvCxnSpPr>
                <a:cxnSpLocks/>
              </p:cNvCxnSpPr>
              <p:nvPr/>
            </p:nvCxnSpPr>
            <p:spPr>
              <a:xfrm>
                <a:off x="3803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63F530C-B0E4-C9BF-CE7C-BBF60642681D}"/>
                  </a:ext>
                </a:extLst>
              </p:cNvPr>
              <p:cNvCxnSpPr>
                <a:cxnSpLocks/>
              </p:cNvCxnSpPr>
              <p:nvPr/>
            </p:nvCxnSpPr>
            <p:spPr>
              <a:xfrm>
                <a:off x="4025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DC2D84B-FE67-74E6-18C5-9FF43E0BC04A}"/>
                  </a:ext>
                </a:extLst>
              </p:cNvPr>
              <p:cNvCxnSpPr>
                <a:cxnSpLocks/>
              </p:cNvCxnSpPr>
              <p:nvPr/>
            </p:nvCxnSpPr>
            <p:spPr>
              <a:xfrm>
                <a:off x="4248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EFAC615-2CAD-1473-0B62-1E563FDFBF58}"/>
                  </a:ext>
                </a:extLst>
              </p:cNvPr>
              <p:cNvCxnSpPr>
                <a:cxnSpLocks/>
              </p:cNvCxnSpPr>
              <p:nvPr/>
            </p:nvCxnSpPr>
            <p:spPr>
              <a:xfrm>
                <a:off x="4470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75DA188-51B0-52EF-75FB-3E6179274E32}"/>
                  </a:ext>
                </a:extLst>
              </p:cNvPr>
              <p:cNvCxnSpPr>
                <a:cxnSpLocks/>
              </p:cNvCxnSpPr>
              <p:nvPr/>
            </p:nvCxnSpPr>
            <p:spPr>
              <a:xfrm>
                <a:off x="4692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2B85BAA-6803-0097-BAAE-E0CF6A5EBBB3}"/>
                  </a:ext>
                </a:extLst>
              </p:cNvPr>
              <p:cNvCxnSpPr>
                <a:cxnSpLocks/>
              </p:cNvCxnSpPr>
              <p:nvPr/>
            </p:nvCxnSpPr>
            <p:spPr>
              <a:xfrm>
                <a:off x="4914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EDAEBD2-089C-02E4-1AB3-2D90EE95B89D}"/>
                  </a:ext>
                </a:extLst>
              </p:cNvPr>
              <p:cNvCxnSpPr>
                <a:cxnSpLocks/>
              </p:cNvCxnSpPr>
              <p:nvPr/>
            </p:nvCxnSpPr>
            <p:spPr>
              <a:xfrm>
                <a:off x="5137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36D13E1-32D9-799B-438B-4AA5617E786A}"/>
                  </a:ext>
                </a:extLst>
              </p:cNvPr>
              <p:cNvCxnSpPr>
                <a:cxnSpLocks/>
              </p:cNvCxnSpPr>
              <p:nvPr/>
            </p:nvCxnSpPr>
            <p:spPr>
              <a:xfrm>
                <a:off x="5359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5BEDDFB-23BF-CFCC-130D-42170A7C1CBA}"/>
                  </a:ext>
                </a:extLst>
              </p:cNvPr>
              <p:cNvCxnSpPr>
                <a:cxnSpLocks/>
              </p:cNvCxnSpPr>
              <p:nvPr/>
            </p:nvCxnSpPr>
            <p:spPr>
              <a:xfrm>
                <a:off x="5581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EDF7776-DE00-637D-B4AE-6F1D4FD5BBF1}"/>
                  </a:ext>
                </a:extLst>
              </p:cNvPr>
              <p:cNvCxnSpPr>
                <a:cxnSpLocks/>
              </p:cNvCxnSpPr>
              <p:nvPr/>
            </p:nvCxnSpPr>
            <p:spPr>
              <a:xfrm>
                <a:off x="5803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D3D2787-D3CA-E97B-9C0F-96BDE0E28F90}"/>
                  </a:ext>
                </a:extLst>
              </p:cNvPr>
              <p:cNvCxnSpPr>
                <a:cxnSpLocks/>
              </p:cNvCxnSpPr>
              <p:nvPr/>
            </p:nvCxnSpPr>
            <p:spPr>
              <a:xfrm>
                <a:off x="6026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2EE8C0CA-80BC-DF94-448A-ADC454FE4035}"/>
                  </a:ext>
                </a:extLst>
              </p:cNvPr>
              <p:cNvCxnSpPr>
                <a:cxnSpLocks/>
              </p:cNvCxnSpPr>
              <p:nvPr/>
            </p:nvCxnSpPr>
            <p:spPr>
              <a:xfrm>
                <a:off x="6248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701C5F9-9C30-FB9D-80E4-80ED7979B03F}"/>
                  </a:ext>
                </a:extLst>
              </p:cNvPr>
              <p:cNvCxnSpPr>
                <a:cxnSpLocks/>
              </p:cNvCxnSpPr>
              <p:nvPr/>
            </p:nvCxnSpPr>
            <p:spPr>
              <a:xfrm>
                <a:off x="6470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231AFAF-314B-E2BD-ACB5-DA3CCFE8F088}"/>
                  </a:ext>
                </a:extLst>
              </p:cNvPr>
              <p:cNvCxnSpPr>
                <a:cxnSpLocks/>
              </p:cNvCxnSpPr>
              <p:nvPr/>
            </p:nvCxnSpPr>
            <p:spPr>
              <a:xfrm>
                <a:off x="6692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E96DFF0-C4D5-C375-50D2-76D06E6DBB55}"/>
                  </a:ext>
                </a:extLst>
              </p:cNvPr>
              <p:cNvCxnSpPr>
                <a:cxnSpLocks/>
              </p:cNvCxnSpPr>
              <p:nvPr/>
            </p:nvCxnSpPr>
            <p:spPr>
              <a:xfrm>
                <a:off x="6915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E6C6619-56B0-E11E-B2C6-995860615EE2}"/>
                  </a:ext>
                </a:extLst>
              </p:cNvPr>
              <p:cNvCxnSpPr>
                <a:cxnSpLocks/>
              </p:cNvCxnSpPr>
              <p:nvPr/>
            </p:nvCxnSpPr>
            <p:spPr>
              <a:xfrm>
                <a:off x="7137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3CF4C2-093D-4935-1A0B-4145EA8FC03D}"/>
                  </a:ext>
                </a:extLst>
              </p:cNvPr>
              <p:cNvCxnSpPr>
                <a:cxnSpLocks/>
              </p:cNvCxnSpPr>
              <p:nvPr/>
            </p:nvCxnSpPr>
            <p:spPr>
              <a:xfrm>
                <a:off x="7359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65C3670-6DF4-9A0C-3C47-75AD856B3008}"/>
                  </a:ext>
                </a:extLst>
              </p:cNvPr>
              <p:cNvCxnSpPr>
                <a:cxnSpLocks/>
              </p:cNvCxnSpPr>
              <p:nvPr/>
            </p:nvCxnSpPr>
            <p:spPr>
              <a:xfrm>
                <a:off x="7581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A336890-B941-5B84-DAEA-2FF781D9B9A1}"/>
                  </a:ext>
                </a:extLst>
              </p:cNvPr>
              <p:cNvCxnSpPr>
                <a:cxnSpLocks/>
              </p:cNvCxnSpPr>
              <p:nvPr/>
            </p:nvCxnSpPr>
            <p:spPr>
              <a:xfrm>
                <a:off x="7804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7658196-5652-64CA-9ADF-6205522B0E88}"/>
                  </a:ext>
                </a:extLst>
              </p:cNvPr>
              <p:cNvCxnSpPr>
                <a:cxnSpLocks/>
              </p:cNvCxnSpPr>
              <p:nvPr/>
            </p:nvCxnSpPr>
            <p:spPr>
              <a:xfrm>
                <a:off x="8026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520808E-B712-5C5B-96ED-E90C8DA84B6F}"/>
                  </a:ext>
                </a:extLst>
              </p:cNvPr>
              <p:cNvCxnSpPr>
                <a:cxnSpLocks/>
              </p:cNvCxnSpPr>
              <p:nvPr/>
            </p:nvCxnSpPr>
            <p:spPr>
              <a:xfrm>
                <a:off x="8248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F7954B6-1609-F4CB-6C9F-29F8042EAD4F}"/>
                  </a:ext>
                </a:extLst>
              </p:cNvPr>
              <p:cNvCxnSpPr>
                <a:cxnSpLocks/>
              </p:cNvCxnSpPr>
              <p:nvPr/>
            </p:nvCxnSpPr>
            <p:spPr>
              <a:xfrm>
                <a:off x="8470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987EA2D-5716-839A-C19B-E4D318A67D6A}"/>
                  </a:ext>
                </a:extLst>
              </p:cNvPr>
              <p:cNvCxnSpPr>
                <a:cxnSpLocks/>
              </p:cNvCxnSpPr>
              <p:nvPr/>
            </p:nvCxnSpPr>
            <p:spPr>
              <a:xfrm>
                <a:off x="8693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DB56105-AC32-6110-6CC4-30E5AA12044D}"/>
                  </a:ext>
                </a:extLst>
              </p:cNvPr>
              <p:cNvCxnSpPr>
                <a:cxnSpLocks/>
              </p:cNvCxnSpPr>
              <p:nvPr/>
            </p:nvCxnSpPr>
            <p:spPr>
              <a:xfrm>
                <a:off x="8915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45C38EF-E3A4-26FC-652E-637476E49D49}"/>
                  </a:ext>
                </a:extLst>
              </p:cNvPr>
              <p:cNvCxnSpPr>
                <a:cxnSpLocks/>
              </p:cNvCxnSpPr>
              <p:nvPr/>
            </p:nvCxnSpPr>
            <p:spPr>
              <a:xfrm>
                <a:off x="9137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71A0F5B-D3B4-54D5-7093-407EC5EA83A8}"/>
                  </a:ext>
                </a:extLst>
              </p:cNvPr>
              <p:cNvCxnSpPr>
                <a:cxnSpLocks/>
              </p:cNvCxnSpPr>
              <p:nvPr/>
            </p:nvCxnSpPr>
            <p:spPr>
              <a:xfrm>
                <a:off x="9359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AFF07E59-8EEE-9FBD-FD9C-34DDBFCDD81B}"/>
                  </a:ext>
                </a:extLst>
              </p:cNvPr>
              <p:cNvCxnSpPr>
                <a:cxnSpLocks/>
              </p:cNvCxnSpPr>
              <p:nvPr/>
            </p:nvCxnSpPr>
            <p:spPr>
              <a:xfrm>
                <a:off x="9582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B5D8B8C-8222-EF95-010F-F50E7E4EBB46}"/>
                  </a:ext>
                </a:extLst>
              </p:cNvPr>
              <p:cNvCxnSpPr>
                <a:cxnSpLocks/>
              </p:cNvCxnSpPr>
              <p:nvPr/>
            </p:nvCxnSpPr>
            <p:spPr>
              <a:xfrm>
                <a:off x="9804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B2D47ED-52E7-5962-496A-47BBFC8BD772}"/>
                  </a:ext>
                </a:extLst>
              </p:cNvPr>
              <p:cNvCxnSpPr>
                <a:cxnSpLocks/>
              </p:cNvCxnSpPr>
              <p:nvPr/>
            </p:nvCxnSpPr>
            <p:spPr>
              <a:xfrm>
                <a:off x="10026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6F945EA-AE72-6A52-6679-4A1017260040}"/>
                  </a:ext>
                </a:extLst>
              </p:cNvPr>
              <p:cNvCxnSpPr>
                <a:cxnSpLocks/>
              </p:cNvCxnSpPr>
              <p:nvPr/>
            </p:nvCxnSpPr>
            <p:spPr>
              <a:xfrm>
                <a:off x="10248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02EAB37-905D-B611-6541-89D5FD4CDECD}"/>
                  </a:ext>
                </a:extLst>
              </p:cNvPr>
              <p:cNvCxnSpPr>
                <a:cxnSpLocks/>
              </p:cNvCxnSpPr>
              <p:nvPr/>
            </p:nvCxnSpPr>
            <p:spPr>
              <a:xfrm>
                <a:off x="10471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1D9B4138-1DF1-2DDF-B189-9666D4DD85E8}"/>
                  </a:ext>
                </a:extLst>
              </p:cNvPr>
              <p:cNvCxnSpPr>
                <a:cxnSpLocks/>
              </p:cNvCxnSpPr>
              <p:nvPr/>
            </p:nvCxnSpPr>
            <p:spPr>
              <a:xfrm>
                <a:off x="10693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DFDA4998-6970-3D34-7A4A-49D01DED9BC9}"/>
                  </a:ext>
                </a:extLst>
              </p:cNvPr>
              <p:cNvCxnSpPr>
                <a:cxnSpLocks/>
              </p:cNvCxnSpPr>
              <p:nvPr/>
            </p:nvCxnSpPr>
            <p:spPr>
              <a:xfrm>
                <a:off x="10915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193941EE-A002-E932-AD8D-DAA041F6BB96}"/>
                  </a:ext>
                </a:extLst>
              </p:cNvPr>
              <p:cNvCxnSpPr>
                <a:cxnSpLocks/>
              </p:cNvCxnSpPr>
              <p:nvPr/>
            </p:nvCxnSpPr>
            <p:spPr>
              <a:xfrm>
                <a:off x="11137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3401068-0C45-32F9-75F3-B54F48210846}"/>
                  </a:ext>
                </a:extLst>
              </p:cNvPr>
              <p:cNvCxnSpPr>
                <a:cxnSpLocks/>
              </p:cNvCxnSpPr>
              <p:nvPr/>
            </p:nvCxnSpPr>
            <p:spPr>
              <a:xfrm>
                <a:off x="11360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0A99D0A-CDC0-B3FB-05A9-1919A873AB51}"/>
                  </a:ext>
                </a:extLst>
              </p:cNvPr>
              <p:cNvCxnSpPr>
                <a:cxnSpLocks/>
              </p:cNvCxnSpPr>
              <p:nvPr/>
            </p:nvCxnSpPr>
            <p:spPr>
              <a:xfrm>
                <a:off x="11582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2F01F48-7247-BA3D-9311-D8B065798295}"/>
                  </a:ext>
                </a:extLst>
              </p:cNvPr>
              <p:cNvCxnSpPr>
                <a:cxnSpLocks/>
              </p:cNvCxnSpPr>
              <p:nvPr/>
            </p:nvCxnSpPr>
            <p:spPr>
              <a:xfrm>
                <a:off x="118046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6E44012-6251-97BF-E607-D09534EDFE0A}"/>
                  </a:ext>
                </a:extLst>
              </p:cNvPr>
              <p:cNvCxnSpPr>
                <a:cxnSpLocks/>
              </p:cNvCxnSpPr>
              <p:nvPr/>
            </p:nvCxnSpPr>
            <p:spPr>
              <a:xfrm>
                <a:off x="120269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1C894F8-615C-93B1-95BB-8BD021EB3C95}"/>
                  </a:ext>
                </a:extLst>
              </p:cNvPr>
              <p:cNvCxnSpPr>
                <a:cxnSpLocks/>
              </p:cNvCxnSpPr>
              <p:nvPr/>
            </p:nvCxnSpPr>
            <p:spPr>
              <a:xfrm>
                <a:off x="1224915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5BC5BA0-D50C-74EE-1ED7-E55484981A5B}"/>
                  </a:ext>
                </a:extLst>
              </p:cNvPr>
              <p:cNvCxnSpPr>
                <a:cxnSpLocks/>
              </p:cNvCxnSpPr>
              <p:nvPr/>
            </p:nvCxnSpPr>
            <p:spPr>
              <a:xfrm>
                <a:off x="12471400" y="3124200"/>
                <a:ext cx="0" cy="373380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C22E89CE-A5C3-A421-BC6F-64AE386210F4}"/>
                </a:ext>
              </a:extLst>
            </p:cNvPr>
            <p:cNvGrpSpPr/>
            <p:nvPr/>
          </p:nvGrpSpPr>
          <p:grpSpPr>
            <a:xfrm>
              <a:off x="-7937" y="3327400"/>
              <a:ext cx="12207875" cy="3467100"/>
              <a:chOff x="47622" y="3327400"/>
              <a:chExt cx="12207875" cy="3467100"/>
            </a:xfrm>
          </p:grpSpPr>
          <p:cxnSp>
            <p:nvCxnSpPr>
              <p:cNvPr id="5" name="Straight Connector 4">
                <a:extLst>
                  <a:ext uri="{FF2B5EF4-FFF2-40B4-BE49-F238E27FC236}">
                    <a16:creationId xmlns:a16="http://schemas.microsoft.com/office/drawing/2014/main" id="{CD61E5F7-1167-55BB-6FF3-06E02F71F541}"/>
                  </a:ext>
                </a:extLst>
              </p:cNvPr>
              <p:cNvCxnSpPr>
                <a:cxnSpLocks/>
              </p:cNvCxnSpPr>
              <p:nvPr/>
            </p:nvCxnSpPr>
            <p:spPr>
              <a:xfrm>
                <a:off x="47622" y="33274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46010DB-C6C6-A604-5B7F-E2D6C676915F}"/>
                  </a:ext>
                </a:extLst>
              </p:cNvPr>
              <p:cNvCxnSpPr>
                <a:cxnSpLocks/>
              </p:cNvCxnSpPr>
              <p:nvPr/>
            </p:nvCxnSpPr>
            <p:spPr>
              <a:xfrm>
                <a:off x="47622" y="35750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C0882B1-ED00-11B5-9EB2-AECB6A52906B}"/>
                  </a:ext>
                </a:extLst>
              </p:cNvPr>
              <p:cNvCxnSpPr>
                <a:cxnSpLocks/>
              </p:cNvCxnSpPr>
              <p:nvPr/>
            </p:nvCxnSpPr>
            <p:spPr>
              <a:xfrm>
                <a:off x="47622" y="38227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F130B13-D6CE-6E67-22C6-8B6631C9D2EA}"/>
                  </a:ext>
                </a:extLst>
              </p:cNvPr>
              <p:cNvCxnSpPr>
                <a:cxnSpLocks/>
              </p:cNvCxnSpPr>
              <p:nvPr/>
            </p:nvCxnSpPr>
            <p:spPr>
              <a:xfrm>
                <a:off x="47622" y="40703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CD0D216-B70C-ADC0-5D54-F3F64831EBD5}"/>
                  </a:ext>
                </a:extLst>
              </p:cNvPr>
              <p:cNvCxnSpPr>
                <a:cxnSpLocks/>
              </p:cNvCxnSpPr>
              <p:nvPr/>
            </p:nvCxnSpPr>
            <p:spPr>
              <a:xfrm>
                <a:off x="47622" y="43180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A2D75F-C711-4056-49CB-4767864CC796}"/>
                  </a:ext>
                </a:extLst>
              </p:cNvPr>
              <p:cNvCxnSpPr>
                <a:cxnSpLocks/>
              </p:cNvCxnSpPr>
              <p:nvPr/>
            </p:nvCxnSpPr>
            <p:spPr>
              <a:xfrm>
                <a:off x="47622" y="45656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85E4AC1-F2B9-FDC2-F47C-E29E1CBC62CF}"/>
                  </a:ext>
                </a:extLst>
              </p:cNvPr>
              <p:cNvCxnSpPr>
                <a:cxnSpLocks/>
              </p:cNvCxnSpPr>
              <p:nvPr/>
            </p:nvCxnSpPr>
            <p:spPr>
              <a:xfrm>
                <a:off x="47622" y="48133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9C78C7C-ED91-205D-2F44-174A51741E2D}"/>
                  </a:ext>
                </a:extLst>
              </p:cNvPr>
              <p:cNvCxnSpPr>
                <a:cxnSpLocks/>
              </p:cNvCxnSpPr>
              <p:nvPr/>
            </p:nvCxnSpPr>
            <p:spPr>
              <a:xfrm>
                <a:off x="47622" y="50609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43B908-7391-1CC4-EE06-546120906801}"/>
                  </a:ext>
                </a:extLst>
              </p:cNvPr>
              <p:cNvCxnSpPr>
                <a:cxnSpLocks/>
              </p:cNvCxnSpPr>
              <p:nvPr/>
            </p:nvCxnSpPr>
            <p:spPr>
              <a:xfrm>
                <a:off x="47622" y="53086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5D00F44-B770-0D34-5F32-DDCEA4E4DC48}"/>
                  </a:ext>
                </a:extLst>
              </p:cNvPr>
              <p:cNvCxnSpPr>
                <a:cxnSpLocks/>
              </p:cNvCxnSpPr>
              <p:nvPr/>
            </p:nvCxnSpPr>
            <p:spPr>
              <a:xfrm>
                <a:off x="47622" y="55562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BB3AE1E-6B35-36DB-4E0E-B384A320EF7B}"/>
                  </a:ext>
                </a:extLst>
              </p:cNvPr>
              <p:cNvCxnSpPr>
                <a:cxnSpLocks/>
              </p:cNvCxnSpPr>
              <p:nvPr/>
            </p:nvCxnSpPr>
            <p:spPr>
              <a:xfrm>
                <a:off x="47622" y="58039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1EEC010-9617-E384-8EB0-40BAF0FFAFE0}"/>
                  </a:ext>
                </a:extLst>
              </p:cNvPr>
              <p:cNvCxnSpPr>
                <a:cxnSpLocks/>
              </p:cNvCxnSpPr>
              <p:nvPr/>
            </p:nvCxnSpPr>
            <p:spPr>
              <a:xfrm>
                <a:off x="47622" y="60515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F54F9A-FAB1-3C9E-1D5A-46BC36F7C29C}"/>
                  </a:ext>
                </a:extLst>
              </p:cNvPr>
              <p:cNvCxnSpPr>
                <a:cxnSpLocks/>
              </p:cNvCxnSpPr>
              <p:nvPr/>
            </p:nvCxnSpPr>
            <p:spPr>
              <a:xfrm>
                <a:off x="47622" y="62992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FCFCB6C-2EA1-63B3-C51B-D8D18529B089}"/>
                  </a:ext>
                </a:extLst>
              </p:cNvPr>
              <p:cNvCxnSpPr>
                <a:cxnSpLocks/>
              </p:cNvCxnSpPr>
              <p:nvPr/>
            </p:nvCxnSpPr>
            <p:spPr>
              <a:xfrm>
                <a:off x="47622" y="654685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0C88C17-E39F-0EAB-FA30-3840E2A10CC5}"/>
                  </a:ext>
                </a:extLst>
              </p:cNvPr>
              <p:cNvCxnSpPr>
                <a:cxnSpLocks/>
              </p:cNvCxnSpPr>
              <p:nvPr/>
            </p:nvCxnSpPr>
            <p:spPr>
              <a:xfrm>
                <a:off x="47622" y="6794500"/>
                <a:ext cx="12207875" cy="0"/>
              </a:xfrm>
              <a:prstGeom prst="line">
                <a:avLst/>
              </a:prstGeom>
              <a:ln>
                <a:gradFill>
                  <a:gsLst>
                    <a:gs pos="0">
                      <a:schemeClr val="accent2">
                        <a:alpha val="0"/>
                      </a:schemeClr>
                    </a:gs>
                    <a:gs pos="100000">
                      <a:schemeClr val="accent1">
                        <a:alpha val="7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264" name="Oval 263">
            <a:extLst>
              <a:ext uri="{FF2B5EF4-FFF2-40B4-BE49-F238E27FC236}">
                <a16:creationId xmlns:a16="http://schemas.microsoft.com/office/drawing/2014/main" id="{1BF0D4EF-C4FE-E2F1-AE1F-449FC98F492F}"/>
              </a:ext>
            </a:extLst>
          </p:cNvPr>
          <p:cNvSpPr/>
          <p:nvPr userDrawn="1"/>
        </p:nvSpPr>
        <p:spPr>
          <a:xfrm>
            <a:off x="-3191825" y="866184"/>
            <a:ext cx="7088662" cy="7088662"/>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5" name="Oval 114">
            <a:extLst>
              <a:ext uri="{FF2B5EF4-FFF2-40B4-BE49-F238E27FC236}">
                <a16:creationId xmlns:a16="http://schemas.microsoft.com/office/drawing/2014/main" id="{59B51B41-4BC6-1EBA-C5C0-A6EC3597CE74}"/>
              </a:ext>
            </a:extLst>
          </p:cNvPr>
          <p:cNvSpPr/>
          <p:nvPr userDrawn="1"/>
        </p:nvSpPr>
        <p:spPr>
          <a:xfrm>
            <a:off x="7045866" y="-2331079"/>
            <a:ext cx="5070147" cy="5070147"/>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5" name="Freeform: Shape 264">
            <a:extLst>
              <a:ext uri="{FF2B5EF4-FFF2-40B4-BE49-F238E27FC236}">
                <a16:creationId xmlns:a16="http://schemas.microsoft.com/office/drawing/2014/main" id="{1188E099-AE07-D983-1E5B-3883CD914E53}"/>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66" name="TextBox 265">
            <a:extLst>
              <a:ext uri="{FF2B5EF4-FFF2-40B4-BE49-F238E27FC236}">
                <a16:creationId xmlns:a16="http://schemas.microsoft.com/office/drawing/2014/main" id="{27404895-A198-7A0A-D82F-1ED698C1386E}"/>
              </a:ext>
            </a:extLst>
          </p:cNvPr>
          <p:cNvSpPr txBox="1"/>
          <p:nvPr userDrawn="1"/>
        </p:nvSpPr>
        <p:spPr>
          <a:xfrm>
            <a:off x="11148778" y="6564624"/>
            <a:ext cx="810589" cy="230832"/>
          </a:xfrm>
          <a:prstGeom prst="rect">
            <a:avLst/>
          </a:prstGeom>
          <a:noFill/>
        </p:spPr>
        <p:txBody>
          <a:bodyPr wrap="square" rtlCol="0">
            <a:spAutoFit/>
          </a:bodyPr>
          <a:lstStyle/>
          <a:p>
            <a:r>
              <a:rPr lang="en-ID" sz="900" b="1">
                <a:solidFill>
                  <a:schemeClr val="bg1">
                    <a:lumMod val="50000"/>
                  </a:schemeClr>
                </a:solidFill>
              </a:rPr>
              <a:t>PAGE | </a:t>
            </a:r>
            <a:fld id="{13ABB06F-2B0F-4054-8A3E-E3A306E5D633}" type="slidenum">
              <a:rPr lang="en-ID" sz="900" b="1" smtClean="0">
                <a:solidFill>
                  <a:schemeClr val="bg1">
                    <a:lumMod val="50000"/>
                  </a:schemeClr>
                </a:solidFill>
              </a:rPr>
              <a:pPr/>
              <a:t>‹#›</a:t>
            </a:fld>
            <a:endParaRPr lang="en-ID" sz="900" b="1">
              <a:solidFill>
                <a:schemeClr val="bg1">
                  <a:lumMod val="50000"/>
                </a:schemeClr>
              </a:solidFill>
            </a:endParaRPr>
          </a:p>
        </p:txBody>
      </p:sp>
      <p:cxnSp>
        <p:nvCxnSpPr>
          <p:cNvPr id="267" name="Straight Connector 266">
            <a:extLst>
              <a:ext uri="{FF2B5EF4-FFF2-40B4-BE49-F238E27FC236}">
                <a16:creationId xmlns:a16="http://schemas.microsoft.com/office/drawing/2014/main" id="{2EAD09DA-3908-839E-9755-0218412680E9}"/>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ext Placeholder 5">
            <a:extLst>
              <a:ext uri="{FF2B5EF4-FFF2-40B4-BE49-F238E27FC236}">
                <a16:creationId xmlns:a16="http://schemas.microsoft.com/office/drawing/2014/main" id="{F161ED84-2B2B-22D1-5037-C6B7CDAF3BF0}"/>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9" name="Text Placeholder 18">
            <a:extLst>
              <a:ext uri="{FF2B5EF4-FFF2-40B4-BE49-F238E27FC236}">
                <a16:creationId xmlns:a16="http://schemas.microsoft.com/office/drawing/2014/main" id="{BE6B6CCA-264F-3C57-6EA7-AE7DBB75D199}"/>
              </a:ext>
            </a:extLst>
          </p:cNvPr>
          <p:cNvSpPr>
            <a:spLocks noGrp="1"/>
          </p:cNvSpPr>
          <p:nvPr>
            <p:ph type="body" sz="quarter" idx="33" hasCustomPrompt="1"/>
          </p:nvPr>
        </p:nvSpPr>
        <p:spPr>
          <a:xfrm>
            <a:off x="809747" y="1905744"/>
            <a:ext cx="2640475" cy="1267014"/>
          </a:xfrm>
          <a:custGeom>
            <a:avLst/>
            <a:gdLst>
              <a:gd name="connsiteX0" fmla="*/ 0 w 2640475"/>
              <a:gd name="connsiteY0" fmla="*/ 0 h 1267014"/>
              <a:gd name="connsiteX1" fmla="*/ 2640475 w 2640475"/>
              <a:gd name="connsiteY1" fmla="*/ 0 h 1267014"/>
              <a:gd name="connsiteX2" fmla="*/ 2640475 w 2640475"/>
              <a:gd name="connsiteY2" fmla="*/ 1267014 h 1267014"/>
              <a:gd name="connsiteX3" fmla="*/ 0 w 264047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40475" h="1267014">
                <a:moveTo>
                  <a:pt x="0" y="0"/>
                </a:moveTo>
                <a:lnTo>
                  <a:pt x="2640475" y="0"/>
                </a:lnTo>
                <a:lnTo>
                  <a:pt x="2640475"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21" name="Text Placeholder 20">
            <a:extLst>
              <a:ext uri="{FF2B5EF4-FFF2-40B4-BE49-F238E27FC236}">
                <a16:creationId xmlns:a16="http://schemas.microsoft.com/office/drawing/2014/main" id="{9BB6D425-871D-5B38-1932-8457284BF7A2}"/>
              </a:ext>
            </a:extLst>
          </p:cNvPr>
          <p:cNvSpPr>
            <a:spLocks noGrp="1"/>
          </p:cNvSpPr>
          <p:nvPr>
            <p:ph type="body" sz="quarter" idx="19" hasCustomPrompt="1"/>
          </p:nvPr>
        </p:nvSpPr>
        <p:spPr>
          <a:xfrm>
            <a:off x="555804" y="1547717"/>
            <a:ext cx="2894418"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24" name="Text Placeholder 23">
            <a:extLst>
              <a:ext uri="{FF2B5EF4-FFF2-40B4-BE49-F238E27FC236}">
                <a16:creationId xmlns:a16="http://schemas.microsoft.com/office/drawing/2014/main" id="{937955A1-1A70-3D1C-FB8C-294F7BBBE00F}"/>
              </a:ext>
            </a:extLst>
          </p:cNvPr>
          <p:cNvSpPr>
            <a:spLocks noGrp="1"/>
          </p:cNvSpPr>
          <p:nvPr>
            <p:ph type="body" sz="quarter" idx="34" hasCustomPrompt="1"/>
          </p:nvPr>
        </p:nvSpPr>
        <p:spPr>
          <a:xfrm>
            <a:off x="555804" y="4260634"/>
            <a:ext cx="2894418"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28" name="Text Placeholder 27">
            <a:extLst>
              <a:ext uri="{FF2B5EF4-FFF2-40B4-BE49-F238E27FC236}">
                <a16:creationId xmlns:a16="http://schemas.microsoft.com/office/drawing/2014/main" id="{023FDA89-4ACA-2C7C-B257-252DC3FD0AB2}"/>
              </a:ext>
            </a:extLst>
          </p:cNvPr>
          <p:cNvSpPr>
            <a:spLocks noGrp="1"/>
          </p:cNvSpPr>
          <p:nvPr>
            <p:ph type="body" sz="quarter" idx="35" hasCustomPrompt="1"/>
          </p:nvPr>
        </p:nvSpPr>
        <p:spPr>
          <a:xfrm>
            <a:off x="809747" y="4618662"/>
            <a:ext cx="2854633" cy="1267014"/>
          </a:xfrm>
          <a:custGeom>
            <a:avLst/>
            <a:gdLst>
              <a:gd name="connsiteX0" fmla="*/ 0 w 2854633"/>
              <a:gd name="connsiteY0" fmla="*/ 0 h 1267014"/>
              <a:gd name="connsiteX1" fmla="*/ 2854633 w 2854633"/>
              <a:gd name="connsiteY1" fmla="*/ 0 h 1267014"/>
              <a:gd name="connsiteX2" fmla="*/ 2854633 w 2854633"/>
              <a:gd name="connsiteY2" fmla="*/ 1267014 h 1267014"/>
              <a:gd name="connsiteX3" fmla="*/ 0 w 2854633"/>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54633" h="1267014">
                <a:moveTo>
                  <a:pt x="0" y="0"/>
                </a:moveTo>
                <a:lnTo>
                  <a:pt x="2854633" y="0"/>
                </a:lnTo>
                <a:lnTo>
                  <a:pt x="2854633"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31" name="Text Placeholder 30">
            <a:extLst>
              <a:ext uri="{FF2B5EF4-FFF2-40B4-BE49-F238E27FC236}">
                <a16:creationId xmlns:a16="http://schemas.microsoft.com/office/drawing/2014/main" id="{9BAECCAE-899E-55A0-B62C-9E88D3F67B00}"/>
              </a:ext>
            </a:extLst>
          </p:cNvPr>
          <p:cNvSpPr>
            <a:spLocks noGrp="1"/>
          </p:cNvSpPr>
          <p:nvPr>
            <p:ph type="body" sz="quarter" idx="36" hasCustomPrompt="1"/>
          </p:nvPr>
        </p:nvSpPr>
        <p:spPr>
          <a:xfrm>
            <a:off x="4414257" y="1479143"/>
            <a:ext cx="7107753"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33" name="Text Placeholder 32">
            <a:extLst>
              <a:ext uri="{FF2B5EF4-FFF2-40B4-BE49-F238E27FC236}">
                <a16:creationId xmlns:a16="http://schemas.microsoft.com/office/drawing/2014/main" id="{ECFCEDF1-5A7B-9144-FCFC-B0E5DB031745}"/>
              </a:ext>
            </a:extLst>
          </p:cNvPr>
          <p:cNvSpPr>
            <a:spLocks noGrp="1"/>
          </p:cNvSpPr>
          <p:nvPr>
            <p:ph type="body" sz="quarter" idx="37" hasCustomPrompt="1"/>
          </p:nvPr>
        </p:nvSpPr>
        <p:spPr>
          <a:xfrm>
            <a:off x="4414257" y="4796962"/>
            <a:ext cx="7450597"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36" name="Text Placeholder 35">
            <a:extLst>
              <a:ext uri="{FF2B5EF4-FFF2-40B4-BE49-F238E27FC236}">
                <a16:creationId xmlns:a16="http://schemas.microsoft.com/office/drawing/2014/main" id="{90425FC9-261E-584F-5006-7E93ECF6F34A}"/>
              </a:ext>
            </a:extLst>
          </p:cNvPr>
          <p:cNvSpPr>
            <a:spLocks noGrp="1"/>
          </p:cNvSpPr>
          <p:nvPr>
            <p:ph type="body" sz="quarter" idx="38" hasCustomPrompt="1"/>
          </p:nvPr>
        </p:nvSpPr>
        <p:spPr>
          <a:xfrm>
            <a:off x="4414258" y="1751267"/>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42" name="Text Placeholder 41">
            <a:extLst>
              <a:ext uri="{FF2B5EF4-FFF2-40B4-BE49-F238E27FC236}">
                <a16:creationId xmlns:a16="http://schemas.microsoft.com/office/drawing/2014/main" id="{86C84269-A954-3D13-A821-45D8B71E91F3}"/>
              </a:ext>
            </a:extLst>
          </p:cNvPr>
          <p:cNvSpPr>
            <a:spLocks noGrp="1"/>
          </p:cNvSpPr>
          <p:nvPr>
            <p:ph type="body" sz="quarter" idx="39" hasCustomPrompt="1"/>
          </p:nvPr>
        </p:nvSpPr>
        <p:spPr>
          <a:xfrm>
            <a:off x="4414258" y="2666989"/>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44" name="Text Placeholder 43">
            <a:extLst>
              <a:ext uri="{FF2B5EF4-FFF2-40B4-BE49-F238E27FC236}">
                <a16:creationId xmlns:a16="http://schemas.microsoft.com/office/drawing/2014/main" id="{E372DF29-43F7-1B87-67F7-6933C84D323B}"/>
              </a:ext>
            </a:extLst>
          </p:cNvPr>
          <p:cNvSpPr>
            <a:spLocks noGrp="1"/>
          </p:cNvSpPr>
          <p:nvPr>
            <p:ph type="body" sz="quarter" idx="40" hasCustomPrompt="1"/>
          </p:nvPr>
        </p:nvSpPr>
        <p:spPr>
          <a:xfrm>
            <a:off x="4668200" y="2018365"/>
            <a:ext cx="6853811" cy="574516"/>
          </a:xfrm>
          <a:custGeom>
            <a:avLst/>
            <a:gdLst>
              <a:gd name="connsiteX0" fmla="*/ 0 w 6853811"/>
              <a:gd name="connsiteY0" fmla="*/ 0 h 574516"/>
              <a:gd name="connsiteX1" fmla="*/ 6853811 w 6853811"/>
              <a:gd name="connsiteY1" fmla="*/ 0 h 574516"/>
              <a:gd name="connsiteX2" fmla="*/ 6853811 w 6853811"/>
              <a:gd name="connsiteY2" fmla="*/ 574516 h 574516"/>
              <a:gd name="connsiteX3" fmla="*/ 0 w 6853811"/>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6853811" h="574516">
                <a:moveTo>
                  <a:pt x="0" y="0"/>
                </a:moveTo>
                <a:lnTo>
                  <a:pt x="6853811" y="0"/>
                </a:lnTo>
                <a:lnTo>
                  <a:pt x="6853811" y="574516"/>
                </a:lnTo>
                <a:lnTo>
                  <a:pt x="0" y="57451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7" name="Text Placeholder 46">
            <a:extLst>
              <a:ext uri="{FF2B5EF4-FFF2-40B4-BE49-F238E27FC236}">
                <a16:creationId xmlns:a16="http://schemas.microsoft.com/office/drawing/2014/main" id="{382928C7-FF49-3BDD-5B5E-3AB4D2E2C8C2}"/>
              </a:ext>
            </a:extLst>
          </p:cNvPr>
          <p:cNvSpPr>
            <a:spLocks noGrp="1"/>
          </p:cNvSpPr>
          <p:nvPr>
            <p:ph type="body" sz="quarter" idx="41" hasCustomPrompt="1"/>
          </p:nvPr>
        </p:nvSpPr>
        <p:spPr>
          <a:xfrm>
            <a:off x="4668201" y="2934648"/>
            <a:ext cx="6853811" cy="1036181"/>
          </a:xfrm>
          <a:custGeom>
            <a:avLst/>
            <a:gdLst>
              <a:gd name="connsiteX0" fmla="*/ 0 w 6853811"/>
              <a:gd name="connsiteY0" fmla="*/ 0 h 1036181"/>
              <a:gd name="connsiteX1" fmla="*/ 6853811 w 6853811"/>
              <a:gd name="connsiteY1" fmla="*/ 0 h 1036181"/>
              <a:gd name="connsiteX2" fmla="*/ 6853811 w 6853811"/>
              <a:gd name="connsiteY2" fmla="*/ 1036181 h 1036181"/>
              <a:gd name="connsiteX3" fmla="*/ 0 w 6853811"/>
              <a:gd name="connsiteY3" fmla="*/ 1036181 h 1036181"/>
            </a:gdLst>
            <a:ahLst/>
            <a:cxnLst>
              <a:cxn ang="0">
                <a:pos x="connsiteX0" y="connsiteY0"/>
              </a:cxn>
              <a:cxn ang="0">
                <a:pos x="connsiteX1" y="connsiteY1"/>
              </a:cxn>
              <a:cxn ang="0">
                <a:pos x="connsiteX2" y="connsiteY2"/>
              </a:cxn>
              <a:cxn ang="0">
                <a:pos x="connsiteX3" y="connsiteY3"/>
              </a:cxn>
            </a:cxnLst>
            <a:rect l="l" t="t" r="r" b="b"/>
            <a:pathLst>
              <a:path w="6853811" h="1036181">
                <a:moveTo>
                  <a:pt x="0" y="0"/>
                </a:moveTo>
                <a:lnTo>
                  <a:pt x="6853811" y="0"/>
                </a:lnTo>
                <a:lnTo>
                  <a:pt x="6853811" y="1036181"/>
                </a:lnTo>
                <a:lnTo>
                  <a:pt x="0" y="1036181"/>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9" name="Text Placeholder 48">
            <a:extLst>
              <a:ext uri="{FF2B5EF4-FFF2-40B4-BE49-F238E27FC236}">
                <a16:creationId xmlns:a16="http://schemas.microsoft.com/office/drawing/2014/main" id="{E5A50C6F-0697-6464-760C-24091EBF7220}"/>
              </a:ext>
            </a:extLst>
          </p:cNvPr>
          <p:cNvSpPr>
            <a:spLocks noGrp="1"/>
          </p:cNvSpPr>
          <p:nvPr>
            <p:ph type="body" sz="quarter" idx="42" hasCustomPrompt="1"/>
          </p:nvPr>
        </p:nvSpPr>
        <p:spPr>
          <a:xfrm>
            <a:off x="4414258" y="5069085"/>
            <a:ext cx="7450596"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nSpc>
                <a:spcPct val="100000"/>
              </a:lnSpc>
              <a:buNone/>
              <a:defRPr sz="1200" b="1">
                <a:solidFill>
                  <a:schemeClr val="accent2"/>
                </a:solidFill>
                <a:latin typeface="+mj-lt"/>
              </a:defRPr>
            </a:lvl1pPr>
          </a:lstStyle>
          <a:p>
            <a:pPr lvl="0"/>
            <a:r>
              <a:rPr lang="en-ID"/>
              <a:t>Subtitle Here</a:t>
            </a:r>
          </a:p>
        </p:txBody>
      </p:sp>
      <p:sp>
        <p:nvSpPr>
          <p:cNvPr id="52" name="Text Placeholder 51">
            <a:extLst>
              <a:ext uri="{FF2B5EF4-FFF2-40B4-BE49-F238E27FC236}">
                <a16:creationId xmlns:a16="http://schemas.microsoft.com/office/drawing/2014/main" id="{63537FFE-27A3-823F-1D80-398A896D12B5}"/>
              </a:ext>
            </a:extLst>
          </p:cNvPr>
          <p:cNvSpPr>
            <a:spLocks noGrp="1"/>
          </p:cNvSpPr>
          <p:nvPr>
            <p:ph type="body" sz="quarter" idx="43" hasCustomPrompt="1"/>
          </p:nvPr>
        </p:nvSpPr>
        <p:spPr>
          <a:xfrm>
            <a:off x="4668200" y="5336184"/>
            <a:ext cx="7196654" cy="574516"/>
          </a:xfrm>
          <a:custGeom>
            <a:avLst/>
            <a:gdLst>
              <a:gd name="connsiteX0" fmla="*/ 0 w 7196654"/>
              <a:gd name="connsiteY0" fmla="*/ 0 h 574516"/>
              <a:gd name="connsiteX1" fmla="*/ 7196654 w 7196654"/>
              <a:gd name="connsiteY1" fmla="*/ 0 h 574516"/>
              <a:gd name="connsiteX2" fmla="*/ 7196654 w 7196654"/>
              <a:gd name="connsiteY2" fmla="*/ 574516 h 574516"/>
              <a:gd name="connsiteX3" fmla="*/ 0 w 7196654"/>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7196654" h="574516">
                <a:moveTo>
                  <a:pt x="0" y="0"/>
                </a:moveTo>
                <a:lnTo>
                  <a:pt x="7196654" y="0"/>
                </a:lnTo>
                <a:lnTo>
                  <a:pt x="7196654" y="574516"/>
                </a:lnTo>
                <a:lnTo>
                  <a:pt x="0" y="57451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Tree>
    <p:extLst>
      <p:ext uri="{BB962C8B-B14F-4D97-AF65-F5344CB8AC3E}">
        <p14:creationId xmlns:p14="http://schemas.microsoft.com/office/powerpoint/2010/main" val="4015563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Custom Layout">
    <p:bg>
      <p:bgPr>
        <a:solidFill>
          <a:schemeClr val="accent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E20A0214-176A-9154-C380-84A644DB0FA7}"/>
              </a:ext>
            </a:extLst>
          </p:cNvPr>
          <p:cNvGrpSpPr/>
          <p:nvPr userDrawn="1"/>
        </p:nvGrpSpPr>
        <p:grpSpPr>
          <a:xfrm rot="10800000">
            <a:off x="-31750" y="1"/>
            <a:ext cx="12223750" cy="3733800"/>
            <a:chOff x="-15875" y="3124200"/>
            <a:chExt cx="12223750" cy="3733800"/>
          </a:xfrm>
        </p:grpSpPr>
        <p:grpSp>
          <p:nvGrpSpPr>
            <p:cNvPr id="25" name="Group 24">
              <a:extLst>
                <a:ext uri="{FF2B5EF4-FFF2-40B4-BE49-F238E27FC236}">
                  <a16:creationId xmlns:a16="http://schemas.microsoft.com/office/drawing/2014/main" id="{46D93BAC-070D-E5AC-D0F1-0A98F835AB8F}"/>
                </a:ext>
              </a:extLst>
            </p:cNvPr>
            <p:cNvGrpSpPr/>
            <p:nvPr/>
          </p:nvGrpSpPr>
          <p:grpSpPr>
            <a:xfrm>
              <a:off x="-15875" y="3124200"/>
              <a:ext cx="12223750" cy="3733800"/>
              <a:chOff x="247650" y="3124200"/>
              <a:chExt cx="12223750" cy="3733800"/>
            </a:xfrm>
          </p:grpSpPr>
          <p:cxnSp>
            <p:nvCxnSpPr>
              <p:cNvPr id="42" name="Straight Connector 41">
                <a:extLst>
                  <a:ext uri="{FF2B5EF4-FFF2-40B4-BE49-F238E27FC236}">
                    <a16:creationId xmlns:a16="http://schemas.microsoft.com/office/drawing/2014/main" id="{BAC08A73-20C5-EDD2-CAE2-8D0896CB7661}"/>
                  </a:ext>
                </a:extLst>
              </p:cNvPr>
              <p:cNvCxnSpPr>
                <a:cxnSpLocks/>
              </p:cNvCxnSpPr>
              <p:nvPr/>
            </p:nvCxnSpPr>
            <p:spPr>
              <a:xfrm>
                <a:off x="24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A164BB7-8EC7-F3FF-2A8B-09DB0063E48B}"/>
                  </a:ext>
                </a:extLst>
              </p:cNvPr>
              <p:cNvCxnSpPr>
                <a:cxnSpLocks/>
              </p:cNvCxnSpPr>
              <p:nvPr/>
            </p:nvCxnSpPr>
            <p:spPr>
              <a:xfrm>
                <a:off x="46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CF4999F-3CBA-99F4-F3C7-ED0356FCD5EA}"/>
                  </a:ext>
                </a:extLst>
              </p:cNvPr>
              <p:cNvCxnSpPr>
                <a:cxnSpLocks/>
              </p:cNvCxnSpPr>
              <p:nvPr/>
            </p:nvCxnSpPr>
            <p:spPr>
              <a:xfrm>
                <a:off x="69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2A3B8ED-4C9D-A3E8-BF95-323473661AFA}"/>
                  </a:ext>
                </a:extLst>
              </p:cNvPr>
              <p:cNvCxnSpPr>
                <a:cxnSpLocks/>
              </p:cNvCxnSpPr>
              <p:nvPr/>
            </p:nvCxnSpPr>
            <p:spPr>
              <a:xfrm>
                <a:off x="91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205BF78-EC2E-F278-D9BD-5D85E8C0B599}"/>
                  </a:ext>
                </a:extLst>
              </p:cNvPr>
              <p:cNvCxnSpPr>
                <a:cxnSpLocks/>
              </p:cNvCxnSpPr>
              <p:nvPr/>
            </p:nvCxnSpPr>
            <p:spPr>
              <a:xfrm>
                <a:off x="113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5EB749E-CC29-0A16-4686-3FD677427F70}"/>
                  </a:ext>
                </a:extLst>
              </p:cNvPr>
              <p:cNvCxnSpPr>
                <a:cxnSpLocks/>
              </p:cNvCxnSpPr>
              <p:nvPr/>
            </p:nvCxnSpPr>
            <p:spPr>
              <a:xfrm>
                <a:off x="135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D824F6E-71D6-41DD-0A21-79B851B6A987}"/>
                  </a:ext>
                </a:extLst>
              </p:cNvPr>
              <p:cNvCxnSpPr>
                <a:cxnSpLocks/>
              </p:cNvCxnSpPr>
              <p:nvPr/>
            </p:nvCxnSpPr>
            <p:spPr>
              <a:xfrm>
                <a:off x="158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A2BD4BA-D677-B136-B7D8-4B64B10356F3}"/>
                  </a:ext>
                </a:extLst>
              </p:cNvPr>
              <p:cNvCxnSpPr>
                <a:cxnSpLocks/>
              </p:cNvCxnSpPr>
              <p:nvPr/>
            </p:nvCxnSpPr>
            <p:spPr>
              <a:xfrm>
                <a:off x="180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A02DF48-BC3F-F5BF-663F-FA2835DC8978}"/>
                  </a:ext>
                </a:extLst>
              </p:cNvPr>
              <p:cNvCxnSpPr>
                <a:cxnSpLocks/>
              </p:cNvCxnSpPr>
              <p:nvPr/>
            </p:nvCxnSpPr>
            <p:spPr>
              <a:xfrm>
                <a:off x="202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21B6DA7-D1F4-389E-C7BD-6809CEA98608}"/>
                  </a:ext>
                </a:extLst>
              </p:cNvPr>
              <p:cNvCxnSpPr>
                <a:cxnSpLocks/>
              </p:cNvCxnSpPr>
              <p:nvPr/>
            </p:nvCxnSpPr>
            <p:spPr>
              <a:xfrm>
                <a:off x="224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48CFD4B-9CBE-0651-CEFF-648EC6EEAE48}"/>
                  </a:ext>
                </a:extLst>
              </p:cNvPr>
              <p:cNvCxnSpPr>
                <a:cxnSpLocks/>
              </p:cNvCxnSpPr>
              <p:nvPr/>
            </p:nvCxnSpPr>
            <p:spPr>
              <a:xfrm>
                <a:off x="247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46DDDC9-FCF9-DD01-6326-C70D7A5F83B3}"/>
                  </a:ext>
                </a:extLst>
              </p:cNvPr>
              <p:cNvCxnSpPr>
                <a:cxnSpLocks/>
              </p:cNvCxnSpPr>
              <p:nvPr/>
            </p:nvCxnSpPr>
            <p:spPr>
              <a:xfrm>
                <a:off x="269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DF2807F-9374-12E4-1B2F-F525A7A41483}"/>
                  </a:ext>
                </a:extLst>
              </p:cNvPr>
              <p:cNvCxnSpPr>
                <a:cxnSpLocks/>
              </p:cNvCxnSpPr>
              <p:nvPr/>
            </p:nvCxnSpPr>
            <p:spPr>
              <a:xfrm>
                <a:off x="291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F9B4E5F-F420-2668-9B1F-6D1A75337118}"/>
                  </a:ext>
                </a:extLst>
              </p:cNvPr>
              <p:cNvCxnSpPr>
                <a:cxnSpLocks/>
              </p:cNvCxnSpPr>
              <p:nvPr/>
            </p:nvCxnSpPr>
            <p:spPr>
              <a:xfrm>
                <a:off x="313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5BAA2ED-8249-59CF-7E1D-CE77945315E4}"/>
                  </a:ext>
                </a:extLst>
              </p:cNvPr>
              <p:cNvCxnSpPr>
                <a:cxnSpLocks/>
              </p:cNvCxnSpPr>
              <p:nvPr/>
            </p:nvCxnSpPr>
            <p:spPr>
              <a:xfrm>
                <a:off x="335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9F3AE2E-097C-2786-44D4-316308367C1B}"/>
                  </a:ext>
                </a:extLst>
              </p:cNvPr>
              <p:cNvCxnSpPr>
                <a:cxnSpLocks/>
              </p:cNvCxnSpPr>
              <p:nvPr/>
            </p:nvCxnSpPr>
            <p:spPr>
              <a:xfrm>
                <a:off x="358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A0EC8CA-FF12-CEFF-4992-FB2B5C545423}"/>
                  </a:ext>
                </a:extLst>
              </p:cNvPr>
              <p:cNvCxnSpPr>
                <a:cxnSpLocks/>
              </p:cNvCxnSpPr>
              <p:nvPr/>
            </p:nvCxnSpPr>
            <p:spPr>
              <a:xfrm>
                <a:off x="3803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3CDD2C5-C8FF-2944-65E0-314F1AE33F21}"/>
                  </a:ext>
                </a:extLst>
              </p:cNvPr>
              <p:cNvCxnSpPr>
                <a:cxnSpLocks/>
              </p:cNvCxnSpPr>
              <p:nvPr/>
            </p:nvCxnSpPr>
            <p:spPr>
              <a:xfrm>
                <a:off x="4025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7A66707-7508-5D59-B027-EAF9059E7EC4}"/>
                  </a:ext>
                </a:extLst>
              </p:cNvPr>
              <p:cNvCxnSpPr>
                <a:cxnSpLocks/>
              </p:cNvCxnSpPr>
              <p:nvPr/>
            </p:nvCxnSpPr>
            <p:spPr>
              <a:xfrm>
                <a:off x="4248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0066557-848F-BF77-A4E7-DEA4BC6BF3E7}"/>
                  </a:ext>
                </a:extLst>
              </p:cNvPr>
              <p:cNvCxnSpPr>
                <a:cxnSpLocks/>
              </p:cNvCxnSpPr>
              <p:nvPr/>
            </p:nvCxnSpPr>
            <p:spPr>
              <a:xfrm>
                <a:off x="4470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9DD6B5-6920-0208-C70F-41E0667C9F8A}"/>
                  </a:ext>
                </a:extLst>
              </p:cNvPr>
              <p:cNvCxnSpPr>
                <a:cxnSpLocks/>
              </p:cNvCxnSpPr>
              <p:nvPr/>
            </p:nvCxnSpPr>
            <p:spPr>
              <a:xfrm>
                <a:off x="4692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EFAB93F-BDBB-555C-9D9C-3B0DFC23FEB1}"/>
                  </a:ext>
                </a:extLst>
              </p:cNvPr>
              <p:cNvCxnSpPr>
                <a:cxnSpLocks/>
              </p:cNvCxnSpPr>
              <p:nvPr/>
            </p:nvCxnSpPr>
            <p:spPr>
              <a:xfrm>
                <a:off x="4914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53FE97E-36B2-7871-D5FD-367291566B78}"/>
                  </a:ext>
                </a:extLst>
              </p:cNvPr>
              <p:cNvCxnSpPr>
                <a:cxnSpLocks/>
              </p:cNvCxnSpPr>
              <p:nvPr/>
            </p:nvCxnSpPr>
            <p:spPr>
              <a:xfrm>
                <a:off x="5137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E40E7F3-921B-3A30-5D8B-79E58945BFF3}"/>
                  </a:ext>
                </a:extLst>
              </p:cNvPr>
              <p:cNvCxnSpPr>
                <a:cxnSpLocks/>
              </p:cNvCxnSpPr>
              <p:nvPr/>
            </p:nvCxnSpPr>
            <p:spPr>
              <a:xfrm>
                <a:off x="5359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58CC9E9-3F3E-24FC-18F6-33205EF0BA12}"/>
                  </a:ext>
                </a:extLst>
              </p:cNvPr>
              <p:cNvCxnSpPr>
                <a:cxnSpLocks/>
              </p:cNvCxnSpPr>
              <p:nvPr/>
            </p:nvCxnSpPr>
            <p:spPr>
              <a:xfrm>
                <a:off x="5581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CF091D0-B40C-C937-C4E0-45F05CC84A66}"/>
                  </a:ext>
                </a:extLst>
              </p:cNvPr>
              <p:cNvCxnSpPr>
                <a:cxnSpLocks/>
              </p:cNvCxnSpPr>
              <p:nvPr/>
            </p:nvCxnSpPr>
            <p:spPr>
              <a:xfrm>
                <a:off x="5803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665FCF3-EAE1-6CF8-AEDA-16BFEC2C0AD0}"/>
                  </a:ext>
                </a:extLst>
              </p:cNvPr>
              <p:cNvCxnSpPr>
                <a:cxnSpLocks/>
              </p:cNvCxnSpPr>
              <p:nvPr/>
            </p:nvCxnSpPr>
            <p:spPr>
              <a:xfrm>
                <a:off x="6026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8429B3E-B221-5234-FE41-8444BFFD933B}"/>
                  </a:ext>
                </a:extLst>
              </p:cNvPr>
              <p:cNvCxnSpPr>
                <a:cxnSpLocks/>
              </p:cNvCxnSpPr>
              <p:nvPr/>
            </p:nvCxnSpPr>
            <p:spPr>
              <a:xfrm>
                <a:off x="6248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9B340A4-DCB5-7F0F-837B-14E248ACBFDE}"/>
                  </a:ext>
                </a:extLst>
              </p:cNvPr>
              <p:cNvCxnSpPr>
                <a:cxnSpLocks/>
              </p:cNvCxnSpPr>
              <p:nvPr/>
            </p:nvCxnSpPr>
            <p:spPr>
              <a:xfrm>
                <a:off x="6470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709515B-7BA1-70C0-1FF9-2607853AEF97}"/>
                  </a:ext>
                </a:extLst>
              </p:cNvPr>
              <p:cNvCxnSpPr>
                <a:cxnSpLocks/>
              </p:cNvCxnSpPr>
              <p:nvPr/>
            </p:nvCxnSpPr>
            <p:spPr>
              <a:xfrm>
                <a:off x="6692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E711B9A-C64D-A095-FC31-3C91A0657288}"/>
                  </a:ext>
                </a:extLst>
              </p:cNvPr>
              <p:cNvCxnSpPr>
                <a:cxnSpLocks/>
              </p:cNvCxnSpPr>
              <p:nvPr/>
            </p:nvCxnSpPr>
            <p:spPr>
              <a:xfrm>
                <a:off x="6915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38DF027-5741-BC31-BE4E-69FFE996C537}"/>
                  </a:ext>
                </a:extLst>
              </p:cNvPr>
              <p:cNvCxnSpPr>
                <a:cxnSpLocks/>
              </p:cNvCxnSpPr>
              <p:nvPr/>
            </p:nvCxnSpPr>
            <p:spPr>
              <a:xfrm>
                <a:off x="7137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69B3776-363E-85F5-53BA-A81F5F18CA30}"/>
                  </a:ext>
                </a:extLst>
              </p:cNvPr>
              <p:cNvCxnSpPr>
                <a:cxnSpLocks/>
              </p:cNvCxnSpPr>
              <p:nvPr/>
            </p:nvCxnSpPr>
            <p:spPr>
              <a:xfrm>
                <a:off x="7359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F6A43AD-8A9D-1204-E071-D6224BC77B49}"/>
                  </a:ext>
                </a:extLst>
              </p:cNvPr>
              <p:cNvCxnSpPr>
                <a:cxnSpLocks/>
              </p:cNvCxnSpPr>
              <p:nvPr/>
            </p:nvCxnSpPr>
            <p:spPr>
              <a:xfrm>
                <a:off x="7581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7A80D84C-A2BC-4B5F-8A8C-F3E7B20BEE4F}"/>
                  </a:ext>
                </a:extLst>
              </p:cNvPr>
              <p:cNvCxnSpPr>
                <a:cxnSpLocks/>
              </p:cNvCxnSpPr>
              <p:nvPr/>
            </p:nvCxnSpPr>
            <p:spPr>
              <a:xfrm>
                <a:off x="7804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42ED373-3D8F-3EAA-1D8C-8731159F6510}"/>
                  </a:ext>
                </a:extLst>
              </p:cNvPr>
              <p:cNvCxnSpPr>
                <a:cxnSpLocks/>
              </p:cNvCxnSpPr>
              <p:nvPr/>
            </p:nvCxnSpPr>
            <p:spPr>
              <a:xfrm>
                <a:off x="8026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C24BCB5-2980-F3BD-5D55-EC4A18B7B5EF}"/>
                  </a:ext>
                </a:extLst>
              </p:cNvPr>
              <p:cNvCxnSpPr>
                <a:cxnSpLocks/>
              </p:cNvCxnSpPr>
              <p:nvPr/>
            </p:nvCxnSpPr>
            <p:spPr>
              <a:xfrm>
                <a:off x="8248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3BAA463-A09C-7247-2207-C7A3B63FCA93}"/>
                  </a:ext>
                </a:extLst>
              </p:cNvPr>
              <p:cNvCxnSpPr>
                <a:cxnSpLocks/>
              </p:cNvCxnSpPr>
              <p:nvPr/>
            </p:nvCxnSpPr>
            <p:spPr>
              <a:xfrm>
                <a:off x="8470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1D6222F8-E71A-5655-A02F-9C260A473B88}"/>
                  </a:ext>
                </a:extLst>
              </p:cNvPr>
              <p:cNvCxnSpPr>
                <a:cxnSpLocks/>
              </p:cNvCxnSpPr>
              <p:nvPr/>
            </p:nvCxnSpPr>
            <p:spPr>
              <a:xfrm>
                <a:off x="8693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8BDF558-1576-6256-2464-43562E756757}"/>
                  </a:ext>
                </a:extLst>
              </p:cNvPr>
              <p:cNvCxnSpPr>
                <a:cxnSpLocks/>
              </p:cNvCxnSpPr>
              <p:nvPr/>
            </p:nvCxnSpPr>
            <p:spPr>
              <a:xfrm>
                <a:off x="8915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A2D7BDA-EC87-7229-B075-E68873A8B839}"/>
                  </a:ext>
                </a:extLst>
              </p:cNvPr>
              <p:cNvCxnSpPr>
                <a:cxnSpLocks/>
              </p:cNvCxnSpPr>
              <p:nvPr/>
            </p:nvCxnSpPr>
            <p:spPr>
              <a:xfrm>
                <a:off x="913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7C9D234-7D11-E8E6-5496-55982A93F458}"/>
                  </a:ext>
                </a:extLst>
              </p:cNvPr>
              <p:cNvCxnSpPr>
                <a:cxnSpLocks/>
              </p:cNvCxnSpPr>
              <p:nvPr/>
            </p:nvCxnSpPr>
            <p:spPr>
              <a:xfrm>
                <a:off x="935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1A07888-2026-688B-9BAE-4EFB9CDDBA1E}"/>
                  </a:ext>
                </a:extLst>
              </p:cNvPr>
              <p:cNvCxnSpPr>
                <a:cxnSpLocks/>
              </p:cNvCxnSpPr>
              <p:nvPr/>
            </p:nvCxnSpPr>
            <p:spPr>
              <a:xfrm>
                <a:off x="958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78742F-5FB3-A86C-6C0B-216A81FE2A41}"/>
                  </a:ext>
                </a:extLst>
              </p:cNvPr>
              <p:cNvCxnSpPr>
                <a:cxnSpLocks/>
              </p:cNvCxnSpPr>
              <p:nvPr/>
            </p:nvCxnSpPr>
            <p:spPr>
              <a:xfrm>
                <a:off x="980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3334465-FD61-1501-F729-274D00A9ABB4}"/>
                  </a:ext>
                </a:extLst>
              </p:cNvPr>
              <p:cNvCxnSpPr>
                <a:cxnSpLocks/>
              </p:cNvCxnSpPr>
              <p:nvPr/>
            </p:nvCxnSpPr>
            <p:spPr>
              <a:xfrm>
                <a:off x="1002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578CF80-08C1-5213-BA48-701F75E0014E}"/>
                  </a:ext>
                </a:extLst>
              </p:cNvPr>
              <p:cNvCxnSpPr>
                <a:cxnSpLocks/>
              </p:cNvCxnSpPr>
              <p:nvPr/>
            </p:nvCxnSpPr>
            <p:spPr>
              <a:xfrm>
                <a:off x="1024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5907597-B909-D34F-611A-CB87E96C401E}"/>
                  </a:ext>
                </a:extLst>
              </p:cNvPr>
              <p:cNvCxnSpPr>
                <a:cxnSpLocks/>
              </p:cNvCxnSpPr>
              <p:nvPr/>
            </p:nvCxnSpPr>
            <p:spPr>
              <a:xfrm>
                <a:off x="1047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216E34D-2A4A-E5D6-4539-D6DD0C12175F}"/>
                  </a:ext>
                </a:extLst>
              </p:cNvPr>
              <p:cNvCxnSpPr>
                <a:cxnSpLocks/>
              </p:cNvCxnSpPr>
              <p:nvPr/>
            </p:nvCxnSpPr>
            <p:spPr>
              <a:xfrm>
                <a:off x="1069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58973D8-2E07-5F2D-992F-C4AEEB128EC5}"/>
                  </a:ext>
                </a:extLst>
              </p:cNvPr>
              <p:cNvCxnSpPr>
                <a:cxnSpLocks/>
              </p:cNvCxnSpPr>
              <p:nvPr/>
            </p:nvCxnSpPr>
            <p:spPr>
              <a:xfrm>
                <a:off x="1091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4007E2B-1794-3609-5EA6-F22ACA0FC3F0}"/>
                  </a:ext>
                </a:extLst>
              </p:cNvPr>
              <p:cNvCxnSpPr>
                <a:cxnSpLocks/>
              </p:cNvCxnSpPr>
              <p:nvPr/>
            </p:nvCxnSpPr>
            <p:spPr>
              <a:xfrm>
                <a:off x="1113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266E732-1526-7EAA-EB7C-3E118CDF624E}"/>
                  </a:ext>
                </a:extLst>
              </p:cNvPr>
              <p:cNvCxnSpPr>
                <a:cxnSpLocks/>
              </p:cNvCxnSpPr>
              <p:nvPr/>
            </p:nvCxnSpPr>
            <p:spPr>
              <a:xfrm>
                <a:off x="1136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60C2C43-2840-CCDB-8753-C60689F41AB5}"/>
                  </a:ext>
                </a:extLst>
              </p:cNvPr>
              <p:cNvCxnSpPr>
                <a:cxnSpLocks/>
              </p:cNvCxnSpPr>
              <p:nvPr/>
            </p:nvCxnSpPr>
            <p:spPr>
              <a:xfrm>
                <a:off x="1158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CD7CAAE-65EA-79E1-4399-BB7D77962746}"/>
                  </a:ext>
                </a:extLst>
              </p:cNvPr>
              <p:cNvCxnSpPr>
                <a:cxnSpLocks/>
              </p:cNvCxnSpPr>
              <p:nvPr/>
            </p:nvCxnSpPr>
            <p:spPr>
              <a:xfrm>
                <a:off x="1180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DBDC852-3F3D-39E3-44BE-2923FA07752B}"/>
                  </a:ext>
                </a:extLst>
              </p:cNvPr>
              <p:cNvCxnSpPr>
                <a:cxnSpLocks/>
              </p:cNvCxnSpPr>
              <p:nvPr/>
            </p:nvCxnSpPr>
            <p:spPr>
              <a:xfrm>
                <a:off x="1202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A77AA8D3-08FD-8EB1-8BC1-E1C736D21A1C}"/>
                  </a:ext>
                </a:extLst>
              </p:cNvPr>
              <p:cNvCxnSpPr>
                <a:cxnSpLocks/>
              </p:cNvCxnSpPr>
              <p:nvPr/>
            </p:nvCxnSpPr>
            <p:spPr>
              <a:xfrm>
                <a:off x="1224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EC66C02F-9119-6158-036B-AFDCD4023B33}"/>
                  </a:ext>
                </a:extLst>
              </p:cNvPr>
              <p:cNvCxnSpPr>
                <a:cxnSpLocks/>
              </p:cNvCxnSpPr>
              <p:nvPr/>
            </p:nvCxnSpPr>
            <p:spPr>
              <a:xfrm>
                <a:off x="1247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34C07595-3E54-F9F5-8728-5D5E4516AA21}"/>
                </a:ext>
              </a:extLst>
            </p:cNvPr>
            <p:cNvGrpSpPr/>
            <p:nvPr/>
          </p:nvGrpSpPr>
          <p:grpSpPr>
            <a:xfrm>
              <a:off x="-7937" y="3327400"/>
              <a:ext cx="12207875" cy="3467100"/>
              <a:chOff x="47622" y="3327400"/>
              <a:chExt cx="12207875" cy="3467100"/>
            </a:xfrm>
          </p:grpSpPr>
          <p:cxnSp>
            <p:nvCxnSpPr>
              <p:cNvPr id="27" name="Straight Connector 26">
                <a:extLst>
                  <a:ext uri="{FF2B5EF4-FFF2-40B4-BE49-F238E27FC236}">
                    <a16:creationId xmlns:a16="http://schemas.microsoft.com/office/drawing/2014/main" id="{34823348-3E63-C972-2653-A4A625FA0FBF}"/>
                  </a:ext>
                </a:extLst>
              </p:cNvPr>
              <p:cNvCxnSpPr>
                <a:cxnSpLocks/>
              </p:cNvCxnSpPr>
              <p:nvPr/>
            </p:nvCxnSpPr>
            <p:spPr>
              <a:xfrm>
                <a:off x="47622" y="33274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6E80F86-A323-27F4-E3FC-7C16B3EEDFD1}"/>
                  </a:ext>
                </a:extLst>
              </p:cNvPr>
              <p:cNvCxnSpPr>
                <a:cxnSpLocks/>
              </p:cNvCxnSpPr>
              <p:nvPr/>
            </p:nvCxnSpPr>
            <p:spPr>
              <a:xfrm>
                <a:off x="47622" y="35750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D0BEDE0-54F6-AE64-4A1C-4D211B3287BC}"/>
                  </a:ext>
                </a:extLst>
              </p:cNvPr>
              <p:cNvCxnSpPr>
                <a:cxnSpLocks/>
              </p:cNvCxnSpPr>
              <p:nvPr/>
            </p:nvCxnSpPr>
            <p:spPr>
              <a:xfrm>
                <a:off x="47622" y="38227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9CF5E17-BFF7-BF85-A88B-F4AA55CE6308}"/>
                  </a:ext>
                </a:extLst>
              </p:cNvPr>
              <p:cNvCxnSpPr>
                <a:cxnSpLocks/>
              </p:cNvCxnSpPr>
              <p:nvPr/>
            </p:nvCxnSpPr>
            <p:spPr>
              <a:xfrm>
                <a:off x="47622" y="40703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4DA7574-5BF9-FA05-1135-B1A5EB182591}"/>
                  </a:ext>
                </a:extLst>
              </p:cNvPr>
              <p:cNvCxnSpPr>
                <a:cxnSpLocks/>
              </p:cNvCxnSpPr>
              <p:nvPr/>
            </p:nvCxnSpPr>
            <p:spPr>
              <a:xfrm>
                <a:off x="47622" y="43180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06F1C36-02CF-77CC-C717-EBB22C2B08C0}"/>
                  </a:ext>
                </a:extLst>
              </p:cNvPr>
              <p:cNvCxnSpPr>
                <a:cxnSpLocks/>
              </p:cNvCxnSpPr>
              <p:nvPr/>
            </p:nvCxnSpPr>
            <p:spPr>
              <a:xfrm>
                <a:off x="47622" y="45656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09556A6-A174-02CB-A5AF-2B4F8FC9A60F}"/>
                  </a:ext>
                </a:extLst>
              </p:cNvPr>
              <p:cNvCxnSpPr>
                <a:cxnSpLocks/>
              </p:cNvCxnSpPr>
              <p:nvPr/>
            </p:nvCxnSpPr>
            <p:spPr>
              <a:xfrm>
                <a:off x="47622" y="48133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344F7-D1D3-66F3-A128-0D73E1FDB1A1}"/>
                  </a:ext>
                </a:extLst>
              </p:cNvPr>
              <p:cNvCxnSpPr>
                <a:cxnSpLocks/>
              </p:cNvCxnSpPr>
              <p:nvPr/>
            </p:nvCxnSpPr>
            <p:spPr>
              <a:xfrm>
                <a:off x="47622" y="50609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E7B21AB-2CA4-80D1-EFBC-30D3C676B971}"/>
                  </a:ext>
                </a:extLst>
              </p:cNvPr>
              <p:cNvCxnSpPr>
                <a:cxnSpLocks/>
              </p:cNvCxnSpPr>
              <p:nvPr/>
            </p:nvCxnSpPr>
            <p:spPr>
              <a:xfrm>
                <a:off x="47622" y="53086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FBBAAFF-5E33-8290-6AEC-6B1D16B7E395}"/>
                  </a:ext>
                </a:extLst>
              </p:cNvPr>
              <p:cNvCxnSpPr>
                <a:cxnSpLocks/>
              </p:cNvCxnSpPr>
              <p:nvPr/>
            </p:nvCxnSpPr>
            <p:spPr>
              <a:xfrm>
                <a:off x="47622" y="55562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631CF18-1BB0-2E51-1CA4-AB6EA9FC6B86}"/>
                  </a:ext>
                </a:extLst>
              </p:cNvPr>
              <p:cNvCxnSpPr>
                <a:cxnSpLocks/>
              </p:cNvCxnSpPr>
              <p:nvPr/>
            </p:nvCxnSpPr>
            <p:spPr>
              <a:xfrm>
                <a:off x="47622" y="58039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F29E766-6A7C-36C1-1832-C2B69C908565}"/>
                  </a:ext>
                </a:extLst>
              </p:cNvPr>
              <p:cNvCxnSpPr>
                <a:cxnSpLocks/>
              </p:cNvCxnSpPr>
              <p:nvPr/>
            </p:nvCxnSpPr>
            <p:spPr>
              <a:xfrm>
                <a:off x="47622" y="60515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AEEB43F-636F-2543-9B57-44EFCAE2B64F}"/>
                  </a:ext>
                </a:extLst>
              </p:cNvPr>
              <p:cNvCxnSpPr>
                <a:cxnSpLocks/>
              </p:cNvCxnSpPr>
              <p:nvPr/>
            </p:nvCxnSpPr>
            <p:spPr>
              <a:xfrm>
                <a:off x="47622" y="62992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2EDC2A-3461-798F-22EF-E208E4D50E99}"/>
                  </a:ext>
                </a:extLst>
              </p:cNvPr>
              <p:cNvCxnSpPr>
                <a:cxnSpLocks/>
              </p:cNvCxnSpPr>
              <p:nvPr/>
            </p:nvCxnSpPr>
            <p:spPr>
              <a:xfrm>
                <a:off x="47622" y="65468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C740C44-A75D-C640-D6F3-130C00818EAF}"/>
                  </a:ext>
                </a:extLst>
              </p:cNvPr>
              <p:cNvCxnSpPr>
                <a:cxnSpLocks/>
              </p:cNvCxnSpPr>
              <p:nvPr/>
            </p:nvCxnSpPr>
            <p:spPr>
              <a:xfrm>
                <a:off x="47622" y="67945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98" name="Oval 97">
            <a:extLst>
              <a:ext uri="{FF2B5EF4-FFF2-40B4-BE49-F238E27FC236}">
                <a16:creationId xmlns:a16="http://schemas.microsoft.com/office/drawing/2014/main" id="{AB95FF26-A35B-2D23-D8D2-413B80D71664}"/>
              </a:ext>
            </a:extLst>
          </p:cNvPr>
          <p:cNvSpPr/>
          <p:nvPr userDrawn="1"/>
        </p:nvSpPr>
        <p:spPr>
          <a:xfrm>
            <a:off x="-2213380" y="980551"/>
            <a:ext cx="6439376" cy="6439376"/>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9" name="Oval 98">
            <a:extLst>
              <a:ext uri="{FF2B5EF4-FFF2-40B4-BE49-F238E27FC236}">
                <a16:creationId xmlns:a16="http://schemas.microsoft.com/office/drawing/2014/main" id="{96416F43-4A4B-5ED8-3B30-AF2BB3BAABF9}"/>
              </a:ext>
            </a:extLst>
          </p:cNvPr>
          <p:cNvSpPr/>
          <p:nvPr userDrawn="1"/>
        </p:nvSpPr>
        <p:spPr>
          <a:xfrm>
            <a:off x="3520725" y="-2694020"/>
            <a:ext cx="5575095" cy="5575095"/>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00" name="Picture 99">
            <a:extLst>
              <a:ext uri="{FF2B5EF4-FFF2-40B4-BE49-F238E27FC236}">
                <a16:creationId xmlns:a16="http://schemas.microsoft.com/office/drawing/2014/main" id="{29667F28-7B91-9320-E2AE-0B88B2533BB3}"/>
              </a:ext>
            </a:extLst>
          </p:cNvPr>
          <p:cNvPicPr>
            <a:picLocks noChangeAspect="1"/>
          </p:cNvPicPr>
          <p:nvPr userDrawn="1"/>
        </p:nvPicPr>
        <p:blipFill>
          <a:blip r:embed="rId2"/>
          <a:stretch>
            <a:fillRect/>
          </a:stretch>
        </p:blipFill>
        <p:spPr>
          <a:xfrm>
            <a:off x="11241718" y="314964"/>
            <a:ext cx="550269" cy="438150"/>
          </a:xfrm>
          <a:prstGeom prst="rect">
            <a:avLst/>
          </a:prstGeom>
        </p:spPr>
      </p:pic>
      <p:sp>
        <p:nvSpPr>
          <p:cNvPr id="102" name="Oval 101">
            <a:extLst>
              <a:ext uri="{FF2B5EF4-FFF2-40B4-BE49-F238E27FC236}">
                <a16:creationId xmlns:a16="http://schemas.microsoft.com/office/drawing/2014/main" id="{D8E1D0F6-41BD-2923-0AF4-595720ACC953}"/>
              </a:ext>
            </a:extLst>
          </p:cNvPr>
          <p:cNvSpPr/>
          <p:nvPr userDrawn="1"/>
        </p:nvSpPr>
        <p:spPr>
          <a:xfrm>
            <a:off x="8854621" y="4374211"/>
            <a:ext cx="4404838" cy="4404838"/>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Picture Placeholder 2">
            <a:extLst>
              <a:ext uri="{FF2B5EF4-FFF2-40B4-BE49-F238E27FC236}">
                <a16:creationId xmlns:a16="http://schemas.microsoft.com/office/drawing/2014/main" id="{5FBF2F56-5C0D-7D6B-C619-123C8135848D}"/>
              </a:ext>
            </a:extLst>
          </p:cNvPr>
          <p:cNvSpPr>
            <a:spLocks noGrp="1"/>
          </p:cNvSpPr>
          <p:nvPr>
            <p:ph type="pic" sz="quarter" idx="13"/>
          </p:nvPr>
        </p:nvSpPr>
        <p:spPr>
          <a:xfrm>
            <a:off x="1110273" y="1225551"/>
            <a:ext cx="4032250" cy="4406899"/>
          </a:xfrm>
          <a:prstGeom prst="roundRect">
            <a:avLst>
              <a:gd name="adj" fmla="val 7454"/>
            </a:avLst>
          </a:prstGeom>
          <a:solidFill>
            <a:schemeClr val="bg1">
              <a:lumMod val="95000"/>
            </a:schemeClr>
          </a:solidFill>
        </p:spPr>
        <p:txBody>
          <a:bodyPr wrap="square">
            <a:noAutofit/>
          </a:bodyPr>
          <a:lstStyle>
            <a:lvl1pPr algn="l">
              <a:defRPr sz="800"/>
            </a:lvl1pPr>
          </a:lstStyle>
          <a:p>
            <a:endParaRPr lang="en-ID"/>
          </a:p>
        </p:txBody>
      </p:sp>
      <p:sp>
        <p:nvSpPr>
          <p:cNvPr id="8" name="Text Placeholder 7">
            <a:extLst>
              <a:ext uri="{FF2B5EF4-FFF2-40B4-BE49-F238E27FC236}">
                <a16:creationId xmlns:a16="http://schemas.microsoft.com/office/drawing/2014/main" id="{36BA5329-8BAE-93A2-13C4-CD3845180A3E}"/>
              </a:ext>
            </a:extLst>
          </p:cNvPr>
          <p:cNvSpPr>
            <a:spLocks noGrp="1"/>
          </p:cNvSpPr>
          <p:nvPr>
            <p:ph type="body" sz="quarter" idx="11" hasCustomPrompt="1"/>
          </p:nvPr>
        </p:nvSpPr>
        <p:spPr>
          <a:xfrm>
            <a:off x="7295558" y="1612680"/>
            <a:ext cx="3787775" cy="2553558"/>
          </a:xfrm>
          <a:custGeom>
            <a:avLst/>
            <a:gdLst>
              <a:gd name="connsiteX0" fmla="*/ 0 w 3787775"/>
              <a:gd name="connsiteY0" fmla="*/ 0 h 2553558"/>
              <a:gd name="connsiteX1" fmla="*/ 3787775 w 3787775"/>
              <a:gd name="connsiteY1" fmla="*/ 0 h 2553558"/>
              <a:gd name="connsiteX2" fmla="*/ 3787775 w 3787775"/>
              <a:gd name="connsiteY2" fmla="*/ 2553558 h 2553558"/>
              <a:gd name="connsiteX3" fmla="*/ 0 w 3787775"/>
              <a:gd name="connsiteY3" fmla="*/ 2553558 h 2553558"/>
            </a:gdLst>
            <a:ahLst/>
            <a:cxnLst>
              <a:cxn ang="0">
                <a:pos x="connsiteX0" y="connsiteY0"/>
              </a:cxn>
              <a:cxn ang="0">
                <a:pos x="connsiteX1" y="connsiteY1"/>
              </a:cxn>
              <a:cxn ang="0">
                <a:pos x="connsiteX2" y="connsiteY2"/>
              </a:cxn>
              <a:cxn ang="0">
                <a:pos x="connsiteX3" y="connsiteY3"/>
              </a:cxn>
            </a:cxnLst>
            <a:rect l="l" t="t" r="r" b="b"/>
            <a:pathLst>
              <a:path w="3787775" h="2553558">
                <a:moveTo>
                  <a:pt x="0" y="0"/>
                </a:moveTo>
                <a:lnTo>
                  <a:pt x="3787775" y="0"/>
                </a:lnTo>
                <a:lnTo>
                  <a:pt x="3787775" y="2553558"/>
                </a:lnTo>
                <a:lnTo>
                  <a:pt x="0" y="2553558"/>
                </a:lnTo>
                <a:close/>
              </a:path>
            </a:pathLst>
          </a:custGeom>
        </p:spPr>
        <p:txBody>
          <a:bodyPr wrap="square">
            <a:noAutofit/>
          </a:bodyPr>
          <a:lstStyle>
            <a:lvl1pPr marL="0" indent="0" algn="l">
              <a:lnSpc>
                <a:spcPct val="100000"/>
              </a:lnSpc>
              <a:buNone/>
              <a:defRPr sz="8000" b="1">
                <a:solidFill>
                  <a:schemeClr val="bg1"/>
                </a:solidFill>
                <a:latin typeface="+mj-lt"/>
              </a:defRPr>
            </a:lvl1pPr>
          </a:lstStyle>
          <a:p>
            <a:pPr lvl="0"/>
            <a:r>
              <a:rPr lang="en-ID"/>
              <a:t>TITLE HERE</a:t>
            </a:r>
          </a:p>
        </p:txBody>
      </p:sp>
      <p:sp>
        <p:nvSpPr>
          <p:cNvPr id="10" name="Text Placeholder 9">
            <a:extLst>
              <a:ext uri="{FF2B5EF4-FFF2-40B4-BE49-F238E27FC236}">
                <a16:creationId xmlns:a16="http://schemas.microsoft.com/office/drawing/2014/main" id="{855E3688-8B48-0A59-4929-4EA967BE088A}"/>
              </a:ext>
            </a:extLst>
          </p:cNvPr>
          <p:cNvSpPr>
            <a:spLocks noGrp="1"/>
          </p:cNvSpPr>
          <p:nvPr>
            <p:ph type="body" sz="quarter" idx="36" hasCustomPrompt="1"/>
          </p:nvPr>
        </p:nvSpPr>
        <p:spPr>
          <a:xfrm>
            <a:off x="7817486" y="4269634"/>
            <a:ext cx="2102642" cy="307777"/>
          </a:xfrm>
          <a:custGeom>
            <a:avLst/>
            <a:gdLst>
              <a:gd name="connsiteX0" fmla="*/ 0 w 2102642"/>
              <a:gd name="connsiteY0" fmla="*/ 0 h 307777"/>
              <a:gd name="connsiteX1" fmla="*/ 2102642 w 2102642"/>
              <a:gd name="connsiteY1" fmla="*/ 0 h 307777"/>
              <a:gd name="connsiteX2" fmla="*/ 2102642 w 2102642"/>
              <a:gd name="connsiteY2" fmla="*/ 307777 h 307777"/>
              <a:gd name="connsiteX3" fmla="*/ 0 w 210264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02642" h="307777">
                <a:moveTo>
                  <a:pt x="0" y="0"/>
                </a:moveTo>
                <a:lnTo>
                  <a:pt x="2102642" y="0"/>
                </a:lnTo>
                <a:lnTo>
                  <a:pt x="2102642" y="307777"/>
                </a:lnTo>
                <a:lnTo>
                  <a:pt x="0" y="307777"/>
                </a:lnTo>
                <a:close/>
              </a:path>
            </a:pathLst>
          </a:custGeom>
        </p:spPr>
        <p:txBody>
          <a:bodyPr wrap="square">
            <a:noAutofit/>
          </a:bodyPr>
          <a:lstStyle>
            <a:lvl1pPr marL="0" indent="0">
              <a:lnSpc>
                <a:spcPct val="100000"/>
              </a:lnSpc>
              <a:buNone/>
              <a:defRPr sz="1400" b="0">
                <a:solidFill>
                  <a:schemeClr val="bg1"/>
                </a:solidFill>
                <a:latin typeface="+mj-lt"/>
              </a:defRPr>
            </a:lvl1pPr>
          </a:lstStyle>
          <a:p>
            <a:pPr lvl="0"/>
            <a:r>
              <a:rPr lang="en-ID"/>
              <a:t>Subtitle Here</a:t>
            </a:r>
          </a:p>
        </p:txBody>
      </p:sp>
      <p:sp>
        <p:nvSpPr>
          <p:cNvPr id="13" name="Text Placeholder 12">
            <a:extLst>
              <a:ext uri="{FF2B5EF4-FFF2-40B4-BE49-F238E27FC236}">
                <a16:creationId xmlns:a16="http://schemas.microsoft.com/office/drawing/2014/main" id="{DD10141D-2B6B-E923-44F0-A73D9C7E26A6}"/>
              </a:ext>
            </a:extLst>
          </p:cNvPr>
          <p:cNvSpPr>
            <a:spLocks noGrp="1"/>
          </p:cNvSpPr>
          <p:nvPr>
            <p:ph type="body" sz="quarter" idx="37" hasCustomPrompt="1"/>
          </p:nvPr>
        </p:nvSpPr>
        <p:spPr>
          <a:xfrm>
            <a:off x="3341638" y="4346247"/>
            <a:ext cx="2472592" cy="391596"/>
          </a:xfrm>
          <a:custGeom>
            <a:avLst/>
            <a:gdLst>
              <a:gd name="connsiteX0" fmla="*/ 0 w 2472592"/>
              <a:gd name="connsiteY0" fmla="*/ 0 h 391596"/>
              <a:gd name="connsiteX1" fmla="*/ 2472592 w 2472592"/>
              <a:gd name="connsiteY1" fmla="*/ 0 h 391596"/>
              <a:gd name="connsiteX2" fmla="*/ 2472592 w 2472592"/>
              <a:gd name="connsiteY2" fmla="*/ 391596 h 391596"/>
              <a:gd name="connsiteX3" fmla="*/ 0 w 2472592"/>
              <a:gd name="connsiteY3" fmla="*/ 391596 h 391596"/>
            </a:gdLst>
            <a:ahLst/>
            <a:cxnLst>
              <a:cxn ang="0">
                <a:pos x="connsiteX0" y="connsiteY0"/>
              </a:cxn>
              <a:cxn ang="0">
                <a:pos x="connsiteX1" y="connsiteY1"/>
              </a:cxn>
              <a:cxn ang="0">
                <a:pos x="connsiteX2" y="connsiteY2"/>
              </a:cxn>
              <a:cxn ang="0">
                <a:pos x="connsiteX3" y="connsiteY3"/>
              </a:cxn>
            </a:cxnLst>
            <a:rect l="l" t="t" r="r" b="b"/>
            <a:pathLst>
              <a:path w="2472592" h="391596">
                <a:moveTo>
                  <a:pt x="0" y="0"/>
                </a:moveTo>
                <a:lnTo>
                  <a:pt x="2472592" y="0"/>
                </a:lnTo>
                <a:lnTo>
                  <a:pt x="2472592" y="391596"/>
                </a:lnTo>
                <a:lnTo>
                  <a:pt x="0" y="391596"/>
                </a:lnTo>
                <a:close/>
              </a:path>
            </a:pathLst>
          </a:custGeom>
        </p:spPr>
        <p:txBody>
          <a:bodyPr wrap="square">
            <a:noAutofit/>
          </a:bodyPr>
          <a:lstStyle>
            <a:lvl1pPr marL="0" indent="0">
              <a:lnSpc>
                <a:spcPct val="100000"/>
              </a:lnSpc>
              <a:buNone/>
              <a:defRPr sz="1800" b="1">
                <a:solidFill>
                  <a:schemeClr val="bg1"/>
                </a:solidFill>
                <a:latin typeface="+mj-lt"/>
              </a:defRPr>
            </a:lvl1pPr>
          </a:lstStyle>
          <a:p>
            <a:pPr lvl="0"/>
            <a:r>
              <a:rPr lang="en-ID"/>
              <a:t>Subtitle Here</a:t>
            </a:r>
          </a:p>
        </p:txBody>
      </p:sp>
      <p:sp>
        <p:nvSpPr>
          <p:cNvPr id="15" name="Text Placeholder 14">
            <a:extLst>
              <a:ext uri="{FF2B5EF4-FFF2-40B4-BE49-F238E27FC236}">
                <a16:creationId xmlns:a16="http://schemas.microsoft.com/office/drawing/2014/main" id="{95C3CB34-CB31-4083-18EE-57B683B81462}"/>
              </a:ext>
            </a:extLst>
          </p:cNvPr>
          <p:cNvSpPr>
            <a:spLocks noGrp="1"/>
          </p:cNvSpPr>
          <p:nvPr>
            <p:ph type="body" sz="quarter" idx="38" hasCustomPrompt="1"/>
          </p:nvPr>
        </p:nvSpPr>
        <p:spPr>
          <a:xfrm>
            <a:off x="3717993" y="4747918"/>
            <a:ext cx="2967892" cy="307777"/>
          </a:xfrm>
          <a:custGeom>
            <a:avLst/>
            <a:gdLst>
              <a:gd name="connsiteX0" fmla="*/ 0 w 2967892"/>
              <a:gd name="connsiteY0" fmla="*/ 0 h 307777"/>
              <a:gd name="connsiteX1" fmla="*/ 2967892 w 2967892"/>
              <a:gd name="connsiteY1" fmla="*/ 0 h 307777"/>
              <a:gd name="connsiteX2" fmla="*/ 2967892 w 2967892"/>
              <a:gd name="connsiteY2" fmla="*/ 307777 h 307777"/>
              <a:gd name="connsiteX3" fmla="*/ 0 w 296789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967892" h="307777">
                <a:moveTo>
                  <a:pt x="0" y="0"/>
                </a:moveTo>
                <a:lnTo>
                  <a:pt x="2967892" y="0"/>
                </a:lnTo>
                <a:lnTo>
                  <a:pt x="2967892" y="307777"/>
                </a:lnTo>
                <a:lnTo>
                  <a:pt x="0" y="307777"/>
                </a:lnTo>
                <a:close/>
              </a:path>
            </a:pathLst>
          </a:custGeom>
        </p:spPr>
        <p:txBody>
          <a:bodyPr wrap="square">
            <a:noAutofit/>
          </a:bodyPr>
          <a:lstStyle>
            <a:lvl1pPr marL="0" indent="0">
              <a:lnSpc>
                <a:spcPct val="100000"/>
              </a:lnSpc>
              <a:buNone/>
              <a:defRPr sz="1400" b="1">
                <a:solidFill>
                  <a:schemeClr val="bg1"/>
                </a:solidFill>
                <a:latin typeface="+mj-lt"/>
              </a:defRPr>
            </a:lvl1pPr>
          </a:lstStyle>
          <a:p>
            <a:pPr lvl="0"/>
            <a:r>
              <a:rPr lang="en-ID"/>
              <a:t>Your Mail</a:t>
            </a:r>
          </a:p>
        </p:txBody>
      </p:sp>
      <p:sp>
        <p:nvSpPr>
          <p:cNvPr id="19" name="Freeform: Shape 18">
            <a:extLst>
              <a:ext uri="{FF2B5EF4-FFF2-40B4-BE49-F238E27FC236}">
                <a16:creationId xmlns:a16="http://schemas.microsoft.com/office/drawing/2014/main" id="{93C14E49-D336-FB52-C9C7-737E5298BA09}"/>
              </a:ext>
            </a:extLst>
          </p:cNvPr>
          <p:cNvSpPr/>
          <p:nvPr userDrawn="1"/>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0" name="TextBox 19">
            <a:extLst>
              <a:ext uri="{FF2B5EF4-FFF2-40B4-BE49-F238E27FC236}">
                <a16:creationId xmlns:a16="http://schemas.microsoft.com/office/drawing/2014/main" id="{591C0693-98CE-AD89-B02C-781B5A250EF4}"/>
              </a:ext>
            </a:extLst>
          </p:cNvPr>
          <p:cNvSpPr txBox="1"/>
          <p:nvPr userDrawn="1"/>
        </p:nvSpPr>
        <p:spPr>
          <a:xfrm>
            <a:off x="11148778" y="6564624"/>
            <a:ext cx="820972" cy="230832"/>
          </a:xfrm>
          <a:prstGeom prst="rect">
            <a:avLst/>
          </a:prstGeom>
          <a:noFill/>
        </p:spPr>
        <p:txBody>
          <a:bodyPr wrap="square" rtlCol="0">
            <a:spAutoFit/>
          </a:bodyPr>
          <a:lstStyle/>
          <a:p>
            <a:r>
              <a:rPr lang="en-ID" sz="900" b="1">
                <a:solidFill>
                  <a:schemeClr val="bg1"/>
                </a:solidFill>
              </a:rPr>
              <a:t>PAGE | </a:t>
            </a:r>
            <a:fld id="{13ABB06F-2B0F-4054-8A3E-E3A306E5D633}" type="slidenum">
              <a:rPr lang="en-ID" sz="900" b="1" smtClean="0">
                <a:solidFill>
                  <a:schemeClr val="bg1"/>
                </a:solidFill>
              </a:rPr>
              <a:pPr/>
              <a:t>‹#›</a:t>
            </a:fld>
            <a:endParaRPr lang="en-ID" sz="900" b="1">
              <a:solidFill>
                <a:schemeClr val="bg1"/>
              </a:solidFill>
            </a:endParaRPr>
          </a:p>
        </p:txBody>
      </p:sp>
      <p:cxnSp>
        <p:nvCxnSpPr>
          <p:cNvPr id="21" name="Straight Connector 20">
            <a:extLst>
              <a:ext uri="{FF2B5EF4-FFF2-40B4-BE49-F238E27FC236}">
                <a16:creationId xmlns:a16="http://schemas.microsoft.com/office/drawing/2014/main" id="{596E2D94-3836-A137-7D0D-F325929D9445}"/>
              </a:ext>
            </a:extLst>
          </p:cNvPr>
          <p:cNvCxnSpPr>
            <a:cxnSpLocks/>
          </p:cNvCxnSpPr>
          <p:nvPr userDrawn="1"/>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134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16176D1-FD61-0AB8-67F5-89D730779091}"/>
              </a:ext>
            </a:extLst>
          </p:cNvPr>
          <p:cNvSpPr>
            <a:spLocks noGrp="1"/>
          </p:cNvSpPr>
          <p:nvPr>
            <p:ph type="pic" sz="quarter" idx="10"/>
          </p:nvPr>
        </p:nvSpPr>
        <p:spPr>
          <a:xfrm>
            <a:off x="6096000" y="1"/>
            <a:ext cx="6096000" cy="6857999"/>
          </a:xfrm>
          <a:custGeom>
            <a:avLst/>
            <a:gdLst>
              <a:gd name="connsiteX0" fmla="*/ 0 w 4233845"/>
              <a:gd name="connsiteY0" fmla="*/ 0 h 7043961"/>
              <a:gd name="connsiteX1" fmla="*/ 4233845 w 4233845"/>
              <a:gd name="connsiteY1" fmla="*/ 0 h 7043961"/>
              <a:gd name="connsiteX2" fmla="*/ 4233845 w 4233845"/>
              <a:gd name="connsiteY2" fmla="*/ 7043961 h 7043961"/>
              <a:gd name="connsiteX3" fmla="*/ 0 w 4233845"/>
              <a:gd name="connsiteY3" fmla="*/ 7043961 h 7043961"/>
            </a:gdLst>
            <a:ahLst/>
            <a:cxnLst>
              <a:cxn ang="0">
                <a:pos x="connsiteX0" y="connsiteY0"/>
              </a:cxn>
              <a:cxn ang="0">
                <a:pos x="connsiteX1" y="connsiteY1"/>
              </a:cxn>
              <a:cxn ang="0">
                <a:pos x="connsiteX2" y="connsiteY2"/>
              </a:cxn>
              <a:cxn ang="0">
                <a:pos x="connsiteX3" y="connsiteY3"/>
              </a:cxn>
            </a:cxnLst>
            <a:rect l="l" t="t" r="r" b="b"/>
            <a:pathLst>
              <a:path w="4233845" h="7043961">
                <a:moveTo>
                  <a:pt x="0" y="0"/>
                </a:moveTo>
                <a:lnTo>
                  <a:pt x="4233845" y="0"/>
                </a:lnTo>
                <a:lnTo>
                  <a:pt x="4233845" y="7043961"/>
                </a:lnTo>
                <a:lnTo>
                  <a:pt x="0" y="7043961"/>
                </a:lnTo>
                <a:close/>
              </a:path>
            </a:pathLst>
          </a:custGeom>
          <a:solidFill>
            <a:schemeClr val="bg1">
              <a:lumMod val="95000"/>
            </a:schemeClr>
          </a:solidFill>
        </p:spPr>
        <p:txBody>
          <a:bodyPr wrap="square">
            <a:noAutofit/>
          </a:bodyPr>
          <a:lstStyle>
            <a:lvl1pPr>
              <a:defRPr sz="800"/>
            </a:lvl1pPr>
          </a:lstStyle>
          <a:p>
            <a:endParaRPr lang="en-ID"/>
          </a:p>
        </p:txBody>
      </p:sp>
      <p:sp>
        <p:nvSpPr>
          <p:cNvPr id="7" name="Text Placeholder 6">
            <a:extLst>
              <a:ext uri="{FF2B5EF4-FFF2-40B4-BE49-F238E27FC236}">
                <a16:creationId xmlns:a16="http://schemas.microsoft.com/office/drawing/2014/main" id="{2E91DE91-DAF9-07FF-5153-6F05DBF089AB}"/>
              </a:ext>
            </a:extLst>
          </p:cNvPr>
          <p:cNvSpPr>
            <a:spLocks noGrp="1"/>
          </p:cNvSpPr>
          <p:nvPr>
            <p:ph type="body" sz="quarter" idx="11" hasCustomPrompt="1"/>
          </p:nvPr>
        </p:nvSpPr>
        <p:spPr>
          <a:xfrm>
            <a:off x="1245856" y="2560320"/>
            <a:ext cx="7340599" cy="1521707"/>
          </a:xfrm>
          <a:custGeom>
            <a:avLst/>
            <a:gdLst>
              <a:gd name="connsiteX0" fmla="*/ 0 w 7340599"/>
              <a:gd name="connsiteY0" fmla="*/ 0 h 1323439"/>
              <a:gd name="connsiteX1" fmla="*/ 7340599 w 7340599"/>
              <a:gd name="connsiteY1" fmla="*/ 0 h 1323439"/>
              <a:gd name="connsiteX2" fmla="*/ 7340599 w 7340599"/>
              <a:gd name="connsiteY2" fmla="*/ 1323439 h 1323439"/>
              <a:gd name="connsiteX3" fmla="*/ 0 w 7340599"/>
              <a:gd name="connsiteY3" fmla="*/ 1323439 h 1323439"/>
            </a:gdLst>
            <a:ahLst/>
            <a:cxnLst>
              <a:cxn ang="0">
                <a:pos x="connsiteX0" y="connsiteY0"/>
              </a:cxn>
              <a:cxn ang="0">
                <a:pos x="connsiteX1" y="connsiteY1"/>
              </a:cxn>
              <a:cxn ang="0">
                <a:pos x="connsiteX2" y="connsiteY2"/>
              </a:cxn>
              <a:cxn ang="0">
                <a:pos x="connsiteX3" y="connsiteY3"/>
              </a:cxn>
            </a:cxnLst>
            <a:rect l="l" t="t" r="r" b="b"/>
            <a:pathLst>
              <a:path w="7340599" h="1323439">
                <a:moveTo>
                  <a:pt x="0" y="0"/>
                </a:moveTo>
                <a:lnTo>
                  <a:pt x="7340599" y="0"/>
                </a:lnTo>
                <a:lnTo>
                  <a:pt x="7340599" y="1323439"/>
                </a:lnTo>
                <a:lnTo>
                  <a:pt x="0" y="1323439"/>
                </a:lnTo>
                <a:close/>
              </a:path>
            </a:pathLst>
          </a:custGeom>
        </p:spPr>
        <p:txBody>
          <a:bodyPr wrap="square">
            <a:noAutofit/>
          </a:bodyPr>
          <a:lstStyle>
            <a:lvl1pPr marL="0" indent="0" algn="l">
              <a:lnSpc>
                <a:spcPct val="100000"/>
              </a:lnSpc>
              <a:buNone/>
              <a:defRPr sz="40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10FF51A8-DA11-10AB-B47F-F24CEE1942A6}"/>
              </a:ext>
            </a:extLst>
          </p:cNvPr>
          <p:cNvSpPr>
            <a:spLocks noGrp="1"/>
          </p:cNvSpPr>
          <p:nvPr>
            <p:ph type="body" sz="quarter" idx="36" hasCustomPrompt="1"/>
          </p:nvPr>
        </p:nvSpPr>
        <p:spPr>
          <a:xfrm>
            <a:off x="1440591" y="4082028"/>
            <a:ext cx="7145864" cy="307777"/>
          </a:xfrm>
          <a:custGeom>
            <a:avLst/>
            <a:gdLst>
              <a:gd name="connsiteX0" fmla="*/ 0 w 4262962"/>
              <a:gd name="connsiteY0" fmla="*/ 0 h 307777"/>
              <a:gd name="connsiteX1" fmla="*/ 4262962 w 4262962"/>
              <a:gd name="connsiteY1" fmla="*/ 0 h 307777"/>
              <a:gd name="connsiteX2" fmla="*/ 4262962 w 4262962"/>
              <a:gd name="connsiteY2" fmla="*/ 307777 h 307777"/>
              <a:gd name="connsiteX3" fmla="*/ 0 w 426296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4262962" h="307777">
                <a:moveTo>
                  <a:pt x="0" y="0"/>
                </a:moveTo>
                <a:lnTo>
                  <a:pt x="4262962" y="0"/>
                </a:lnTo>
                <a:lnTo>
                  <a:pt x="4262962" y="307777"/>
                </a:lnTo>
                <a:lnTo>
                  <a:pt x="0" y="307777"/>
                </a:lnTo>
                <a:close/>
              </a:path>
            </a:pathLst>
          </a:custGeom>
        </p:spPr>
        <p:txBody>
          <a:bodyPr wrap="square">
            <a:noAutofit/>
          </a:bodyPr>
          <a:lstStyle>
            <a:lvl1pPr marL="0" indent="0">
              <a:lnSpc>
                <a:spcPct val="100000"/>
              </a:lnSpc>
              <a:buNone/>
              <a:defRPr sz="1400" b="1">
                <a:solidFill>
                  <a:schemeClr val="accent1"/>
                </a:solidFill>
                <a:latin typeface="+mj-lt"/>
              </a:defRPr>
            </a:lvl1pPr>
          </a:lstStyle>
          <a:p>
            <a:pPr lvl="0"/>
            <a:r>
              <a:rPr lang="en-ID"/>
              <a:t>Subtitle Here</a:t>
            </a:r>
          </a:p>
        </p:txBody>
      </p:sp>
      <p:sp>
        <p:nvSpPr>
          <p:cNvPr id="12" name="Text Placeholder 11">
            <a:extLst>
              <a:ext uri="{FF2B5EF4-FFF2-40B4-BE49-F238E27FC236}">
                <a16:creationId xmlns:a16="http://schemas.microsoft.com/office/drawing/2014/main" id="{7CA76AEA-CEBA-33BC-85FD-A5F7459AEF7A}"/>
              </a:ext>
            </a:extLst>
          </p:cNvPr>
          <p:cNvSpPr>
            <a:spLocks noGrp="1"/>
          </p:cNvSpPr>
          <p:nvPr>
            <p:ph type="body" sz="quarter" idx="42" hasCustomPrompt="1"/>
          </p:nvPr>
        </p:nvSpPr>
        <p:spPr>
          <a:xfrm>
            <a:off x="1726114" y="5981012"/>
            <a:ext cx="2154990" cy="307777"/>
          </a:xfrm>
          <a:custGeom>
            <a:avLst/>
            <a:gdLst>
              <a:gd name="connsiteX0" fmla="*/ 0 w 2154990"/>
              <a:gd name="connsiteY0" fmla="*/ 0 h 307777"/>
              <a:gd name="connsiteX1" fmla="*/ 2154990 w 2154990"/>
              <a:gd name="connsiteY1" fmla="*/ 0 h 307777"/>
              <a:gd name="connsiteX2" fmla="*/ 2154990 w 2154990"/>
              <a:gd name="connsiteY2" fmla="*/ 307777 h 307777"/>
              <a:gd name="connsiteX3" fmla="*/ 0 w 2154990"/>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54990" h="307777">
                <a:moveTo>
                  <a:pt x="0" y="0"/>
                </a:moveTo>
                <a:lnTo>
                  <a:pt x="2154990" y="0"/>
                </a:lnTo>
                <a:lnTo>
                  <a:pt x="2154990" y="307777"/>
                </a:lnTo>
                <a:lnTo>
                  <a:pt x="0" y="307777"/>
                </a:lnTo>
                <a:close/>
              </a:path>
            </a:pathLst>
          </a:custGeom>
        </p:spPr>
        <p:txBody>
          <a:bodyPr wrap="square">
            <a:noAutofit/>
          </a:bodyPr>
          <a:lstStyle>
            <a:lvl1pPr marL="0" indent="0">
              <a:lnSpc>
                <a:spcPct val="100000"/>
              </a:lnSpc>
              <a:buNone/>
              <a:defRPr sz="1400" b="0">
                <a:solidFill>
                  <a:schemeClr val="accent2"/>
                </a:solidFill>
                <a:latin typeface="+mn-lt"/>
              </a:defRPr>
            </a:lvl1pPr>
          </a:lstStyle>
          <a:p>
            <a:pPr lvl="0"/>
            <a:r>
              <a:rPr lang="en-ID"/>
              <a:t>Subtitle Here</a:t>
            </a:r>
          </a:p>
        </p:txBody>
      </p:sp>
    </p:spTree>
    <p:extLst>
      <p:ext uri="{BB962C8B-B14F-4D97-AF65-F5344CB8AC3E}">
        <p14:creationId xmlns:p14="http://schemas.microsoft.com/office/powerpoint/2010/main" val="4044803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CA013209-43FB-D981-FC9F-D46239C254AA}"/>
              </a:ext>
            </a:extLst>
          </p:cNvPr>
          <p:cNvSpPr>
            <a:spLocks noGrp="1"/>
          </p:cNvSpPr>
          <p:nvPr>
            <p:ph type="pic" sz="quarter" idx="10"/>
          </p:nvPr>
        </p:nvSpPr>
        <p:spPr>
          <a:xfrm>
            <a:off x="958181" y="3238500"/>
            <a:ext cx="4416060" cy="3114675"/>
          </a:xfrm>
          <a:prstGeom prst="roundRect">
            <a:avLst>
              <a:gd name="adj" fmla="val 8716"/>
            </a:avLst>
          </a:prstGeom>
          <a:solidFill>
            <a:schemeClr val="bg1">
              <a:lumMod val="95000"/>
            </a:schemeClr>
          </a:solidFill>
        </p:spPr>
        <p:txBody>
          <a:bodyPr wrap="square">
            <a:noAutofit/>
          </a:bodyPr>
          <a:lstStyle>
            <a:lvl1pPr>
              <a:defRPr sz="800"/>
            </a:lvl1pPr>
          </a:lstStyle>
          <a:p>
            <a:endParaRPr lang="en-ID"/>
          </a:p>
        </p:txBody>
      </p:sp>
      <p:sp>
        <p:nvSpPr>
          <p:cNvPr id="16" name="Text Placeholder 15">
            <a:extLst>
              <a:ext uri="{FF2B5EF4-FFF2-40B4-BE49-F238E27FC236}">
                <a16:creationId xmlns:a16="http://schemas.microsoft.com/office/drawing/2014/main" id="{5DECD622-2493-3DDE-5C47-57B765924A8C}"/>
              </a:ext>
            </a:extLst>
          </p:cNvPr>
          <p:cNvSpPr>
            <a:spLocks noGrp="1"/>
          </p:cNvSpPr>
          <p:nvPr>
            <p:ph type="body" sz="quarter" idx="11"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
        <p:nvSpPr>
          <p:cNvPr id="20" name="Text Placeholder 19">
            <a:extLst>
              <a:ext uri="{FF2B5EF4-FFF2-40B4-BE49-F238E27FC236}">
                <a16:creationId xmlns:a16="http://schemas.microsoft.com/office/drawing/2014/main" id="{F310C531-7808-5922-FE4E-A4E2C526F778}"/>
              </a:ext>
            </a:extLst>
          </p:cNvPr>
          <p:cNvSpPr>
            <a:spLocks noGrp="1"/>
          </p:cNvSpPr>
          <p:nvPr>
            <p:ph type="body" sz="quarter" idx="32" hasCustomPrompt="1"/>
          </p:nvPr>
        </p:nvSpPr>
        <p:spPr>
          <a:xfrm>
            <a:off x="867145" y="1431302"/>
            <a:ext cx="4102679" cy="1459374"/>
          </a:xfrm>
          <a:custGeom>
            <a:avLst/>
            <a:gdLst>
              <a:gd name="connsiteX0" fmla="*/ 0 w 4102679"/>
              <a:gd name="connsiteY0" fmla="*/ 0 h 1459374"/>
              <a:gd name="connsiteX1" fmla="*/ 4102679 w 4102679"/>
              <a:gd name="connsiteY1" fmla="*/ 0 h 1459374"/>
              <a:gd name="connsiteX2" fmla="*/ 4102679 w 4102679"/>
              <a:gd name="connsiteY2" fmla="*/ 1459374 h 1459374"/>
              <a:gd name="connsiteX3" fmla="*/ 0 w 4102679"/>
              <a:gd name="connsiteY3" fmla="*/ 1459374 h 1459374"/>
            </a:gdLst>
            <a:ahLst/>
            <a:cxnLst>
              <a:cxn ang="0">
                <a:pos x="connsiteX0" y="connsiteY0"/>
              </a:cxn>
              <a:cxn ang="0">
                <a:pos x="connsiteX1" y="connsiteY1"/>
              </a:cxn>
              <a:cxn ang="0">
                <a:pos x="connsiteX2" y="connsiteY2"/>
              </a:cxn>
              <a:cxn ang="0">
                <a:pos x="connsiteX3" y="connsiteY3"/>
              </a:cxn>
            </a:cxnLst>
            <a:rect l="l" t="t" r="r" b="b"/>
            <a:pathLst>
              <a:path w="4102679" h="1459374">
                <a:moveTo>
                  <a:pt x="0" y="0"/>
                </a:moveTo>
                <a:lnTo>
                  <a:pt x="4102679" y="0"/>
                </a:lnTo>
                <a:lnTo>
                  <a:pt x="4102679" y="1459374"/>
                </a:lnTo>
                <a:lnTo>
                  <a:pt x="0" y="145937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DB14082E-773D-8D9E-3061-6DB291AF6A98}"/>
              </a:ext>
            </a:extLst>
          </p:cNvPr>
          <p:cNvSpPr>
            <a:spLocks noGrp="1"/>
          </p:cNvSpPr>
          <p:nvPr>
            <p:ph type="body" sz="quarter" idx="37" hasCustomPrompt="1"/>
          </p:nvPr>
        </p:nvSpPr>
        <p:spPr>
          <a:xfrm>
            <a:off x="5929142" y="1412779"/>
            <a:ext cx="1830252" cy="536044"/>
          </a:xfrm>
          <a:custGeom>
            <a:avLst/>
            <a:gdLst>
              <a:gd name="connsiteX0" fmla="*/ 0 w 1830252"/>
              <a:gd name="connsiteY0" fmla="*/ 0 h 536044"/>
              <a:gd name="connsiteX1" fmla="*/ 1830252 w 1830252"/>
              <a:gd name="connsiteY1" fmla="*/ 0 h 536044"/>
              <a:gd name="connsiteX2" fmla="*/ 1830252 w 1830252"/>
              <a:gd name="connsiteY2" fmla="*/ 536044 h 536044"/>
              <a:gd name="connsiteX3" fmla="*/ 0 w 1830252"/>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1830252" h="536044">
                <a:moveTo>
                  <a:pt x="0" y="0"/>
                </a:moveTo>
                <a:lnTo>
                  <a:pt x="1830252" y="0"/>
                </a:lnTo>
                <a:lnTo>
                  <a:pt x="1830252" y="536044"/>
                </a:lnTo>
                <a:lnTo>
                  <a:pt x="0" y="53604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03DFA8C6-3A6B-A6DB-5516-77CDD2687254}"/>
              </a:ext>
            </a:extLst>
          </p:cNvPr>
          <p:cNvSpPr>
            <a:spLocks noGrp="1"/>
          </p:cNvSpPr>
          <p:nvPr>
            <p:ph type="body" sz="quarter" idx="38" hasCustomPrompt="1"/>
          </p:nvPr>
        </p:nvSpPr>
        <p:spPr>
          <a:xfrm>
            <a:off x="5893099" y="2366157"/>
            <a:ext cx="2040109" cy="536044"/>
          </a:xfrm>
          <a:custGeom>
            <a:avLst/>
            <a:gdLst>
              <a:gd name="connsiteX0" fmla="*/ 0 w 2040109"/>
              <a:gd name="connsiteY0" fmla="*/ 0 h 536044"/>
              <a:gd name="connsiteX1" fmla="*/ 2040109 w 2040109"/>
              <a:gd name="connsiteY1" fmla="*/ 0 h 536044"/>
              <a:gd name="connsiteX2" fmla="*/ 2040109 w 2040109"/>
              <a:gd name="connsiteY2" fmla="*/ 536044 h 536044"/>
              <a:gd name="connsiteX3" fmla="*/ 0 w 2040109"/>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2040109" h="536044">
                <a:moveTo>
                  <a:pt x="0" y="0"/>
                </a:moveTo>
                <a:lnTo>
                  <a:pt x="2040109" y="0"/>
                </a:lnTo>
                <a:lnTo>
                  <a:pt x="2040109" y="536044"/>
                </a:lnTo>
                <a:lnTo>
                  <a:pt x="0" y="53604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8" name="Text Placeholder 27">
            <a:extLst>
              <a:ext uri="{FF2B5EF4-FFF2-40B4-BE49-F238E27FC236}">
                <a16:creationId xmlns:a16="http://schemas.microsoft.com/office/drawing/2014/main" id="{C4D4305A-D84B-EE39-2D90-81E7F6247226}"/>
              </a:ext>
            </a:extLst>
          </p:cNvPr>
          <p:cNvSpPr>
            <a:spLocks noGrp="1"/>
          </p:cNvSpPr>
          <p:nvPr>
            <p:ph type="body" sz="quarter" idx="39" hasCustomPrompt="1"/>
          </p:nvPr>
        </p:nvSpPr>
        <p:spPr>
          <a:xfrm>
            <a:off x="8604240" y="1412779"/>
            <a:ext cx="3157007" cy="536044"/>
          </a:xfrm>
          <a:custGeom>
            <a:avLst/>
            <a:gdLst>
              <a:gd name="connsiteX0" fmla="*/ 0 w 3157007"/>
              <a:gd name="connsiteY0" fmla="*/ 0 h 536044"/>
              <a:gd name="connsiteX1" fmla="*/ 3157007 w 3157007"/>
              <a:gd name="connsiteY1" fmla="*/ 0 h 536044"/>
              <a:gd name="connsiteX2" fmla="*/ 3157007 w 3157007"/>
              <a:gd name="connsiteY2" fmla="*/ 536044 h 536044"/>
              <a:gd name="connsiteX3" fmla="*/ 0 w 3157007"/>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3157007" h="536044">
                <a:moveTo>
                  <a:pt x="0" y="0"/>
                </a:moveTo>
                <a:lnTo>
                  <a:pt x="3157007" y="0"/>
                </a:lnTo>
                <a:lnTo>
                  <a:pt x="3157007" y="536044"/>
                </a:lnTo>
                <a:lnTo>
                  <a:pt x="0" y="53604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29" name="Text Placeholder 28">
            <a:extLst>
              <a:ext uri="{FF2B5EF4-FFF2-40B4-BE49-F238E27FC236}">
                <a16:creationId xmlns:a16="http://schemas.microsoft.com/office/drawing/2014/main" id="{7E4B9E1D-1038-E069-EABD-0F403D6FEF15}"/>
              </a:ext>
            </a:extLst>
          </p:cNvPr>
          <p:cNvSpPr>
            <a:spLocks noGrp="1"/>
          </p:cNvSpPr>
          <p:nvPr>
            <p:ph type="body" sz="quarter" idx="40" hasCustomPrompt="1"/>
          </p:nvPr>
        </p:nvSpPr>
        <p:spPr>
          <a:xfrm>
            <a:off x="8568198" y="2446357"/>
            <a:ext cx="3193050" cy="305212"/>
          </a:xfrm>
          <a:custGeom>
            <a:avLst/>
            <a:gdLst>
              <a:gd name="connsiteX0" fmla="*/ 0 w 3072149"/>
              <a:gd name="connsiteY0" fmla="*/ 0 h 305212"/>
              <a:gd name="connsiteX1" fmla="*/ 3072149 w 3072149"/>
              <a:gd name="connsiteY1" fmla="*/ 0 h 305212"/>
              <a:gd name="connsiteX2" fmla="*/ 3072149 w 3072149"/>
              <a:gd name="connsiteY2" fmla="*/ 305212 h 305212"/>
              <a:gd name="connsiteX3" fmla="*/ 0 w 3072149"/>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3072149" h="305212">
                <a:moveTo>
                  <a:pt x="0" y="0"/>
                </a:moveTo>
                <a:lnTo>
                  <a:pt x="3072149" y="0"/>
                </a:lnTo>
                <a:lnTo>
                  <a:pt x="3072149" y="305212"/>
                </a:lnTo>
                <a:lnTo>
                  <a:pt x="0" y="305212"/>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1" name="Text Placeholder 30">
            <a:extLst>
              <a:ext uri="{FF2B5EF4-FFF2-40B4-BE49-F238E27FC236}">
                <a16:creationId xmlns:a16="http://schemas.microsoft.com/office/drawing/2014/main" id="{160E7A35-F25E-FA09-5A29-ACD7EFECB8B9}"/>
              </a:ext>
            </a:extLst>
          </p:cNvPr>
          <p:cNvSpPr>
            <a:spLocks noGrp="1"/>
          </p:cNvSpPr>
          <p:nvPr>
            <p:ph type="body" sz="quarter" idx="41" hasCustomPrompt="1"/>
          </p:nvPr>
        </p:nvSpPr>
        <p:spPr>
          <a:xfrm>
            <a:off x="1147862" y="4984386"/>
            <a:ext cx="4102679" cy="1228541"/>
          </a:xfrm>
          <a:custGeom>
            <a:avLst/>
            <a:gdLst>
              <a:gd name="connsiteX0" fmla="*/ 0 w 4102679"/>
              <a:gd name="connsiteY0" fmla="*/ 0 h 1228541"/>
              <a:gd name="connsiteX1" fmla="*/ 4102679 w 4102679"/>
              <a:gd name="connsiteY1" fmla="*/ 0 h 1228541"/>
              <a:gd name="connsiteX2" fmla="*/ 4102679 w 4102679"/>
              <a:gd name="connsiteY2" fmla="*/ 1228541 h 1228541"/>
              <a:gd name="connsiteX3" fmla="*/ 0 w 4102679"/>
              <a:gd name="connsiteY3" fmla="*/ 1228541 h 1228541"/>
            </a:gdLst>
            <a:ahLst/>
            <a:cxnLst>
              <a:cxn ang="0">
                <a:pos x="connsiteX0" y="connsiteY0"/>
              </a:cxn>
              <a:cxn ang="0">
                <a:pos x="connsiteX1" y="connsiteY1"/>
              </a:cxn>
              <a:cxn ang="0">
                <a:pos x="connsiteX2" y="connsiteY2"/>
              </a:cxn>
              <a:cxn ang="0">
                <a:pos x="connsiteX3" y="connsiteY3"/>
              </a:cxn>
            </a:cxnLst>
            <a:rect l="l" t="t" r="r" b="b"/>
            <a:pathLst>
              <a:path w="4102679" h="1228541">
                <a:moveTo>
                  <a:pt x="0" y="0"/>
                </a:moveTo>
                <a:lnTo>
                  <a:pt x="4102679" y="0"/>
                </a:lnTo>
                <a:lnTo>
                  <a:pt x="4102679" y="1228541"/>
                </a:lnTo>
                <a:lnTo>
                  <a:pt x="0" y="1228541"/>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3" name="Text Placeholder 32">
            <a:extLst>
              <a:ext uri="{FF2B5EF4-FFF2-40B4-BE49-F238E27FC236}">
                <a16:creationId xmlns:a16="http://schemas.microsoft.com/office/drawing/2014/main" id="{6FCE14CC-F63C-FBF5-8AC9-5408ADB3A79C}"/>
              </a:ext>
            </a:extLst>
          </p:cNvPr>
          <p:cNvSpPr>
            <a:spLocks noGrp="1"/>
          </p:cNvSpPr>
          <p:nvPr>
            <p:ph type="body" sz="quarter" idx="42" hasCustomPrompt="1"/>
          </p:nvPr>
        </p:nvSpPr>
        <p:spPr>
          <a:xfrm>
            <a:off x="5603444" y="3594105"/>
            <a:ext cx="6283756" cy="1106713"/>
          </a:xfrm>
          <a:custGeom>
            <a:avLst/>
            <a:gdLst>
              <a:gd name="connsiteX0" fmla="*/ 0 w 6283756"/>
              <a:gd name="connsiteY0" fmla="*/ 0 h 1106713"/>
              <a:gd name="connsiteX1" fmla="*/ 6283756 w 6283756"/>
              <a:gd name="connsiteY1" fmla="*/ 0 h 1106713"/>
              <a:gd name="connsiteX2" fmla="*/ 6283756 w 6283756"/>
              <a:gd name="connsiteY2" fmla="*/ 1106713 h 1106713"/>
              <a:gd name="connsiteX3" fmla="*/ 0 w 6283756"/>
              <a:gd name="connsiteY3" fmla="*/ 1106713 h 1106713"/>
            </a:gdLst>
            <a:ahLst/>
            <a:cxnLst>
              <a:cxn ang="0">
                <a:pos x="connsiteX0" y="connsiteY0"/>
              </a:cxn>
              <a:cxn ang="0">
                <a:pos x="connsiteX1" y="connsiteY1"/>
              </a:cxn>
              <a:cxn ang="0">
                <a:pos x="connsiteX2" y="connsiteY2"/>
              </a:cxn>
              <a:cxn ang="0">
                <a:pos x="connsiteX3" y="connsiteY3"/>
              </a:cxn>
            </a:cxnLst>
            <a:rect l="l" t="t" r="r" b="b"/>
            <a:pathLst>
              <a:path w="6283756" h="1106713">
                <a:moveTo>
                  <a:pt x="0" y="0"/>
                </a:moveTo>
                <a:lnTo>
                  <a:pt x="6283756" y="0"/>
                </a:lnTo>
                <a:lnTo>
                  <a:pt x="6283756" y="1106713"/>
                </a:lnTo>
                <a:lnTo>
                  <a:pt x="0" y="1106713"/>
                </a:lnTo>
                <a:close/>
              </a:path>
            </a:pathLst>
          </a:custGeom>
        </p:spPr>
        <p:txBody>
          <a:bodyPr wrap="square">
            <a:noAutofit/>
          </a:bodyPr>
          <a:lstStyle>
            <a:lvl1pPr marL="0" indent="0">
              <a:lnSpc>
                <a:spcPts val="1600"/>
              </a:lnSpc>
              <a:spcBef>
                <a:spcPts val="0"/>
              </a:spcBef>
              <a:buNone/>
              <a:defRPr sz="1200" b="0">
                <a:solidFill>
                  <a:schemeClr val="bg1"/>
                </a:solidFill>
                <a:latin typeface="+mn-lt"/>
              </a:defRPr>
            </a:lvl1pPr>
          </a:lstStyle>
          <a:p>
            <a:pPr lvl="0"/>
            <a:r>
              <a:rPr lang="en-ID"/>
              <a:t>Description Here</a:t>
            </a:r>
          </a:p>
        </p:txBody>
      </p:sp>
      <p:sp>
        <p:nvSpPr>
          <p:cNvPr id="35" name="Text Placeholder 34">
            <a:extLst>
              <a:ext uri="{FF2B5EF4-FFF2-40B4-BE49-F238E27FC236}">
                <a16:creationId xmlns:a16="http://schemas.microsoft.com/office/drawing/2014/main" id="{3C66DE4D-C615-B6CD-A9F1-93BC7C9A1FFC}"/>
              </a:ext>
            </a:extLst>
          </p:cNvPr>
          <p:cNvSpPr>
            <a:spLocks noGrp="1"/>
          </p:cNvSpPr>
          <p:nvPr>
            <p:ph type="body" sz="quarter" idx="43" hasCustomPrompt="1"/>
          </p:nvPr>
        </p:nvSpPr>
        <p:spPr>
          <a:xfrm>
            <a:off x="5603444" y="5147319"/>
            <a:ext cx="6283756" cy="1106713"/>
          </a:xfrm>
          <a:custGeom>
            <a:avLst/>
            <a:gdLst>
              <a:gd name="connsiteX0" fmla="*/ 0 w 6283756"/>
              <a:gd name="connsiteY0" fmla="*/ 0 h 1106713"/>
              <a:gd name="connsiteX1" fmla="*/ 6283756 w 6283756"/>
              <a:gd name="connsiteY1" fmla="*/ 0 h 1106713"/>
              <a:gd name="connsiteX2" fmla="*/ 6283756 w 6283756"/>
              <a:gd name="connsiteY2" fmla="*/ 1106713 h 1106713"/>
              <a:gd name="connsiteX3" fmla="*/ 0 w 6283756"/>
              <a:gd name="connsiteY3" fmla="*/ 1106713 h 1106713"/>
            </a:gdLst>
            <a:ahLst/>
            <a:cxnLst>
              <a:cxn ang="0">
                <a:pos x="connsiteX0" y="connsiteY0"/>
              </a:cxn>
              <a:cxn ang="0">
                <a:pos x="connsiteX1" y="connsiteY1"/>
              </a:cxn>
              <a:cxn ang="0">
                <a:pos x="connsiteX2" y="connsiteY2"/>
              </a:cxn>
              <a:cxn ang="0">
                <a:pos x="connsiteX3" y="connsiteY3"/>
              </a:cxn>
            </a:cxnLst>
            <a:rect l="l" t="t" r="r" b="b"/>
            <a:pathLst>
              <a:path w="6283756" h="1106713">
                <a:moveTo>
                  <a:pt x="0" y="0"/>
                </a:moveTo>
                <a:lnTo>
                  <a:pt x="6283756" y="0"/>
                </a:lnTo>
                <a:lnTo>
                  <a:pt x="6283756" y="1106713"/>
                </a:lnTo>
                <a:lnTo>
                  <a:pt x="0" y="1106713"/>
                </a:lnTo>
                <a:close/>
              </a:path>
            </a:pathLst>
          </a:custGeom>
        </p:spPr>
        <p:txBody>
          <a:bodyPr wrap="square">
            <a:noAutofit/>
          </a:bodyPr>
          <a:lstStyle>
            <a:lvl1pPr marL="0" indent="0">
              <a:lnSpc>
                <a:spcPts val="1600"/>
              </a:lnSpc>
              <a:spcBef>
                <a:spcPts val="0"/>
              </a:spcBef>
              <a:buNone/>
              <a:defRPr sz="1200" b="0">
                <a:solidFill>
                  <a:schemeClr val="bg1"/>
                </a:solidFill>
                <a:latin typeface="+mn-lt"/>
              </a:defRPr>
            </a:lvl1pPr>
          </a:lstStyle>
          <a:p>
            <a:pPr lvl="0"/>
            <a:r>
              <a:rPr lang="en-ID"/>
              <a:t>Description Here</a:t>
            </a:r>
          </a:p>
        </p:txBody>
      </p:sp>
      <p:sp>
        <p:nvSpPr>
          <p:cNvPr id="37" name="Text Placeholder 36">
            <a:extLst>
              <a:ext uri="{FF2B5EF4-FFF2-40B4-BE49-F238E27FC236}">
                <a16:creationId xmlns:a16="http://schemas.microsoft.com/office/drawing/2014/main" id="{06364A42-3B9F-5D02-8A20-AB38ADB77CC6}"/>
              </a:ext>
            </a:extLst>
          </p:cNvPr>
          <p:cNvSpPr>
            <a:spLocks noGrp="1"/>
          </p:cNvSpPr>
          <p:nvPr>
            <p:ph type="body" sz="quarter" idx="44" hasCustomPrompt="1"/>
          </p:nvPr>
        </p:nvSpPr>
        <p:spPr>
          <a:xfrm>
            <a:off x="5960611" y="3312054"/>
            <a:ext cx="5926588"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0" name="Text Placeholder 39">
            <a:extLst>
              <a:ext uri="{FF2B5EF4-FFF2-40B4-BE49-F238E27FC236}">
                <a16:creationId xmlns:a16="http://schemas.microsoft.com/office/drawing/2014/main" id="{DFBE40F0-1F89-07E7-7A74-E5E67F0CCCAE}"/>
              </a:ext>
            </a:extLst>
          </p:cNvPr>
          <p:cNvSpPr>
            <a:spLocks noGrp="1"/>
          </p:cNvSpPr>
          <p:nvPr>
            <p:ph type="body" sz="quarter" idx="45" hasCustomPrompt="1"/>
          </p:nvPr>
        </p:nvSpPr>
        <p:spPr>
          <a:xfrm>
            <a:off x="5960610" y="4871614"/>
            <a:ext cx="5926590" cy="307777"/>
          </a:xfrm>
          <a:custGeom>
            <a:avLst/>
            <a:gdLst>
              <a:gd name="connsiteX0" fmla="*/ 0 w 3664380"/>
              <a:gd name="connsiteY0" fmla="*/ 0 h 307777"/>
              <a:gd name="connsiteX1" fmla="*/ 3664380 w 3664380"/>
              <a:gd name="connsiteY1" fmla="*/ 0 h 307777"/>
              <a:gd name="connsiteX2" fmla="*/ 3664380 w 3664380"/>
              <a:gd name="connsiteY2" fmla="*/ 307777 h 307777"/>
              <a:gd name="connsiteX3" fmla="*/ 0 w 3664380"/>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3664380" h="307777">
                <a:moveTo>
                  <a:pt x="0" y="0"/>
                </a:moveTo>
                <a:lnTo>
                  <a:pt x="3664380" y="0"/>
                </a:lnTo>
                <a:lnTo>
                  <a:pt x="3664380" y="307777"/>
                </a:lnTo>
                <a:lnTo>
                  <a:pt x="0" y="307777"/>
                </a:lnTo>
                <a:close/>
              </a:path>
            </a:pathLst>
          </a:custGeom>
        </p:spPr>
        <p:txBody>
          <a:bodyPr wrap="square">
            <a:noAutofit/>
          </a:bodyPr>
          <a:lstStyle>
            <a:lvl1pPr marL="0" indent="0">
              <a:lnSpc>
                <a:spcPct val="100000"/>
              </a:lnSpc>
              <a:buNone/>
              <a:defRPr sz="1400" b="1">
                <a:solidFill>
                  <a:schemeClr val="accent2"/>
                </a:solidFill>
                <a:latin typeface="+mj-lt"/>
              </a:defRPr>
            </a:lvl1pPr>
          </a:lstStyle>
          <a:p>
            <a:pPr lvl="0"/>
            <a:r>
              <a:rPr lang="en-ID"/>
              <a:t>Subtitle Here</a:t>
            </a:r>
          </a:p>
        </p:txBody>
      </p:sp>
      <p:sp>
        <p:nvSpPr>
          <p:cNvPr id="4" name="Text Placeholder 3">
            <a:extLst>
              <a:ext uri="{FF2B5EF4-FFF2-40B4-BE49-F238E27FC236}">
                <a16:creationId xmlns:a16="http://schemas.microsoft.com/office/drawing/2014/main" id="{DF5D2AC0-DCB0-C557-D122-8C1A9143720F}"/>
              </a:ext>
            </a:extLst>
          </p:cNvPr>
          <p:cNvSpPr>
            <a:spLocks noGrp="1"/>
          </p:cNvSpPr>
          <p:nvPr>
            <p:ph type="body" sz="quarter" idx="47" hasCustomPrompt="1"/>
          </p:nvPr>
        </p:nvSpPr>
        <p:spPr>
          <a:xfrm>
            <a:off x="1024162" y="857403"/>
            <a:ext cx="5548088" cy="307777"/>
          </a:xfrm>
          <a:custGeom>
            <a:avLst/>
            <a:gdLst>
              <a:gd name="connsiteX0" fmla="*/ 0 w 5548088"/>
              <a:gd name="connsiteY0" fmla="*/ 0 h 307777"/>
              <a:gd name="connsiteX1" fmla="*/ 5548088 w 5548088"/>
              <a:gd name="connsiteY1" fmla="*/ 0 h 307777"/>
              <a:gd name="connsiteX2" fmla="*/ 5548088 w 5548088"/>
              <a:gd name="connsiteY2" fmla="*/ 307777 h 307777"/>
              <a:gd name="connsiteX3" fmla="*/ 0 w 5548088"/>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5548088" h="307777">
                <a:moveTo>
                  <a:pt x="0" y="0"/>
                </a:moveTo>
                <a:lnTo>
                  <a:pt x="5548088" y="0"/>
                </a:lnTo>
                <a:lnTo>
                  <a:pt x="5548088"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Subtitle Here</a:t>
            </a:r>
          </a:p>
        </p:txBody>
      </p:sp>
    </p:spTree>
    <p:extLst>
      <p:ext uri="{BB962C8B-B14F-4D97-AF65-F5344CB8AC3E}">
        <p14:creationId xmlns:p14="http://schemas.microsoft.com/office/powerpoint/2010/main" val="41945382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5DECD622-2493-3DDE-5C47-57B765924A8C}"/>
              </a:ext>
            </a:extLst>
          </p:cNvPr>
          <p:cNvSpPr>
            <a:spLocks noGrp="1"/>
          </p:cNvSpPr>
          <p:nvPr>
            <p:ph type="body" sz="quarter" idx="11"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
        <p:nvSpPr>
          <p:cNvPr id="19" name="Text Placeholder 18">
            <a:extLst>
              <a:ext uri="{FF2B5EF4-FFF2-40B4-BE49-F238E27FC236}">
                <a16:creationId xmlns:a16="http://schemas.microsoft.com/office/drawing/2014/main" id="{0A6498A7-23FF-1E5D-D8B6-D62509750426}"/>
              </a:ext>
            </a:extLst>
          </p:cNvPr>
          <p:cNvSpPr>
            <a:spLocks noGrp="1"/>
          </p:cNvSpPr>
          <p:nvPr>
            <p:ph type="body" sz="quarter" idx="44" hasCustomPrompt="1"/>
          </p:nvPr>
        </p:nvSpPr>
        <p:spPr>
          <a:xfrm>
            <a:off x="1509061" y="1458764"/>
            <a:ext cx="3378750"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r">
              <a:lnSpc>
                <a:spcPct val="100000"/>
              </a:lnSpc>
              <a:buNone/>
              <a:defRPr sz="1400" b="1">
                <a:solidFill>
                  <a:schemeClr val="accent2"/>
                </a:solidFill>
                <a:latin typeface="+mj-lt"/>
              </a:defRPr>
            </a:lvl1pPr>
          </a:lstStyle>
          <a:p>
            <a:pPr lvl="0"/>
            <a:r>
              <a:rPr lang="en-ID"/>
              <a:t>Subtitle Here</a:t>
            </a:r>
          </a:p>
        </p:txBody>
      </p:sp>
      <p:sp>
        <p:nvSpPr>
          <p:cNvPr id="22" name="Text Placeholder 21">
            <a:extLst>
              <a:ext uri="{FF2B5EF4-FFF2-40B4-BE49-F238E27FC236}">
                <a16:creationId xmlns:a16="http://schemas.microsoft.com/office/drawing/2014/main" id="{1C457EA1-0DD6-ED33-67BC-1416FAEA2061}"/>
              </a:ext>
            </a:extLst>
          </p:cNvPr>
          <p:cNvSpPr>
            <a:spLocks noGrp="1"/>
          </p:cNvSpPr>
          <p:nvPr>
            <p:ph type="body" sz="quarter" idx="45" hasCustomPrompt="1"/>
          </p:nvPr>
        </p:nvSpPr>
        <p:spPr>
          <a:xfrm>
            <a:off x="812533" y="3123658"/>
            <a:ext cx="3208587"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r">
              <a:lnSpc>
                <a:spcPct val="100000"/>
              </a:lnSpc>
              <a:buNone/>
              <a:defRPr sz="1400" b="1">
                <a:solidFill>
                  <a:schemeClr val="accent1">
                    <a:lumMod val="50000"/>
                    <a:lumOff val="50000"/>
                  </a:schemeClr>
                </a:solidFill>
                <a:latin typeface="+mj-lt"/>
              </a:defRPr>
            </a:lvl1pPr>
          </a:lstStyle>
          <a:p>
            <a:pPr lvl="0"/>
            <a:r>
              <a:rPr lang="en-ID"/>
              <a:t>Subtitle Here</a:t>
            </a:r>
          </a:p>
        </p:txBody>
      </p:sp>
      <p:sp>
        <p:nvSpPr>
          <p:cNvPr id="26" name="Text Placeholder 25">
            <a:extLst>
              <a:ext uri="{FF2B5EF4-FFF2-40B4-BE49-F238E27FC236}">
                <a16:creationId xmlns:a16="http://schemas.microsoft.com/office/drawing/2014/main" id="{25264DE3-8861-15A9-4E98-3B22DFACDC93}"/>
              </a:ext>
            </a:extLst>
          </p:cNvPr>
          <p:cNvSpPr>
            <a:spLocks noGrp="1"/>
          </p:cNvSpPr>
          <p:nvPr>
            <p:ph type="body" sz="quarter" idx="46" hasCustomPrompt="1"/>
          </p:nvPr>
        </p:nvSpPr>
        <p:spPr>
          <a:xfrm>
            <a:off x="1509059" y="4789668"/>
            <a:ext cx="3378751"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r">
              <a:lnSpc>
                <a:spcPct val="100000"/>
              </a:lnSpc>
              <a:buNone/>
              <a:defRPr sz="1400" b="1">
                <a:solidFill>
                  <a:schemeClr val="accent2"/>
                </a:solidFill>
                <a:latin typeface="+mj-lt"/>
              </a:defRPr>
            </a:lvl1pPr>
          </a:lstStyle>
          <a:p>
            <a:pPr lvl="0"/>
            <a:r>
              <a:rPr lang="en-ID"/>
              <a:t>Subtitle Here</a:t>
            </a:r>
          </a:p>
        </p:txBody>
      </p:sp>
      <p:sp>
        <p:nvSpPr>
          <p:cNvPr id="30" name="Text Placeholder 29">
            <a:extLst>
              <a:ext uri="{FF2B5EF4-FFF2-40B4-BE49-F238E27FC236}">
                <a16:creationId xmlns:a16="http://schemas.microsoft.com/office/drawing/2014/main" id="{412CEAD8-26E5-0934-3B0C-7AAA6FB4725D}"/>
              </a:ext>
            </a:extLst>
          </p:cNvPr>
          <p:cNvSpPr>
            <a:spLocks noGrp="1"/>
          </p:cNvSpPr>
          <p:nvPr>
            <p:ph type="body" sz="quarter" idx="47" hasCustomPrompt="1"/>
          </p:nvPr>
        </p:nvSpPr>
        <p:spPr>
          <a:xfrm>
            <a:off x="8006695" y="1458764"/>
            <a:ext cx="3425690"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accent1">
                    <a:lumMod val="50000"/>
                    <a:lumOff val="50000"/>
                  </a:schemeClr>
                </a:solidFill>
                <a:latin typeface="+mj-lt"/>
              </a:defRPr>
            </a:lvl1pPr>
          </a:lstStyle>
          <a:p>
            <a:pPr lvl="0"/>
            <a:r>
              <a:rPr lang="en-ID"/>
              <a:t>Subtitle Here</a:t>
            </a:r>
          </a:p>
        </p:txBody>
      </p:sp>
      <p:sp>
        <p:nvSpPr>
          <p:cNvPr id="34" name="Text Placeholder 33">
            <a:extLst>
              <a:ext uri="{FF2B5EF4-FFF2-40B4-BE49-F238E27FC236}">
                <a16:creationId xmlns:a16="http://schemas.microsoft.com/office/drawing/2014/main" id="{2C8BC5EE-892F-F719-A1D7-73516A767B6D}"/>
              </a:ext>
            </a:extLst>
          </p:cNvPr>
          <p:cNvSpPr>
            <a:spLocks noGrp="1"/>
          </p:cNvSpPr>
          <p:nvPr>
            <p:ph type="body" sz="quarter" idx="48" hasCustomPrompt="1"/>
          </p:nvPr>
        </p:nvSpPr>
        <p:spPr>
          <a:xfrm>
            <a:off x="8886963" y="3129074"/>
            <a:ext cx="26310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Subtitle Here</a:t>
            </a:r>
          </a:p>
        </p:txBody>
      </p:sp>
      <p:sp>
        <p:nvSpPr>
          <p:cNvPr id="38" name="Text Placeholder 37">
            <a:extLst>
              <a:ext uri="{FF2B5EF4-FFF2-40B4-BE49-F238E27FC236}">
                <a16:creationId xmlns:a16="http://schemas.microsoft.com/office/drawing/2014/main" id="{F5326656-62D8-1B30-C945-9814BFE5472F}"/>
              </a:ext>
            </a:extLst>
          </p:cNvPr>
          <p:cNvSpPr>
            <a:spLocks noGrp="1"/>
          </p:cNvSpPr>
          <p:nvPr>
            <p:ph type="body" sz="quarter" idx="49" hasCustomPrompt="1"/>
          </p:nvPr>
        </p:nvSpPr>
        <p:spPr>
          <a:xfrm>
            <a:off x="8006696" y="4784524"/>
            <a:ext cx="342568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accent1">
                    <a:lumMod val="50000"/>
                    <a:lumOff val="50000"/>
                  </a:schemeClr>
                </a:solidFill>
                <a:latin typeface="+mj-lt"/>
              </a:defRPr>
            </a:lvl1pPr>
          </a:lstStyle>
          <a:p>
            <a:pPr lvl="0"/>
            <a:r>
              <a:rPr lang="en-ID"/>
              <a:t>Subtitle Here</a:t>
            </a:r>
          </a:p>
        </p:txBody>
      </p:sp>
      <p:sp>
        <p:nvSpPr>
          <p:cNvPr id="41" name="Text Placeholder 40">
            <a:extLst>
              <a:ext uri="{FF2B5EF4-FFF2-40B4-BE49-F238E27FC236}">
                <a16:creationId xmlns:a16="http://schemas.microsoft.com/office/drawing/2014/main" id="{FFD4BB20-51ED-3B51-5B90-C268524AD98F}"/>
              </a:ext>
            </a:extLst>
          </p:cNvPr>
          <p:cNvSpPr>
            <a:spLocks noGrp="1"/>
          </p:cNvSpPr>
          <p:nvPr>
            <p:ph type="body" sz="quarter" idx="38" hasCustomPrompt="1"/>
          </p:nvPr>
        </p:nvSpPr>
        <p:spPr>
          <a:xfrm>
            <a:off x="1509059" y="1780037"/>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r">
              <a:lnSpc>
                <a:spcPts val="1800"/>
              </a:lnSpc>
              <a:spcBef>
                <a:spcPts val="0"/>
              </a:spcBef>
              <a:buNone/>
              <a:defRPr sz="1200" b="0">
                <a:solidFill>
                  <a:schemeClr val="bg1"/>
                </a:solidFill>
                <a:latin typeface="+mn-lt"/>
              </a:defRPr>
            </a:lvl1pPr>
          </a:lstStyle>
          <a:p>
            <a:pPr lvl="0"/>
            <a:r>
              <a:rPr lang="en-ID"/>
              <a:t>Description Here</a:t>
            </a:r>
          </a:p>
        </p:txBody>
      </p:sp>
      <p:sp>
        <p:nvSpPr>
          <p:cNvPr id="43" name="Text Placeholder 42">
            <a:extLst>
              <a:ext uri="{FF2B5EF4-FFF2-40B4-BE49-F238E27FC236}">
                <a16:creationId xmlns:a16="http://schemas.microsoft.com/office/drawing/2014/main" id="{5744D522-1E54-9C9D-8893-0E4C19CF975C}"/>
              </a:ext>
            </a:extLst>
          </p:cNvPr>
          <p:cNvSpPr>
            <a:spLocks noGrp="1"/>
          </p:cNvSpPr>
          <p:nvPr>
            <p:ph type="body" sz="quarter" idx="50" hasCustomPrompt="1"/>
          </p:nvPr>
        </p:nvSpPr>
        <p:spPr>
          <a:xfrm>
            <a:off x="812533" y="3444930"/>
            <a:ext cx="3003114" cy="766877"/>
          </a:xfrm>
          <a:custGeom>
            <a:avLst/>
            <a:gdLst>
              <a:gd name="connsiteX0" fmla="*/ 0 w 3003114"/>
              <a:gd name="connsiteY0" fmla="*/ 0 h 766877"/>
              <a:gd name="connsiteX1" fmla="*/ 3003114 w 3003114"/>
              <a:gd name="connsiteY1" fmla="*/ 0 h 766877"/>
              <a:gd name="connsiteX2" fmla="*/ 3003114 w 3003114"/>
              <a:gd name="connsiteY2" fmla="*/ 766877 h 766877"/>
              <a:gd name="connsiteX3" fmla="*/ 0 w 3003114"/>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003114" h="766877">
                <a:moveTo>
                  <a:pt x="0" y="0"/>
                </a:moveTo>
                <a:lnTo>
                  <a:pt x="3003114" y="0"/>
                </a:lnTo>
                <a:lnTo>
                  <a:pt x="3003114" y="766877"/>
                </a:lnTo>
                <a:lnTo>
                  <a:pt x="0" y="766877"/>
                </a:lnTo>
                <a:close/>
              </a:path>
            </a:pathLst>
          </a:custGeom>
        </p:spPr>
        <p:txBody>
          <a:bodyPr wrap="square">
            <a:noAutofit/>
          </a:bodyPr>
          <a:lstStyle>
            <a:lvl1pPr marL="0" indent="0" algn="r">
              <a:lnSpc>
                <a:spcPts val="1800"/>
              </a:lnSpc>
              <a:spcBef>
                <a:spcPts val="0"/>
              </a:spcBef>
              <a:buNone/>
              <a:defRPr sz="1200" b="0">
                <a:solidFill>
                  <a:schemeClr val="bg1"/>
                </a:solidFill>
                <a:latin typeface="+mn-lt"/>
              </a:defRPr>
            </a:lvl1pPr>
          </a:lstStyle>
          <a:p>
            <a:pPr lvl="0"/>
            <a:r>
              <a:rPr lang="en-ID"/>
              <a:t>Description Here</a:t>
            </a:r>
          </a:p>
        </p:txBody>
      </p:sp>
      <p:sp>
        <p:nvSpPr>
          <p:cNvPr id="45" name="Text Placeholder 44">
            <a:extLst>
              <a:ext uri="{FF2B5EF4-FFF2-40B4-BE49-F238E27FC236}">
                <a16:creationId xmlns:a16="http://schemas.microsoft.com/office/drawing/2014/main" id="{50498EC6-A509-0450-552D-AA9BE94199AB}"/>
              </a:ext>
            </a:extLst>
          </p:cNvPr>
          <p:cNvSpPr>
            <a:spLocks noGrp="1"/>
          </p:cNvSpPr>
          <p:nvPr>
            <p:ph type="body" sz="quarter" idx="51" hasCustomPrompt="1"/>
          </p:nvPr>
        </p:nvSpPr>
        <p:spPr>
          <a:xfrm>
            <a:off x="1509060" y="5110940"/>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r">
              <a:lnSpc>
                <a:spcPts val="1800"/>
              </a:lnSpc>
              <a:spcBef>
                <a:spcPts val="0"/>
              </a:spcBef>
              <a:buNone/>
              <a:defRPr sz="1200" b="0">
                <a:solidFill>
                  <a:schemeClr val="bg1"/>
                </a:solidFill>
                <a:latin typeface="+mn-lt"/>
              </a:defRPr>
            </a:lvl1pPr>
          </a:lstStyle>
          <a:p>
            <a:pPr lvl="0"/>
            <a:r>
              <a:rPr lang="en-ID"/>
              <a:t>Description Here</a:t>
            </a:r>
          </a:p>
        </p:txBody>
      </p:sp>
      <p:sp>
        <p:nvSpPr>
          <p:cNvPr id="47" name="Text Placeholder 46">
            <a:extLst>
              <a:ext uri="{FF2B5EF4-FFF2-40B4-BE49-F238E27FC236}">
                <a16:creationId xmlns:a16="http://schemas.microsoft.com/office/drawing/2014/main" id="{D541878C-9A3F-5CD6-C6EE-BB653CC9017B}"/>
              </a:ext>
            </a:extLst>
          </p:cNvPr>
          <p:cNvSpPr>
            <a:spLocks noGrp="1"/>
          </p:cNvSpPr>
          <p:nvPr>
            <p:ph type="body" sz="quarter" idx="52" hasCustomPrompt="1"/>
          </p:nvPr>
        </p:nvSpPr>
        <p:spPr>
          <a:xfrm>
            <a:off x="8259108" y="1780037"/>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49" name="Text Placeholder 48">
            <a:extLst>
              <a:ext uri="{FF2B5EF4-FFF2-40B4-BE49-F238E27FC236}">
                <a16:creationId xmlns:a16="http://schemas.microsoft.com/office/drawing/2014/main" id="{755AC6B4-05E1-74C9-48DD-FED97A0C49BF}"/>
              </a:ext>
            </a:extLst>
          </p:cNvPr>
          <p:cNvSpPr>
            <a:spLocks noGrp="1"/>
          </p:cNvSpPr>
          <p:nvPr>
            <p:ph type="body" sz="quarter" idx="53" hasCustomPrompt="1"/>
          </p:nvPr>
        </p:nvSpPr>
        <p:spPr>
          <a:xfrm>
            <a:off x="9139375" y="3450346"/>
            <a:ext cx="2378597" cy="766877"/>
          </a:xfrm>
          <a:custGeom>
            <a:avLst/>
            <a:gdLst>
              <a:gd name="connsiteX0" fmla="*/ 0 w 2378597"/>
              <a:gd name="connsiteY0" fmla="*/ 0 h 766877"/>
              <a:gd name="connsiteX1" fmla="*/ 2378597 w 2378597"/>
              <a:gd name="connsiteY1" fmla="*/ 0 h 766877"/>
              <a:gd name="connsiteX2" fmla="*/ 2378597 w 2378597"/>
              <a:gd name="connsiteY2" fmla="*/ 766877 h 766877"/>
              <a:gd name="connsiteX3" fmla="*/ 0 w 237859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378597" h="766877">
                <a:moveTo>
                  <a:pt x="0" y="0"/>
                </a:moveTo>
                <a:lnTo>
                  <a:pt x="2378597" y="0"/>
                </a:lnTo>
                <a:lnTo>
                  <a:pt x="2378597" y="766877"/>
                </a:lnTo>
                <a:lnTo>
                  <a:pt x="0" y="766877"/>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51" name="Text Placeholder 50">
            <a:extLst>
              <a:ext uri="{FF2B5EF4-FFF2-40B4-BE49-F238E27FC236}">
                <a16:creationId xmlns:a16="http://schemas.microsoft.com/office/drawing/2014/main" id="{1B908C6D-5B50-43A6-3E59-D16920C16173}"/>
              </a:ext>
            </a:extLst>
          </p:cNvPr>
          <p:cNvSpPr>
            <a:spLocks noGrp="1"/>
          </p:cNvSpPr>
          <p:nvPr>
            <p:ph type="body" sz="quarter" idx="54" hasCustomPrompt="1"/>
          </p:nvPr>
        </p:nvSpPr>
        <p:spPr>
          <a:xfrm>
            <a:off x="8259108" y="5105796"/>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53" name="Text Placeholder 52">
            <a:extLst>
              <a:ext uri="{FF2B5EF4-FFF2-40B4-BE49-F238E27FC236}">
                <a16:creationId xmlns:a16="http://schemas.microsoft.com/office/drawing/2014/main" id="{C829BBC9-4914-D876-F2F5-B0E1B8877644}"/>
              </a:ext>
            </a:extLst>
          </p:cNvPr>
          <p:cNvSpPr>
            <a:spLocks noGrp="1"/>
          </p:cNvSpPr>
          <p:nvPr>
            <p:ph type="body" sz="quarter" idx="55" hasCustomPrompt="1"/>
          </p:nvPr>
        </p:nvSpPr>
        <p:spPr>
          <a:xfrm>
            <a:off x="5501351" y="2937557"/>
            <a:ext cx="1874956" cy="1661748"/>
          </a:xfrm>
          <a:custGeom>
            <a:avLst/>
            <a:gdLst>
              <a:gd name="connsiteX0" fmla="*/ 0 w 1874956"/>
              <a:gd name="connsiteY0" fmla="*/ 0 h 1446550"/>
              <a:gd name="connsiteX1" fmla="*/ 1874956 w 1874956"/>
              <a:gd name="connsiteY1" fmla="*/ 0 h 1446550"/>
              <a:gd name="connsiteX2" fmla="*/ 1874956 w 1874956"/>
              <a:gd name="connsiteY2" fmla="*/ 1446550 h 1446550"/>
              <a:gd name="connsiteX3" fmla="*/ 0 w 1874956"/>
              <a:gd name="connsiteY3" fmla="*/ 1446550 h 1446550"/>
            </a:gdLst>
            <a:ahLst/>
            <a:cxnLst>
              <a:cxn ang="0">
                <a:pos x="connsiteX0" y="connsiteY0"/>
              </a:cxn>
              <a:cxn ang="0">
                <a:pos x="connsiteX1" y="connsiteY1"/>
              </a:cxn>
              <a:cxn ang="0">
                <a:pos x="connsiteX2" y="connsiteY2"/>
              </a:cxn>
              <a:cxn ang="0">
                <a:pos x="connsiteX3" y="connsiteY3"/>
              </a:cxn>
            </a:cxnLst>
            <a:rect l="l" t="t" r="r" b="b"/>
            <a:pathLst>
              <a:path w="1874956" h="1446550">
                <a:moveTo>
                  <a:pt x="0" y="0"/>
                </a:moveTo>
                <a:lnTo>
                  <a:pt x="1874956" y="0"/>
                </a:lnTo>
                <a:lnTo>
                  <a:pt x="1874956" y="1446550"/>
                </a:lnTo>
                <a:lnTo>
                  <a:pt x="0" y="1446550"/>
                </a:lnTo>
                <a:close/>
              </a:path>
            </a:pathLst>
          </a:custGeom>
        </p:spPr>
        <p:txBody>
          <a:bodyPr wrap="square">
            <a:noAutofit/>
          </a:bodyPr>
          <a:lstStyle>
            <a:lvl1pPr marL="0" indent="0" algn="ctr">
              <a:lnSpc>
                <a:spcPct val="100000"/>
              </a:lnSpc>
              <a:spcBef>
                <a:spcPts val="0"/>
              </a:spcBef>
              <a:buNone/>
              <a:defRPr sz="1100" b="0">
                <a:solidFill>
                  <a:schemeClr val="bg1"/>
                </a:solidFill>
                <a:latin typeface="+mn-lt"/>
              </a:defRPr>
            </a:lvl1pPr>
          </a:lstStyle>
          <a:p>
            <a:pPr lvl="0"/>
            <a:r>
              <a:rPr lang="en-ID"/>
              <a:t>Description Here</a:t>
            </a:r>
          </a:p>
        </p:txBody>
      </p:sp>
    </p:spTree>
    <p:extLst>
      <p:ext uri="{BB962C8B-B14F-4D97-AF65-F5344CB8AC3E}">
        <p14:creationId xmlns:p14="http://schemas.microsoft.com/office/powerpoint/2010/main" val="1877389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26118AA-406C-4E0F-CF5F-058A3342F7DA}"/>
              </a:ext>
            </a:extLst>
          </p:cNvPr>
          <p:cNvSpPr>
            <a:spLocks noGrp="1"/>
          </p:cNvSpPr>
          <p:nvPr>
            <p:ph type="pic" sz="quarter" idx="10"/>
          </p:nvPr>
        </p:nvSpPr>
        <p:spPr>
          <a:xfrm>
            <a:off x="1662573" y="1666876"/>
            <a:ext cx="3524250" cy="3524248"/>
          </a:xfrm>
          <a:custGeom>
            <a:avLst/>
            <a:gdLst>
              <a:gd name="connsiteX0" fmla="*/ 1762125 w 3524250"/>
              <a:gd name="connsiteY0" fmla="*/ 0 h 3524248"/>
              <a:gd name="connsiteX1" fmla="*/ 3524250 w 3524250"/>
              <a:gd name="connsiteY1" fmla="*/ 1762125 h 3524248"/>
              <a:gd name="connsiteX2" fmla="*/ 1942292 w 3524250"/>
              <a:gd name="connsiteY2" fmla="*/ 3515153 h 3524248"/>
              <a:gd name="connsiteX3" fmla="*/ 1762165 w 3524250"/>
              <a:gd name="connsiteY3" fmla="*/ 3524248 h 3524248"/>
              <a:gd name="connsiteX4" fmla="*/ 1762085 w 3524250"/>
              <a:gd name="connsiteY4" fmla="*/ 3524248 h 3524248"/>
              <a:gd name="connsiteX5" fmla="*/ 1581958 w 3524250"/>
              <a:gd name="connsiteY5" fmla="*/ 3515153 h 3524248"/>
              <a:gd name="connsiteX6" fmla="*/ 0 w 3524250"/>
              <a:gd name="connsiteY6" fmla="*/ 1762125 h 3524248"/>
              <a:gd name="connsiteX7" fmla="*/ 1762125 w 3524250"/>
              <a:gd name="connsiteY7" fmla="*/ 0 h 3524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4250" h="3524248">
                <a:moveTo>
                  <a:pt x="1762125" y="0"/>
                </a:moveTo>
                <a:cubicBezTo>
                  <a:pt x="2735320" y="0"/>
                  <a:pt x="3524250" y="788930"/>
                  <a:pt x="3524250" y="1762125"/>
                </a:cubicBezTo>
                <a:cubicBezTo>
                  <a:pt x="3524250" y="2674496"/>
                  <a:pt x="2830855" y="3424914"/>
                  <a:pt x="1942292" y="3515153"/>
                </a:cubicBezTo>
                <a:lnTo>
                  <a:pt x="1762165" y="3524248"/>
                </a:lnTo>
                <a:lnTo>
                  <a:pt x="1762085" y="3524248"/>
                </a:lnTo>
                <a:lnTo>
                  <a:pt x="1581958" y="3515153"/>
                </a:lnTo>
                <a:cubicBezTo>
                  <a:pt x="693396" y="3424914"/>
                  <a:pt x="0" y="2674496"/>
                  <a:pt x="0" y="1762125"/>
                </a:cubicBezTo>
                <a:cubicBezTo>
                  <a:pt x="0" y="788930"/>
                  <a:pt x="788930" y="0"/>
                  <a:pt x="1762125" y="0"/>
                </a:cubicBezTo>
                <a:close/>
              </a:path>
            </a:pathLst>
          </a:custGeom>
          <a:solidFill>
            <a:schemeClr val="bg1">
              <a:lumMod val="95000"/>
            </a:schemeClr>
          </a:solidFill>
        </p:spPr>
        <p:txBody>
          <a:bodyPr wrap="square">
            <a:noAutofit/>
          </a:bodyPr>
          <a:lstStyle>
            <a:lvl1pPr>
              <a:defRPr sz="800"/>
            </a:lvl1pPr>
          </a:lstStyle>
          <a:p>
            <a:endParaRPr lang="en-ID"/>
          </a:p>
        </p:txBody>
      </p:sp>
      <p:sp>
        <p:nvSpPr>
          <p:cNvPr id="4" name="Freeform: Shape 3">
            <a:extLst>
              <a:ext uri="{FF2B5EF4-FFF2-40B4-BE49-F238E27FC236}">
                <a16:creationId xmlns:a16="http://schemas.microsoft.com/office/drawing/2014/main" id="{16A6EBD7-130A-3E0F-8A20-A7200B156A7B}"/>
              </a:ext>
            </a:extLst>
          </p:cNvPr>
          <p:cNvSpPr/>
          <p:nvPr userDrawn="1"/>
        </p:nvSpPr>
        <p:spPr>
          <a:xfrm>
            <a:off x="1012070" y="1048671"/>
            <a:ext cx="4317628" cy="2367630"/>
          </a:xfrm>
          <a:custGeom>
            <a:avLst/>
            <a:gdLst>
              <a:gd name="connsiteX0" fmla="*/ 2199075 w 3969122"/>
              <a:gd name="connsiteY0" fmla="*/ 0 h 2176521"/>
              <a:gd name="connsiteX1" fmla="*/ 3896914 w 3969122"/>
              <a:gd name="connsiteY1" fmla="*/ 800696 h 2176521"/>
              <a:gd name="connsiteX2" fmla="*/ 3969122 w 3969122"/>
              <a:gd name="connsiteY2" fmla="*/ 897258 h 2176521"/>
              <a:gd name="connsiteX3" fmla="*/ 3523740 w 3969122"/>
              <a:gd name="connsiteY3" fmla="*/ 1040806 h 2176521"/>
              <a:gd name="connsiteX4" fmla="*/ 3445086 w 3969122"/>
              <a:gd name="connsiteY4" fmla="*/ 954265 h 2176521"/>
              <a:gd name="connsiteX5" fmla="*/ 2199075 w 3969122"/>
              <a:gd name="connsiteY5" fmla="*/ 438150 h 2176521"/>
              <a:gd name="connsiteX6" fmla="*/ 446048 w 3969122"/>
              <a:gd name="connsiteY6" fmla="*/ 2020108 h 2176521"/>
              <a:gd name="connsiteX7" fmla="*/ 445399 w 3969122"/>
              <a:gd name="connsiteY7" fmla="*/ 2032968 h 2176521"/>
              <a:gd name="connsiteX8" fmla="*/ 0 w 3969122"/>
              <a:gd name="connsiteY8" fmla="*/ 2176521 h 2176521"/>
              <a:gd name="connsiteX9" fmla="*/ 10160 w 3969122"/>
              <a:gd name="connsiteY9" fmla="*/ 1975310 h 2176521"/>
              <a:gd name="connsiteX10" fmla="*/ 2199075 w 3969122"/>
              <a:gd name="connsiteY10" fmla="*/ 0 h 2176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69122" h="2176521">
                <a:moveTo>
                  <a:pt x="2199075" y="0"/>
                </a:moveTo>
                <a:cubicBezTo>
                  <a:pt x="2882613" y="0"/>
                  <a:pt x="3493351" y="311691"/>
                  <a:pt x="3896914" y="800696"/>
                </a:cubicBezTo>
                <a:lnTo>
                  <a:pt x="3969122" y="897258"/>
                </a:lnTo>
                <a:lnTo>
                  <a:pt x="3523740" y="1040806"/>
                </a:lnTo>
                <a:lnTo>
                  <a:pt x="3445086" y="954265"/>
                </a:lnTo>
                <a:cubicBezTo>
                  <a:pt x="3126204" y="635383"/>
                  <a:pt x="2685673" y="438150"/>
                  <a:pt x="2199075" y="438150"/>
                </a:cubicBezTo>
                <a:cubicBezTo>
                  <a:pt x="1286705" y="438150"/>
                  <a:pt x="536286" y="1131546"/>
                  <a:pt x="446048" y="2020108"/>
                </a:cubicBezTo>
                <a:lnTo>
                  <a:pt x="445399" y="2032968"/>
                </a:lnTo>
                <a:lnTo>
                  <a:pt x="0" y="2176521"/>
                </a:lnTo>
                <a:lnTo>
                  <a:pt x="10160" y="1975310"/>
                </a:lnTo>
                <a:cubicBezTo>
                  <a:pt x="122836" y="865808"/>
                  <a:pt x="1059846" y="0"/>
                  <a:pt x="2199075" y="0"/>
                </a:cubicBezTo>
                <a:close/>
              </a:path>
            </a:pathLst>
          </a:custGeom>
          <a:gradFill>
            <a:gsLst>
              <a:gs pos="0">
                <a:schemeClr val="accent1">
                  <a:alpha val="0"/>
                </a:schemeClr>
              </a:gs>
              <a:gs pos="45000">
                <a:schemeClr val="accent2"/>
              </a:gs>
              <a:gs pos="62000">
                <a:schemeClr val="accent2"/>
              </a:gs>
              <a:gs pos="100000">
                <a:schemeClr val="accent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5" name="Freeform: Shape 4">
            <a:extLst>
              <a:ext uri="{FF2B5EF4-FFF2-40B4-BE49-F238E27FC236}">
                <a16:creationId xmlns:a16="http://schemas.microsoft.com/office/drawing/2014/main" id="{2E7F9527-B7BE-99F8-7E8C-2D6A1A104984}"/>
              </a:ext>
            </a:extLst>
          </p:cNvPr>
          <p:cNvSpPr/>
          <p:nvPr userDrawn="1"/>
        </p:nvSpPr>
        <p:spPr>
          <a:xfrm rot="10800000">
            <a:off x="1507370" y="3429001"/>
            <a:ext cx="4317628" cy="2367630"/>
          </a:xfrm>
          <a:custGeom>
            <a:avLst/>
            <a:gdLst>
              <a:gd name="connsiteX0" fmla="*/ 2199075 w 3969122"/>
              <a:gd name="connsiteY0" fmla="*/ 0 h 2176521"/>
              <a:gd name="connsiteX1" fmla="*/ 3896914 w 3969122"/>
              <a:gd name="connsiteY1" fmla="*/ 800696 h 2176521"/>
              <a:gd name="connsiteX2" fmla="*/ 3969122 w 3969122"/>
              <a:gd name="connsiteY2" fmla="*/ 897258 h 2176521"/>
              <a:gd name="connsiteX3" fmla="*/ 3523740 w 3969122"/>
              <a:gd name="connsiteY3" fmla="*/ 1040806 h 2176521"/>
              <a:gd name="connsiteX4" fmla="*/ 3445086 w 3969122"/>
              <a:gd name="connsiteY4" fmla="*/ 954265 h 2176521"/>
              <a:gd name="connsiteX5" fmla="*/ 2199075 w 3969122"/>
              <a:gd name="connsiteY5" fmla="*/ 438150 h 2176521"/>
              <a:gd name="connsiteX6" fmla="*/ 446048 w 3969122"/>
              <a:gd name="connsiteY6" fmla="*/ 2020108 h 2176521"/>
              <a:gd name="connsiteX7" fmla="*/ 445399 w 3969122"/>
              <a:gd name="connsiteY7" fmla="*/ 2032968 h 2176521"/>
              <a:gd name="connsiteX8" fmla="*/ 0 w 3969122"/>
              <a:gd name="connsiteY8" fmla="*/ 2176521 h 2176521"/>
              <a:gd name="connsiteX9" fmla="*/ 10160 w 3969122"/>
              <a:gd name="connsiteY9" fmla="*/ 1975310 h 2176521"/>
              <a:gd name="connsiteX10" fmla="*/ 2199075 w 3969122"/>
              <a:gd name="connsiteY10" fmla="*/ 0 h 2176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69122" h="2176521">
                <a:moveTo>
                  <a:pt x="2199075" y="0"/>
                </a:moveTo>
                <a:cubicBezTo>
                  <a:pt x="2882613" y="0"/>
                  <a:pt x="3493351" y="311691"/>
                  <a:pt x="3896914" y="800696"/>
                </a:cubicBezTo>
                <a:lnTo>
                  <a:pt x="3969122" y="897258"/>
                </a:lnTo>
                <a:lnTo>
                  <a:pt x="3523740" y="1040806"/>
                </a:lnTo>
                <a:lnTo>
                  <a:pt x="3445086" y="954265"/>
                </a:lnTo>
                <a:cubicBezTo>
                  <a:pt x="3126204" y="635383"/>
                  <a:pt x="2685673" y="438150"/>
                  <a:pt x="2199075" y="438150"/>
                </a:cubicBezTo>
                <a:cubicBezTo>
                  <a:pt x="1286705" y="438150"/>
                  <a:pt x="536286" y="1131546"/>
                  <a:pt x="446048" y="2020108"/>
                </a:cubicBezTo>
                <a:lnTo>
                  <a:pt x="445399" y="2032968"/>
                </a:lnTo>
                <a:lnTo>
                  <a:pt x="0" y="2176521"/>
                </a:lnTo>
                <a:lnTo>
                  <a:pt x="10160" y="1975310"/>
                </a:lnTo>
                <a:cubicBezTo>
                  <a:pt x="122836" y="865808"/>
                  <a:pt x="1059846" y="0"/>
                  <a:pt x="2199075" y="0"/>
                </a:cubicBezTo>
                <a:close/>
              </a:path>
            </a:pathLst>
          </a:custGeom>
          <a:gradFill>
            <a:gsLst>
              <a:gs pos="0">
                <a:schemeClr val="accent1">
                  <a:alpha val="0"/>
                </a:schemeClr>
              </a:gs>
              <a:gs pos="45000">
                <a:schemeClr val="accent2"/>
              </a:gs>
              <a:gs pos="62000">
                <a:schemeClr val="accent2"/>
              </a:gs>
              <a:gs pos="100000">
                <a:schemeClr val="accent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3" name="Text Placeholder 12">
            <a:extLst>
              <a:ext uri="{FF2B5EF4-FFF2-40B4-BE49-F238E27FC236}">
                <a16:creationId xmlns:a16="http://schemas.microsoft.com/office/drawing/2014/main" id="{5A2A93B9-970F-5406-2131-512D9394ED28}"/>
              </a:ext>
            </a:extLst>
          </p:cNvPr>
          <p:cNvSpPr>
            <a:spLocks noGrp="1"/>
          </p:cNvSpPr>
          <p:nvPr>
            <p:ph type="body" sz="quarter" idx="11" hasCustomPrompt="1"/>
          </p:nvPr>
        </p:nvSpPr>
        <p:spPr>
          <a:xfrm>
            <a:off x="6470686" y="1334430"/>
            <a:ext cx="4444818" cy="1642808"/>
          </a:xfrm>
          <a:custGeom>
            <a:avLst/>
            <a:gdLst>
              <a:gd name="connsiteX0" fmla="*/ 0 w 4444818"/>
              <a:gd name="connsiteY0" fmla="*/ 0 h 1446550"/>
              <a:gd name="connsiteX1" fmla="*/ 4444818 w 4444818"/>
              <a:gd name="connsiteY1" fmla="*/ 0 h 1446550"/>
              <a:gd name="connsiteX2" fmla="*/ 4444818 w 4444818"/>
              <a:gd name="connsiteY2" fmla="*/ 1446550 h 1446550"/>
              <a:gd name="connsiteX3" fmla="*/ 0 w 4444818"/>
              <a:gd name="connsiteY3" fmla="*/ 1446550 h 1446550"/>
            </a:gdLst>
            <a:ahLst/>
            <a:cxnLst>
              <a:cxn ang="0">
                <a:pos x="connsiteX0" y="connsiteY0"/>
              </a:cxn>
              <a:cxn ang="0">
                <a:pos x="connsiteX1" y="connsiteY1"/>
              </a:cxn>
              <a:cxn ang="0">
                <a:pos x="connsiteX2" y="connsiteY2"/>
              </a:cxn>
              <a:cxn ang="0">
                <a:pos x="connsiteX3" y="connsiteY3"/>
              </a:cxn>
            </a:cxnLst>
            <a:rect l="l" t="t" r="r" b="b"/>
            <a:pathLst>
              <a:path w="4444818" h="1446550">
                <a:moveTo>
                  <a:pt x="0" y="0"/>
                </a:moveTo>
                <a:lnTo>
                  <a:pt x="4444818" y="0"/>
                </a:lnTo>
                <a:lnTo>
                  <a:pt x="4444818" y="1446550"/>
                </a:lnTo>
                <a:lnTo>
                  <a:pt x="0" y="1446550"/>
                </a:lnTo>
                <a:close/>
              </a:path>
            </a:pathLst>
          </a:custGeom>
        </p:spPr>
        <p:txBody>
          <a:bodyPr wrap="square">
            <a:noAutofit/>
          </a:bodyPr>
          <a:lstStyle>
            <a:lvl1pPr marL="0" indent="0">
              <a:lnSpc>
                <a:spcPct val="100000"/>
              </a:lnSpc>
              <a:buNone/>
              <a:defRPr sz="4400" b="1">
                <a:solidFill>
                  <a:schemeClr val="bg1"/>
                </a:solidFill>
                <a:latin typeface="+mj-lt"/>
              </a:defRPr>
            </a:lvl1pPr>
          </a:lstStyle>
          <a:p>
            <a:pPr lvl="0"/>
            <a:r>
              <a:rPr lang="en-ID"/>
              <a:t>TITLE HERE</a:t>
            </a:r>
          </a:p>
        </p:txBody>
      </p:sp>
      <p:sp>
        <p:nvSpPr>
          <p:cNvPr id="15" name="Text Placeholder 14">
            <a:extLst>
              <a:ext uri="{FF2B5EF4-FFF2-40B4-BE49-F238E27FC236}">
                <a16:creationId xmlns:a16="http://schemas.microsoft.com/office/drawing/2014/main" id="{53D50775-89E5-7619-4A28-662F0FE88132}"/>
              </a:ext>
            </a:extLst>
          </p:cNvPr>
          <p:cNvSpPr>
            <a:spLocks noGrp="1"/>
          </p:cNvSpPr>
          <p:nvPr>
            <p:ph type="body" sz="quarter" idx="47" hasCustomPrompt="1"/>
          </p:nvPr>
        </p:nvSpPr>
        <p:spPr>
          <a:xfrm>
            <a:off x="6554822" y="2977238"/>
            <a:ext cx="4360682" cy="307777"/>
          </a:xfrm>
          <a:custGeom>
            <a:avLst/>
            <a:gdLst>
              <a:gd name="connsiteX0" fmla="*/ 0 w 3580267"/>
              <a:gd name="connsiteY0" fmla="*/ 0 h 307777"/>
              <a:gd name="connsiteX1" fmla="*/ 3580267 w 3580267"/>
              <a:gd name="connsiteY1" fmla="*/ 0 h 307777"/>
              <a:gd name="connsiteX2" fmla="*/ 3580267 w 3580267"/>
              <a:gd name="connsiteY2" fmla="*/ 307777 h 307777"/>
              <a:gd name="connsiteX3" fmla="*/ 0 w 3580267"/>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3580267" h="307777">
                <a:moveTo>
                  <a:pt x="0" y="0"/>
                </a:moveTo>
                <a:lnTo>
                  <a:pt x="3580267" y="0"/>
                </a:lnTo>
                <a:lnTo>
                  <a:pt x="3580267"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SUBTITLE HERE</a:t>
            </a:r>
          </a:p>
        </p:txBody>
      </p:sp>
      <p:sp>
        <p:nvSpPr>
          <p:cNvPr id="17" name="Text Placeholder 16">
            <a:extLst>
              <a:ext uri="{FF2B5EF4-FFF2-40B4-BE49-F238E27FC236}">
                <a16:creationId xmlns:a16="http://schemas.microsoft.com/office/drawing/2014/main" id="{BC6BD46C-6964-59F1-70B3-C8420524C628}"/>
              </a:ext>
            </a:extLst>
          </p:cNvPr>
          <p:cNvSpPr>
            <a:spLocks noGrp="1"/>
          </p:cNvSpPr>
          <p:nvPr>
            <p:ph type="body" sz="quarter" idx="48" hasCustomPrompt="1"/>
          </p:nvPr>
        </p:nvSpPr>
        <p:spPr>
          <a:xfrm>
            <a:off x="6470687" y="3386522"/>
            <a:ext cx="4444817" cy="276999"/>
          </a:xfrm>
          <a:custGeom>
            <a:avLst/>
            <a:gdLst>
              <a:gd name="connsiteX0" fmla="*/ 0 w 4269301"/>
              <a:gd name="connsiteY0" fmla="*/ 0 h 276999"/>
              <a:gd name="connsiteX1" fmla="*/ 4269301 w 4269301"/>
              <a:gd name="connsiteY1" fmla="*/ 0 h 276999"/>
              <a:gd name="connsiteX2" fmla="*/ 4269301 w 4269301"/>
              <a:gd name="connsiteY2" fmla="*/ 276999 h 276999"/>
              <a:gd name="connsiteX3" fmla="*/ 0 w 426930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269301" h="276999">
                <a:moveTo>
                  <a:pt x="0" y="0"/>
                </a:moveTo>
                <a:lnTo>
                  <a:pt x="4269301" y="0"/>
                </a:lnTo>
                <a:lnTo>
                  <a:pt x="4269301" y="276999"/>
                </a:lnTo>
                <a:lnTo>
                  <a:pt x="0" y="276999"/>
                </a:lnTo>
                <a:close/>
              </a:path>
            </a:pathLst>
          </a:custGeom>
        </p:spPr>
        <p:txBody>
          <a:bodyPr wrap="square">
            <a:noAutofit/>
          </a:bodyPr>
          <a:lstStyle>
            <a:lvl1pPr marL="0" indent="0" algn="l">
              <a:lnSpc>
                <a:spcPct val="100000"/>
              </a:lnSpc>
              <a:buNone/>
              <a:defRPr sz="1200" b="1">
                <a:solidFill>
                  <a:schemeClr val="bg1"/>
                </a:solidFill>
                <a:latin typeface="+mj-lt"/>
              </a:defRPr>
            </a:lvl1pPr>
          </a:lstStyle>
          <a:p>
            <a:pPr lvl="0"/>
            <a:r>
              <a:rPr lang="en-ID"/>
              <a:t>SUBTITLE HERE</a:t>
            </a:r>
          </a:p>
        </p:txBody>
      </p:sp>
      <p:sp>
        <p:nvSpPr>
          <p:cNvPr id="19" name="Text Placeholder 18">
            <a:extLst>
              <a:ext uri="{FF2B5EF4-FFF2-40B4-BE49-F238E27FC236}">
                <a16:creationId xmlns:a16="http://schemas.microsoft.com/office/drawing/2014/main" id="{D5AADAAA-6AE0-DB7F-3CF2-6A7658599063}"/>
              </a:ext>
            </a:extLst>
          </p:cNvPr>
          <p:cNvSpPr>
            <a:spLocks noGrp="1"/>
          </p:cNvSpPr>
          <p:nvPr>
            <p:ph type="body" sz="quarter" idx="52" hasCustomPrompt="1"/>
          </p:nvPr>
        </p:nvSpPr>
        <p:spPr>
          <a:xfrm>
            <a:off x="6701220" y="4438051"/>
            <a:ext cx="2185851" cy="997709"/>
          </a:xfrm>
          <a:custGeom>
            <a:avLst/>
            <a:gdLst>
              <a:gd name="connsiteX0" fmla="*/ 0 w 2185851"/>
              <a:gd name="connsiteY0" fmla="*/ 0 h 997709"/>
              <a:gd name="connsiteX1" fmla="*/ 2185851 w 2185851"/>
              <a:gd name="connsiteY1" fmla="*/ 0 h 997709"/>
              <a:gd name="connsiteX2" fmla="*/ 2185851 w 2185851"/>
              <a:gd name="connsiteY2" fmla="*/ 997709 h 997709"/>
              <a:gd name="connsiteX3" fmla="*/ 0 w 2185851"/>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2185851" h="997709">
                <a:moveTo>
                  <a:pt x="0" y="0"/>
                </a:moveTo>
                <a:lnTo>
                  <a:pt x="2185851" y="0"/>
                </a:lnTo>
                <a:lnTo>
                  <a:pt x="2185851" y="997709"/>
                </a:lnTo>
                <a:lnTo>
                  <a:pt x="0" y="997709"/>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21" name="Text Placeholder 20">
            <a:extLst>
              <a:ext uri="{FF2B5EF4-FFF2-40B4-BE49-F238E27FC236}">
                <a16:creationId xmlns:a16="http://schemas.microsoft.com/office/drawing/2014/main" id="{503B7ACC-17C7-5604-522C-74ED825E70DF}"/>
              </a:ext>
            </a:extLst>
          </p:cNvPr>
          <p:cNvSpPr>
            <a:spLocks noGrp="1"/>
          </p:cNvSpPr>
          <p:nvPr>
            <p:ph type="body" sz="quarter" idx="53" hasCustomPrompt="1"/>
          </p:nvPr>
        </p:nvSpPr>
        <p:spPr>
          <a:xfrm>
            <a:off x="9474429" y="4135397"/>
            <a:ext cx="1563524" cy="305212"/>
          </a:xfrm>
          <a:custGeom>
            <a:avLst/>
            <a:gdLst>
              <a:gd name="connsiteX0" fmla="*/ 0 w 1563524"/>
              <a:gd name="connsiteY0" fmla="*/ 0 h 305212"/>
              <a:gd name="connsiteX1" fmla="*/ 1563524 w 1563524"/>
              <a:gd name="connsiteY1" fmla="*/ 0 h 305212"/>
              <a:gd name="connsiteX2" fmla="*/ 1563524 w 1563524"/>
              <a:gd name="connsiteY2" fmla="*/ 305212 h 305212"/>
              <a:gd name="connsiteX3" fmla="*/ 0 w 1563524"/>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563524" h="305212">
                <a:moveTo>
                  <a:pt x="0" y="0"/>
                </a:moveTo>
                <a:lnTo>
                  <a:pt x="1563524" y="0"/>
                </a:lnTo>
                <a:lnTo>
                  <a:pt x="1563524"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E138683A-9BF1-0964-BFEC-664944F91032}"/>
              </a:ext>
            </a:extLst>
          </p:cNvPr>
          <p:cNvSpPr>
            <a:spLocks noGrp="1"/>
          </p:cNvSpPr>
          <p:nvPr>
            <p:ph type="body" sz="quarter" idx="54" hasCustomPrompt="1"/>
          </p:nvPr>
        </p:nvSpPr>
        <p:spPr>
          <a:xfrm>
            <a:off x="9474429" y="5049321"/>
            <a:ext cx="1831692" cy="305212"/>
          </a:xfrm>
          <a:custGeom>
            <a:avLst/>
            <a:gdLst>
              <a:gd name="connsiteX0" fmla="*/ 0 w 1831692"/>
              <a:gd name="connsiteY0" fmla="*/ 0 h 305212"/>
              <a:gd name="connsiteX1" fmla="*/ 1831692 w 1831692"/>
              <a:gd name="connsiteY1" fmla="*/ 0 h 305212"/>
              <a:gd name="connsiteX2" fmla="*/ 1831692 w 1831692"/>
              <a:gd name="connsiteY2" fmla="*/ 305212 h 305212"/>
              <a:gd name="connsiteX3" fmla="*/ 0 w 1831692"/>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831692" h="305212">
                <a:moveTo>
                  <a:pt x="0" y="0"/>
                </a:moveTo>
                <a:lnTo>
                  <a:pt x="1831692" y="0"/>
                </a:lnTo>
                <a:lnTo>
                  <a:pt x="1831692"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sp>
        <p:nvSpPr>
          <p:cNvPr id="26" name="Text Placeholder 25">
            <a:extLst>
              <a:ext uri="{FF2B5EF4-FFF2-40B4-BE49-F238E27FC236}">
                <a16:creationId xmlns:a16="http://schemas.microsoft.com/office/drawing/2014/main" id="{8233D8CD-E5E5-CB69-815F-F4C0C4ADB9DA}"/>
              </a:ext>
            </a:extLst>
          </p:cNvPr>
          <p:cNvSpPr>
            <a:spLocks noGrp="1"/>
          </p:cNvSpPr>
          <p:nvPr>
            <p:ph type="body" sz="quarter" idx="55" hasCustomPrompt="1"/>
          </p:nvPr>
        </p:nvSpPr>
        <p:spPr>
          <a:xfrm>
            <a:off x="649664" y="6442499"/>
            <a:ext cx="5331669" cy="276999"/>
          </a:xfrm>
          <a:custGeom>
            <a:avLst/>
            <a:gdLst>
              <a:gd name="connsiteX0" fmla="*/ 0 w 5331669"/>
              <a:gd name="connsiteY0" fmla="*/ 0 h 276999"/>
              <a:gd name="connsiteX1" fmla="*/ 5331669 w 5331669"/>
              <a:gd name="connsiteY1" fmla="*/ 0 h 276999"/>
              <a:gd name="connsiteX2" fmla="*/ 5331669 w 5331669"/>
              <a:gd name="connsiteY2" fmla="*/ 276999 h 276999"/>
              <a:gd name="connsiteX3" fmla="*/ 0 w 5331669"/>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5331669" h="276999">
                <a:moveTo>
                  <a:pt x="0" y="0"/>
                </a:moveTo>
                <a:lnTo>
                  <a:pt x="5331669" y="0"/>
                </a:lnTo>
                <a:lnTo>
                  <a:pt x="5331669" y="276999"/>
                </a:lnTo>
                <a:lnTo>
                  <a:pt x="0" y="276999"/>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BODY TEXT HERE</a:t>
            </a:r>
          </a:p>
        </p:txBody>
      </p:sp>
    </p:spTree>
    <p:extLst>
      <p:ext uri="{BB962C8B-B14F-4D97-AF65-F5344CB8AC3E}">
        <p14:creationId xmlns:p14="http://schemas.microsoft.com/office/powerpoint/2010/main" val="1154792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26118AA-406C-4E0F-CF5F-058A3342F7DA}"/>
              </a:ext>
            </a:extLst>
          </p:cNvPr>
          <p:cNvSpPr>
            <a:spLocks noGrp="1"/>
          </p:cNvSpPr>
          <p:nvPr>
            <p:ph type="pic" sz="quarter" idx="10"/>
          </p:nvPr>
        </p:nvSpPr>
        <p:spPr>
          <a:xfrm>
            <a:off x="0" y="0"/>
            <a:ext cx="12192000" cy="4711700"/>
          </a:xfrm>
          <a:prstGeom prst="rect">
            <a:avLst/>
          </a:prstGeom>
          <a:solidFill>
            <a:schemeClr val="bg1">
              <a:lumMod val="95000"/>
            </a:schemeClr>
          </a:solidFill>
        </p:spPr>
        <p:txBody>
          <a:bodyPr wrap="square">
            <a:noAutofit/>
          </a:bodyPr>
          <a:lstStyle>
            <a:lvl1pPr>
              <a:defRPr sz="800"/>
            </a:lvl1pPr>
          </a:lstStyle>
          <a:p>
            <a:endParaRPr lang="en-ID"/>
          </a:p>
        </p:txBody>
      </p:sp>
      <p:sp>
        <p:nvSpPr>
          <p:cNvPr id="7" name="Text Placeholder 6">
            <a:extLst>
              <a:ext uri="{FF2B5EF4-FFF2-40B4-BE49-F238E27FC236}">
                <a16:creationId xmlns:a16="http://schemas.microsoft.com/office/drawing/2014/main" id="{7B674275-633E-50B6-A5F6-619DFE817C08}"/>
              </a:ext>
            </a:extLst>
          </p:cNvPr>
          <p:cNvSpPr>
            <a:spLocks noGrp="1"/>
          </p:cNvSpPr>
          <p:nvPr>
            <p:ph type="body" sz="quarter" idx="11" hasCustomPrompt="1"/>
          </p:nvPr>
        </p:nvSpPr>
        <p:spPr>
          <a:xfrm>
            <a:off x="1178793" y="3748048"/>
            <a:ext cx="4942673" cy="1721311"/>
          </a:xfrm>
          <a:custGeom>
            <a:avLst/>
            <a:gdLst>
              <a:gd name="connsiteX0" fmla="*/ 0 w 4942673"/>
              <a:gd name="connsiteY0" fmla="*/ 0 h 1569660"/>
              <a:gd name="connsiteX1" fmla="*/ 4942673 w 4942673"/>
              <a:gd name="connsiteY1" fmla="*/ 0 h 1569660"/>
              <a:gd name="connsiteX2" fmla="*/ 4942673 w 4942673"/>
              <a:gd name="connsiteY2" fmla="*/ 1569660 h 1569660"/>
              <a:gd name="connsiteX3" fmla="*/ 0 w 4942673"/>
              <a:gd name="connsiteY3" fmla="*/ 1569660 h 1569660"/>
            </a:gdLst>
            <a:ahLst/>
            <a:cxnLst>
              <a:cxn ang="0">
                <a:pos x="connsiteX0" y="connsiteY0"/>
              </a:cxn>
              <a:cxn ang="0">
                <a:pos x="connsiteX1" y="connsiteY1"/>
              </a:cxn>
              <a:cxn ang="0">
                <a:pos x="connsiteX2" y="connsiteY2"/>
              </a:cxn>
              <a:cxn ang="0">
                <a:pos x="connsiteX3" y="connsiteY3"/>
              </a:cxn>
            </a:cxnLst>
            <a:rect l="l" t="t" r="r" b="b"/>
            <a:pathLst>
              <a:path w="4942673" h="1569660">
                <a:moveTo>
                  <a:pt x="0" y="0"/>
                </a:moveTo>
                <a:lnTo>
                  <a:pt x="4942673" y="0"/>
                </a:lnTo>
                <a:lnTo>
                  <a:pt x="4942673" y="1569660"/>
                </a:lnTo>
                <a:lnTo>
                  <a:pt x="0" y="1569660"/>
                </a:lnTo>
                <a:close/>
              </a:path>
            </a:pathLst>
          </a:custGeom>
        </p:spPr>
        <p:txBody>
          <a:bodyPr wrap="square">
            <a:noAutofit/>
          </a:bodyPr>
          <a:lstStyle>
            <a:lvl1pPr marL="0" indent="0">
              <a:lnSpc>
                <a:spcPct val="100000"/>
              </a:lnSpc>
              <a:buNone/>
              <a:defRPr sz="48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4F6F5706-8F75-74F8-B0CE-814FC973417D}"/>
              </a:ext>
            </a:extLst>
          </p:cNvPr>
          <p:cNvSpPr>
            <a:spLocks noGrp="1"/>
          </p:cNvSpPr>
          <p:nvPr>
            <p:ph type="body" sz="quarter" idx="47" hasCustomPrompt="1"/>
          </p:nvPr>
        </p:nvSpPr>
        <p:spPr>
          <a:xfrm>
            <a:off x="1354426" y="5570959"/>
            <a:ext cx="4767039" cy="307777"/>
          </a:xfrm>
          <a:custGeom>
            <a:avLst/>
            <a:gdLst>
              <a:gd name="connsiteX0" fmla="*/ 0 w 1641254"/>
              <a:gd name="connsiteY0" fmla="*/ 0 h 307777"/>
              <a:gd name="connsiteX1" fmla="*/ 1641254 w 1641254"/>
              <a:gd name="connsiteY1" fmla="*/ 0 h 307777"/>
              <a:gd name="connsiteX2" fmla="*/ 1641254 w 1641254"/>
              <a:gd name="connsiteY2" fmla="*/ 307777 h 307777"/>
              <a:gd name="connsiteX3" fmla="*/ 0 w 164125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41254" h="307777">
                <a:moveTo>
                  <a:pt x="0" y="0"/>
                </a:moveTo>
                <a:lnTo>
                  <a:pt x="1641254" y="0"/>
                </a:lnTo>
                <a:lnTo>
                  <a:pt x="1641254"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Subtitle Here</a:t>
            </a:r>
          </a:p>
        </p:txBody>
      </p:sp>
      <p:sp>
        <p:nvSpPr>
          <p:cNvPr id="11" name="Text Placeholder 10">
            <a:extLst>
              <a:ext uri="{FF2B5EF4-FFF2-40B4-BE49-F238E27FC236}">
                <a16:creationId xmlns:a16="http://schemas.microsoft.com/office/drawing/2014/main" id="{44348BEE-AF4E-BA3F-F02C-D8417E2DC2FE}"/>
              </a:ext>
            </a:extLst>
          </p:cNvPr>
          <p:cNvSpPr>
            <a:spLocks noGrp="1"/>
          </p:cNvSpPr>
          <p:nvPr>
            <p:ph type="body" sz="quarter" idx="52" hasCustomPrompt="1"/>
          </p:nvPr>
        </p:nvSpPr>
        <p:spPr>
          <a:xfrm>
            <a:off x="7832094" y="5435947"/>
            <a:ext cx="4098276" cy="584775"/>
          </a:xfrm>
          <a:custGeom>
            <a:avLst/>
            <a:gdLst>
              <a:gd name="connsiteX0" fmla="*/ 0 w 4098276"/>
              <a:gd name="connsiteY0" fmla="*/ 0 h 584775"/>
              <a:gd name="connsiteX1" fmla="*/ 4098276 w 4098276"/>
              <a:gd name="connsiteY1" fmla="*/ 0 h 584775"/>
              <a:gd name="connsiteX2" fmla="*/ 4098276 w 4098276"/>
              <a:gd name="connsiteY2" fmla="*/ 584775 h 584775"/>
              <a:gd name="connsiteX3" fmla="*/ 0 w 4098276"/>
              <a:gd name="connsiteY3" fmla="*/ 584775 h 584775"/>
            </a:gdLst>
            <a:ahLst/>
            <a:cxnLst>
              <a:cxn ang="0">
                <a:pos x="connsiteX0" y="connsiteY0"/>
              </a:cxn>
              <a:cxn ang="0">
                <a:pos x="connsiteX1" y="connsiteY1"/>
              </a:cxn>
              <a:cxn ang="0">
                <a:pos x="connsiteX2" y="connsiteY2"/>
              </a:cxn>
              <a:cxn ang="0">
                <a:pos x="connsiteX3" y="connsiteY3"/>
              </a:cxn>
            </a:cxnLst>
            <a:rect l="l" t="t" r="r" b="b"/>
            <a:pathLst>
              <a:path w="4098276" h="584775">
                <a:moveTo>
                  <a:pt x="0" y="0"/>
                </a:moveTo>
                <a:lnTo>
                  <a:pt x="4098276" y="0"/>
                </a:lnTo>
                <a:lnTo>
                  <a:pt x="4098276" y="584775"/>
                </a:lnTo>
                <a:lnTo>
                  <a:pt x="0" y="584775"/>
                </a:lnTo>
                <a:close/>
              </a:path>
            </a:pathLst>
          </a:custGeom>
        </p:spPr>
        <p:txBody>
          <a:bodyPr wrap="square">
            <a:noAutofit/>
          </a:bodyPr>
          <a:lstStyle>
            <a:lvl1pPr marL="0" indent="0" algn="l">
              <a:lnSpc>
                <a:spcPct val="100000"/>
              </a:lnSpc>
              <a:spcBef>
                <a:spcPts val="0"/>
              </a:spcBef>
              <a:buNone/>
              <a:defRPr sz="1600" b="0">
                <a:solidFill>
                  <a:schemeClr val="bg1"/>
                </a:solidFill>
                <a:latin typeface="+mn-lt"/>
              </a:defRPr>
            </a:lvl1pPr>
          </a:lstStyle>
          <a:p>
            <a:pPr lvl="0"/>
            <a:r>
              <a:rPr lang="en-ID"/>
              <a:t>Description Here</a:t>
            </a:r>
          </a:p>
        </p:txBody>
      </p:sp>
    </p:spTree>
    <p:extLst>
      <p:ext uri="{BB962C8B-B14F-4D97-AF65-F5344CB8AC3E}">
        <p14:creationId xmlns:p14="http://schemas.microsoft.com/office/powerpoint/2010/main" val="2781314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3728B0E8-19C1-023B-74E5-3CBB0238E6AA}"/>
              </a:ext>
            </a:extLst>
          </p:cNvPr>
          <p:cNvSpPr>
            <a:spLocks noGrp="1"/>
          </p:cNvSpPr>
          <p:nvPr>
            <p:ph type="body" sz="quarter" idx="53" hasCustomPrompt="1"/>
          </p:nvPr>
        </p:nvSpPr>
        <p:spPr>
          <a:xfrm>
            <a:off x="1587497" y="1017754"/>
            <a:ext cx="2722508" cy="1536318"/>
          </a:xfrm>
          <a:custGeom>
            <a:avLst/>
            <a:gdLst>
              <a:gd name="connsiteX0" fmla="*/ 0 w 2722508"/>
              <a:gd name="connsiteY0" fmla="*/ 0 h 1536318"/>
              <a:gd name="connsiteX1" fmla="*/ 2722508 w 2722508"/>
              <a:gd name="connsiteY1" fmla="*/ 0 h 1536318"/>
              <a:gd name="connsiteX2" fmla="*/ 2722508 w 2722508"/>
              <a:gd name="connsiteY2" fmla="*/ 1536318 h 1536318"/>
              <a:gd name="connsiteX3" fmla="*/ 0 w 2722508"/>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2722508" h="1536318">
                <a:moveTo>
                  <a:pt x="0" y="0"/>
                </a:moveTo>
                <a:lnTo>
                  <a:pt x="2722508" y="0"/>
                </a:lnTo>
                <a:lnTo>
                  <a:pt x="2722508" y="1536318"/>
                </a:lnTo>
                <a:lnTo>
                  <a:pt x="0" y="1536318"/>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17" name="Text Placeholder 16">
            <a:extLst>
              <a:ext uri="{FF2B5EF4-FFF2-40B4-BE49-F238E27FC236}">
                <a16:creationId xmlns:a16="http://schemas.microsoft.com/office/drawing/2014/main" id="{ED984737-CD1D-A22D-A244-11A50360F766}"/>
              </a:ext>
            </a:extLst>
          </p:cNvPr>
          <p:cNvSpPr>
            <a:spLocks noGrp="1"/>
          </p:cNvSpPr>
          <p:nvPr>
            <p:ph type="body" sz="quarter" idx="54" hasCustomPrompt="1"/>
          </p:nvPr>
        </p:nvSpPr>
        <p:spPr>
          <a:xfrm>
            <a:off x="1587496" y="2793241"/>
            <a:ext cx="2838125" cy="1267014"/>
          </a:xfrm>
          <a:custGeom>
            <a:avLst/>
            <a:gdLst>
              <a:gd name="connsiteX0" fmla="*/ 0 w 2838125"/>
              <a:gd name="connsiteY0" fmla="*/ 0 h 1267014"/>
              <a:gd name="connsiteX1" fmla="*/ 2838125 w 2838125"/>
              <a:gd name="connsiteY1" fmla="*/ 0 h 1267014"/>
              <a:gd name="connsiteX2" fmla="*/ 2838125 w 2838125"/>
              <a:gd name="connsiteY2" fmla="*/ 1267014 h 1267014"/>
              <a:gd name="connsiteX3" fmla="*/ 0 w 283812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38125" h="1267014">
                <a:moveTo>
                  <a:pt x="0" y="0"/>
                </a:moveTo>
                <a:lnTo>
                  <a:pt x="2838125" y="0"/>
                </a:lnTo>
                <a:lnTo>
                  <a:pt x="2838125"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0" name="Text Placeholder 19">
            <a:extLst>
              <a:ext uri="{FF2B5EF4-FFF2-40B4-BE49-F238E27FC236}">
                <a16:creationId xmlns:a16="http://schemas.microsoft.com/office/drawing/2014/main" id="{BB22377B-5FD5-E3D8-490E-74C117CAD8B7}"/>
              </a:ext>
            </a:extLst>
          </p:cNvPr>
          <p:cNvSpPr>
            <a:spLocks noGrp="1"/>
          </p:cNvSpPr>
          <p:nvPr>
            <p:ph type="body" sz="quarter" idx="55" hasCustomPrompt="1"/>
          </p:nvPr>
        </p:nvSpPr>
        <p:spPr>
          <a:xfrm>
            <a:off x="5488494" y="2793241"/>
            <a:ext cx="2827200" cy="1382430"/>
          </a:xfrm>
          <a:custGeom>
            <a:avLst/>
            <a:gdLst>
              <a:gd name="connsiteX0" fmla="*/ 0 w 2827200"/>
              <a:gd name="connsiteY0" fmla="*/ 0 h 1382430"/>
              <a:gd name="connsiteX1" fmla="*/ 2827200 w 2827200"/>
              <a:gd name="connsiteY1" fmla="*/ 0 h 1382430"/>
              <a:gd name="connsiteX2" fmla="*/ 2827200 w 2827200"/>
              <a:gd name="connsiteY2" fmla="*/ 1382430 h 1382430"/>
              <a:gd name="connsiteX3" fmla="*/ 0 w 2827200"/>
              <a:gd name="connsiteY3" fmla="*/ 1382430 h 1382430"/>
            </a:gdLst>
            <a:ahLst/>
            <a:cxnLst>
              <a:cxn ang="0">
                <a:pos x="connsiteX0" y="connsiteY0"/>
              </a:cxn>
              <a:cxn ang="0">
                <a:pos x="connsiteX1" y="connsiteY1"/>
              </a:cxn>
              <a:cxn ang="0">
                <a:pos x="connsiteX2" y="connsiteY2"/>
              </a:cxn>
              <a:cxn ang="0">
                <a:pos x="connsiteX3" y="connsiteY3"/>
              </a:cxn>
            </a:cxnLst>
            <a:rect l="l" t="t" r="r" b="b"/>
            <a:pathLst>
              <a:path w="2827200" h="1382430">
                <a:moveTo>
                  <a:pt x="0" y="0"/>
                </a:moveTo>
                <a:lnTo>
                  <a:pt x="2827200" y="0"/>
                </a:lnTo>
                <a:lnTo>
                  <a:pt x="2827200" y="1382430"/>
                </a:lnTo>
                <a:lnTo>
                  <a:pt x="0" y="1382430"/>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DF1DCAEE-D9F7-CA48-B7B9-E00B3E90110D}"/>
              </a:ext>
            </a:extLst>
          </p:cNvPr>
          <p:cNvSpPr>
            <a:spLocks noGrp="1"/>
          </p:cNvSpPr>
          <p:nvPr>
            <p:ph type="body" sz="quarter" idx="56" hasCustomPrompt="1"/>
          </p:nvPr>
        </p:nvSpPr>
        <p:spPr>
          <a:xfrm>
            <a:off x="5488495" y="1022242"/>
            <a:ext cx="2601569" cy="1497846"/>
          </a:xfrm>
          <a:custGeom>
            <a:avLst/>
            <a:gdLst>
              <a:gd name="connsiteX0" fmla="*/ 0 w 2601569"/>
              <a:gd name="connsiteY0" fmla="*/ 0 h 1497846"/>
              <a:gd name="connsiteX1" fmla="*/ 2601569 w 2601569"/>
              <a:gd name="connsiteY1" fmla="*/ 0 h 1497846"/>
              <a:gd name="connsiteX2" fmla="*/ 2601569 w 2601569"/>
              <a:gd name="connsiteY2" fmla="*/ 1497846 h 1497846"/>
              <a:gd name="connsiteX3" fmla="*/ 0 w 2601569"/>
              <a:gd name="connsiteY3" fmla="*/ 1497846 h 1497846"/>
            </a:gdLst>
            <a:ahLst/>
            <a:cxnLst>
              <a:cxn ang="0">
                <a:pos x="connsiteX0" y="connsiteY0"/>
              </a:cxn>
              <a:cxn ang="0">
                <a:pos x="connsiteX1" y="connsiteY1"/>
              </a:cxn>
              <a:cxn ang="0">
                <a:pos x="connsiteX2" y="connsiteY2"/>
              </a:cxn>
              <a:cxn ang="0">
                <a:pos x="connsiteX3" y="connsiteY3"/>
              </a:cxn>
            </a:cxnLst>
            <a:rect l="l" t="t" r="r" b="b"/>
            <a:pathLst>
              <a:path w="2601569" h="1497846">
                <a:moveTo>
                  <a:pt x="0" y="0"/>
                </a:moveTo>
                <a:lnTo>
                  <a:pt x="2601569" y="0"/>
                </a:lnTo>
                <a:lnTo>
                  <a:pt x="2601569" y="1497846"/>
                </a:lnTo>
                <a:lnTo>
                  <a:pt x="0" y="1497846"/>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4" name="Text Placeholder 23">
            <a:extLst>
              <a:ext uri="{FF2B5EF4-FFF2-40B4-BE49-F238E27FC236}">
                <a16:creationId xmlns:a16="http://schemas.microsoft.com/office/drawing/2014/main" id="{F0FD6C18-52CC-3EA2-CAE5-6D9B03A08A59}"/>
              </a:ext>
            </a:extLst>
          </p:cNvPr>
          <p:cNvSpPr>
            <a:spLocks noGrp="1"/>
          </p:cNvSpPr>
          <p:nvPr>
            <p:ph type="body" sz="quarter" idx="57" hasCustomPrompt="1"/>
          </p:nvPr>
        </p:nvSpPr>
        <p:spPr>
          <a:xfrm>
            <a:off x="9104484" y="1022242"/>
            <a:ext cx="2660526" cy="1267014"/>
          </a:xfrm>
          <a:custGeom>
            <a:avLst/>
            <a:gdLst>
              <a:gd name="connsiteX0" fmla="*/ 0 w 2660526"/>
              <a:gd name="connsiteY0" fmla="*/ 0 h 1267014"/>
              <a:gd name="connsiteX1" fmla="*/ 2660526 w 2660526"/>
              <a:gd name="connsiteY1" fmla="*/ 0 h 1267014"/>
              <a:gd name="connsiteX2" fmla="*/ 2660526 w 2660526"/>
              <a:gd name="connsiteY2" fmla="*/ 1267014 h 1267014"/>
              <a:gd name="connsiteX3" fmla="*/ 0 w 2660526"/>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60526" h="1267014">
                <a:moveTo>
                  <a:pt x="0" y="0"/>
                </a:moveTo>
                <a:lnTo>
                  <a:pt x="2660526" y="0"/>
                </a:lnTo>
                <a:lnTo>
                  <a:pt x="2660526"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6" name="Text Placeholder 25">
            <a:extLst>
              <a:ext uri="{FF2B5EF4-FFF2-40B4-BE49-F238E27FC236}">
                <a16:creationId xmlns:a16="http://schemas.microsoft.com/office/drawing/2014/main" id="{CD5EA6D8-C892-5842-E982-B7AA5B1D1020}"/>
              </a:ext>
            </a:extLst>
          </p:cNvPr>
          <p:cNvSpPr>
            <a:spLocks noGrp="1"/>
          </p:cNvSpPr>
          <p:nvPr>
            <p:ph type="body" sz="quarter" idx="58" hasCustomPrompt="1"/>
          </p:nvPr>
        </p:nvSpPr>
        <p:spPr>
          <a:xfrm>
            <a:off x="9104484" y="2793241"/>
            <a:ext cx="2827200" cy="1536318"/>
          </a:xfrm>
          <a:custGeom>
            <a:avLst/>
            <a:gdLst>
              <a:gd name="connsiteX0" fmla="*/ 0 w 2827200"/>
              <a:gd name="connsiteY0" fmla="*/ 0 h 1536318"/>
              <a:gd name="connsiteX1" fmla="*/ 2827200 w 2827200"/>
              <a:gd name="connsiteY1" fmla="*/ 0 h 1536318"/>
              <a:gd name="connsiteX2" fmla="*/ 2827200 w 2827200"/>
              <a:gd name="connsiteY2" fmla="*/ 1536318 h 1536318"/>
              <a:gd name="connsiteX3" fmla="*/ 0 w 2827200"/>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2827200" h="1536318">
                <a:moveTo>
                  <a:pt x="0" y="0"/>
                </a:moveTo>
                <a:lnTo>
                  <a:pt x="2827200" y="0"/>
                </a:lnTo>
                <a:lnTo>
                  <a:pt x="2827200" y="1536318"/>
                </a:lnTo>
                <a:lnTo>
                  <a:pt x="0" y="1536318"/>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35" name="Text Placeholder 34">
            <a:extLst>
              <a:ext uri="{FF2B5EF4-FFF2-40B4-BE49-F238E27FC236}">
                <a16:creationId xmlns:a16="http://schemas.microsoft.com/office/drawing/2014/main" id="{AF1E3764-D96C-48EA-3EEF-CEA2915EFE8A}"/>
              </a:ext>
            </a:extLst>
          </p:cNvPr>
          <p:cNvSpPr>
            <a:spLocks noGrp="1"/>
          </p:cNvSpPr>
          <p:nvPr>
            <p:ph type="body" sz="quarter" idx="47" hasCustomPrompt="1"/>
          </p:nvPr>
        </p:nvSpPr>
        <p:spPr>
          <a:xfrm>
            <a:off x="753557" y="1104109"/>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37" name="Text Placeholder 36">
            <a:extLst>
              <a:ext uri="{FF2B5EF4-FFF2-40B4-BE49-F238E27FC236}">
                <a16:creationId xmlns:a16="http://schemas.microsoft.com/office/drawing/2014/main" id="{E8CBC80B-9D63-2F68-A7E3-81362DF18354}"/>
              </a:ext>
            </a:extLst>
          </p:cNvPr>
          <p:cNvSpPr>
            <a:spLocks noGrp="1"/>
          </p:cNvSpPr>
          <p:nvPr>
            <p:ph type="body" sz="quarter" idx="59" hasCustomPrompt="1"/>
          </p:nvPr>
        </p:nvSpPr>
        <p:spPr>
          <a:xfrm>
            <a:off x="753557" y="2889503"/>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2" name="Text Placeholder 41">
            <a:extLst>
              <a:ext uri="{FF2B5EF4-FFF2-40B4-BE49-F238E27FC236}">
                <a16:creationId xmlns:a16="http://schemas.microsoft.com/office/drawing/2014/main" id="{547B414D-5963-A1D8-77DC-E405C45FE9C2}"/>
              </a:ext>
            </a:extLst>
          </p:cNvPr>
          <p:cNvSpPr>
            <a:spLocks noGrp="1"/>
          </p:cNvSpPr>
          <p:nvPr>
            <p:ph type="body" sz="quarter" idx="60" hasCustomPrompt="1"/>
          </p:nvPr>
        </p:nvSpPr>
        <p:spPr>
          <a:xfrm>
            <a:off x="4703717" y="1120643"/>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1" name="Text Placeholder 40">
            <a:extLst>
              <a:ext uri="{FF2B5EF4-FFF2-40B4-BE49-F238E27FC236}">
                <a16:creationId xmlns:a16="http://schemas.microsoft.com/office/drawing/2014/main" id="{F29399CA-DBC7-44C3-9DC2-48F4B08B3C4D}"/>
              </a:ext>
            </a:extLst>
          </p:cNvPr>
          <p:cNvSpPr>
            <a:spLocks noGrp="1"/>
          </p:cNvSpPr>
          <p:nvPr>
            <p:ph type="body" sz="quarter" idx="61" hasCustomPrompt="1"/>
          </p:nvPr>
        </p:nvSpPr>
        <p:spPr>
          <a:xfrm>
            <a:off x="4699704" y="2879596"/>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4" name="Text Placeholder 43">
            <a:extLst>
              <a:ext uri="{FF2B5EF4-FFF2-40B4-BE49-F238E27FC236}">
                <a16:creationId xmlns:a16="http://schemas.microsoft.com/office/drawing/2014/main" id="{2AF757E7-45BF-7A29-36F5-6F202BD9C955}"/>
              </a:ext>
            </a:extLst>
          </p:cNvPr>
          <p:cNvSpPr>
            <a:spLocks noGrp="1"/>
          </p:cNvSpPr>
          <p:nvPr>
            <p:ph type="body" sz="quarter" idx="62" hasCustomPrompt="1"/>
          </p:nvPr>
        </p:nvSpPr>
        <p:spPr>
          <a:xfrm>
            <a:off x="8315694" y="1118504"/>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46" name="Text Placeholder 45">
            <a:extLst>
              <a:ext uri="{FF2B5EF4-FFF2-40B4-BE49-F238E27FC236}">
                <a16:creationId xmlns:a16="http://schemas.microsoft.com/office/drawing/2014/main" id="{D8E06FFC-7ECC-D159-6727-EF286C2B78F0}"/>
              </a:ext>
            </a:extLst>
          </p:cNvPr>
          <p:cNvSpPr>
            <a:spLocks noGrp="1"/>
          </p:cNvSpPr>
          <p:nvPr>
            <p:ph type="body" sz="quarter" idx="63" hasCustomPrompt="1"/>
          </p:nvPr>
        </p:nvSpPr>
        <p:spPr>
          <a:xfrm>
            <a:off x="8315694" y="2879596"/>
            <a:ext cx="630978" cy="369332"/>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accent1"/>
                </a:solidFill>
                <a:latin typeface="+mj-lt"/>
              </a:defRPr>
            </a:lvl1pPr>
          </a:lstStyle>
          <a:p>
            <a:pPr lvl="0"/>
            <a:r>
              <a:rPr lang="en-ID"/>
              <a:t>No</a:t>
            </a:r>
          </a:p>
        </p:txBody>
      </p:sp>
      <p:sp>
        <p:nvSpPr>
          <p:cNvPr id="76" name="Text Placeholder 75">
            <a:extLst>
              <a:ext uri="{FF2B5EF4-FFF2-40B4-BE49-F238E27FC236}">
                <a16:creationId xmlns:a16="http://schemas.microsoft.com/office/drawing/2014/main" id="{A45849A8-464D-C816-F36E-2E8E6D00DA63}"/>
              </a:ext>
            </a:extLst>
          </p:cNvPr>
          <p:cNvSpPr>
            <a:spLocks noGrp="1"/>
          </p:cNvSpPr>
          <p:nvPr>
            <p:ph type="body" sz="quarter" idx="64" hasCustomPrompt="1"/>
          </p:nvPr>
        </p:nvSpPr>
        <p:spPr>
          <a:xfrm>
            <a:off x="8238707" y="4921708"/>
            <a:ext cx="1578728"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3" name="Text Placeholder 82">
            <a:extLst>
              <a:ext uri="{FF2B5EF4-FFF2-40B4-BE49-F238E27FC236}">
                <a16:creationId xmlns:a16="http://schemas.microsoft.com/office/drawing/2014/main" id="{044F187C-6335-92AF-79F8-62EE1B493C0D}"/>
              </a:ext>
            </a:extLst>
          </p:cNvPr>
          <p:cNvSpPr>
            <a:spLocks noGrp="1"/>
          </p:cNvSpPr>
          <p:nvPr>
            <p:ph type="body" sz="quarter" idx="67" hasCustomPrompt="1"/>
          </p:nvPr>
        </p:nvSpPr>
        <p:spPr>
          <a:xfrm>
            <a:off x="10541164" y="4921708"/>
            <a:ext cx="1500056"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4" name="Text Placeholder 83">
            <a:extLst>
              <a:ext uri="{FF2B5EF4-FFF2-40B4-BE49-F238E27FC236}">
                <a16:creationId xmlns:a16="http://schemas.microsoft.com/office/drawing/2014/main" id="{FAEB5359-15AF-0811-D155-424446F04523}"/>
              </a:ext>
            </a:extLst>
          </p:cNvPr>
          <p:cNvSpPr>
            <a:spLocks noGrp="1"/>
          </p:cNvSpPr>
          <p:nvPr>
            <p:ph type="body" sz="quarter" idx="68" hasCustomPrompt="1"/>
          </p:nvPr>
        </p:nvSpPr>
        <p:spPr>
          <a:xfrm>
            <a:off x="10541163" y="5597873"/>
            <a:ext cx="1500057"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5" name="Text Placeholder 84">
            <a:extLst>
              <a:ext uri="{FF2B5EF4-FFF2-40B4-BE49-F238E27FC236}">
                <a16:creationId xmlns:a16="http://schemas.microsoft.com/office/drawing/2014/main" id="{4D9AD84F-845C-AB3E-4425-2F78D23A95DD}"/>
              </a:ext>
            </a:extLst>
          </p:cNvPr>
          <p:cNvSpPr>
            <a:spLocks noGrp="1"/>
          </p:cNvSpPr>
          <p:nvPr>
            <p:ph type="body" sz="quarter" idx="69" hasCustomPrompt="1"/>
          </p:nvPr>
        </p:nvSpPr>
        <p:spPr>
          <a:xfrm>
            <a:off x="10541163" y="6256448"/>
            <a:ext cx="1500057"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6" name="Text Placeholder 85">
            <a:extLst>
              <a:ext uri="{FF2B5EF4-FFF2-40B4-BE49-F238E27FC236}">
                <a16:creationId xmlns:a16="http://schemas.microsoft.com/office/drawing/2014/main" id="{C267804F-6ECF-963B-E942-23332E55D796}"/>
              </a:ext>
            </a:extLst>
          </p:cNvPr>
          <p:cNvSpPr>
            <a:spLocks noGrp="1"/>
          </p:cNvSpPr>
          <p:nvPr>
            <p:ph type="body" sz="quarter" idx="65" hasCustomPrompt="1"/>
          </p:nvPr>
        </p:nvSpPr>
        <p:spPr>
          <a:xfrm>
            <a:off x="8238707" y="5597873"/>
            <a:ext cx="1578728"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7" name="Text Placeholder 86">
            <a:extLst>
              <a:ext uri="{FF2B5EF4-FFF2-40B4-BE49-F238E27FC236}">
                <a16:creationId xmlns:a16="http://schemas.microsoft.com/office/drawing/2014/main" id="{D81BD97B-5C61-800D-C74D-70E8D89F8823}"/>
              </a:ext>
            </a:extLst>
          </p:cNvPr>
          <p:cNvSpPr>
            <a:spLocks noGrp="1"/>
          </p:cNvSpPr>
          <p:nvPr>
            <p:ph type="body" sz="quarter" idx="66" hasCustomPrompt="1"/>
          </p:nvPr>
        </p:nvSpPr>
        <p:spPr>
          <a:xfrm>
            <a:off x="8238706" y="6256448"/>
            <a:ext cx="1578729"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buNone/>
              <a:defRPr sz="1200" b="1">
                <a:solidFill>
                  <a:schemeClr val="bg1"/>
                </a:solidFill>
                <a:latin typeface="+mj-lt"/>
              </a:defRPr>
            </a:lvl1pPr>
          </a:lstStyle>
          <a:p>
            <a:pPr lvl="0"/>
            <a:r>
              <a:rPr lang="en-ID"/>
              <a:t>DESCRIPTION</a:t>
            </a:r>
          </a:p>
        </p:txBody>
      </p:sp>
      <p:sp>
        <p:nvSpPr>
          <p:cNvPr id="88" name="Text Placeholder 15">
            <a:extLst>
              <a:ext uri="{FF2B5EF4-FFF2-40B4-BE49-F238E27FC236}">
                <a16:creationId xmlns:a16="http://schemas.microsoft.com/office/drawing/2014/main" id="{D80CC23B-0751-80E1-914C-A2108E4F1C65}"/>
              </a:ext>
            </a:extLst>
          </p:cNvPr>
          <p:cNvSpPr>
            <a:spLocks noGrp="1"/>
          </p:cNvSpPr>
          <p:nvPr>
            <p:ph type="body" sz="quarter" idx="11"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Tree>
    <p:extLst>
      <p:ext uri="{BB962C8B-B14F-4D97-AF65-F5344CB8AC3E}">
        <p14:creationId xmlns:p14="http://schemas.microsoft.com/office/powerpoint/2010/main" val="30668173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816535-EDE2-0742-3485-CFFA208A6614}"/>
              </a:ext>
            </a:extLst>
          </p:cNvPr>
          <p:cNvSpPr>
            <a:spLocks noGrp="1"/>
          </p:cNvSpPr>
          <p:nvPr>
            <p:ph type="pic" sz="quarter" idx="10"/>
          </p:nvPr>
        </p:nvSpPr>
        <p:spPr>
          <a:xfrm>
            <a:off x="3383292"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5" name="Picture Placeholder 14">
            <a:extLst>
              <a:ext uri="{FF2B5EF4-FFF2-40B4-BE49-F238E27FC236}">
                <a16:creationId xmlns:a16="http://schemas.microsoft.com/office/drawing/2014/main" id="{EC05E606-DF39-5F63-6270-E915EBF0B789}"/>
              </a:ext>
            </a:extLst>
          </p:cNvPr>
          <p:cNvSpPr>
            <a:spLocks noGrp="1"/>
          </p:cNvSpPr>
          <p:nvPr>
            <p:ph type="pic" sz="quarter" idx="11"/>
          </p:nvPr>
        </p:nvSpPr>
        <p:spPr>
          <a:xfrm>
            <a:off x="3383292"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6" name="Picture Placeholder 15">
            <a:extLst>
              <a:ext uri="{FF2B5EF4-FFF2-40B4-BE49-F238E27FC236}">
                <a16:creationId xmlns:a16="http://schemas.microsoft.com/office/drawing/2014/main" id="{C76C6D57-CA43-848F-79CF-43D4B23D52E3}"/>
              </a:ext>
            </a:extLst>
          </p:cNvPr>
          <p:cNvSpPr>
            <a:spLocks noGrp="1"/>
          </p:cNvSpPr>
          <p:nvPr>
            <p:ph type="pic" sz="quarter" idx="12"/>
          </p:nvPr>
        </p:nvSpPr>
        <p:spPr>
          <a:xfrm>
            <a:off x="7133251"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7" name="Picture Placeholder 16">
            <a:extLst>
              <a:ext uri="{FF2B5EF4-FFF2-40B4-BE49-F238E27FC236}">
                <a16:creationId xmlns:a16="http://schemas.microsoft.com/office/drawing/2014/main" id="{C244927B-6637-AAAE-5DB6-BEBEDE9277A6}"/>
              </a:ext>
            </a:extLst>
          </p:cNvPr>
          <p:cNvSpPr>
            <a:spLocks noGrp="1"/>
          </p:cNvSpPr>
          <p:nvPr>
            <p:ph type="pic" sz="quarter" idx="13"/>
          </p:nvPr>
        </p:nvSpPr>
        <p:spPr>
          <a:xfrm>
            <a:off x="7133251"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8" name="Picture Placeholder 17">
            <a:extLst>
              <a:ext uri="{FF2B5EF4-FFF2-40B4-BE49-F238E27FC236}">
                <a16:creationId xmlns:a16="http://schemas.microsoft.com/office/drawing/2014/main" id="{F13DB0EC-8F7A-13B3-F9B8-C1C8AD1AAD72}"/>
              </a:ext>
            </a:extLst>
          </p:cNvPr>
          <p:cNvSpPr>
            <a:spLocks noGrp="1"/>
          </p:cNvSpPr>
          <p:nvPr>
            <p:ph type="pic" sz="quarter" idx="14"/>
          </p:nvPr>
        </p:nvSpPr>
        <p:spPr>
          <a:xfrm>
            <a:off x="10883209"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9" name="Picture Placeholder 18">
            <a:extLst>
              <a:ext uri="{FF2B5EF4-FFF2-40B4-BE49-F238E27FC236}">
                <a16:creationId xmlns:a16="http://schemas.microsoft.com/office/drawing/2014/main" id="{5A1048F0-3CDA-AFBB-F1B5-4AA592103E30}"/>
              </a:ext>
            </a:extLst>
          </p:cNvPr>
          <p:cNvSpPr>
            <a:spLocks noGrp="1"/>
          </p:cNvSpPr>
          <p:nvPr>
            <p:ph type="pic" sz="quarter" idx="15"/>
          </p:nvPr>
        </p:nvSpPr>
        <p:spPr>
          <a:xfrm>
            <a:off x="10883209"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29" name="Text Placeholder 28">
            <a:extLst>
              <a:ext uri="{FF2B5EF4-FFF2-40B4-BE49-F238E27FC236}">
                <a16:creationId xmlns:a16="http://schemas.microsoft.com/office/drawing/2014/main" id="{FD512EA3-913F-C49C-05A3-3BE39DD42E07}"/>
              </a:ext>
            </a:extLst>
          </p:cNvPr>
          <p:cNvSpPr>
            <a:spLocks noGrp="1"/>
          </p:cNvSpPr>
          <p:nvPr>
            <p:ph type="body" sz="quarter" idx="53" hasCustomPrompt="1"/>
          </p:nvPr>
        </p:nvSpPr>
        <p:spPr>
          <a:xfrm>
            <a:off x="1104661" y="1919416"/>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2" name="Text Placeholder 31">
            <a:extLst>
              <a:ext uri="{FF2B5EF4-FFF2-40B4-BE49-F238E27FC236}">
                <a16:creationId xmlns:a16="http://schemas.microsoft.com/office/drawing/2014/main" id="{0E411C11-B97F-6AA0-9E10-9F72EE0BEF97}"/>
              </a:ext>
            </a:extLst>
          </p:cNvPr>
          <p:cNvSpPr>
            <a:spLocks noGrp="1"/>
          </p:cNvSpPr>
          <p:nvPr>
            <p:ph type="body" sz="quarter" idx="54" hasCustomPrompt="1"/>
          </p:nvPr>
        </p:nvSpPr>
        <p:spPr>
          <a:xfrm>
            <a:off x="4854620" y="1919416"/>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4" name="Text Placeholder 33">
            <a:extLst>
              <a:ext uri="{FF2B5EF4-FFF2-40B4-BE49-F238E27FC236}">
                <a16:creationId xmlns:a16="http://schemas.microsoft.com/office/drawing/2014/main" id="{35D9E9E6-DA13-C8AB-3A2C-B9376D3A170D}"/>
              </a:ext>
            </a:extLst>
          </p:cNvPr>
          <p:cNvSpPr>
            <a:spLocks noGrp="1"/>
          </p:cNvSpPr>
          <p:nvPr>
            <p:ph type="body" sz="quarter" idx="55" hasCustomPrompt="1"/>
          </p:nvPr>
        </p:nvSpPr>
        <p:spPr>
          <a:xfrm>
            <a:off x="8604578" y="1919416"/>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CB15A69C-DFA0-BE8B-AE33-20BA075EA614}"/>
              </a:ext>
            </a:extLst>
          </p:cNvPr>
          <p:cNvSpPr>
            <a:spLocks noGrp="1"/>
          </p:cNvSpPr>
          <p:nvPr>
            <p:ph type="body" sz="quarter" idx="56" hasCustomPrompt="1"/>
          </p:nvPr>
        </p:nvSpPr>
        <p:spPr>
          <a:xfrm>
            <a:off x="1104661" y="4716695"/>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E7DDC7E9-E78B-9FD3-83A4-1E8F2FED282B}"/>
              </a:ext>
            </a:extLst>
          </p:cNvPr>
          <p:cNvSpPr>
            <a:spLocks noGrp="1"/>
          </p:cNvSpPr>
          <p:nvPr>
            <p:ph type="body" sz="quarter" idx="57" hasCustomPrompt="1"/>
          </p:nvPr>
        </p:nvSpPr>
        <p:spPr>
          <a:xfrm>
            <a:off x="4854620" y="4716696"/>
            <a:ext cx="3114648" cy="1045799"/>
          </a:xfrm>
          <a:custGeom>
            <a:avLst/>
            <a:gdLst>
              <a:gd name="connsiteX0" fmla="*/ 0 w 3114648"/>
              <a:gd name="connsiteY0" fmla="*/ 0 h 1045799"/>
              <a:gd name="connsiteX1" fmla="*/ 3114648 w 3114648"/>
              <a:gd name="connsiteY1" fmla="*/ 0 h 1045799"/>
              <a:gd name="connsiteX2" fmla="*/ 3114648 w 3114648"/>
              <a:gd name="connsiteY2" fmla="*/ 1045799 h 1045799"/>
              <a:gd name="connsiteX3" fmla="*/ 0 w 3114648"/>
              <a:gd name="connsiteY3" fmla="*/ 1045799 h 1045799"/>
            </a:gdLst>
            <a:ahLst/>
            <a:cxnLst>
              <a:cxn ang="0">
                <a:pos x="connsiteX0" y="connsiteY0"/>
              </a:cxn>
              <a:cxn ang="0">
                <a:pos x="connsiteX1" y="connsiteY1"/>
              </a:cxn>
              <a:cxn ang="0">
                <a:pos x="connsiteX2" y="connsiteY2"/>
              </a:cxn>
              <a:cxn ang="0">
                <a:pos x="connsiteX3" y="connsiteY3"/>
              </a:cxn>
            </a:cxnLst>
            <a:rect l="l" t="t" r="r" b="b"/>
            <a:pathLst>
              <a:path w="3114648" h="1045799">
                <a:moveTo>
                  <a:pt x="0" y="0"/>
                </a:moveTo>
                <a:lnTo>
                  <a:pt x="3114648" y="0"/>
                </a:lnTo>
                <a:lnTo>
                  <a:pt x="3114648" y="1045799"/>
                </a:lnTo>
                <a:lnTo>
                  <a:pt x="0" y="1045799"/>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40" name="Text Placeholder 39">
            <a:extLst>
              <a:ext uri="{FF2B5EF4-FFF2-40B4-BE49-F238E27FC236}">
                <a16:creationId xmlns:a16="http://schemas.microsoft.com/office/drawing/2014/main" id="{24CB4478-A2B7-D3BB-5ECC-7BB99D5E0EC2}"/>
              </a:ext>
            </a:extLst>
          </p:cNvPr>
          <p:cNvSpPr>
            <a:spLocks noGrp="1"/>
          </p:cNvSpPr>
          <p:nvPr>
            <p:ph type="body" sz="quarter" idx="58" hasCustomPrompt="1"/>
          </p:nvPr>
        </p:nvSpPr>
        <p:spPr>
          <a:xfrm>
            <a:off x="8604578" y="4716696"/>
            <a:ext cx="3114648" cy="1045799"/>
          </a:xfrm>
          <a:custGeom>
            <a:avLst/>
            <a:gdLst>
              <a:gd name="connsiteX0" fmla="*/ 0 w 3114648"/>
              <a:gd name="connsiteY0" fmla="*/ 0 h 1045799"/>
              <a:gd name="connsiteX1" fmla="*/ 3114648 w 3114648"/>
              <a:gd name="connsiteY1" fmla="*/ 0 h 1045799"/>
              <a:gd name="connsiteX2" fmla="*/ 3114648 w 3114648"/>
              <a:gd name="connsiteY2" fmla="*/ 1045799 h 1045799"/>
              <a:gd name="connsiteX3" fmla="*/ 0 w 3114648"/>
              <a:gd name="connsiteY3" fmla="*/ 1045799 h 1045799"/>
            </a:gdLst>
            <a:ahLst/>
            <a:cxnLst>
              <a:cxn ang="0">
                <a:pos x="connsiteX0" y="connsiteY0"/>
              </a:cxn>
              <a:cxn ang="0">
                <a:pos x="connsiteX1" y="connsiteY1"/>
              </a:cxn>
              <a:cxn ang="0">
                <a:pos x="connsiteX2" y="connsiteY2"/>
              </a:cxn>
              <a:cxn ang="0">
                <a:pos x="connsiteX3" y="connsiteY3"/>
              </a:cxn>
            </a:cxnLst>
            <a:rect l="l" t="t" r="r" b="b"/>
            <a:pathLst>
              <a:path w="3114648" h="1045799">
                <a:moveTo>
                  <a:pt x="0" y="0"/>
                </a:moveTo>
                <a:lnTo>
                  <a:pt x="3114648" y="0"/>
                </a:lnTo>
                <a:lnTo>
                  <a:pt x="3114648" y="1045799"/>
                </a:lnTo>
                <a:lnTo>
                  <a:pt x="0" y="1045799"/>
                </a:lnTo>
                <a:close/>
              </a:path>
            </a:pathLst>
          </a:custGeom>
        </p:spPr>
        <p:txBody>
          <a:bodyPr wrap="square">
            <a:noAutofit/>
          </a:bodyPr>
          <a:lstStyle>
            <a:lvl1pPr marL="0" indent="0" algn="l">
              <a:lnSpc>
                <a:spcPts val="1500"/>
              </a:lnSpc>
              <a:spcBef>
                <a:spcPts val="0"/>
              </a:spcBef>
              <a:buNone/>
              <a:defRPr sz="1200" b="0">
                <a:solidFill>
                  <a:schemeClr val="bg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EB61D7F9-7024-3EE9-2562-A0A45B4B2D68}"/>
              </a:ext>
            </a:extLst>
          </p:cNvPr>
          <p:cNvSpPr>
            <a:spLocks noGrp="1"/>
          </p:cNvSpPr>
          <p:nvPr>
            <p:ph type="body" sz="quarter" idx="59" hasCustomPrompt="1"/>
          </p:nvPr>
        </p:nvSpPr>
        <p:spPr>
          <a:xfrm>
            <a:off x="1022154" y="1540714"/>
            <a:ext cx="2276858"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44" name="Text Placeholder 43">
            <a:extLst>
              <a:ext uri="{FF2B5EF4-FFF2-40B4-BE49-F238E27FC236}">
                <a16:creationId xmlns:a16="http://schemas.microsoft.com/office/drawing/2014/main" id="{7E0054C8-3513-A4FC-A9CB-D16837AF1CA6}"/>
              </a:ext>
            </a:extLst>
          </p:cNvPr>
          <p:cNvSpPr>
            <a:spLocks noGrp="1"/>
          </p:cNvSpPr>
          <p:nvPr>
            <p:ph type="body" sz="quarter" idx="60" hasCustomPrompt="1"/>
          </p:nvPr>
        </p:nvSpPr>
        <p:spPr>
          <a:xfrm>
            <a:off x="4772113" y="1540714"/>
            <a:ext cx="2210860" cy="253916"/>
          </a:xfrm>
          <a:custGeom>
            <a:avLst/>
            <a:gdLst>
              <a:gd name="connsiteX0" fmla="*/ 0 w 1639831"/>
              <a:gd name="connsiteY0" fmla="*/ 0 h 253916"/>
              <a:gd name="connsiteX1" fmla="*/ 1639831 w 1639831"/>
              <a:gd name="connsiteY1" fmla="*/ 0 h 253916"/>
              <a:gd name="connsiteX2" fmla="*/ 1639831 w 1639831"/>
              <a:gd name="connsiteY2" fmla="*/ 253916 h 253916"/>
              <a:gd name="connsiteX3" fmla="*/ 0 w 1639831"/>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1639831" h="253916">
                <a:moveTo>
                  <a:pt x="0" y="0"/>
                </a:moveTo>
                <a:lnTo>
                  <a:pt x="1639831" y="0"/>
                </a:lnTo>
                <a:lnTo>
                  <a:pt x="1639831"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46" name="Text Placeholder 45">
            <a:extLst>
              <a:ext uri="{FF2B5EF4-FFF2-40B4-BE49-F238E27FC236}">
                <a16:creationId xmlns:a16="http://schemas.microsoft.com/office/drawing/2014/main" id="{63A7EA0A-0115-C7FF-0FE3-A6C2FC5018AF}"/>
              </a:ext>
            </a:extLst>
          </p:cNvPr>
          <p:cNvSpPr>
            <a:spLocks noGrp="1"/>
          </p:cNvSpPr>
          <p:nvPr>
            <p:ph type="body" sz="quarter" idx="61" hasCustomPrompt="1"/>
          </p:nvPr>
        </p:nvSpPr>
        <p:spPr>
          <a:xfrm>
            <a:off x="8522071" y="1540714"/>
            <a:ext cx="2280400" cy="253916"/>
          </a:xfrm>
          <a:custGeom>
            <a:avLst/>
            <a:gdLst>
              <a:gd name="connsiteX0" fmla="*/ 0 w 2361138"/>
              <a:gd name="connsiteY0" fmla="*/ 0 h 253916"/>
              <a:gd name="connsiteX1" fmla="*/ 2361138 w 2361138"/>
              <a:gd name="connsiteY1" fmla="*/ 0 h 253916"/>
              <a:gd name="connsiteX2" fmla="*/ 2361138 w 2361138"/>
              <a:gd name="connsiteY2" fmla="*/ 253916 h 253916"/>
              <a:gd name="connsiteX3" fmla="*/ 0 w 2361138"/>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2361138" h="253916">
                <a:moveTo>
                  <a:pt x="0" y="0"/>
                </a:moveTo>
                <a:lnTo>
                  <a:pt x="2361138" y="0"/>
                </a:lnTo>
                <a:lnTo>
                  <a:pt x="2361138"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48" name="Text Placeholder 47">
            <a:extLst>
              <a:ext uri="{FF2B5EF4-FFF2-40B4-BE49-F238E27FC236}">
                <a16:creationId xmlns:a16="http://schemas.microsoft.com/office/drawing/2014/main" id="{4ED03342-1F2B-C623-464D-BAD67B06F59C}"/>
              </a:ext>
            </a:extLst>
          </p:cNvPr>
          <p:cNvSpPr>
            <a:spLocks noGrp="1"/>
          </p:cNvSpPr>
          <p:nvPr>
            <p:ph type="body" sz="quarter" idx="62" hasCustomPrompt="1"/>
          </p:nvPr>
        </p:nvSpPr>
        <p:spPr>
          <a:xfrm>
            <a:off x="8522071" y="4299893"/>
            <a:ext cx="2280400" cy="253916"/>
          </a:xfrm>
          <a:custGeom>
            <a:avLst/>
            <a:gdLst>
              <a:gd name="connsiteX0" fmla="*/ 0 w 2136843"/>
              <a:gd name="connsiteY0" fmla="*/ 0 h 253916"/>
              <a:gd name="connsiteX1" fmla="*/ 2136843 w 2136843"/>
              <a:gd name="connsiteY1" fmla="*/ 0 h 253916"/>
              <a:gd name="connsiteX2" fmla="*/ 2136843 w 2136843"/>
              <a:gd name="connsiteY2" fmla="*/ 253916 h 253916"/>
              <a:gd name="connsiteX3" fmla="*/ 0 w 2136843"/>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2136843" h="253916">
                <a:moveTo>
                  <a:pt x="0" y="0"/>
                </a:moveTo>
                <a:lnTo>
                  <a:pt x="2136843" y="0"/>
                </a:lnTo>
                <a:lnTo>
                  <a:pt x="2136843"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50" name="Text Placeholder 49">
            <a:extLst>
              <a:ext uri="{FF2B5EF4-FFF2-40B4-BE49-F238E27FC236}">
                <a16:creationId xmlns:a16="http://schemas.microsoft.com/office/drawing/2014/main" id="{C0F8F424-71EB-B0C2-0DFD-C5072AA7B155}"/>
              </a:ext>
            </a:extLst>
          </p:cNvPr>
          <p:cNvSpPr>
            <a:spLocks noGrp="1"/>
          </p:cNvSpPr>
          <p:nvPr>
            <p:ph type="body" sz="quarter" idx="63" hasCustomPrompt="1"/>
          </p:nvPr>
        </p:nvSpPr>
        <p:spPr>
          <a:xfrm>
            <a:off x="4772113" y="4299893"/>
            <a:ext cx="2210860" cy="253916"/>
          </a:xfrm>
          <a:custGeom>
            <a:avLst/>
            <a:gdLst>
              <a:gd name="connsiteX0" fmla="*/ 0 w 2210860"/>
              <a:gd name="connsiteY0" fmla="*/ 0 h 253916"/>
              <a:gd name="connsiteX1" fmla="*/ 2210860 w 2210860"/>
              <a:gd name="connsiteY1" fmla="*/ 0 h 253916"/>
              <a:gd name="connsiteX2" fmla="*/ 2210860 w 2210860"/>
              <a:gd name="connsiteY2" fmla="*/ 253916 h 253916"/>
              <a:gd name="connsiteX3" fmla="*/ 0 w 2210860"/>
              <a:gd name="connsiteY3" fmla="*/ 253916 h 253916"/>
            </a:gdLst>
            <a:ahLst/>
            <a:cxnLst>
              <a:cxn ang="0">
                <a:pos x="connsiteX0" y="connsiteY0"/>
              </a:cxn>
              <a:cxn ang="0">
                <a:pos x="connsiteX1" y="connsiteY1"/>
              </a:cxn>
              <a:cxn ang="0">
                <a:pos x="connsiteX2" y="connsiteY2"/>
              </a:cxn>
              <a:cxn ang="0">
                <a:pos x="connsiteX3" y="connsiteY3"/>
              </a:cxn>
            </a:cxnLst>
            <a:rect l="l" t="t" r="r" b="b"/>
            <a:pathLst>
              <a:path w="2210860" h="253916">
                <a:moveTo>
                  <a:pt x="0" y="0"/>
                </a:moveTo>
                <a:lnTo>
                  <a:pt x="2210860" y="0"/>
                </a:lnTo>
                <a:lnTo>
                  <a:pt x="2210860" y="253916"/>
                </a:lnTo>
                <a:lnTo>
                  <a:pt x="0" y="253916"/>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52" name="Text Placeholder 51">
            <a:extLst>
              <a:ext uri="{FF2B5EF4-FFF2-40B4-BE49-F238E27FC236}">
                <a16:creationId xmlns:a16="http://schemas.microsoft.com/office/drawing/2014/main" id="{B8F133D1-AE3D-EC03-1736-E8AECFED0382}"/>
              </a:ext>
            </a:extLst>
          </p:cNvPr>
          <p:cNvSpPr>
            <a:spLocks noGrp="1"/>
          </p:cNvSpPr>
          <p:nvPr>
            <p:ph type="body" sz="quarter" idx="64" hasCustomPrompt="1"/>
          </p:nvPr>
        </p:nvSpPr>
        <p:spPr>
          <a:xfrm>
            <a:off x="1022154" y="4299893"/>
            <a:ext cx="2276858"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gn="l">
              <a:lnSpc>
                <a:spcPct val="100000"/>
              </a:lnSpc>
              <a:spcBef>
                <a:spcPts val="0"/>
              </a:spcBef>
              <a:buNone/>
              <a:defRPr sz="1050" b="0">
                <a:solidFill>
                  <a:schemeClr val="bg1"/>
                </a:solidFill>
                <a:latin typeface="+mn-lt"/>
              </a:defRPr>
            </a:lvl1pPr>
          </a:lstStyle>
          <a:p>
            <a:pPr lvl="0"/>
            <a:r>
              <a:rPr lang="en-ID"/>
              <a:t>Your Title</a:t>
            </a:r>
          </a:p>
        </p:txBody>
      </p:sp>
      <p:sp>
        <p:nvSpPr>
          <p:cNvPr id="54" name="Text Placeholder 53">
            <a:extLst>
              <a:ext uri="{FF2B5EF4-FFF2-40B4-BE49-F238E27FC236}">
                <a16:creationId xmlns:a16="http://schemas.microsoft.com/office/drawing/2014/main" id="{E79E14BF-8700-BC95-1EFA-867CA9630CA6}"/>
              </a:ext>
            </a:extLst>
          </p:cNvPr>
          <p:cNvSpPr>
            <a:spLocks noGrp="1"/>
          </p:cNvSpPr>
          <p:nvPr>
            <p:ph type="body" sz="quarter" idx="47" hasCustomPrompt="1"/>
          </p:nvPr>
        </p:nvSpPr>
        <p:spPr>
          <a:xfrm>
            <a:off x="1022154" y="1211327"/>
            <a:ext cx="2276858"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56" name="Text Placeholder 55">
            <a:extLst>
              <a:ext uri="{FF2B5EF4-FFF2-40B4-BE49-F238E27FC236}">
                <a16:creationId xmlns:a16="http://schemas.microsoft.com/office/drawing/2014/main" id="{0BA12012-649D-8AA9-D912-3163A195AAC9}"/>
              </a:ext>
            </a:extLst>
          </p:cNvPr>
          <p:cNvSpPr>
            <a:spLocks noGrp="1"/>
          </p:cNvSpPr>
          <p:nvPr>
            <p:ph type="body" sz="quarter" idx="65" hasCustomPrompt="1"/>
          </p:nvPr>
        </p:nvSpPr>
        <p:spPr>
          <a:xfrm>
            <a:off x="4772114" y="1211328"/>
            <a:ext cx="2210859"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58" name="Text Placeholder 57">
            <a:extLst>
              <a:ext uri="{FF2B5EF4-FFF2-40B4-BE49-F238E27FC236}">
                <a16:creationId xmlns:a16="http://schemas.microsoft.com/office/drawing/2014/main" id="{5453878E-E93A-ECC1-19EC-CF8A3A8CA149}"/>
              </a:ext>
            </a:extLst>
          </p:cNvPr>
          <p:cNvSpPr>
            <a:spLocks noGrp="1"/>
          </p:cNvSpPr>
          <p:nvPr>
            <p:ph type="body" sz="quarter" idx="66" hasCustomPrompt="1"/>
          </p:nvPr>
        </p:nvSpPr>
        <p:spPr>
          <a:xfrm>
            <a:off x="8522071" y="1211328"/>
            <a:ext cx="2280400"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2" name="Text Placeholder 61">
            <a:extLst>
              <a:ext uri="{FF2B5EF4-FFF2-40B4-BE49-F238E27FC236}">
                <a16:creationId xmlns:a16="http://schemas.microsoft.com/office/drawing/2014/main" id="{1D90487E-2A5D-9FA5-943E-45B114E66E8A}"/>
              </a:ext>
            </a:extLst>
          </p:cNvPr>
          <p:cNvSpPr>
            <a:spLocks noGrp="1"/>
          </p:cNvSpPr>
          <p:nvPr>
            <p:ph type="body" sz="quarter" idx="67" hasCustomPrompt="1"/>
          </p:nvPr>
        </p:nvSpPr>
        <p:spPr>
          <a:xfrm>
            <a:off x="1022154" y="3970506"/>
            <a:ext cx="2276858"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3" name="Text Placeholder 62">
            <a:extLst>
              <a:ext uri="{FF2B5EF4-FFF2-40B4-BE49-F238E27FC236}">
                <a16:creationId xmlns:a16="http://schemas.microsoft.com/office/drawing/2014/main" id="{20FA909F-7973-0E14-6601-F9F48A882743}"/>
              </a:ext>
            </a:extLst>
          </p:cNvPr>
          <p:cNvSpPr>
            <a:spLocks noGrp="1"/>
          </p:cNvSpPr>
          <p:nvPr>
            <p:ph type="body" sz="quarter" idx="68" hasCustomPrompt="1"/>
          </p:nvPr>
        </p:nvSpPr>
        <p:spPr>
          <a:xfrm>
            <a:off x="4772114" y="3970507"/>
            <a:ext cx="2210859"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4" name="Text Placeholder 63">
            <a:extLst>
              <a:ext uri="{FF2B5EF4-FFF2-40B4-BE49-F238E27FC236}">
                <a16:creationId xmlns:a16="http://schemas.microsoft.com/office/drawing/2014/main" id="{1B57714D-406E-0617-E46D-F1E13009F176}"/>
              </a:ext>
            </a:extLst>
          </p:cNvPr>
          <p:cNvSpPr>
            <a:spLocks noGrp="1"/>
          </p:cNvSpPr>
          <p:nvPr>
            <p:ph type="body" sz="quarter" idx="69" hasCustomPrompt="1"/>
          </p:nvPr>
        </p:nvSpPr>
        <p:spPr>
          <a:xfrm>
            <a:off x="8522071" y="3970507"/>
            <a:ext cx="2280400"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Your Name</a:t>
            </a:r>
          </a:p>
        </p:txBody>
      </p:sp>
      <p:sp>
        <p:nvSpPr>
          <p:cNvPr id="65" name="Text Placeholder 15">
            <a:extLst>
              <a:ext uri="{FF2B5EF4-FFF2-40B4-BE49-F238E27FC236}">
                <a16:creationId xmlns:a16="http://schemas.microsoft.com/office/drawing/2014/main" id="{00376703-C76B-3F26-15AB-0AE2750F61C1}"/>
              </a:ext>
            </a:extLst>
          </p:cNvPr>
          <p:cNvSpPr>
            <a:spLocks noGrp="1"/>
          </p:cNvSpPr>
          <p:nvPr>
            <p:ph type="body" sz="quarter" idx="70"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Tree>
    <p:extLst>
      <p:ext uri="{BB962C8B-B14F-4D97-AF65-F5344CB8AC3E}">
        <p14:creationId xmlns:p14="http://schemas.microsoft.com/office/powerpoint/2010/main" val="1975961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DF5E72F8-00BC-14CD-4931-A9C8830FC56D}"/>
              </a:ext>
            </a:extLst>
          </p:cNvPr>
          <p:cNvSpPr/>
          <p:nvPr userDrawn="1"/>
        </p:nvSpPr>
        <p:spPr>
          <a:xfrm>
            <a:off x="5635690" y="0"/>
            <a:ext cx="6556310" cy="5747657"/>
          </a:xfrm>
          <a:custGeom>
            <a:avLst/>
            <a:gdLst>
              <a:gd name="connsiteX0" fmla="*/ 11646 w 6692900"/>
              <a:gd name="connsiteY0" fmla="*/ 0 h 5867400"/>
              <a:gd name="connsiteX1" fmla="*/ 6692900 w 6692900"/>
              <a:gd name="connsiteY1" fmla="*/ 0 h 5867400"/>
              <a:gd name="connsiteX2" fmla="*/ 6692900 w 6692900"/>
              <a:gd name="connsiteY2" fmla="*/ 5742463 h 5867400"/>
              <a:gd name="connsiteX3" fmla="*/ 6637879 w 6692900"/>
              <a:gd name="connsiteY3" fmla="*/ 5755162 h 5867400"/>
              <a:gd name="connsiteX4" fmla="*/ 5524500 w 6692900"/>
              <a:gd name="connsiteY4" fmla="*/ 5867400 h 5867400"/>
              <a:gd name="connsiteX5" fmla="*/ 0 w 6692900"/>
              <a:gd name="connsiteY5" fmla="*/ 342900 h 5867400"/>
              <a:gd name="connsiteX6" fmla="*/ 7189 w 6692900"/>
              <a:gd name="connsiteY6" fmla="*/ 58610 h 586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2900" h="5867400">
                <a:moveTo>
                  <a:pt x="11646" y="0"/>
                </a:moveTo>
                <a:lnTo>
                  <a:pt x="6692900" y="0"/>
                </a:lnTo>
                <a:lnTo>
                  <a:pt x="6692900" y="5742463"/>
                </a:lnTo>
                <a:lnTo>
                  <a:pt x="6637879" y="5755162"/>
                </a:lnTo>
                <a:cubicBezTo>
                  <a:pt x="6278248" y="5828753"/>
                  <a:pt x="5905887" y="5867400"/>
                  <a:pt x="5524500" y="5867400"/>
                </a:cubicBezTo>
                <a:cubicBezTo>
                  <a:pt x="2473403" y="5867400"/>
                  <a:pt x="0" y="3393997"/>
                  <a:pt x="0" y="342900"/>
                </a:cubicBezTo>
                <a:cubicBezTo>
                  <a:pt x="0" y="247553"/>
                  <a:pt x="2416" y="152771"/>
                  <a:pt x="7189" y="58610"/>
                </a:cubicBezTo>
                <a:close/>
              </a:path>
            </a:pathLst>
          </a:custGeom>
          <a:gradFill>
            <a:gsLst>
              <a:gs pos="0">
                <a:schemeClr val="accent1">
                  <a:alpha val="0"/>
                </a:schemeClr>
              </a:gs>
              <a:gs pos="45000">
                <a:schemeClr val="accent2"/>
              </a:gs>
              <a:gs pos="62000">
                <a:schemeClr val="accent2"/>
              </a:gs>
              <a:gs pos="100000">
                <a:schemeClr val="accent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4" name="Picture Placeholder 3">
            <a:extLst>
              <a:ext uri="{FF2B5EF4-FFF2-40B4-BE49-F238E27FC236}">
                <a16:creationId xmlns:a16="http://schemas.microsoft.com/office/drawing/2014/main" id="{6E1E1192-FEED-67FF-9E6F-A13D5EFC1666}"/>
              </a:ext>
            </a:extLst>
          </p:cNvPr>
          <p:cNvSpPr>
            <a:spLocks noGrp="1"/>
          </p:cNvSpPr>
          <p:nvPr>
            <p:ph type="pic" sz="quarter" idx="10"/>
          </p:nvPr>
        </p:nvSpPr>
        <p:spPr>
          <a:xfrm>
            <a:off x="6016484" y="0"/>
            <a:ext cx="6175515" cy="5413829"/>
          </a:xfrm>
          <a:custGeom>
            <a:avLst/>
            <a:gdLst>
              <a:gd name="connsiteX0" fmla="*/ 11646 w 6692900"/>
              <a:gd name="connsiteY0" fmla="*/ 0 h 5867400"/>
              <a:gd name="connsiteX1" fmla="*/ 6692900 w 6692900"/>
              <a:gd name="connsiteY1" fmla="*/ 0 h 5867400"/>
              <a:gd name="connsiteX2" fmla="*/ 6692900 w 6692900"/>
              <a:gd name="connsiteY2" fmla="*/ 5742463 h 5867400"/>
              <a:gd name="connsiteX3" fmla="*/ 6637879 w 6692900"/>
              <a:gd name="connsiteY3" fmla="*/ 5755162 h 5867400"/>
              <a:gd name="connsiteX4" fmla="*/ 5524500 w 6692900"/>
              <a:gd name="connsiteY4" fmla="*/ 5867400 h 5867400"/>
              <a:gd name="connsiteX5" fmla="*/ 0 w 6692900"/>
              <a:gd name="connsiteY5" fmla="*/ 342900 h 5867400"/>
              <a:gd name="connsiteX6" fmla="*/ 7190 w 6692900"/>
              <a:gd name="connsiteY6" fmla="*/ 58610 h 586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2900" h="5867400">
                <a:moveTo>
                  <a:pt x="11646" y="0"/>
                </a:moveTo>
                <a:lnTo>
                  <a:pt x="6692900" y="0"/>
                </a:lnTo>
                <a:lnTo>
                  <a:pt x="6692900" y="5742463"/>
                </a:lnTo>
                <a:lnTo>
                  <a:pt x="6637879" y="5755162"/>
                </a:lnTo>
                <a:cubicBezTo>
                  <a:pt x="6278248" y="5828753"/>
                  <a:pt x="5905887" y="5867400"/>
                  <a:pt x="5524500" y="5867400"/>
                </a:cubicBezTo>
                <a:cubicBezTo>
                  <a:pt x="2473403" y="5867400"/>
                  <a:pt x="0" y="3393997"/>
                  <a:pt x="0" y="342900"/>
                </a:cubicBezTo>
                <a:cubicBezTo>
                  <a:pt x="0" y="247553"/>
                  <a:pt x="2416" y="152771"/>
                  <a:pt x="7190" y="58610"/>
                </a:cubicBezTo>
                <a:close/>
              </a:path>
            </a:pathLst>
          </a:custGeom>
          <a:solidFill>
            <a:schemeClr val="bg1">
              <a:lumMod val="95000"/>
            </a:schemeClr>
          </a:solidFill>
        </p:spPr>
        <p:txBody>
          <a:bodyPr wrap="square">
            <a:noAutofit/>
          </a:bodyPr>
          <a:lstStyle>
            <a:lvl1pPr>
              <a:defRPr sz="800"/>
            </a:lvl1pPr>
          </a:lstStyle>
          <a:p>
            <a:endParaRPr lang="en-ID"/>
          </a:p>
        </p:txBody>
      </p:sp>
      <p:sp>
        <p:nvSpPr>
          <p:cNvPr id="10" name="Text Placeholder 9">
            <a:extLst>
              <a:ext uri="{FF2B5EF4-FFF2-40B4-BE49-F238E27FC236}">
                <a16:creationId xmlns:a16="http://schemas.microsoft.com/office/drawing/2014/main" id="{AF954973-1A4F-1032-1E68-176102F8621A}"/>
              </a:ext>
            </a:extLst>
          </p:cNvPr>
          <p:cNvSpPr>
            <a:spLocks noGrp="1"/>
          </p:cNvSpPr>
          <p:nvPr>
            <p:ph type="body" sz="quarter" idx="11" hasCustomPrompt="1"/>
          </p:nvPr>
        </p:nvSpPr>
        <p:spPr>
          <a:xfrm>
            <a:off x="887639" y="613359"/>
            <a:ext cx="4349298" cy="2016016"/>
          </a:xfrm>
          <a:custGeom>
            <a:avLst/>
            <a:gdLst>
              <a:gd name="connsiteX0" fmla="*/ 0 w 4349298"/>
              <a:gd name="connsiteY0" fmla="*/ 0 h 1754326"/>
              <a:gd name="connsiteX1" fmla="*/ 4349298 w 4349298"/>
              <a:gd name="connsiteY1" fmla="*/ 0 h 1754326"/>
              <a:gd name="connsiteX2" fmla="*/ 4349298 w 4349298"/>
              <a:gd name="connsiteY2" fmla="*/ 1754326 h 1754326"/>
              <a:gd name="connsiteX3" fmla="*/ 0 w 4349298"/>
              <a:gd name="connsiteY3" fmla="*/ 1754326 h 1754326"/>
            </a:gdLst>
            <a:ahLst/>
            <a:cxnLst>
              <a:cxn ang="0">
                <a:pos x="connsiteX0" y="connsiteY0"/>
              </a:cxn>
              <a:cxn ang="0">
                <a:pos x="connsiteX1" y="connsiteY1"/>
              </a:cxn>
              <a:cxn ang="0">
                <a:pos x="connsiteX2" y="connsiteY2"/>
              </a:cxn>
              <a:cxn ang="0">
                <a:pos x="connsiteX3" y="connsiteY3"/>
              </a:cxn>
            </a:cxnLst>
            <a:rect l="l" t="t" r="r" b="b"/>
            <a:pathLst>
              <a:path w="4349298" h="1754326">
                <a:moveTo>
                  <a:pt x="0" y="0"/>
                </a:moveTo>
                <a:lnTo>
                  <a:pt x="4349298" y="0"/>
                </a:lnTo>
                <a:lnTo>
                  <a:pt x="4349298" y="1754326"/>
                </a:lnTo>
                <a:lnTo>
                  <a:pt x="0" y="1754326"/>
                </a:lnTo>
                <a:close/>
              </a:path>
            </a:pathLst>
          </a:custGeom>
        </p:spPr>
        <p:txBody>
          <a:bodyPr wrap="square">
            <a:noAutofit/>
          </a:bodyPr>
          <a:lstStyle>
            <a:lvl1pPr marL="0" indent="0">
              <a:lnSpc>
                <a:spcPct val="100000"/>
              </a:lnSpc>
              <a:buNone/>
              <a:defRPr sz="5400" b="1">
                <a:solidFill>
                  <a:schemeClr val="bg1"/>
                </a:solidFill>
                <a:latin typeface="+mj-lt"/>
              </a:defRPr>
            </a:lvl1pPr>
          </a:lstStyle>
          <a:p>
            <a:pPr lvl="0"/>
            <a:r>
              <a:rPr lang="en-ID"/>
              <a:t>TITLE HERE</a:t>
            </a:r>
          </a:p>
        </p:txBody>
      </p:sp>
      <p:sp>
        <p:nvSpPr>
          <p:cNvPr id="12" name="Text Placeholder 11">
            <a:extLst>
              <a:ext uri="{FF2B5EF4-FFF2-40B4-BE49-F238E27FC236}">
                <a16:creationId xmlns:a16="http://schemas.microsoft.com/office/drawing/2014/main" id="{4583B103-43A4-54C0-566A-65262819BF08}"/>
              </a:ext>
            </a:extLst>
          </p:cNvPr>
          <p:cNvSpPr>
            <a:spLocks noGrp="1"/>
          </p:cNvSpPr>
          <p:nvPr>
            <p:ph type="body" sz="quarter" idx="53" hasCustomPrompt="1"/>
          </p:nvPr>
        </p:nvSpPr>
        <p:spPr>
          <a:xfrm>
            <a:off x="887639" y="2629375"/>
            <a:ext cx="4922034" cy="1699824"/>
          </a:xfrm>
          <a:custGeom>
            <a:avLst/>
            <a:gdLst>
              <a:gd name="connsiteX0" fmla="*/ 0 w 4922034"/>
              <a:gd name="connsiteY0" fmla="*/ 0 h 1699824"/>
              <a:gd name="connsiteX1" fmla="*/ 4922034 w 4922034"/>
              <a:gd name="connsiteY1" fmla="*/ 0 h 1699824"/>
              <a:gd name="connsiteX2" fmla="*/ 4922034 w 4922034"/>
              <a:gd name="connsiteY2" fmla="*/ 1699824 h 1699824"/>
              <a:gd name="connsiteX3" fmla="*/ 0 w 4922034"/>
              <a:gd name="connsiteY3" fmla="*/ 1699824 h 1699824"/>
            </a:gdLst>
            <a:ahLst/>
            <a:cxnLst>
              <a:cxn ang="0">
                <a:pos x="connsiteX0" y="connsiteY0"/>
              </a:cxn>
              <a:cxn ang="0">
                <a:pos x="connsiteX1" y="connsiteY1"/>
              </a:cxn>
              <a:cxn ang="0">
                <a:pos x="connsiteX2" y="connsiteY2"/>
              </a:cxn>
              <a:cxn ang="0">
                <a:pos x="connsiteX3" y="connsiteY3"/>
              </a:cxn>
            </a:cxnLst>
            <a:rect l="l" t="t" r="r" b="b"/>
            <a:pathLst>
              <a:path w="4922034" h="1699824">
                <a:moveTo>
                  <a:pt x="0" y="0"/>
                </a:moveTo>
                <a:lnTo>
                  <a:pt x="4922034" y="0"/>
                </a:lnTo>
                <a:lnTo>
                  <a:pt x="4922034" y="1699824"/>
                </a:lnTo>
                <a:lnTo>
                  <a:pt x="0" y="1699824"/>
                </a:lnTo>
                <a:close/>
              </a:path>
            </a:pathLst>
          </a:custGeom>
        </p:spPr>
        <p:txBody>
          <a:bodyPr wrap="square">
            <a:noAutofit/>
          </a:bodyPr>
          <a:lstStyle>
            <a:lvl1pPr marL="0" indent="0" algn="l">
              <a:lnSpc>
                <a:spcPts val="1500"/>
              </a:lnSpc>
              <a:spcBef>
                <a:spcPts val="600"/>
              </a:spcBef>
              <a:buNone/>
              <a:defRPr sz="1200" b="0">
                <a:solidFill>
                  <a:schemeClr val="bg1"/>
                </a:solidFill>
                <a:latin typeface="+mn-lt"/>
              </a:defRPr>
            </a:lvl1pPr>
          </a:lstStyle>
          <a:p>
            <a:pPr lvl="0"/>
            <a:r>
              <a:rPr lang="en-ID"/>
              <a:t>Description Here</a:t>
            </a:r>
          </a:p>
        </p:txBody>
      </p:sp>
      <p:sp>
        <p:nvSpPr>
          <p:cNvPr id="14" name="Text Placeholder 13">
            <a:extLst>
              <a:ext uri="{FF2B5EF4-FFF2-40B4-BE49-F238E27FC236}">
                <a16:creationId xmlns:a16="http://schemas.microsoft.com/office/drawing/2014/main" id="{38663CEE-9AF3-5737-5607-AA29E58F5404}"/>
              </a:ext>
            </a:extLst>
          </p:cNvPr>
          <p:cNvSpPr>
            <a:spLocks noGrp="1"/>
          </p:cNvSpPr>
          <p:nvPr>
            <p:ph type="body" sz="quarter" idx="47" hasCustomPrompt="1"/>
          </p:nvPr>
        </p:nvSpPr>
        <p:spPr>
          <a:xfrm>
            <a:off x="1110684" y="4478646"/>
            <a:ext cx="4698989" cy="276999"/>
          </a:xfrm>
          <a:custGeom>
            <a:avLst/>
            <a:gdLst>
              <a:gd name="connsiteX0" fmla="*/ 0 w 2925727"/>
              <a:gd name="connsiteY0" fmla="*/ 0 h 276999"/>
              <a:gd name="connsiteX1" fmla="*/ 2925727 w 2925727"/>
              <a:gd name="connsiteY1" fmla="*/ 0 h 276999"/>
              <a:gd name="connsiteX2" fmla="*/ 2925727 w 2925727"/>
              <a:gd name="connsiteY2" fmla="*/ 276999 h 276999"/>
              <a:gd name="connsiteX3" fmla="*/ 0 w 292572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925727" h="276999">
                <a:moveTo>
                  <a:pt x="0" y="0"/>
                </a:moveTo>
                <a:lnTo>
                  <a:pt x="2925727" y="0"/>
                </a:lnTo>
                <a:lnTo>
                  <a:pt x="2925727"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lvl="0"/>
            <a:r>
              <a:rPr lang="en-ID"/>
              <a:t>Description</a:t>
            </a:r>
          </a:p>
        </p:txBody>
      </p:sp>
      <p:sp>
        <p:nvSpPr>
          <p:cNvPr id="16" name="Text Placeholder 15">
            <a:extLst>
              <a:ext uri="{FF2B5EF4-FFF2-40B4-BE49-F238E27FC236}">
                <a16:creationId xmlns:a16="http://schemas.microsoft.com/office/drawing/2014/main" id="{09772520-70A1-E3FE-F362-0A785D505CC1}"/>
              </a:ext>
            </a:extLst>
          </p:cNvPr>
          <p:cNvSpPr>
            <a:spLocks noGrp="1"/>
          </p:cNvSpPr>
          <p:nvPr>
            <p:ph type="body" sz="quarter" idx="54" hasCustomPrompt="1"/>
          </p:nvPr>
        </p:nvSpPr>
        <p:spPr>
          <a:xfrm>
            <a:off x="1715390" y="5213407"/>
            <a:ext cx="6107810" cy="661078"/>
          </a:xfrm>
          <a:custGeom>
            <a:avLst/>
            <a:gdLst>
              <a:gd name="connsiteX0" fmla="*/ 0 w 6107810"/>
              <a:gd name="connsiteY0" fmla="*/ 0 h 661078"/>
              <a:gd name="connsiteX1" fmla="*/ 6107810 w 6107810"/>
              <a:gd name="connsiteY1" fmla="*/ 0 h 661078"/>
              <a:gd name="connsiteX2" fmla="*/ 6107810 w 6107810"/>
              <a:gd name="connsiteY2" fmla="*/ 661078 h 661078"/>
              <a:gd name="connsiteX3" fmla="*/ 0 w 6107810"/>
              <a:gd name="connsiteY3" fmla="*/ 661078 h 661078"/>
            </a:gdLst>
            <a:ahLst/>
            <a:cxnLst>
              <a:cxn ang="0">
                <a:pos x="connsiteX0" y="connsiteY0"/>
              </a:cxn>
              <a:cxn ang="0">
                <a:pos x="connsiteX1" y="connsiteY1"/>
              </a:cxn>
              <a:cxn ang="0">
                <a:pos x="connsiteX2" y="connsiteY2"/>
              </a:cxn>
              <a:cxn ang="0">
                <a:pos x="connsiteX3" y="connsiteY3"/>
              </a:cxn>
            </a:cxnLst>
            <a:rect l="l" t="t" r="r" b="b"/>
            <a:pathLst>
              <a:path w="6107810" h="661078">
                <a:moveTo>
                  <a:pt x="0" y="0"/>
                </a:moveTo>
                <a:lnTo>
                  <a:pt x="6107810" y="0"/>
                </a:lnTo>
                <a:lnTo>
                  <a:pt x="6107810" y="661078"/>
                </a:lnTo>
                <a:lnTo>
                  <a:pt x="0" y="661078"/>
                </a:lnTo>
                <a:close/>
              </a:path>
            </a:pathLst>
          </a:custGeom>
        </p:spPr>
        <p:txBody>
          <a:bodyPr wrap="square">
            <a:noAutofit/>
          </a:bodyPr>
          <a:lstStyle>
            <a:lvl1pPr marL="0" indent="0" algn="l">
              <a:lnSpc>
                <a:spcPts val="1500"/>
              </a:lnSpc>
              <a:spcBef>
                <a:spcPts val="600"/>
              </a:spcBef>
              <a:buNone/>
              <a:defRPr sz="1200" b="0">
                <a:solidFill>
                  <a:schemeClr val="bg1"/>
                </a:solidFill>
                <a:latin typeface="+mn-lt"/>
              </a:defRPr>
            </a:lvl1pPr>
          </a:lstStyle>
          <a:p>
            <a:pPr lvl="0"/>
            <a:r>
              <a:rPr lang="en-ID"/>
              <a:t>Description Here</a:t>
            </a:r>
          </a:p>
        </p:txBody>
      </p:sp>
      <p:sp>
        <p:nvSpPr>
          <p:cNvPr id="18" name="Text Placeholder 17">
            <a:extLst>
              <a:ext uri="{FF2B5EF4-FFF2-40B4-BE49-F238E27FC236}">
                <a16:creationId xmlns:a16="http://schemas.microsoft.com/office/drawing/2014/main" id="{2D284A30-BD84-939F-9D66-DE3919DB734D}"/>
              </a:ext>
            </a:extLst>
          </p:cNvPr>
          <p:cNvSpPr>
            <a:spLocks noGrp="1"/>
          </p:cNvSpPr>
          <p:nvPr>
            <p:ph type="body" sz="quarter" idx="55" hasCustomPrompt="1"/>
          </p:nvPr>
        </p:nvSpPr>
        <p:spPr>
          <a:xfrm>
            <a:off x="1938434" y="5942405"/>
            <a:ext cx="5884766" cy="276999"/>
          </a:xfrm>
          <a:custGeom>
            <a:avLst/>
            <a:gdLst>
              <a:gd name="connsiteX0" fmla="*/ 0 w 2925727"/>
              <a:gd name="connsiteY0" fmla="*/ 0 h 276999"/>
              <a:gd name="connsiteX1" fmla="*/ 2925727 w 2925727"/>
              <a:gd name="connsiteY1" fmla="*/ 0 h 276999"/>
              <a:gd name="connsiteX2" fmla="*/ 2925727 w 2925727"/>
              <a:gd name="connsiteY2" fmla="*/ 276999 h 276999"/>
              <a:gd name="connsiteX3" fmla="*/ 0 w 292572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925727" h="276999">
                <a:moveTo>
                  <a:pt x="0" y="0"/>
                </a:moveTo>
                <a:lnTo>
                  <a:pt x="2925727" y="0"/>
                </a:lnTo>
                <a:lnTo>
                  <a:pt x="2925727" y="276999"/>
                </a:lnTo>
                <a:lnTo>
                  <a:pt x="0" y="276999"/>
                </a:lnTo>
                <a:close/>
              </a:path>
            </a:pathLst>
          </a:custGeom>
        </p:spPr>
        <p:txBody>
          <a:bodyPr wrap="square">
            <a:noAutofit/>
          </a:bodyPr>
          <a:lstStyle>
            <a:lvl1pPr marL="0" indent="0" algn="l">
              <a:lnSpc>
                <a:spcPct val="100000"/>
              </a:lnSpc>
              <a:buNone/>
              <a:defRPr sz="1200" b="1">
                <a:solidFill>
                  <a:schemeClr val="accent2"/>
                </a:solidFill>
                <a:latin typeface="+mj-lt"/>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ID"/>
              <a:t>Description</a:t>
            </a:r>
          </a:p>
        </p:txBody>
      </p:sp>
    </p:spTree>
    <p:extLst>
      <p:ext uri="{BB962C8B-B14F-4D97-AF65-F5344CB8AC3E}">
        <p14:creationId xmlns:p14="http://schemas.microsoft.com/office/powerpoint/2010/main" val="13757463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1F3BE1C-764B-8328-4458-63315E329FB3}"/>
              </a:ext>
            </a:extLst>
          </p:cNvPr>
          <p:cNvSpPr>
            <a:spLocks noGrp="1"/>
          </p:cNvSpPr>
          <p:nvPr>
            <p:ph type="pic" sz="quarter" idx="10"/>
          </p:nvPr>
        </p:nvSpPr>
        <p:spPr>
          <a:xfrm>
            <a:off x="0" y="0"/>
            <a:ext cx="5384800" cy="6858000"/>
          </a:xfrm>
          <a:custGeom>
            <a:avLst/>
            <a:gdLst>
              <a:gd name="connsiteX0" fmla="*/ 0 w 5384800"/>
              <a:gd name="connsiteY0" fmla="*/ 0 h 6858000"/>
              <a:gd name="connsiteX1" fmla="*/ 5384800 w 5384800"/>
              <a:gd name="connsiteY1" fmla="*/ 0 h 6858000"/>
              <a:gd name="connsiteX2" fmla="*/ 5384800 w 5384800"/>
              <a:gd name="connsiteY2" fmla="*/ 6858000 h 6858000"/>
              <a:gd name="connsiteX3" fmla="*/ 0 w 5384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384800" h="6858000">
                <a:moveTo>
                  <a:pt x="0" y="0"/>
                </a:moveTo>
                <a:lnTo>
                  <a:pt x="5384800" y="0"/>
                </a:lnTo>
                <a:lnTo>
                  <a:pt x="538480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15" name="Text Placeholder 15">
            <a:extLst>
              <a:ext uri="{FF2B5EF4-FFF2-40B4-BE49-F238E27FC236}">
                <a16:creationId xmlns:a16="http://schemas.microsoft.com/office/drawing/2014/main" id="{333231B6-940B-A2EC-A70D-E31F0A1B57C2}"/>
              </a:ext>
            </a:extLst>
          </p:cNvPr>
          <p:cNvSpPr>
            <a:spLocks noGrp="1"/>
          </p:cNvSpPr>
          <p:nvPr>
            <p:ph type="body" sz="quarter" idx="70" hasCustomPrompt="1"/>
          </p:nvPr>
        </p:nvSpPr>
        <p:spPr>
          <a:xfrm>
            <a:off x="867144" y="247029"/>
            <a:ext cx="10091142"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nSpc>
                <a:spcPct val="100000"/>
              </a:lnSpc>
              <a:buNone/>
              <a:defRPr sz="2800" b="1">
                <a:solidFill>
                  <a:schemeClr val="bg1"/>
                </a:solidFill>
                <a:latin typeface="+mj-lt"/>
              </a:defRPr>
            </a:lvl1pPr>
          </a:lstStyle>
          <a:p>
            <a:pPr lvl="0"/>
            <a:r>
              <a:rPr lang="en-ID"/>
              <a:t>TITLE HERE</a:t>
            </a:r>
          </a:p>
        </p:txBody>
      </p:sp>
      <p:sp>
        <p:nvSpPr>
          <p:cNvPr id="17" name="Text Placeholder 16">
            <a:extLst>
              <a:ext uri="{FF2B5EF4-FFF2-40B4-BE49-F238E27FC236}">
                <a16:creationId xmlns:a16="http://schemas.microsoft.com/office/drawing/2014/main" id="{FB8F053F-FB32-A2F1-530C-AB5AB5951B74}"/>
              </a:ext>
            </a:extLst>
          </p:cNvPr>
          <p:cNvSpPr>
            <a:spLocks noGrp="1"/>
          </p:cNvSpPr>
          <p:nvPr>
            <p:ph type="body" sz="quarter" idx="53" hasCustomPrompt="1"/>
          </p:nvPr>
        </p:nvSpPr>
        <p:spPr>
          <a:xfrm>
            <a:off x="1124085" y="2170703"/>
            <a:ext cx="2640475" cy="1267014"/>
          </a:xfrm>
          <a:custGeom>
            <a:avLst/>
            <a:gdLst>
              <a:gd name="connsiteX0" fmla="*/ 0 w 2640475"/>
              <a:gd name="connsiteY0" fmla="*/ 0 h 1267014"/>
              <a:gd name="connsiteX1" fmla="*/ 2640475 w 2640475"/>
              <a:gd name="connsiteY1" fmla="*/ 0 h 1267014"/>
              <a:gd name="connsiteX2" fmla="*/ 2640475 w 2640475"/>
              <a:gd name="connsiteY2" fmla="*/ 1267014 h 1267014"/>
              <a:gd name="connsiteX3" fmla="*/ 0 w 264047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40475" h="1267014">
                <a:moveTo>
                  <a:pt x="0" y="0"/>
                </a:moveTo>
                <a:lnTo>
                  <a:pt x="2640475" y="0"/>
                </a:lnTo>
                <a:lnTo>
                  <a:pt x="2640475"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19" name="Text Placeholder 18">
            <a:extLst>
              <a:ext uri="{FF2B5EF4-FFF2-40B4-BE49-F238E27FC236}">
                <a16:creationId xmlns:a16="http://schemas.microsoft.com/office/drawing/2014/main" id="{9B6F48B3-B404-108D-4CB1-E84D8F43761B}"/>
              </a:ext>
            </a:extLst>
          </p:cNvPr>
          <p:cNvSpPr>
            <a:spLocks noGrp="1"/>
          </p:cNvSpPr>
          <p:nvPr>
            <p:ph type="body" sz="quarter" idx="71" hasCustomPrompt="1"/>
          </p:nvPr>
        </p:nvSpPr>
        <p:spPr>
          <a:xfrm>
            <a:off x="1124085" y="4883621"/>
            <a:ext cx="2854633" cy="1267014"/>
          </a:xfrm>
          <a:custGeom>
            <a:avLst/>
            <a:gdLst>
              <a:gd name="connsiteX0" fmla="*/ 0 w 2854633"/>
              <a:gd name="connsiteY0" fmla="*/ 0 h 1267014"/>
              <a:gd name="connsiteX1" fmla="*/ 2854633 w 2854633"/>
              <a:gd name="connsiteY1" fmla="*/ 0 h 1267014"/>
              <a:gd name="connsiteX2" fmla="*/ 2854633 w 2854633"/>
              <a:gd name="connsiteY2" fmla="*/ 1267014 h 1267014"/>
              <a:gd name="connsiteX3" fmla="*/ 0 w 2854633"/>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54633" h="1267014">
                <a:moveTo>
                  <a:pt x="0" y="0"/>
                </a:moveTo>
                <a:lnTo>
                  <a:pt x="2854633" y="0"/>
                </a:lnTo>
                <a:lnTo>
                  <a:pt x="2854633" y="1267014"/>
                </a:lnTo>
                <a:lnTo>
                  <a:pt x="0" y="1267014"/>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1" name="Text Placeholder 20">
            <a:extLst>
              <a:ext uri="{FF2B5EF4-FFF2-40B4-BE49-F238E27FC236}">
                <a16:creationId xmlns:a16="http://schemas.microsoft.com/office/drawing/2014/main" id="{B75B4764-12BA-FA8A-CCAB-388D14253B7F}"/>
              </a:ext>
            </a:extLst>
          </p:cNvPr>
          <p:cNvSpPr>
            <a:spLocks noGrp="1"/>
          </p:cNvSpPr>
          <p:nvPr>
            <p:ph type="body" sz="quarter" idx="72" hasCustomPrompt="1"/>
          </p:nvPr>
        </p:nvSpPr>
        <p:spPr>
          <a:xfrm>
            <a:off x="4831213" y="2283324"/>
            <a:ext cx="6853811" cy="574516"/>
          </a:xfrm>
          <a:custGeom>
            <a:avLst/>
            <a:gdLst>
              <a:gd name="connsiteX0" fmla="*/ 0 w 6853811"/>
              <a:gd name="connsiteY0" fmla="*/ 0 h 574516"/>
              <a:gd name="connsiteX1" fmla="*/ 6853811 w 6853811"/>
              <a:gd name="connsiteY1" fmla="*/ 0 h 574516"/>
              <a:gd name="connsiteX2" fmla="*/ 6853811 w 6853811"/>
              <a:gd name="connsiteY2" fmla="*/ 574516 h 574516"/>
              <a:gd name="connsiteX3" fmla="*/ 0 w 6853811"/>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6853811" h="574516">
                <a:moveTo>
                  <a:pt x="0" y="0"/>
                </a:moveTo>
                <a:lnTo>
                  <a:pt x="6853811" y="0"/>
                </a:lnTo>
                <a:lnTo>
                  <a:pt x="6853811" y="574516"/>
                </a:lnTo>
                <a:lnTo>
                  <a:pt x="0" y="574516"/>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3" name="Text Placeholder 22">
            <a:extLst>
              <a:ext uri="{FF2B5EF4-FFF2-40B4-BE49-F238E27FC236}">
                <a16:creationId xmlns:a16="http://schemas.microsoft.com/office/drawing/2014/main" id="{D07FFE89-DA6D-F6A9-865C-A0967A6A4005}"/>
              </a:ext>
            </a:extLst>
          </p:cNvPr>
          <p:cNvSpPr>
            <a:spLocks noGrp="1"/>
          </p:cNvSpPr>
          <p:nvPr>
            <p:ph type="body" sz="quarter" idx="73" hasCustomPrompt="1"/>
          </p:nvPr>
        </p:nvSpPr>
        <p:spPr>
          <a:xfrm>
            <a:off x="4831213" y="3199607"/>
            <a:ext cx="6853811" cy="1036181"/>
          </a:xfrm>
          <a:custGeom>
            <a:avLst/>
            <a:gdLst>
              <a:gd name="connsiteX0" fmla="*/ 0 w 6853811"/>
              <a:gd name="connsiteY0" fmla="*/ 0 h 1036181"/>
              <a:gd name="connsiteX1" fmla="*/ 6853811 w 6853811"/>
              <a:gd name="connsiteY1" fmla="*/ 0 h 1036181"/>
              <a:gd name="connsiteX2" fmla="*/ 6853811 w 6853811"/>
              <a:gd name="connsiteY2" fmla="*/ 1036181 h 1036181"/>
              <a:gd name="connsiteX3" fmla="*/ 0 w 6853811"/>
              <a:gd name="connsiteY3" fmla="*/ 1036181 h 1036181"/>
            </a:gdLst>
            <a:ahLst/>
            <a:cxnLst>
              <a:cxn ang="0">
                <a:pos x="connsiteX0" y="connsiteY0"/>
              </a:cxn>
              <a:cxn ang="0">
                <a:pos x="connsiteX1" y="connsiteY1"/>
              </a:cxn>
              <a:cxn ang="0">
                <a:pos x="connsiteX2" y="connsiteY2"/>
              </a:cxn>
              <a:cxn ang="0">
                <a:pos x="connsiteX3" y="connsiteY3"/>
              </a:cxn>
            </a:cxnLst>
            <a:rect l="l" t="t" r="r" b="b"/>
            <a:pathLst>
              <a:path w="6853811" h="1036181">
                <a:moveTo>
                  <a:pt x="0" y="0"/>
                </a:moveTo>
                <a:lnTo>
                  <a:pt x="6853811" y="0"/>
                </a:lnTo>
                <a:lnTo>
                  <a:pt x="6853811" y="1036181"/>
                </a:lnTo>
                <a:lnTo>
                  <a:pt x="0" y="1036181"/>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5C0563EE-894E-98A1-71C0-A83F05FD8871}"/>
              </a:ext>
            </a:extLst>
          </p:cNvPr>
          <p:cNvSpPr>
            <a:spLocks noGrp="1"/>
          </p:cNvSpPr>
          <p:nvPr>
            <p:ph type="body" sz="quarter" idx="74" hasCustomPrompt="1"/>
          </p:nvPr>
        </p:nvSpPr>
        <p:spPr>
          <a:xfrm>
            <a:off x="4831212" y="5601143"/>
            <a:ext cx="7196654" cy="574516"/>
          </a:xfrm>
          <a:custGeom>
            <a:avLst/>
            <a:gdLst>
              <a:gd name="connsiteX0" fmla="*/ 0 w 7196654"/>
              <a:gd name="connsiteY0" fmla="*/ 0 h 574516"/>
              <a:gd name="connsiteX1" fmla="*/ 7196654 w 7196654"/>
              <a:gd name="connsiteY1" fmla="*/ 0 h 574516"/>
              <a:gd name="connsiteX2" fmla="*/ 7196654 w 7196654"/>
              <a:gd name="connsiteY2" fmla="*/ 574516 h 574516"/>
              <a:gd name="connsiteX3" fmla="*/ 0 w 7196654"/>
              <a:gd name="connsiteY3" fmla="*/ 574516 h 574516"/>
            </a:gdLst>
            <a:ahLst/>
            <a:cxnLst>
              <a:cxn ang="0">
                <a:pos x="connsiteX0" y="connsiteY0"/>
              </a:cxn>
              <a:cxn ang="0">
                <a:pos x="connsiteX1" y="connsiteY1"/>
              </a:cxn>
              <a:cxn ang="0">
                <a:pos x="connsiteX2" y="connsiteY2"/>
              </a:cxn>
              <a:cxn ang="0">
                <a:pos x="connsiteX3" y="connsiteY3"/>
              </a:cxn>
            </a:cxnLst>
            <a:rect l="l" t="t" r="r" b="b"/>
            <a:pathLst>
              <a:path w="7196654" h="574516">
                <a:moveTo>
                  <a:pt x="0" y="0"/>
                </a:moveTo>
                <a:lnTo>
                  <a:pt x="7196654" y="0"/>
                </a:lnTo>
                <a:lnTo>
                  <a:pt x="7196654" y="574516"/>
                </a:lnTo>
                <a:lnTo>
                  <a:pt x="0" y="574516"/>
                </a:lnTo>
                <a:close/>
              </a:path>
            </a:pathLst>
          </a:custGeom>
        </p:spPr>
        <p:txBody>
          <a:bodyPr wrap="square">
            <a:noAutofit/>
          </a:bodyPr>
          <a:lstStyle>
            <a:lvl1pPr marL="0" indent="0" algn="l">
              <a:lnSpc>
                <a:spcPts val="1800"/>
              </a:lnSpc>
              <a:spcBef>
                <a:spcPts val="300"/>
              </a:spcBef>
              <a:buNone/>
              <a:defRPr sz="1200" b="0">
                <a:solidFill>
                  <a:schemeClr val="bg1"/>
                </a:solidFill>
                <a:latin typeface="+mn-lt"/>
              </a:defRPr>
            </a:lvl1pPr>
          </a:lstStyle>
          <a:p>
            <a:pPr lvl="0"/>
            <a:r>
              <a:rPr lang="en-ID"/>
              <a:t>Description Here</a:t>
            </a:r>
          </a:p>
        </p:txBody>
      </p:sp>
      <p:sp>
        <p:nvSpPr>
          <p:cNvPr id="27" name="Text Placeholder 26">
            <a:extLst>
              <a:ext uri="{FF2B5EF4-FFF2-40B4-BE49-F238E27FC236}">
                <a16:creationId xmlns:a16="http://schemas.microsoft.com/office/drawing/2014/main" id="{6F00099B-02CF-0B04-A2FF-09825804DD8E}"/>
              </a:ext>
            </a:extLst>
          </p:cNvPr>
          <p:cNvSpPr>
            <a:spLocks noGrp="1"/>
          </p:cNvSpPr>
          <p:nvPr>
            <p:ph type="body" sz="quarter" idx="47" hasCustomPrompt="1"/>
          </p:nvPr>
        </p:nvSpPr>
        <p:spPr>
          <a:xfrm>
            <a:off x="870141" y="1812675"/>
            <a:ext cx="2894419"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29" name="Text Placeholder 28">
            <a:extLst>
              <a:ext uri="{FF2B5EF4-FFF2-40B4-BE49-F238E27FC236}">
                <a16:creationId xmlns:a16="http://schemas.microsoft.com/office/drawing/2014/main" id="{4837FDBD-CDD0-A9CD-62C0-04D6B9D60C5B}"/>
              </a:ext>
            </a:extLst>
          </p:cNvPr>
          <p:cNvSpPr>
            <a:spLocks noGrp="1"/>
          </p:cNvSpPr>
          <p:nvPr>
            <p:ph type="body" sz="quarter" idx="75" hasCustomPrompt="1"/>
          </p:nvPr>
        </p:nvSpPr>
        <p:spPr>
          <a:xfrm>
            <a:off x="870141" y="4525592"/>
            <a:ext cx="3108577" cy="307777"/>
          </a:xfrm>
          <a:custGeom>
            <a:avLst/>
            <a:gdLst>
              <a:gd name="connsiteX0" fmla="*/ 0 w 1639831"/>
              <a:gd name="connsiteY0" fmla="*/ 0 h 307777"/>
              <a:gd name="connsiteX1" fmla="*/ 1639831 w 1639831"/>
              <a:gd name="connsiteY1" fmla="*/ 0 h 307777"/>
              <a:gd name="connsiteX2" fmla="*/ 1639831 w 1639831"/>
              <a:gd name="connsiteY2" fmla="*/ 307777 h 307777"/>
              <a:gd name="connsiteX3" fmla="*/ 0 w 1639831"/>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39831" h="307777">
                <a:moveTo>
                  <a:pt x="0" y="0"/>
                </a:moveTo>
                <a:lnTo>
                  <a:pt x="1639831" y="0"/>
                </a:lnTo>
                <a:lnTo>
                  <a:pt x="1639831"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32" name="Text Placeholder 31">
            <a:extLst>
              <a:ext uri="{FF2B5EF4-FFF2-40B4-BE49-F238E27FC236}">
                <a16:creationId xmlns:a16="http://schemas.microsoft.com/office/drawing/2014/main" id="{ECD0A31B-5898-0350-66EC-F13E3593E6BB}"/>
              </a:ext>
            </a:extLst>
          </p:cNvPr>
          <p:cNvSpPr>
            <a:spLocks noGrp="1"/>
          </p:cNvSpPr>
          <p:nvPr>
            <p:ph type="body" sz="quarter" idx="76" hasCustomPrompt="1"/>
          </p:nvPr>
        </p:nvSpPr>
        <p:spPr>
          <a:xfrm>
            <a:off x="4577270" y="1744101"/>
            <a:ext cx="7107754"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34" name="Text Placeholder 33">
            <a:extLst>
              <a:ext uri="{FF2B5EF4-FFF2-40B4-BE49-F238E27FC236}">
                <a16:creationId xmlns:a16="http://schemas.microsoft.com/office/drawing/2014/main" id="{80C3449B-591A-08AF-8376-01AC39F10FF5}"/>
              </a:ext>
            </a:extLst>
          </p:cNvPr>
          <p:cNvSpPr>
            <a:spLocks noGrp="1"/>
          </p:cNvSpPr>
          <p:nvPr>
            <p:ph type="body" sz="quarter" idx="77" hasCustomPrompt="1"/>
          </p:nvPr>
        </p:nvSpPr>
        <p:spPr>
          <a:xfrm>
            <a:off x="4577270" y="5061921"/>
            <a:ext cx="7450596" cy="307777"/>
          </a:xfrm>
          <a:custGeom>
            <a:avLst/>
            <a:gdLst>
              <a:gd name="connsiteX0" fmla="*/ 0 w 2135804"/>
              <a:gd name="connsiteY0" fmla="*/ 0 h 307777"/>
              <a:gd name="connsiteX1" fmla="*/ 2135804 w 2135804"/>
              <a:gd name="connsiteY1" fmla="*/ 0 h 307777"/>
              <a:gd name="connsiteX2" fmla="*/ 2135804 w 2135804"/>
              <a:gd name="connsiteY2" fmla="*/ 307777 h 307777"/>
              <a:gd name="connsiteX3" fmla="*/ 0 w 213580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135804" h="307777">
                <a:moveTo>
                  <a:pt x="0" y="0"/>
                </a:moveTo>
                <a:lnTo>
                  <a:pt x="2135804" y="0"/>
                </a:lnTo>
                <a:lnTo>
                  <a:pt x="2135804" y="307777"/>
                </a:lnTo>
                <a:lnTo>
                  <a:pt x="0" y="307777"/>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Description</a:t>
            </a:r>
          </a:p>
        </p:txBody>
      </p:sp>
      <p:sp>
        <p:nvSpPr>
          <p:cNvPr id="36" name="Text Placeholder 35">
            <a:extLst>
              <a:ext uri="{FF2B5EF4-FFF2-40B4-BE49-F238E27FC236}">
                <a16:creationId xmlns:a16="http://schemas.microsoft.com/office/drawing/2014/main" id="{94940F78-917B-0D52-78D1-B97FC66C6F5D}"/>
              </a:ext>
            </a:extLst>
          </p:cNvPr>
          <p:cNvSpPr>
            <a:spLocks noGrp="1"/>
          </p:cNvSpPr>
          <p:nvPr>
            <p:ph type="body" sz="quarter" idx="78" hasCustomPrompt="1"/>
          </p:nvPr>
        </p:nvSpPr>
        <p:spPr>
          <a:xfrm>
            <a:off x="4577270" y="2016226"/>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gn="l">
              <a:lnSpc>
                <a:spcPct val="100000"/>
              </a:lnSpc>
              <a:buNone/>
              <a:defRPr sz="1200" b="1">
                <a:solidFill>
                  <a:schemeClr val="accent3"/>
                </a:solidFill>
                <a:latin typeface="+mj-lt"/>
              </a:defRPr>
            </a:lvl1pPr>
          </a:lstStyle>
          <a:p>
            <a:pPr lvl="0"/>
            <a:r>
              <a:rPr lang="en-ID"/>
              <a:t>Description</a:t>
            </a:r>
          </a:p>
        </p:txBody>
      </p:sp>
      <p:sp>
        <p:nvSpPr>
          <p:cNvPr id="38" name="Text Placeholder 37">
            <a:extLst>
              <a:ext uri="{FF2B5EF4-FFF2-40B4-BE49-F238E27FC236}">
                <a16:creationId xmlns:a16="http://schemas.microsoft.com/office/drawing/2014/main" id="{EF57B86C-808B-6288-5F1E-5455249B1E15}"/>
              </a:ext>
            </a:extLst>
          </p:cNvPr>
          <p:cNvSpPr>
            <a:spLocks noGrp="1"/>
          </p:cNvSpPr>
          <p:nvPr>
            <p:ph type="body" sz="quarter" idx="79" hasCustomPrompt="1"/>
          </p:nvPr>
        </p:nvSpPr>
        <p:spPr>
          <a:xfrm>
            <a:off x="4577270" y="2932508"/>
            <a:ext cx="7107754"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gn="l">
              <a:lnSpc>
                <a:spcPct val="100000"/>
              </a:lnSpc>
              <a:buNone/>
              <a:defRPr sz="1200" b="1">
                <a:solidFill>
                  <a:schemeClr val="accent3"/>
                </a:solidFill>
                <a:latin typeface="+mj-lt"/>
              </a:defRPr>
            </a:lvl1pPr>
          </a:lstStyle>
          <a:p>
            <a:pPr lvl="0"/>
            <a:r>
              <a:rPr lang="en-ID"/>
              <a:t>Description</a:t>
            </a:r>
          </a:p>
        </p:txBody>
      </p:sp>
      <p:sp>
        <p:nvSpPr>
          <p:cNvPr id="40" name="Text Placeholder 39">
            <a:extLst>
              <a:ext uri="{FF2B5EF4-FFF2-40B4-BE49-F238E27FC236}">
                <a16:creationId xmlns:a16="http://schemas.microsoft.com/office/drawing/2014/main" id="{D0318703-55E1-BD7F-510A-7049C4383FE2}"/>
              </a:ext>
            </a:extLst>
          </p:cNvPr>
          <p:cNvSpPr>
            <a:spLocks noGrp="1"/>
          </p:cNvSpPr>
          <p:nvPr>
            <p:ph type="body" sz="quarter" idx="80" hasCustomPrompt="1"/>
          </p:nvPr>
        </p:nvSpPr>
        <p:spPr>
          <a:xfrm>
            <a:off x="4577270" y="5334045"/>
            <a:ext cx="7450596" cy="276999"/>
          </a:xfrm>
          <a:custGeom>
            <a:avLst/>
            <a:gdLst>
              <a:gd name="connsiteX0" fmla="*/ 0 w 4740474"/>
              <a:gd name="connsiteY0" fmla="*/ 0 h 276999"/>
              <a:gd name="connsiteX1" fmla="*/ 4740474 w 4740474"/>
              <a:gd name="connsiteY1" fmla="*/ 0 h 276999"/>
              <a:gd name="connsiteX2" fmla="*/ 4740474 w 4740474"/>
              <a:gd name="connsiteY2" fmla="*/ 276999 h 276999"/>
              <a:gd name="connsiteX3" fmla="*/ 0 w 4740474"/>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4740474" h="276999">
                <a:moveTo>
                  <a:pt x="0" y="0"/>
                </a:moveTo>
                <a:lnTo>
                  <a:pt x="4740474" y="0"/>
                </a:lnTo>
                <a:lnTo>
                  <a:pt x="4740474" y="276999"/>
                </a:lnTo>
                <a:lnTo>
                  <a:pt x="0" y="276999"/>
                </a:lnTo>
                <a:close/>
              </a:path>
            </a:pathLst>
          </a:custGeom>
        </p:spPr>
        <p:txBody>
          <a:bodyPr wrap="square">
            <a:noAutofit/>
          </a:bodyPr>
          <a:lstStyle>
            <a:lvl1pPr marL="0" indent="0" algn="l">
              <a:lnSpc>
                <a:spcPct val="100000"/>
              </a:lnSpc>
              <a:buNone/>
              <a:defRPr sz="1200" b="1">
                <a:solidFill>
                  <a:schemeClr val="accent3"/>
                </a:solidFill>
                <a:latin typeface="+mj-lt"/>
              </a:defRPr>
            </a:lvl1pPr>
          </a:lstStyle>
          <a:p>
            <a:pPr lvl="0"/>
            <a:r>
              <a:rPr lang="en-ID"/>
              <a:t>Description</a:t>
            </a:r>
          </a:p>
        </p:txBody>
      </p:sp>
    </p:spTree>
    <p:extLst>
      <p:ext uri="{BB962C8B-B14F-4D97-AF65-F5344CB8AC3E}">
        <p14:creationId xmlns:p14="http://schemas.microsoft.com/office/powerpoint/2010/main" val="32160510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C720834-2E87-6EC5-565D-18472E31518B}"/>
              </a:ext>
            </a:extLst>
          </p:cNvPr>
          <p:cNvSpPr>
            <a:spLocks noGrp="1"/>
          </p:cNvSpPr>
          <p:nvPr>
            <p:ph type="pic" sz="quarter" idx="10"/>
          </p:nvPr>
        </p:nvSpPr>
        <p:spPr>
          <a:xfrm>
            <a:off x="1171576" y="1190625"/>
            <a:ext cx="10229849" cy="4781550"/>
          </a:xfrm>
          <a:custGeom>
            <a:avLst/>
            <a:gdLst>
              <a:gd name="connsiteX0" fmla="*/ 373487 w 10229849"/>
              <a:gd name="connsiteY0" fmla="*/ 0 h 4781550"/>
              <a:gd name="connsiteX1" fmla="*/ 9856362 w 10229849"/>
              <a:gd name="connsiteY1" fmla="*/ 0 h 4781550"/>
              <a:gd name="connsiteX2" fmla="*/ 10229849 w 10229849"/>
              <a:gd name="connsiteY2" fmla="*/ 373487 h 4781550"/>
              <a:gd name="connsiteX3" fmla="*/ 10229849 w 10229849"/>
              <a:gd name="connsiteY3" fmla="*/ 4408063 h 4781550"/>
              <a:gd name="connsiteX4" fmla="*/ 9856362 w 10229849"/>
              <a:gd name="connsiteY4" fmla="*/ 4781550 h 4781550"/>
              <a:gd name="connsiteX5" fmla="*/ 373487 w 10229849"/>
              <a:gd name="connsiteY5" fmla="*/ 4781550 h 4781550"/>
              <a:gd name="connsiteX6" fmla="*/ 0 w 10229849"/>
              <a:gd name="connsiteY6" fmla="*/ 4408063 h 4781550"/>
              <a:gd name="connsiteX7" fmla="*/ 0 w 10229849"/>
              <a:gd name="connsiteY7" fmla="*/ 373487 h 4781550"/>
              <a:gd name="connsiteX8" fmla="*/ 373487 w 10229849"/>
              <a:gd name="connsiteY8" fmla="*/ 0 h 478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29849" h="4781550">
                <a:moveTo>
                  <a:pt x="373487" y="0"/>
                </a:moveTo>
                <a:lnTo>
                  <a:pt x="9856362" y="0"/>
                </a:lnTo>
                <a:cubicBezTo>
                  <a:pt x="10062633" y="0"/>
                  <a:pt x="10229849" y="167216"/>
                  <a:pt x="10229849" y="373487"/>
                </a:cubicBezTo>
                <a:lnTo>
                  <a:pt x="10229849" y="4408063"/>
                </a:lnTo>
                <a:cubicBezTo>
                  <a:pt x="10229849" y="4614334"/>
                  <a:pt x="10062633" y="4781550"/>
                  <a:pt x="9856362" y="4781550"/>
                </a:cubicBezTo>
                <a:lnTo>
                  <a:pt x="373487" y="4781550"/>
                </a:lnTo>
                <a:cubicBezTo>
                  <a:pt x="167216" y="4781550"/>
                  <a:pt x="0" y="4614334"/>
                  <a:pt x="0" y="4408063"/>
                </a:cubicBezTo>
                <a:lnTo>
                  <a:pt x="0" y="373487"/>
                </a:lnTo>
                <a:cubicBezTo>
                  <a:pt x="0" y="167216"/>
                  <a:pt x="167216" y="0"/>
                  <a:pt x="373487" y="0"/>
                </a:cubicBezTo>
                <a:close/>
              </a:path>
            </a:pathLst>
          </a:custGeom>
          <a:solidFill>
            <a:schemeClr val="bg1">
              <a:lumMod val="95000"/>
            </a:schemeClr>
          </a:solidFill>
        </p:spPr>
        <p:txBody>
          <a:bodyPr wrap="square">
            <a:noAutofit/>
          </a:bodyPr>
          <a:lstStyle>
            <a:lvl1pPr>
              <a:defRPr sz="800"/>
            </a:lvl1pPr>
          </a:lstStyle>
          <a:p>
            <a:endParaRPr lang="en-ID"/>
          </a:p>
        </p:txBody>
      </p:sp>
      <p:sp>
        <p:nvSpPr>
          <p:cNvPr id="7" name="Text Placeholder 6">
            <a:extLst>
              <a:ext uri="{FF2B5EF4-FFF2-40B4-BE49-F238E27FC236}">
                <a16:creationId xmlns:a16="http://schemas.microsoft.com/office/drawing/2014/main" id="{CF0636F9-3481-97BE-74B9-74688BE8A6EC}"/>
              </a:ext>
            </a:extLst>
          </p:cNvPr>
          <p:cNvSpPr>
            <a:spLocks noGrp="1"/>
          </p:cNvSpPr>
          <p:nvPr>
            <p:ph type="body" sz="quarter" idx="11" hasCustomPrompt="1"/>
          </p:nvPr>
        </p:nvSpPr>
        <p:spPr>
          <a:xfrm>
            <a:off x="6656926" y="1635666"/>
            <a:ext cx="3787775" cy="2700775"/>
          </a:xfrm>
          <a:custGeom>
            <a:avLst/>
            <a:gdLst>
              <a:gd name="connsiteX0" fmla="*/ 0 w 3787775"/>
              <a:gd name="connsiteY0" fmla="*/ 0 h 2554545"/>
              <a:gd name="connsiteX1" fmla="*/ 3787775 w 3787775"/>
              <a:gd name="connsiteY1" fmla="*/ 0 h 2554545"/>
              <a:gd name="connsiteX2" fmla="*/ 3787775 w 3787775"/>
              <a:gd name="connsiteY2" fmla="*/ 2554545 h 2554545"/>
              <a:gd name="connsiteX3" fmla="*/ 0 w 3787775"/>
              <a:gd name="connsiteY3" fmla="*/ 2554545 h 2554545"/>
            </a:gdLst>
            <a:ahLst/>
            <a:cxnLst>
              <a:cxn ang="0">
                <a:pos x="connsiteX0" y="connsiteY0"/>
              </a:cxn>
              <a:cxn ang="0">
                <a:pos x="connsiteX1" y="connsiteY1"/>
              </a:cxn>
              <a:cxn ang="0">
                <a:pos x="connsiteX2" y="connsiteY2"/>
              </a:cxn>
              <a:cxn ang="0">
                <a:pos x="connsiteX3" y="connsiteY3"/>
              </a:cxn>
            </a:cxnLst>
            <a:rect l="l" t="t" r="r" b="b"/>
            <a:pathLst>
              <a:path w="3787775" h="2554545">
                <a:moveTo>
                  <a:pt x="0" y="0"/>
                </a:moveTo>
                <a:lnTo>
                  <a:pt x="3787775" y="0"/>
                </a:lnTo>
                <a:lnTo>
                  <a:pt x="3787775" y="2554545"/>
                </a:lnTo>
                <a:lnTo>
                  <a:pt x="0" y="2554545"/>
                </a:lnTo>
                <a:close/>
              </a:path>
            </a:pathLst>
          </a:custGeom>
        </p:spPr>
        <p:txBody>
          <a:bodyPr wrap="square">
            <a:noAutofit/>
          </a:bodyPr>
          <a:lstStyle>
            <a:lvl1pPr marL="0" indent="0">
              <a:lnSpc>
                <a:spcPct val="100000"/>
              </a:lnSpc>
              <a:buNone/>
              <a:defRPr sz="80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7081DCA0-E10D-2228-EAFB-26D8D57AAC3A}"/>
              </a:ext>
            </a:extLst>
          </p:cNvPr>
          <p:cNvSpPr>
            <a:spLocks noGrp="1"/>
          </p:cNvSpPr>
          <p:nvPr>
            <p:ph type="body" sz="quarter" idx="47" hasCustomPrompt="1"/>
          </p:nvPr>
        </p:nvSpPr>
        <p:spPr>
          <a:xfrm>
            <a:off x="6905309" y="4336442"/>
            <a:ext cx="1512550" cy="307777"/>
          </a:xfrm>
          <a:custGeom>
            <a:avLst/>
            <a:gdLst>
              <a:gd name="connsiteX0" fmla="*/ 0 w 979548"/>
              <a:gd name="connsiteY0" fmla="*/ 0 h 307777"/>
              <a:gd name="connsiteX1" fmla="*/ 979548 w 979548"/>
              <a:gd name="connsiteY1" fmla="*/ 0 h 307777"/>
              <a:gd name="connsiteX2" fmla="*/ 979548 w 979548"/>
              <a:gd name="connsiteY2" fmla="*/ 307777 h 307777"/>
              <a:gd name="connsiteX3" fmla="*/ 0 w 979548"/>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979548" h="307777">
                <a:moveTo>
                  <a:pt x="0" y="0"/>
                </a:moveTo>
                <a:lnTo>
                  <a:pt x="979548" y="0"/>
                </a:lnTo>
                <a:lnTo>
                  <a:pt x="979548" y="307777"/>
                </a:lnTo>
                <a:lnTo>
                  <a:pt x="0" y="307777"/>
                </a:lnTo>
                <a:close/>
              </a:path>
            </a:pathLst>
          </a:custGeom>
        </p:spPr>
        <p:txBody>
          <a:bodyPr wrap="square">
            <a:noAutofit/>
          </a:bodyPr>
          <a:lstStyle>
            <a:lvl1pPr marL="0" indent="0" algn="l">
              <a:lnSpc>
                <a:spcPct val="100000"/>
              </a:lnSpc>
              <a:buNone/>
              <a:defRPr sz="1400" b="1">
                <a:solidFill>
                  <a:schemeClr val="accent1"/>
                </a:solidFill>
                <a:latin typeface="+mj-lt"/>
              </a:defRPr>
            </a:lvl1pPr>
          </a:lstStyle>
          <a:p>
            <a:pPr lvl="0"/>
            <a:r>
              <a:rPr lang="en-ID"/>
              <a:t>Description</a:t>
            </a:r>
          </a:p>
        </p:txBody>
      </p:sp>
      <p:sp>
        <p:nvSpPr>
          <p:cNvPr id="11" name="Text Placeholder 10">
            <a:extLst>
              <a:ext uri="{FF2B5EF4-FFF2-40B4-BE49-F238E27FC236}">
                <a16:creationId xmlns:a16="http://schemas.microsoft.com/office/drawing/2014/main" id="{66245B82-CCBC-C50C-9367-69D8D9D1DD7E}"/>
              </a:ext>
            </a:extLst>
          </p:cNvPr>
          <p:cNvSpPr>
            <a:spLocks noGrp="1"/>
          </p:cNvSpPr>
          <p:nvPr>
            <p:ph type="body" sz="quarter" idx="48" hasCustomPrompt="1"/>
          </p:nvPr>
        </p:nvSpPr>
        <p:spPr>
          <a:xfrm>
            <a:off x="7295834" y="4932936"/>
            <a:ext cx="2967892" cy="307777"/>
          </a:xfrm>
          <a:custGeom>
            <a:avLst/>
            <a:gdLst>
              <a:gd name="connsiteX0" fmla="*/ 0 w 2967892"/>
              <a:gd name="connsiteY0" fmla="*/ 0 h 307777"/>
              <a:gd name="connsiteX1" fmla="*/ 2967892 w 2967892"/>
              <a:gd name="connsiteY1" fmla="*/ 0 h 307777"/>
              <a:gd name="connsiteX2" fmla="*/ 2967892 w 2967892"/>
              <a:gd name="connsiteY2" fmla="*/ 307777 h 307777"/>
              <a:gd name="connsiteX3" fmla="*/ 0 w 296789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967892" h="307777">
                <a:moveTo>
                  <a:pt x="0" y="0"/>
                </a:moveTo>
                <a:lnTo>
                  <a:pt x="2967892" y="0"/>
                </a:lnTo>
                <a:lnTo>
                  <a:pt x="2967892" y="307777"/>
                </a:lnTo>
                <a:lnTo>
                  <a:pt x="0" y="307777"/>
                </a:lnTo>
                <a:close/>
              </a:path>
            </a:pathLst>
          </a:custGeom>
        </p:spPr>
        <p:txBody>
          <a:bodyPr wrap="square">
            <a:noAutofit/>
          </a:bodyPr>
          <a:lstStyle>
            <a:lvl1pPr marL="0" indent="0" algn="l">
              <a:lnSpc>
                <a:spcPct val="100000"/>
              </a:lnSpc>
              <a:buNone/>
              <a:defRPr sz="1400" b="1">
                <a:solidFill>
                  <a:schemeClr val="bg1"/>
                </a:solidFill>
                <a:latin typeface="+mj-lt"/>
              </a:defRPr>
            </a:lvl1pPr>
          </a:lstStyle>
          <a:p>
            <a:pPr lvl="0"/>
            <a:r>
              <a:rPr lang="en-ID"/>
              <a:t>Your Mail</a:t>
            </a:r>
          </a:p>
        </p:txBody>
      </p:sp>
    </p:spTree>
    <p:extLst>
      <p:ext uri="{BB962C8B-B14F-4D97-AF65-F5344CB8AC3E}">
        <p14:creationId xmlns:p14="http://schemas.microsoft.com/office/powerpoint/2010/main" val="12259130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4F0DED3-7C6F-750C-B7EF-6C3C9DAB2B8D}"/>
              </a:ext>
            </a:extLst>
          </p:cNvPr>
          <p:cNvSpPr>
            <a:spLocks noGrp="1"/>
          </p:cNvSpPr>
          <p:nvPr>
            <p:ph type="pic" sz="quarter" idx="10"/>
          </p:nvPr>
        </p:nvSpPr>
        <p:spPr>
          <a:xfrm>
            <a:off x="0" y="0"/>
            <a:ext cx="5602514"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5" name="Text Placeholder 4">
            <a:extLst>
              <a:ext uri="{FF2B5EF4-FFF2-40B4-BE49-F238E27FC236}">
                <a16:creationId xmlns:a16="http://schemas.microsoft.com/office/drawing/2014/main" id="{F7CC40C1-E07A-E94E-0664-7EABB9F34257}"/>
              </a:ext>
            </a:extLst>
          </p:cNvPr>
          <p:cNvSpPr>
            <a:spLocks noGrp="1"/>
          </p:cNvSpPr>
          <p:nvPr>
            <p:ph type="body" sz="quarter" idx="11" hasCustomPrompt="1"/>
          </p:nvPr>
        </p:nvSpPr>
        <p:spPr>
          <a:xfrm>
            <a:off x="6843857" y="1680146"/>
            <a:ext cx="4484543" cy="3122418"/>
          </a:xfrm>
          <a:custGeom>
            <a:avLst/>
            <a:gdLst>
              <a:gd name="connsiteX0" fmla="*/ 0 w 3787775"/>
              <a:gd name="connsiteY0" fmla="*/ 0 h 2554545"/>
              <a:gd name="connsiteX1" fmla="*/ 3787775 w 3787775"/>
              <a:gd name="connsiteY1" fmla="*/ 0 h 2554545"/>
              <a:gd name="connsiteX2" fmla="*/ 3787775 w 3787775"/>
              <a:gd name="connsiteY2" fmla="*/ 2554545 h 2554545"/>
              <a:gd name="connsiteX3" fmla="*/ 0 w 3787775"/>
              <a:gd name="connsiteY3" fmla="*/ 2554545 h 2554545"/>
            </a:gdLst>
            <a:ahLst/>
            <a:cxnLst>
              <a:cxn ang="0">
                <a:pos x="connsiteX0" y="connsiteY0"/>
              </a:cxn>
              <a:cxn ang="0">
                <a:pos x="connsiteX1" y="connsiteY1"/>
              </a:cxn>
              <a:cxn ang="0">
                <a:pos x="connsiteX2" y="connsiteY2"/>
              </a:cxn>
              <a:cxn ang="0">
                <a:pos x="connsiteX3" y="connsiteY3"/>
              </a:cxn>
            </a:cxnLst>
            <a:rect l="l" t="t" r="r" b="b"/>
            <a:pathLst>
              <a:path w="3787775" h="2554545">
                <a:moveTo>
                  <a:pt x="0" y="0"/>
                </a:moveTo>
                <a:lnTo>
                  <a:pt x="3787775" y="0"/>
                </a:lnTo>
                <a:lnTo>
                  <a:pt x="3787775" y="2554545"/>
                </a:lnTo>
                <a:lnTo>
                  <a:pt x="0" y="2554545"/>
                </a:lnTo>
                <a:close/>
              </a:path>
            </a:pathLst>
          </a:custGeom>
        </p:spPr>
        <p:txBody>
          <a:bodyPr wrap="square">
            <a:noAutofit/>
          </a:bodyPr>
          <a:lstStyle>
            <a:lvl1pPr marL="0" indent="0">
              <a:lnSpc>
                <a:spcPct val="100000"/>
              </a:lnSpc>
              <a:buNone/>
              <a:defRPr sz="4800" b="1">
                <a:solidFill>
                  <a:schemeClr val="accent1"/>
                </a:solidFill>
                <a:latin typeface="+mj-lt"/>
              </a:defRPr>
            </a:lvl1pPr>
          </a:lstStyle>
          <a:p>
            <a:pPr lvl="0"/>
            <a:r>
              <a:rPr lang="en-ID"/>
              <a:t>TITLE HERE</a:t>
            </a:r>
          </a:p>
        </p:txBody>
      </p:sp>
      <p:sp>
        <p:nvSpPr>
          <p:cNvPr id="7" name="Text Placeholder 6">
            <a:extLst>
              <a:ext uri="{FF2B5EF4-FFF2-40B4-BE49-F238E27FC236}">
                <a16:creationId xmlns:a16="http://schemas.microsoft.com/office/drawing/2014/main" id="{9139FDB3-ED98-BFA0-222B-205DB5C2AC33}"/>
              </a:ext>
            </a:extLst>
          </p:cNvPr>
          <p:cNvSpPr>
            <a:spLocks noGrp="1"/>
          </p:cNvSpPr>
          <p:nvPr>
            <p:ph type="body" sz="quarter" idx="72" hasCustomPrompt="1"/>
          </p:nvPr>
        </p:nvSpPr>
        <p:spPr>
          <a:xfrm>
            <a:off x="6843858" y="4802564"/>
            <a:ext cx="4056371" cy="707886"/>
          </a:xfrm>
          <a:custGeom>
            <a:avLst/>
            <a:gdLst>
              <a:gd name="connsiteX0" fmla="*/ 0 w 4056371"/>
              <a:gd name="connsiteY0" fmla="*/ 0 h 707886"/>
              <a:gd name="connsiteX1" fmla="*/ 4056371 w 4056371"/>
              <a:gd name="connsiteY1" fmla="*/ 0 h 707886"/>
              <a:gd name="connsiteX2" fmla="*/ 4056371 w 4056371"/>
              <a:gd name="connsiteY2" fmla="*/ 707886 h 707886"/>
              <a:gd name="connsiteX3" fmla="*/ 0 w 4056371"/>
              <a:gd name="connsiteY3" fmla="*/ 707886 h 707886"/>
            </a:gdLst>
            <a:ahLst/>
            <a:cxnLst>
              <a:cxn ang="0">
                <a:pos x="connsiteX0" y="connsiteY0"/>
              </a:cxn>
              <a:cxn ang="0">
                <a:pos x="connsiteX1" y="connsiteY1"/>
              </a:cxn>
              <a:cxn ang="0">
                <a:pos x="connsiteX2" y="connsiteY2"/>
              </a:cxn>
              <a:cxn ang="0">
                <a:pos x="connsiteX3" y="connsiteY3"/>
              </a:cxn>
            </a:cxnLst>
            <a:rect l="l" t="t" r="r" b="b"/>
            <a:pathLst>
              <a:path w="4056371" h="707886">
                <a:moveTo>
                  <a:pt x="0" y="0"/>
                </a:moveTo>
                <a:lnTo>
                  <a:pt x="4056371" y="0"/>
                </a:lnTo>
                <a:lnTo>
                  <a:pt x="4056371" y="707886"/>
                </a:lnTo>
                <a:lnTo>
                  <a:pt x="0" y="707886"/>
                </a:lnTo>
                <a:close/>
              </a:path>
            </a:pathLst>
          </a:custGeom>
        </p:spPr>
        <p:txBody>
          <a:bodyPr wrap="square">
            <a:noAutofit/>
          </a:bodyPr>
          <a:lstStyle>
            <a:lvl1pPr marL="0" indent="0" algn="l">
              <a:lnSpc>
                <a:spcPct val="100000"/>
              </a:lnSpc>
              <a:spcBef>
                <a:spcPts val="300"/>
              </a:spcBef>
              <a:buNone/>
              <a:defRPr sz="2000" b="0">
                <a:solidFill>
                  <a:schemeClr val="accent1"/>
                </a:solidFill>
                <a:latin typeface="+mn-lt"/>
              </a:defRPr>
            </a:lvl1pPr>
          </a:lstStyle>
          <a:p>
            <a:pPr lvl="0"/>
            <a:r>
              <a:rPr lang="en-ID"/>
              <a:t>Subtitle Here</a:t>
            </a:r>
          </a:p>
        </p:txBody>
      </p:sp>
    </p:spTree>
    <p:extLst>
      <p:ext uri="{BB962C8B-B14F-4D97-AF65-F5344CB8AC3E}">
        <p14:creationId xmlns:p14="http://schemas.microsoft.com/office/powerpoint/2010/main" val="8077851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6E30144-1E81-1443-D290-E26C66130CAF}"/>
              </a:ext>
            </a:extLst>
          </p:cNvPr>
          <p:cNvSpPr>
            <a:spLocks noGrp="1"/>
          </p:cNvSpPr>
          <p:nvPr>
            <p:ph type="pic" sz="quarter" idx="10"/>
          </p:nvPr>
        </p:nvSpPr>
        <p:spPr>
          <a:xfrm>
            <a:off x="6415041" y="0"/>
            <a:ext cx="5776960" cy="6858000"/>
          </a:xfrm>
          <a:custGeom>
            <a:avLst/>
            <a:gdLst>
              <a:gd name="connsiteX0" fmla="*/ 0 w 5776960"/>
              <a:gd name="connsiteY0" fmla="*/ 0 h 6858000"/>
              <a:gd name="connsiteX1" fmla="*/ 5776960 w 5776960"/>
              <a:gd name="connsiteY1" fmla="*/ 0 h 6858000"/>
              <a:gd name="connsiteX2" fmla="*/ 5776960 w 5776960"/>
              <a:gd name="connsiteY2" fmla="*/ 6858000 h 6858000"/>
              <a:gd name="connsiteX3" fmla="*/ 0 w 577696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776960" h="6858000">
                <a:moveTo>
                  <a:pt x="0" y="0"/>
                </a:moveTo>
                <a:lnTo>
                  <a:pt x="5776960" y="0"/>
                </a:lnTo>
                <a:lnTo>
                  <a:pt x="577696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16" name="Text Placeholder 15">
            <a:extLst>
              <a:ext uri="{FF2B5EF4-FFF2-40B4-BE49-F238E27FC236}">
                <a16:creationId xmlns:a16="http://schemas.microsoft.com/office/drawing/2014/main" id="{7E7609C5-5D04-8B30-5308-CA1C12DE81B6}"/>
              </a:ext>
            </a:extLst>
          </p:cNvPr>
          <p:cNvSpPr>
            <a:spLocks noGrp="1"/>
          </p:cNvSpPr>
          <p:nvPr>
            <p:ph type="body" sz="quarter" idx="11" hasCustomPrompt="1"/>
          </p:nvPr>
        </p:nvSpPr>
        <p:spPr>
          <a:xfrm>
            <a:off x="410719" y="969152"/>
            <a:ext cx="4103006" cy="1060304"/>
          </a:xfrm>
          <a:custGeom>
            <a:avLst/>
            <a:gdLst>
              <a:gd name="connsiteX0" fmla="*/ 0 w 4103006"/>
              <a:gd name="connsiteY0" fmla="*/ 0 h 954107"/>
              <a:gd name="connsiteX1" fmla="*/ 4103006 w 4103006"/>
              <a:gd name="connsiteY1" fmla="*/ 0 h 954107"/>
              <a:gd name="connsiteX2" fmla="*/ 4103006 w 4103006"/>
              <a:gd name="connsiteY2" fmla="*/ 954107 h 954107"/>
              <a:gd name="connsiteX3" fmla="*/ 0 w 4103006"/>
              <a:gd name="connsiteY3" fmla="*/ 954107 h 954107"/>
            </a:gdLst>
            <a:ahLst/>
            <a:cxnLst>
              <a:cxn ang="0">
                <a:pos x="connsiteX0" y="connsiteY0"/>
              </a:cxn>
              <a:cxn ang="0">
                <a:pos x="connsiteX1" y="connsiteY1"/>
              </a:cxn>
              <a:cxn ang="0">
                <a:pos x="connsiteX2" y="connsiteY2"/>
              </a:cxn>
              <a:cxn ang="0">
                <a:pos x="connsiteX3" y="connsiteY3"/>
              </a:cxn>
            </a:cxnLst>
            <a:rect l="l" t="t" r="r" b="b"/>
            <a:pathLst>
              <a:path w="4103006" h="954107">
                <a:moveTo>
                  <a:pt x="0" y="0"/>
                </a:moveTo>
                <a:lnTo>
                  <a:pt x="4103006" y="0"/>
                </a:lnTo>
                <a:lnTo>
                  <a:pt x="4103006" y="954107"/>
                </a:lnTo>
                <a:lnTo>
                  <a:pt x="0" y="954107"/>
                </a:lnTo>
                <a:close/>
              </a:path>
            </a:pathLst>
          </a:custGeom>
        </p:spPr>
        <p:txBody>
          <a:bodyPr wrap="square">
            <a:no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18" name="Text Placeholder 17">
            <a:extLst>
              <a:ext uri="{FF2B5EF4-FFF2-40B4-BE49-F238E27FC236}">
                <a16:creationId xmlns:a16="http://schemas.microsoft.com/office/drawing/2014/main" id="{2907863C-3794-96EB-1730-4EACF0D8C10F}"/>
              </a:ext>
            </a:extLst>
          </p:cNvPr>
          <p:cNvSpPr>
            <a:spLocks noGrp="1"/>
          </p:cNvSpPr>
          <p:nvPr>
            <p:ph type="body" sz="quarter" idx="47" hasCustomPrompt="1"/>
          </p:nvPr>
        </p:nvSpPr>
        <p:spPr>
          <a:xfrm>
            <a:off x="410720" y="2029456"/>
            <a:ext cx="3226706" cy="523220"/>
          </a:xfrm>
          <a:custGeom>
            <a:avLst/>
            <a:gdLst>
              <a:gd name="connsiteX0" fmla="*/ 0 w 3226706"/>
              <a:gd name="connsiteY0" fmla="*/ 0 h 523220"/>
              <a:gd name="connsiteX1" fmla="*/ 3226706 w 3226706"/>
              <a:gd name="connsiteY1" fmla="*/ 0 h 523220"/>
              <a:gd name="connsiteX2" fmla="*/ 3226706 w 3226706"/>
              <a:gd name="connsiteY2" fmla="*/ 523220 h 523220"/>
              <a:gd name="connsiteX3" fmla="*/ 0 w 3226706"/>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3226706" h="523220">
                <a:moveTo>
                  <a:pt x="0" y="0"/>
                </a:moveTo>
                <a:lnTo>
                  <a:pt x="3226706" y="0"/>
                </a:lnTo>
                <a:lnTo>
                  <a:pt x="3226706" y="523220"/>
                </a:lnTo>
                <a:lnTo>
                  <a:pt x="0" y="523220"/>
                </a:lnTo>
                <a:close/>
              </a:path>
            </a:pathLst>
          </a:custGeom>
        </p:spPr>
        <p:txBody>
          <a:bodyPr wrap="square">
            <a:noAutofit/>
          </a:bodyPr>
          <a:lstStyle>
            <a:lvl1pPr marL="0" indent="0" algn="l">
              <a:lnSpc>
                <a:spcPct val="100000"/>
              </a:lnSpc>
              <a:buNone/>
              <a:defRPr sz="1400" b="1">
                <a:solidFill>
                  <a:schemeClr val="accent2"/>
                </a:solidFill>
                <a:latin typeface="+mj-lt"/>
              </a:defRPr>
            </a:lvl1pPr>
          </a:lstStyle>
          <a:p>
            <a:pPr lvl="0"/>
            <a:r>
              <a:rPr lang="en-ID"/>
              <a:t>Subtitle Here</a:t>
            </a:r>
          </a:p>
        </p:txBody>
      </p:sp>
      <p:sp>
        <p:nvSpPr>
          <p:cNvPr id="20" name="Text Placeholder 19">
            <a:extLst>
              <a:ext uri="{FF2B5EF4-FFF2-40B4-BE49-F238E27FC236}">
                <a16:creationId xmlns:a16="http://schemas.microsoft.com/office/drawing/2014/main" id="{2453F42B-92FD-EBF4-494D-391A1EB50498}"/>
              </a:ext>
            </a:extLst>
          </p:cNvPr>
          <p:cNvSpPr>
            <a:spLocks noGrp="1"/>
          </p:cNvSpPr>
          <p:nvPr>
            <p:ph type="body" sz="quarter" idx="33" hasCustomPrompt="1"/>
          </p:nvPr>
        </p:nvSpPr>
        <p:spPr>
          <a:xfrm>
            <a:off x="410719" y="2658875"/>
            <a:ext cx="5776960" cy="997709"/>
          </a:xfrm>
          <a:custGeom>
            <a:avLst/>
            <a:gdLst>
              <a:gd name="connsiteX0" fmla="*/ 0 w 5776960"/>
              <a:gd name="connsiteY0" fmla="*/ 0 h 997709"/>
              <a:gd name="connsiteX1" fmla="*/ 5776960 w 5776960"/>
              <a:gd name="connsiteY1" fmla="*/ 0 h 997709"/>
              <a:gd name="connsiteX2" fmla="*/ 5776960 w 5776960"/>
              <a:gd name="connsiteY2" fmla="*/ 997709 h 997709"/>
              <a:gd name="connsiteX3" fmla="*/ 0 w 5776960"/>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5776960" h="997709">
                <a:moveTo>
                  <a:pt x="0" y="0"/>
                </a:moveTo>
                <a:lnTo>
                  <a:pt x="5776960" y="0"/>
                </a:lnTo>
                <a:lnTo>
                  <a:pt x="5776960" y="997709"/>
                </a:lnTo>
                <a:lnTo>
                  <a:pt x="0" y="997709"/>
                </a:lnTo>
                <a:close/>
              </a:path>
            </a:pathLst>
          </a:custGeom>
        </p:spPr>
        <p:txBody>
          <a:bodyPr wrap="square">
            <a:noAutofit/>
          </a:bodyPr>
          <a:lstStyle>
            <a:lvl1pPr marL="0" indent="0">
              <a:lnSpc>
                <a:spcPts val="1800"/>
              </a:lnSpc>
              <a:spcBef>
                <a:spcPts val="0"/>
              </a:spcBef>
              <a:buNone/>
              <a:defRPr sz="1200" b="0">
                <a:solidFill>
                  <a:schemeClr val="tx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B5E8A05B-C5AA-E845-BC89-E2D0EF4D4D0B}"/>
              </a:ext>
            </a:extLst>
          </p:cNvPr>
          <p:cNvSpPr>
            <a:spLocks noGrp="1"/>
          </p:cNvSpPr>
          <p:nvPr>
            <p:ph type="body" sz="quarter" idx="48" hasCustomPrompt="1"/>
          </p:nvPr>
        </p:nvSpPr>
        <p:spPr>
          <a:xfrm>
            <a:off x="768378" y="3892287"/>
            <a:ext cx="5419301" cy="276999"/>
          </a:xfrm>
          <a:custGeom>
            <a:avLst/>
            <a:gdLst>
              <a:gd name="connsiteX0" fmla="*/ 0 w 3923877"/>
              <a:gd name="connsiteY0" fmla="*/ 0 h 276999"/>
              <a:gd name="connsiteX1" fmla="*/ 3923877 w 3923877"/>
              <a:gd name="connsiteY1" fmla="*/ 0 h 276999"/>
              <a:gd name="connsiteX2" fmla="*/ 3923877 w 3923877"/>
              <a:gd name="connsiteY2" fmla="*/ 276999 h 276999"/>
              <a:gd name="connsiteX3" fmla="*/ 0 w 392387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3923877" h="276999">
                <a:moveTo>
                  <a:pt x="0" y="0"/>
                </a:moveTo>
                <a:lnTo>
                  <a:pt x="3923877" y="0"/>
                </a:lnTo>
                <a:lnTo>
                  <a:pt x="3923877"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1AA3FECF-C576-3125-D8C1-65DA7E182777}"/>
              </a:ext>
            </a:extLst>
          </p:cNvPr>
          <p:cNvSpPr>
            <a:spLocks noGrp="1"/>
          </p:cNvSpPr>
          <p:nvPr>
            <p:ph type="body" sz="quarter" idx="49" hasCustomPrompt="1"/>
          </p:nvPr>
        </p:nvSpPr>
        <p:spPr>
          <a:xfrm>
            <a:off x="768378" y="4406265"/>
            <a:ext cx="5419301" cy="276999"/>
          </a:xfrm>
          <a:custGeom>
            <a:avLst/>
            <a:gdLst>
              <a:gd name="connsiteX0" fmla="*/ 0 w 3923877"/>
              <a:gd name="connsiteY0" fmla="*/ 0 h 276999"/>
              <a:gd name="connsiteX1" fmla="*/ 3923877 w 3923877"/>
              <a:gd name="connsiteY1" fmla="*/ 0 h 276999"/>
              <a:gd name="connsiteX2" fmla="*/ 3923877 w 3923877"/>
              <a:gd name="connsiteY2" fmla="*/ 276999 h 276999"/>
              <a:gd name="connsiteX3" fmla="*/ 0 w 392387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3923877" h="276999">
                <a:moveTo>
                  <a:pt x="0" y="0"/>
                </a:moveTo>
                <a:lnTo>
                  <a:pt x="3923877" y="0"/>
                </a:lnTo>
                <a:lnTo>
                  <a:pt x="3923877"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27" name="Text Placeholder 26">
            <a:extLst>
              <a:ext uri="{FF2B5EF4-FFF2-40B4-BE49-F238E27FC236}">
                <a16:creationId xmlns:a16="http://schemas.microsoft.com/office/drawing/2014/main" id="{E122F129-2268-56DD-C684-879DB35D01EA}"/>
              </a:ext>
            </a:extLst>
          </p:cNvPr>
          <p:cNvSpPr>
            <a:spLocks noGrp="1"/>
          </p:cNvSpPr>
          <p:nvPr>
            <p:ph type="body" sz="quarter" idx="50" hasCustomPrompt="1"/>
          </p:nvPr>
        </p:nvSpPr>
        <p:spPr>
          <a:xfrm>
            <a:off x="768377" y="4955391"/>
            <a:ext cx="5419302" cy="276999"/>
          </a:xfrm>
          <a:custGeom>
            <a:avLst/>
            <a:gdLst>
              <a:gd name="connsiteX0" fmla="*/ 0 w 5419302"/>
              <a:gd name="connsiteY0" fmla="*/ 0 h 276999"/>
              <a:gd name="connsiteX1" fmla="*/ 5419302 w 5419302"/>
              <a:gd name="connsiteY1" fmla="*/ 0 h 276999"/>
              <a:gd name="connsiteX2" fmla="*/ 5419302 w 5419302"/>
              <a:gd name="connsiteY2" fmla="*/ 276999 h 276999"/>
              <a:gd name="connsiteX3" fmla="*/ 0 w 5419302"/>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5419302" h="276999">
                <a:moveTo>
                  <a:pt x="0" y="0"/>
                </a:moveTo>
                <a:lnTo>
                  <a:pt x="5419302" y="0"/>
                </a:lnTo>
                <a:lnTo>
                  <a:pt x="5419302"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29" name="Text Placeholder 28">
            <a:extLst>
              <a:ext uri="{FF2B5EF4-FFF2-40B4-BE49-F238E27FC236}">
                <a16:creationId xmlns:a16="http://schemas.microsoft.com/office/drawing/2014/main" id="{7A9E81B4-A7FC-021D-6F08-DC80E580AF9A}"/>
              </a:ext>
            </a:extLst>
          </p:cNvPr>
          <p:cNvSpPr>
            <a:spLocks noGrp="1"/>
          </p:cNvSpPr>
          <p:nvPr>
            <p:ph type="body" sz="quarter" idx="51" hasCustomPrompt="1"/>
          </p:nvPr>
        </p:nvSpPr>
        <p:spPr>
          <a:xfrm>
            <a:off x="768377" y="5474241"/>
            <a:ext cx="5419302" cy="276999"/>
          </a:xfrm>
          <a:custGeom>
            <a:avLst/>
            <a:gdLst>
              <a:gd name="connsiteX0" fmla="*/ 0 w 3923877"/>
              <a:gd name="connsiteY0" fmla="*/ 0 h 276999"/>
              <a:gd name="connsiteX1" fmla="*/ 3923877 w 3923877"/>
              <a:gd name="connsiteY1" fmla="*/ 0 h 276999"/>
              <a:gd name="connsiteX2" fmla="*/ 3923877 w 3923877"/>
              <a:gd name="connsiteY2" fmla="*/ 276999 h 276999"/>
              <a:gd name="connsiteX3" fmla="*/ 0 w 392387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3923877" h="276999">
                <a:moveTo>
                  <a:pt x="0" y="0"/>
                </a:moveTo>
                <a:lnTo>
                  <a:pt x="3923877" y="0"/>
                </a:lnTo>
                <a:lnTo>
                  <a:pt x="3923877" y="276999"/>
                </a:lnTo>
                <a:lnTo>
                  <a:pt x="0" y="276999"/>
                </a:lnTo>
                <a:close/>
              </a:path>
            </a:pathLst>
          </a:custGeom>
        </p:spPr>
        <p:txBody>
          <a:bodyPr wrap="square">
            <a:noAutofit/>
          </a:bodyPr>
          <a:lstStyle>
            <a:lvl1pPr marL="0" indent="0">
              <a:lnSpc>
                <a:spcPct val="100000"/>
              </a:lnSpc>
              <a:spcBef>
                <a:spcPts val="0"/>
              </a:spcBef>
              <a:buNone/>
              <a:defRPr sz="1200" b="0">
                <a:solidFill>
                  <a:schemeClr val="tx1"/>
                </a:solidFill>
                <a:latin typeface="+mn-lt"/>
              </a:defRPr>
            </a:lvl1pPr>
          </a:lstStyle>
          <a:p>
            <a:pPr lvl="0"/>
            <a:r>
              <a:rPr lang="en-ID"/>
              <a:t>Description Here</a:t>
            </a:r>
          </a:p>
        </p:txBody>
      </p:sp>
      <p:sp>
        <p:nvSpPr>
          <p:cNvPr id="31" name="Text Placeholder 30">
            <a:extLst>
              <a:ext uri="{FF2B5EF4-FFF2-40B4-BE49-F238E27FC236}">
                <a16:creationId xmlns:a16="http://schemas.microsoft.com/office/drawing/2014/main" id="{074BD007-1174-DC5F-44D6-832964878780}"/>
              </a:ext>
            </a:extLst>
          </p:cNvPr>
          <p:cNvSpPr>
            <a:spLocks noGrp="1"/>
          </p:cNvSpPr>
          <p:nvPr>
            <p:ph type="body" sz="quarter" idx="52" hasCustomPrompt="1"/>
          </p:nvPr>
        </p:nvSpPr>
        <p:spPr>
          <a:xfrm>
            <a:off x="6818865" y="946828"/>
            <a:ext cx="4915661" cy="997709"/>
          </a:xfrm>
          <a:custGeom>
            <a:avLst/>
            <a:gdLst>
              <a:gd name="connsiteX0" fmla="*/ 0 w 4915661"/>
              <a:gd name="connsiteY0" fmla="*/ 0 h 997709"/>
              <a:gd name="connsiteX1" fmla="*/ 4915661 w 4915661"/>
              <a:gd name="connsiteY1" fmla="*/ 0 h 997709"/>
              <a:gd name="connsiteX2" fmla="*/ 4915661 w 4915661"/>
              <a:gd name="connsiteY2" fmla="*/ 997709 h 997709"/>
              <a:gd name="connsiteX3" fmla="*/ 0 w 4915661"/>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4915661" h="997709">
                <a:moveTo>
                  <a:pt x="0" y="0"/>
                </a:moveTo>
                <a:lnTo>
                  <a:pt x="4915661" y="0"/>
                </a:lnTo>
                <a:lnTo>
                  <a:pt x="4915661" y="997709"/>
                </a:lnTo>
                <a:lnTo>
                  <a:pt x="0" y="997709"/>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5" name="Text Placeholder 34">
            <a:extLst>
              <a:ext uri="{FF2B5EF4-FFF2-40B4-BE49-F238E27FC236}">
                <a16:creationId xmlns:a16="http://schemas.microsoft.com/office/drawing/2014/main" id="{36300673-DC58-57AC-8982-F8C0765AE6E7}"/>
              </a:ext>
            </a:extLst>
          </p:cNvPr>
          <p:cNvSpPr>
            <a:spLocks noGrp="1"/>
          </p:cNvSpPr>
          <p:nvPr>
            <p:ph type="body" sz="quarter" idx="53" hasCustomPrompt="1"/>
          </p:nvPr>
        </p:nvSpPr>
        <p:spPr>
          <a:xfrm>
            <a:off x="6850016" y="2512948"/>
            <a:ext cx="4757012" cy="1459374"/>
          </a:xfrm>
          <a:custGeom>
            <a:avLst/>
            <a:gdLst>
              <a:gd name="connsiteX0" fmla="*/ 0 w 4757012"/>
              <a:gd name="connsiteY0" fmla="*/ 0 h 1459374"/>
              <a:gd name="connsiteX1" fmla="*/ 4757012 w 4757012"/>
              <a:gd name="connsiteY1" fmla="*/ 0 h 1459374"/>
              <a:gd name="connsiteX2" fmla="*/ 4757012 w 4757012"/>
              <a:gd name="connsiteY2" fmla="*/ 1459374 h 1459374"/>
              <a:gd name="connsiteX3" fmla="*/ 0 w 4757012"/>
              <a:gd name="connsiteY3" fmla="*/ 1459374 h 1459374"/>
            </a:gdLst>
            <a:ahLst/>
            <a:cxnLst>
              <a:cxn ang="0">
                <a:pos x="connsiteX0" y="connsiteY0"/>
              </a:cxn>
              <a:cxn ang="0">
                <a:pos x="connsiteX1" y="connsiteY1"/>
              </a:cxn>
              <a:cxn ang="0">
                <a:pos x="connsiteX2" y="connsiteY2"/>
              </a:cxn>
              <a:cxn ang="0">
                <a:pos x="connsiteX3" y="connsiteY3"/>
              </a:cxn>
            </a:cxnLst>
            <a:rect l="l" t="t" r="r" b="b"/>
            <a:pathLst>
              <a:path w="4757012" h="1459374">
                <a:moveTo>
                  <a:pt x="0" y="0"/>
                </a:moveTo>
                <a:lnTo>
                  <a:pt x="4757012" y="0"/>
                </a:lnTo>
                <a:lnTo>
                  <a:pt x="4757012" y="1459374"/>
                </a:lnTo>
                <a:lnTo>
                  <a:pt x="0" y="145937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7" name="Text Placeholder 36">
            <a:extLst>
              <a:ext uri="{FF2B5EF4-FFF2-40B4-BE49-F238E27FC236}">
                <a16:creationId xmlns:a16="http://schemas.microsoft.com/office/drawing/2014/main" id="{863405F6-AEDA-3146-B5EC-716F2A844FFA}"/>
              </a:ext>
            </a:extLst>
          </p:cNvPr>
          <p:cNvSpPr>
            <a:spLocks noGrp="1"/>
          </p:cNvSpPr>
          <p:nvPr>
            <p:ph type="body" sz="quarter" idx="54" hasCustomPrompt="1"/>
          </p:nvPr>
        </p:nvSpPr>
        <p:spPr>
          <a:xfrm>
            <a:off x="6850016" y="4552655"/>
            <a:ext cx="4757012" cy="1459374"/>
          </a:xfrm>
          <a:custGeom>
            <a:avLst/>
            <a:gdLst>
              <a:gd name="connsiteX0" fmla="*/ 0 w 4757012"/>
              <a:gd name="connsiteY0" fmla="*/ 0 h 1459374"/>
              <a:gd name="connsiteX1" fmla="*/ 4757012 w 4757012"/>
              <a:gd name="connsiteY1" fmla="*/ 0 h 1459374"/>
              <a:gd name="connsiteX2" fmla="*/ 4757012 w 4757012"/>
              <a:gd name="connsiteY2" fmla="*/ 1459374 h 1459374"/>
              <a:gd name="connsiteX3" fmla="*/ 0 w 4757012"/>
              <a:gd name="connsiteY3" fmla="*/ 1459374 h 1459374"/>
            </a:gdLst>
            <a:ahLst/>
            <a:cxnLst>
              <a:cxn ang="0">
                <a:pos x="connsiteX0" y="connsiteY0"/>
              </a:cxn>
              <a:cxn ang="0">
                <a:pos x="connsiteX1" y="connsiteY1"/>
              </a:cxn>
              <a:cxn ang="0">
                <a:pos x="connsiteX2" y="connsiteY2"/>
              </a:cxn>
              <a:cxn ang="0">
                <a:pos x="connsiteX3" y="connsiteY3"/>
              </a:cxn>
            </a:cxnLst>
            <a:rect l="l" t="t" r="r" b="b"/>
            <a:pathLst>
              <a:path w="4757012" h="1459374">
                <a:moveTo>
                  <a:pt x="0" y="0"/>
                </a:moveTo>
                <a:lnTo>
                  <a:pt x="4757012" y="0"/>
                </a:lnTo>
                <a:lnTo>
                  <a:pt x="4757012" y="1459374"/>
                </a:lnTo>
                <a:lnTo>
                  <a:pt x="0" y="1459374"/>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9" name="Text Placeholder 38">
            <a:extLst>
              <a:ext uri="{FF2B5EF4-FFF2-40B4-BE49-F238E27FC236}">
                <a16:creationId xmlns:a16="http://schemas.microsoft.com/office/drawing/2014/main" id="{D4CEDB26-3924-2677-1BF7-0C1B5EA9230B}"/>
              </a:ext>
            </a:extLst>
          </p:cNvPr>
          <p:cNvSpPr>
            <a:spLocks noGrp="1"/>
          </p:cNvSpPr>
          <p:nvPr>
            <p:ph type="body" sz="quarter" idx="55" hasCustomPrompt="1"/>
          </p:nvPr>
        </p:nvSpPr>
        <p:spPr>
          <a:xfrm>
            <a:off x="7265993" y="2208282"/>
            <a:ext cx="4341035"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l">
              <a:lnSpc>
                <a:spcPct val="100000"/>
              </a:lnSpc>
              <a:buNone/>
              <a:defRPr sz="1400" b="1">
                <a:solidFill>
                  <a:schemeClr val="bg1"/>
                </a:solidFill>
                <a:latin typeface="+mj-lt"/>
              </a:defRPr>
            </a:lvl1pPr>
          </a:lstStyle>
          <a:p>
            <a:pPr lvl="0"/>
            <a:r>
              <a:rPr lang="en-ID"/>
              <a:t>Subtitle Here</a:t>
            </a:r>
          </a:p>
        </p:txBody>
      </p:sp>
      <p:sp>
        <p:nvSpPr>
          <p:cNvPr id="41" name="Text Placeholder 40">
            <a:extLst>
              <a:ext uri="{FF2B5EF4-FFF2-40B4-BE49-F238E27FC236}">
                <a16:creationId xmlns:a16="http://schemas.microsoft.com/office/drawing/2014/main" id="{A6A9DA33-E1C2-3D78-FCF3-B27E6432CFA3}"/>
              </a:ext>
            </a:extLst>
          </p:cNvPr>
          <p:cNvSpPr>
            <a:spLocks noGrp="1"/>
          </p:cNvSpPr>
          <p:nvPr>
            <p:ph type="body" sz="quarter" idx="56" hasCustomPrompt="1"/>
          </p:nvPr>
        </p:nvSpPr>
        <p:spPr>
          <a:xfrm>
            <a:off x="7265992" y="4247989"/>
            <a:ext cx="4341036" cy="307777"/>
          </a:xfrm>
          <a:custGeom>
            <a:avLst/>
            <a:gdLst>
              <a:gd name="connsiteX0" fmla="*/ 0 w 3957334"/>
              <a:gd name="connsiteY0" fmla="*/ 0 h 307777"/>
              <a:gd name="connsiteX1" fmla="*/ 3957334 w 3957334"/>
              <a:gd name="connsiteY1" fmla="*/ 0 h 307777"/>
              <a:gd name="connsiteX2" fmla="*/ 3957334 w 3957334"/>
              <a:gd name="connsiteY2" fmla="*/ 307777 h 307777"/>
              <a:gd name="connsiteX3" fmla="*/ 0 w 395733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3957334" h="307777">
                <a:moveTo>
                  <a:pt x="0" y="0"/>
                </a:moveTo>
                <a:lnTo>
                  <a:pt x="3957334" y="0"/>
                </a:lnTo>
                <a:lnTo>
                  <a:pt x="3957334" y="307777"/>
                </a:lnTo>
                <a:lnTo>
                  <a:pt x="0" y="307777"/>
                </a:lnTo>
                <a:close/>
              </a:path>
            </a:pathLst>
          </a:custGeom>
        </p:spPr>
        <p:txBody>
          <a:bodyPr wrap="square">
            <a:noAutofit/>
          </a:bodyPr>
          <a:lstStyle>
            <a:lvl1pPr marL="0" indent="0" algn="l">
              <a:lnSpc>
                <a:spcPct val="100000"/>
              </a:lnSpc>
              <a:buNone/>
              <a:defRPr sz="1400" b="1">
                <a:solidFill>
                  <a:schemeClr val="bg1"/>
                </a:solidFill>
                <a:latin typeface="+mj-lt"/>
              </a:defRPr>
            </a:lvl1pPr>
          </a:lstStyle>
          <a:p>
            <a:pPr lvl="0"/>
            <a:r>
              <a:rPr lang="en-ID"/>
              <a:t>Subtitle Here</a:t>
            </a:r>
          </a:p>
        </p:txBody>
      </p:sp>
    </p:spTree>
    <p:extLst>
      <p:ext uri="{BB962C8B-B14F-4D97-AF65-F5344CB8AC3E}">
        <p14:creationId xmlns:p14="http://schemas.microsoft.com/office/powerpoint/2010/main" val="21477283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accent1"/>
        </a:solidFill>
        <a:effectLst/>
      </p:bgPr>
    </p:bg>
    <p:spTree>
      <p:nvGrpSpPr>
        <p:cNvPr id="1" name=""/>
        <p:cNvGrpSpPr/>
        <p:nvPr/>
      </p:nvGrpSpPr>
      <p:grpSpPr>
        <a:xfrm>
          <a:off x="0" y="0"/>
          <a:ext cx="0" cy="0"/>
          <a:chOff x="0" y="0"/>
          <a:chExt cx="0" cy="0"/>
        </a:xfrm>
      </p:grpSpPr>
      <p:sp>
        <p:nvSpPr>
          <p:cNvPr id="18" name="Text Placeholder 15">
            <a:extLst>
              <a:ext uri="{FF2B5EF4-FFF2-40B4-BE49-F238E27FC236}">
                <a16:creationId xmlns:a16="http://schemas.microsoft.com/office/drawing/2014/main" id="{E224EE29-93AA-26C9-FE06-7AD7952EBD48}"/>
              </a:ext>
            </a:extLst>
          </p:cNvPr>
          <p:cNvSpPr>
            <a:spLocks noGrp="1"/>
          </p:cNvSpPr>
          <p:nvPr>
            <p:ph type="body" sz="quarter" idx="70" hasCustomPrompt="1"/>
          </p:nvPr>
        </p:nvSpPr>
        <p:spPr>
          <a:xfrm>
            <a:off x="1306286" y="591518"/>
            <a:ext cx="9579424" cy="523220"/>
          </a:xfrm>
          <a:custGeom>
            <a:avLst/>
            <a:gdLst>
              <a:gd name="connsiteX0" fmla="*/ 0 w 7448550"/>
              <a:gd name="connsiteY0" fmla="*/ 0 h 523220"/>
              <a:gd name="connsiteX1" fmla="*/ 7448550 w 7448550"/>
              <a:gd name="connsiteY1" fmla="*/ 0 h 523220"/>
              <a:gd name="connsiteX2" fmla="*/ 7448550 w 7448550"/>
              <a:gd name="connsiteY2" fmla="*/ 523220 h 523220"/>
              <a:gd name="connsiteX3" fmla="*/ 0 w 7448550"/>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7448550" h="523220">
                <a:moveTo>
                  <a:pt x="0" y="0"/>
                </a:moveTo>
                <a:lnTo>
                  <a:pt x="7448550" y="0"/>
                </a:lnTo>
                <a:lnTo>
                  <a:pt x="7448550" y="523220"/>
                </a:lnTo>
                <a:lnTo>
                  <a:pt x="0" y="523220"/>
                </a:lnTo>
                <a:close/>
              </a:path>
            </a:pathLst>
          </a:custGeom>
        </p:spPr>
        <p:txBody>
          <a:bodyPr wrap="square">
            <a:noAutofit/>
          </a:bodyPr>
          <a:lstStyle>
            <a:lvl1pPr marL="0" indent="0" algn="ctr">
              <a:lnSpc>
                <a:spcPct val="100000"/>
              </a:lnSpc>
              <a:buNone/>
              <a:defRPr sz="2800" b="1">
                <a:solidFill>
                  <a:schemeClr val="bg1"/>
                </a:solidFill>
                <a:latin typeface="+mj-lt"/>
              </a:defRPr>
            </a:lvl1pPr>
          </a:lstStyle>
          <a:p>
            <a:pPr lvl="0"/>
            <a:r>
              <a:rPr lang="en-ID"/>
              <a:t>TITLE HERE</a:t>
            </a:r>
          </a:p>
        </p:txBody>
      </p:sp>
      <p:sp>
        <p:nvSpPr>
          <p:cNvPr id="19" name="Rectangle 18">
            <a:extLst>
              <a:ext uri="{FF2B5EF4-FFF2-40B4-BE49-F238E27FC236}">
                <a16:creationId xmlns:a16="http://schemas.microsoft.com/office/drawing/2014/main" id="{AB1110FB-4322-43B3-CC96-9D58845AAF1A}"/>
              </a:ext>
            </a:extLst>
          </p:cNvPr>
          <p:cNvSpPr/>
          <p:nvPr userDrawn="1"/>
        </p:nvSpPr>
        <p:spPr>
          <a:xfrm>
            <a:off x="11149013" y="6413500"/>
            <a:ext cx="1042985" cy="444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TextBox 19">
            <a:extLst>
              <a:ext uri="{FF2B5EF4-FFF2-40B4-BE49-F238E27FC236}">
                <a16:creationId xmlns:a16="http://schemas.microsoft.com/office/drawing/2014/main" id="{B0A3AECE-0730-675D-43D5-A0BDAEC363F8}"/>
              </a:ext>
            </a:extLst>
          </p:cNvPr>
          <p:cNvSpPr txBox="1"/>
          <p:nvPr userDrawn="1"/>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a:t>
            </a:fld>
            <a:endParaRPr lang="en-ID" sz="1100" b="1">
              <a:solidFill>
                <a:schemeClr val="bg1"/>
              </a:solidFill>
              <a:latin typeface="+mj-lt"/>
            </a:endParaRPr>
          </a:p>
        </p:txBody>
      </p:sp>
      <p:pic>
        <p:nvPicPr>
          <p:cNvPr id="21" name="Picture 20" descr="A logo with a blue and yellow text&#10;&#10;Description automatically generated">
            <a:extLst>
              <a:ext uri="{FF2B5EF4-FFF2-40B4-BE49-F238E27FC236}">
                <a16:creationId xmlns:a16="http://schemas.microsoft.com/office/drawing/2014/main" id="{9B90C8EE-F888-BAC0-F7F4-32231431C695}"/>
              </a:ext>
            </a:extLst>
          </p:cNvPr>
          <p:cNvPicPr>
            <a:picLocks noChangeAspect="1"/>
          </p:cNvPicPr>
          <p:nvPr userDrawn="1"/>
        </p:nvPicPr>
        <p:blipFill>
          <a:blip r:embed="rId2"/>
          <a:stretch>
            <a:fillRect/>
          </a:stretch>
        </p:blipFill>
        <p:spPr>
          <a:xfrm>
            <a:off x="11241718" y="314963"/>
            <a:ext cx="550269" cy="438151"/>
          </a:xfrm>
          <a:prstGeom prst="rect">
            <a:avLst/>
          </a:prstGeom>
        </p:spPr>
      </p:pic>
      <p:pic>
        <p:nvPicPr>
          <p:cNvPr id="22" name="Picture 21">
            <a:extLst>
              <a:ext uri="{FF2B5EF4-FFF2-40B4-BE49-F238E27FC236}">
                <a16:creationId xmlns:a16="http://schemas.microsoft.com/office/drawing/2014/main" id="{5F39D192-FB89-A26D-B46B-CAE5FAC5089A}"/>
              </a:ext>
            </a:extLst>
          </p:cNvPr>
          <p:cNvPicPr>
            <a:picLocks noChangeAspect="1"/>
          </p:cNvPicPr>
          <p:nvPr userDrawn="1"/>
        </p:nvPicPr>
        <p:blipFill>
          <a:blip r:embed="rId3"/>
          <a:stretch>
            <a:fillRect/>
          </a:stretch>
        </p:blipFill>
        <p:spPr>
          <a:xfrm>
            <a:off x="11241718" y="314964"/>
            <a:ext cx="550269" cy="438150"/>
          </a:xfrm>
          <a:prstGeom prst="rect">
            <a:avLst/>
          </a:prstGeom>
        </p:spPr>
      </p:pic>
      <p:sp>
        <p:nvSpPr>
          <p:cNvPr id="24" name="Text Placeholder 23">
            <a:extLst>
              <a:ext uri="{FF2B5EF4-FFF2-40B4-BE49-F238E27FC236}">
                <a16:creationId xmlns:a16="http://schemas.microsoft.com/office/drawing/2014/main" id="{3B6EBED8-55CA-B23D-809A-4AD0574DA132}"/>
              </a:ext>
            </a:extLst>
          </p:cNvPr>
          <p:cNvSpPr>
            <a:spLocks noGrp="1"/>
          </p:cNvSpPr>
          <p:nvPr>
            <p:ph type="body" sz="quarter" idx="47" hasCustomPrompt="1"/>
          </p:nvPr>
        </p:nvSpPr>
        <p:spPr>
          <a:xfrm>
            <a:off x="755828" y="2194605"/>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accent1"/>
                </a:solidFill>
                <a:latin typeface="+mj-lt"/>
              </a:defRPr>
            </a:lvl1pPr>
          </a:lstStyle>
          <a:p>
            <a:pPr lvl="0"/>
            <a:r>
              <a:rPr lang="en-ID"/>
              <a:t>Description</a:t>
            </a:r>
          </a:p>
        </p:txBody>
      </p:sp>
      <p:sp>
        <p:nvSpPr>
          <p:cNvPr id="26" name="Text Placeholder 25">
            <a:extLst>
              <a:ext uri="{FF2B5EF4-FFF2-40B4-BE49-F238E27FC236}">
                <a16:creationId xmlns:a16="http://schemas.microsoft.com/office/drawing/2014/main" id="{207C030A-6F5E-5DEF-A66A-A59984374E07}"/>
              </a:ext>
            </a:extLst>
          </p:cNvPr>
          <p:cNvSpPr>
            <a:spLocks noGrp="1"/>
          </p:cNvSpPr>
          <p:nvPr>
            <p:ph type="body" sz="quarter" idx="71" hasCustomPrompt="1"/>
          </p:nvPr>
        </p:nvSpPr>
        <p:spPr>
          <a:xfrm>
            <a:off x="8631359" y="2194605"/>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accent1"/>
                </a:solidFill>
                <a:latin typeface="+mj-lt"/>
              </a:defRPr>
            </a:lvl1pPr>
          </a:lstStyle>
          <a:p>
            <a:pPr lvl="0"/>
            <a:r>
              <a:rPr lang="en-ID"/>
              <a:t>Description</a:t>
            </a:r>
          </a:p>
        </p:txBody>
      </p:sp>
      <p:sp>
        <p:nvSpPr>
          <p:cNvPr id="28" name="Text Placeholder 27">
            <a:extLst>
              <a:ext uri="{FF2B5EF4-FFF2-40B4-BE49-F238E27FC236}">
                <a16:creationId xmlns:a16="http://schemas.microsoft.com/office/drawing/2014/main" id="{6980A5B0-B93E-6F96-E9A9-CA27164531BA}"/>
              </a:ext>
            </a:extLst>
          </p:cNvPr>
          <p:cNvSpPr>
            <a:spLocks noGrp="1"/>
          </p:cNvSpPr>
          <p:nvPr>
            <p:ph type="body" sz="quarter" idx="72" hasCustomPrompt="1"/>
          </p:nvPr>
        </p:nvSpPr>
        <p:spPr>
          <a:xfrm>
            <a:off x="4693596" y="4872059"/>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accent1"/>
                </a:solidFill>
                <a:latin typeface="+mj-lt"/>
              </a:defRPr>
            </a:lvl1pPr>
          </a:lstStyle>
          <a:p>
            <a:pPr lvl="0"/>
            <a:r>
              <a:rPr lang="en-ID"/>
              <a:t>Description</a:t>
            </a:r>
          </a:p>
        </p:txBody>
      </p:sp>
      <p:sp>
        <p:nvSpPr>
          <p:cNvPr id="30" name="Text Placeholder 29">
            <a:extLst>
              <a:ext uri="{FF2B5EF4-FFF2-40B4-BE49-F238E27FC236}">
                <a16:creationId xmlns:a16="http://schemas.microsoft.com/office/drawing/2014/main" id="{4788CDF9-FCF4-81C2-53C8-0B0C815C5E0E}"/>
              </a:ext>
            </a:extLst>
          </p:cNvPr>
          <p:cNvSpPr>
            <a:spLocks noGrp="1"/>
          </p:cNvSpPr>
          <p:nvPr>
            <p:ph type="body" sz="quarter" idx="33" hasCustomPrompt="1"/>
          </p:nvPr>
        </p:nvSpPr>
        <p:spPr>
          <a:xfrm>
            <a:off x="714550" y="2512448"/>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nSpc>
                <a:spcPts val="1800"/>
              </a:lnSpc>
              <a:spcBef>
                <a:spcPts val="0"/>
              </a:spcBef>
              <a:buNone/>
              <a:defRPr sz="1200" b="0">
                <a:solidFill>
                  <a:schemeClr val="accent1"/>
                </a:solidFill>
                <a:latin typeface="+mn-lt"/>
              </a:defRPr>
            </a:lvl1pPr>
          </a:lstStyle>
          <a:p>
            <a:pPr lvl="0"/>
            <a:r>
              <a:rPr lang="en-ID"/>
              <a:t>Description Here</a:t>
            </a:r>
          </a:p>
        </p:txBody>
      </p:sp>
      <p:sp>
        <p:nvSpPr>
          <p:cNvPr id="32" name="Text Placeholder 31">
            <a:extLst>
              <a:ext uri="{FF2B5EF4-FFF2-40B4-BE49-F238E27FC236}">
                <a16:creationId xmlns:a16="http://schemas.microsoft.com/office/drawing/2014/main" id="{87476D78-195A-934A-BDC6-D98CC14475EE}"/>
              </a:ext>
            </a:extLst>
          </p:cNvPr>
          <p:cNvSpPr>
            <a:spLocks noGrp="1"/>
          </p:cNvSpPr>
          <p:nvPr>
            <p:ph type="body" sz="quarter" idx="73" hasCustomPrompt="1"/>
          </p:nvPr>
        </p:nvSpPr>
        <p:spPr>
          <a:xfrm>
            <a:off x="8996496" y="2512448"/>
            <a:ext cx="2439673" cy="766877"/>
          </a:xfrm>
          <a:custGeom>
            <a:avLst/>
            <a:gdLst>
              <a:gd name="connsiteX0" fmla="*/ 0 w 2439673"/>
              <a:gd name="connsiteY0" fmla="*/ 0 h 766877"/>
              <a:gd name="connsiteX1" fmla="*/ 2439673 w 2439673"/>
              <a:gd name="connsiteY1" fmla="*/ 0 h 766877"/>
              <a:gd name="connsiteX2" fmla="*/ 2439673 w 2439673"/>
              <a:gd name="connsiteY2" fmla="*/ 766877 h 766877"/>
              <a:gd name="connsiteX3" fmla="*/ 0 w 2439673"/>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439673" h="766877">
                <a:moveTo>
                  <a:pt x="0" y="0"/>
                </a:moveTo>
                <a:lnTo>
                  <a:pt x="2439673" y="0"/>
                </a:lnTo>
                <a:lnTo>
                  <a:pt x="2439673" y="766877"/>
                </a:lnTo>
                <a:lnTo>
                  <a:pt x="0" y="766877"/>
                </a:lnTo>
                <a:close/>
              </a:path>
            </a:pathLst>
          </a:custGeom>
        </p:spPr>
        <p:txBody>
          <a:bodyPr wrap="square">
            <a:noAutofit/>
          </a:bodyPr>
          <a:lstStyle>
            <a:lvl1pPr marL="0" indent="0">
              <a:lnSpc>
                <a:spcPts val="1800"/>
              </a:lnSpc>
              <a:spcBef>
                <a:spcPts val="0"/>
              </a:spcBef>
              <a:buNone/>
              <a:defRPr sz="1200" b="0">
                <a:solidFill>
                  <a:schemeClr val="accent1"/>
                </a:solidFill>
                <a:latin typeface="+mn-lt"/>
              </a:defRPr>
            </a:lvl1pPr>
          </a:lstStyle>
          <a:p>
            <a:pPr lvl="0"/>
            <a:r>
              <a:rPr lang="en-ID"/>
              <a:t>Description Here</a:t>
            </a:r>
          </a:p>
        </p:txBody>
      </p:sp>
      <p:sp>
        <p:nvSpPr>
          <p:cNvPr id="34" name="Text Placeholder 33">
            <a:extLst>
              <a:ext uri="{FF2B5EF4-FFF2-40B4-BE49-F238E27FC236}">
                <a16:creationId xmlns:a16="http://schemas.microsoft.com/office/drawing/2014/main" id="{ADF46494-50A6-A338-AB70-60A53BA49D77}"/>
              </a:ext>
            </a:extLst>
          </p:cNvPr>
          <p:cNvSpPr>
            <a:spLocks noGrp="1"/>
          </p:cNvSpPr>
          <p:nvPr>
            <p:ph type="body" sz="quarter" idx="74" hasCustomPrompt="1"/>
          </p:nvPr>
        </p:nvSpPr>
        <p:spPr>
          <a:xfrm>
            <a:off x="5294045" y="5166649"/>
            <a:ext cx="1899236" cy="766877"/>
          </a:xfrm>
          <a:custGeom>
            <a:avLst/>
            <a:gdLst>
              <a:gd name="connsiteX0" fmla="*/ 0 w 1899236"/>
              <a:gd name="connsiteY0" fmla="*/ 0 h 766877"/>
              <a:gd name="connsiteX1" fmla="*/ 1899236 w 1899236"/>
              <a:gd name="connsiteY1" fmla="*/ 0 h 766877"/>
              <a:gd name="connsiteX2" fmla="*/ 1899236 w 1899236"/>
              <a:gd name="connsiteY2" fmla="*/ 766877 h 766877"/>
              <a:gd name="connsiteX3" fmla="*/ 0 w 1899236"/>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1899236" h="766877">
                <a:moveTo>
                  <a:pt x="0" y="0"/>
                </a:moveTo>
                <a:lnTo>
                  <a:pt x="1899236" y="0"/>
                </a:lnTo>
                <a:lnTo>
                  <a:pt x="1899236" y="766877"/>
                </a:lnTo>
                <a:lnTo>
                  <a:pt x="0" y="766877"/>
                </a:lnTo>
                <a:close/>
              </a:path>
            </a:pathLst>
          </a:custGeom>
        </p:spPr>
        <p:txBody>
          <a:bodyPr wrap="square">
            <a:noAutofit/>
          </a:bodyPr>
          <a:lstStyle>
            <a:lvl1pPr marL="0" indent="0">
              <a:lnSpc>
                <a:spcPts val="1800"/>
              </a:lnSpc>
              <a:spcBef>
                <a:spcPts val="0"/>
              </a:spcBef>
              <a:buNone/>
              <a:defRPr sz="1200" b="0">
                <a:solidFill>
                  <a:schemeClr val="accent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3D328D96-4E53-F2CD-D69E-2200C2A6C649}"/>
              </a:ext>
            </a:extLst>
          </p:cNvPr>
          <p:cNvSpPr>
            <a:spLocks noGrp="1"/>
          </p:cNvSpPr>
          <p:nvPr>
            <p:ph type="body" sz="quarter" idx="75" hasCustomPrompt="1"/>
          </p:nvPr>
        </p:nvSpPr>
        <p:spPr>
          <a:xfrm>
            <a:off x="4663682" y="2512448"/>
            <a:ext cx="3173277" cy="766877"/>
          </a:xfrm>
          <a:custGeom>
            <a:avLst/>
            <a:gdLst>
              <a:gd name="connsiteX0" fmla="*/ 0 w 3173277"/>
              <a:gd name="connsiteY0" fmla="*/ 0 h 766877"/>
              <a:gd name="connsiteX1" fmla="*/ 3173277 w 3173277"/>
              <a:gd name="connsiteY1" fmla="*/ 0 h 766877"/>
              <a:gd name="connsiteX2" fmla="*/ 3173277 w 3173277"/>
              <a:gd name="connsiteY2" fmla="*/ 766877 h 766877"/>
              <a:gd name="connsiteX3" fmla="*/ 0 w 3173277"/>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3173277" h="766877">
                <a:moveTo>
                  <a:pt x="0" y="0"/>
                </a:moveTo>
                <a:lnTo>
                  <a:pt x="3173277" y="0"/>
                </a:lnTo>
                <a:lnTo>
                  <a:pt x="3173277" y="766877"/>
                </a:lnTo>
                <a:lnTo>
                  <a:pt x="0" y="766877"/>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C56F84EE-C6BF-0C5F-D660-07ACFCF2A917}"/>
              </a:ext>
            </a:extLst>
          </p:cNvPr>
          <p:cNvSpPr>
            <a:spLocks noGrp="1"/>
          </p:cNvSpPr>
          <p:nvPr>
            <p:ph type="body" sz="quarter" idx="76" hasCustomPrompt="1"/>
          </p:nvPr>
        </p:nvSpPr>
        <p:spPr>
          <a:xfrm>
            <a:off x="938117" y="5169370"/>
            <a:ext cx="2804809" cy="766877"/>
          </a:xfrm>
          <a:custGeom>
            <a:avLst/>
            <a:gdLst>
              <a:gd name="connsiteX0" fmla="*/ 0 w 2804809"/>
              <a:gd name="connsiteY0" fmla="*/ 0 h 766877"/>
              <a:gd name="connsiteX1" fmla="*/ 2804809 w 2804809"/>
              <a:gd name="connsiteY1" fmla="*/ 0 h 766877"/>
              <a:gd name="connsiteX2" fmla="*/ 2804809 w 2804809"/>
              <a:gd name="connsiteY2" fmla="*/ 766877 h 766877"/>
              <a:gd name="connsiteX3" fmla="*/ 0 w 2804809"/>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804809" h="766877">
                <a:moveTo>
                  <a:pt x="0" y="0"/>
                </a:moveTo>
                <a:lnTo>
                  <a:pt x="2804809" y="0"/>
                </a:lnTo>
                <a:lnTo>
                  <a:pt x="2804809" y="766877"/>
                </a:lnTo>
                <a:lnTo>
                  <a:pt x="0" y="766877"/>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40" name="Text Placeholder 39">
            <a:extLst>
              <a:ext uri="{FF2B5EF4-FFF2-40B4-BE49-F238E27FC236}">
                <a16:creationId xmlns:a16="http://schemas.microsoft.com/office/drawing/2014/main" id="{2D81E059-F0CA-FE92-51E0-33807C1627D9}"/>
              </a:ext>
            </a:extLst>
          </p:cNvPr>
          <p:cNvSpPr>
            <a:spLocks noGrp="1"/>
          </p:cNvSpPr>
          <p:nvPr>
            <p:ph type="body" sz="quarter" idx="77" hasCustomPrompt="1"/>
          </p:nvPr>
        </p:nvSpPr>
        <p:spPr>
          <a:xfrm>
            <a:off x="9102513" y="5169370"/>
            <a:ext cx="2247905" cy="766877"/>
          </a:xfrm>
          <a:custGeom>
            <a:avLst/>
            <a:gdLst>
              <a:gd name="connsiteX0" fmla="*/ 0 w 2247905"/>
              <a:gd name="connsiteY0" fmla="*/ 0 h 766877"/>
              <a:gd name="connsiteX1" fmla="*/ 2247905 w 2247905"/>
              <a:gd name="connsiteY1" fmla="*/ 0 h 766877"/>
              <a:gd name="connsiteX2" fmla="*/ 2247905 w 2247905"/>
              <a:gd name="connsiteY2" fmla="*/ 766877 h 766877"/>
              <a:gd name="connsiteX3" fmla="*/ 0 w 2247905"/>
              <a:gd name="connsiteY3" fmla="*/ 766877 h 766877"/>
            </a:gdLst>
            <a:ahLst/>
            <a:cxnLst>
              <a:cxn ang="0">
                <a:pos x="connsiteX0" y="connsiteY0"/>
              </a:cxn>
              <a:cxn ang="0">
                <a:pos x="connsiteX1" y="connsiteY1"/>
              </a:cxn>
              <a:cxn ang="0">
                <a:pos x="connsiteX2" y="connsiteY2"/>
              </a:cxn>
              <a:cxn ang="0">
                <a:pos x="connsiteX3" y="connsiteY3"/>
              </a:cxn>
            </a:cxnLst>
            <a:rect l="l" t="t" r="r" b="b"/>
            <a:pathLst>
              <a:path w="2247905" h="766877">
                <a:moveTo>
                  <a:pt x="0" y="0"/>
                </a:moveTo>
                <a:lnTo>
                  <a:pt x="2247905" y="0"/>
                </a:lnTo>
                <a:lnTo>
                  <a:pt x="2247905" y="766877"/>
                </a:lnTo>
                <a:lnTo>
                  <a:pt x="0" y="766877"/>
                </a:lnTo>
                <a:close/>
              </a:path>
            </a:pathLst>
          </a:custGeom>
        </p:spPr>
        <p:txBody>
          <a:bodyPr wrap="square">
            <a:noAutofit/>
          </a:bodyPr>
          <a:lstStyle>
            <a:lvl1pPr marL="0" indent="0">
              <a:lnSpc>
                <a:spcPts val="1800"/>
              </a:lnSpc>
              <a:spcBef>
                <a:spcPts val="0"/>
              </a:spcBef>
              <a:buNone/>
              <a:defRPr sz="1200" b="0">
                <a:solidFill>
                  <a:schemeClr val="bg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96B1E18D-E8A5-9438-1AE8-353BA494A801}"/>
              </a:ext>
            </a:extLst>
          </p:cNvPr>
          <p:cNvSpPr>
            <a:spLocks noGrp="1"/>
          </p:cNvSpPr>
          <p:nvPr>
            <p:ph type="body" sz="quarter" idx="78" hasCustomPrompt="1"/>
          </p:nvPr>
        </p:nvSpPr>
        <p:spPr>
          <a:xfrm>
            <a:off x="4693594" y="2194605"/>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bg1"/>
                </a:solidFill>
                <a:latin typeface="+mj-lt"/>
              </a:defRPr>
            </a:lvl1pPr>
          </a:lstStyle>
          <a:p>
            <a:pPr lvl="0"/>
            <a:r>
              <a:rPr lang="en-ID"/>
              <a:t>Description</a:t>
            </a:r>
          </a:p>
        </p:txBody>
      </p:sp>
      <p:sp>
        <p:nvSpPr>
          <p:cNvPr id="44" name="Text Placeholder 43">
            <a:extLst>
              <a:ext uri="{FF2B5EF4-FFF2-40B4-BE49-F238E27FC236}">
                <a16:creationId xmlns:a16="http://schemas.microsoft.com/office/drawing/2014/main" id="{C6CC485A-1697-A9D5-05EA-827C433AC0BF}"/>
              </a:ext>
            </a:extLst>
          </p:cNvPr>
          <p:cNvSpPr>
            <a:spLocks noGrp="1"/>
          </p:cNvSpPr>
          <p:nvPr>
            <p:ph type="body" sz="quarter" idx="79" hasCustomPrompt="1"/>
          </p:nvPr>
        </p:nvSpPr>
        <p:spPr>
          <a:xfrm>
            <a:off x="755830" y="4874779"/>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bg1"/>
                </a:solidFill>
                <a:latin typeface="+mj-lt"/>
              </a:defRPr>
            </a:lvl1pPr>
          </a:lstStyle>
          <a:p>
            <a:pPr lvl="0"/>
            <a:r>
              <a:rPr lang="en-ID"/>
              <a:t>Description</a:t>
            </a:r>
          </a:p>
        </p:txBody>
      </p:sp>
      <p:sp>
        <p:nvSpPr>
          <p:cNvPr id="46" name="Text Placeholder 45">
            <a:extLst>
              <a:ext uri="{FF2B5EF4-FFF2-40B4-BE49-F238E27FC236}">
                <a16:creationId xmlns:a16="http://schemas.microsoft.com/office/drawing/2014/main" id="{A1A14E04-B39F-5E96-8B04-BF73452C15CD}"/>
              </a:ext>
            </a:extLst>
          </p:cNvPr>
          <p:cNvSpPr>
            <a:spLocks noGrp="1"/>
          </p:cNvSpPr>
          <p:nvPr>
            <p:ph type="body" sz="quarter" idx="80" hasCustomPrompt="1"/>
          </p:nvPr>
        </p:nvSpPr>
        <p:spPr>
          <a:xfrm>
            <a:off x="8631358" y="4874779"/>
            <a:ext cx="2804809" cy="307777"/>
          </a:xfrm>
          <a:custGeom>
            <a:avLst/>
            <a:gdLst>
              <a:gd name="connsiteX0" fmla="*/ 0 w 2804809"/>
              <a:gd name="connsiteY0" fmla="*/ 0 h 307777"/>
              <a:gd name="connsiteX1" fmla="*/ 2804809 w 2804809"/>
              <a:gd name="connsiteY1" fmla="*/ 0 h 307777"/>
              <a:gd name="connsiteX2" fmla="*/ 2804809 w 2804809"/>
              <a:gd name="connsiteY2" fmla="*/ 307777 h 307777"/>
              <a:gd name="connsiteX3" fmla="*/ 0 w 2804809"/>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804809" h="307777">
                <a:moveTo>
                  <a:pt x="0" y="0"/>
                </a:moveTo>
                <a:lnTo>
                  <a:pt x="2804809" y="0"/>
                </a:lnTo>
                <a:lnTo>
                  <a:pt x="2804809" y="307777"/>
                </a:lnTo>
                <a:lnTo>
                  <a:pt x="0" y="307777"/>
                </a:lnTo>
                <a:close/>
              </a:path>
            </a:pathLst>
          </a:custGeom>
        </p:spPr>
        <p:txBody>
          <a:bodyPr wrap="square">
            <a:noAutofit/>
          </a:bodyPr>
          <a:lstStyle>
            <a:lvl1pPr marL="0" indent="0" algn="ctr">
              <a:lnSpc>
                <a:spcPct val="100000"/>
              </a:lnSpc>
              <a:buNone/>
              <a:defRPr sz="1400" b="1">
                <a:solidFill>
                  <a:schemeClr val="bg1"/>
                </a:solidFill>
                <a:latin typeface="+mj-lt"/>
              </a:defRPr>
            </a:lvl1pPr>
          </a:lstStyle>
          <a:p>
            <a:pPr lvl="0"/>
            <a:r>
              <a:rPr lang="en-ID"/>
              <a:t>Description</a:t>
            </a:r>
          </a:p>
        </p:txBody>
      </p:sp>
    </p:spTree>
    <p:extLst>
      <p:ext uri="{BB962C8B-B14F-4D97-AF65-F5344CB8AC3E}">
        <p14:creationId xmlns:p14="http://schemas.microsoft.com/office/powerpoint/2010/main" val="7662788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F7301C5-0EB5-749B-4F93-AEB343751799}"/>
              </a:ext>
            </a:extLst>
          </p:cNvPr>
          <p:cNvSpPr>
            <a:spLocks noGrp="1"/>
          </p:cNvSpPr>
          <p:nvPr>
            <p:ph type="pic" sz="quarter" idx="10"/>
          </p:nvPr>
        </p:nvSpPr>
        <p:spPr>
          <a:xfrm>
            <a:off x="0" y="2209800"/>
            <a:ext cx="6096000" cy="4648200"/>
          </a:xfrm>
          <a:custGeom>
            <a:avLst/>
            <a:gdLst>
              <a:gd name="connsiteX0" fmla="*/ 0 w 6616700"/>
              <a:gd name="connsiteY0" fmla="*/ 0 h 4648200"/>
              <a:gd name="connsiteX1" fmla="*/ 6616700 w 6616700"/>
              <a:gd name="connsiteY1" fmla="*/ 0 h 4648200"/>
              <a:gd name="connsiteX2" fmla="*/ 6616700 w 6616700"/>
              <a:gd name="connsiteY2" fmla="*/ 4648200 h 4648200"/>
              <a:gd name="connsiteX3" fmla="*/ 0 w 6616700"/>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6616700" h="4648200">
                <a:moveTo>
                  <a:pt x="0" y="0"/>
                </a:moveTo>
                <a:lnTo>
                  <a:pt x="6616700" y="0"/>
                </a:lnTo>
                <a:lnTo>
                  <a:pt x="6616700" y="4648200"/>
                </a:lnTo>
                <a:lnTo>
                  <a:pt x="0" y="4648200"/>
                </a:lnTo>
                <a:close/>
              </a:path>
            </a:pathLst>
          </a:custGeom>
          <a:solidFill>
            <a:schemeClr val="bg1">
              <a:lumMod val="95000"/>
            </a:schemeClr>
          </a:solidFill>
        </p:spPr>
        <p:txBody>
          <a:bodyPr wrap="square">
            <a:noAutofit/>
          </a:bodyPr>
          <a:lstStyle>
            <a:lvl1pPr>
              <a:defRPr sz="800"/>
            </a:lvl1pPr>
          </a:lstStyle>
          <a:p>
            <a:endParaRPr lang="en-ID"/>
          </a:p>
        </p:txBody>
      </p:sp>
      <p:sp>
        <p:nvSpPr>
          <p:cNvPr id="2" name="Rectangle 1">
            <a:extLst>
              <a:ext uri="{FF2B5EF4-FFF2-40B4-BE49-F238E27FC236}">
                <a16:creationId xmlns:a16="http://schemas.microsoft.com/office/drawing/2014/main" id="{4184FC66-68A0-4667-F817-E7FC468877F8}"/>
              </a:ext>
            </a:extLst>
          </p:cNvPr>
          <p:cNvSpPr/>
          <p:nvPr userDrawn="1"/>
        </p:nvSpPr>
        <p:spPr>
          <a:xfrm>
            <a:off x="0" y="0"/>
            <a:ext cx="6096000" cy="2209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Text Placeholder 10">
            <a:extLst>
              <a:ext uri="{FF2B5EF4-FFF2-40B4-BE49-F238E27FC236}">
                <a16:creationId xmlns:a16="http://schemas.microsoft.com/office/drawing/2014/main" id="{2440132B-96E3-3CDD-7763-7D197F4C1966}"/>
              </a:ext>
            </a:extLst>
          </p:cNvPr>
          <p:cNvSpPr>
            <a:spLocks noGrp="1"/>
          </p:cNvSpPr>
          <p:nvPr>
            <p:ph type="body" sz="quarter" idx="70" hasCustomPrompt="1"/>
          </p:nvPr>
        </p:nvSpPr>
        <p:spPr>
          <a:xfrm>
            <a:off x="826683" y="371475"/>
            <a:ext cx="4444818" cy="1593198"/>
          </a:xfrm>
          <a:custGeom>
            <a:avLst/>
            <a:gdLst>
              <a:gd name="connsiteX0" fmla="*/ 0 w 4444818"/>
              <a:gd name="connsiteY0" fmla="*/ 0 h 1446550"/>
              <a:gd name="connsiteX1" fmla="*/ 4444818 w 4444818"/>
              <a:gd name="connsiteY1" fmla="*/ 0 h 1446550"/>
              <a:gd name="connsiteX2" fmla="*/ 4444818 w 4444818"/>
              <a:gd name="connsiteY2" fmla="*/ 1446550 h 1446550"/>
              <a:gd name="connsiteX3" fmla="*/ 0 w 4444818"/>
              <a:gd name="connsiteY3" fmla="*/ 1446550 h 1446550"/>
            </a:gdLst>
            <a:ahLst/>
            <a:cxnLst>
              <a:cxn ang="0">
                <a:pos x="connsiteX0" y="connsiteY0"/>
              </a:cxn>
              <a:cxn ang="0">
                <a:pos x="connsiteX1" y="connsiteY1"/>
              </a:cxn>
              <a:cxn ang="0">
                <a:pos x="connsiteX2" y="connsiteY2"/>
              </a:cxn>
              <a:cxn ang="0">
                <a:pos x="connsiteX3" y="connsiteY3"/>
              </a:cxn>
            </a:cxnLst>
            <a:rect l="l" t="t" r="r" b="b"/>
            <a:pathLst>
              <a:path w="4444818" h="1446550">
                <a:moveTo>
                  <a:pt x="0" y="0"/>
                </a:moveTo>
                <a:lnTo>
                  <a:pt x="4444818" y="0"/>
                </a:lnTo>
                <a:lnTo>
                  <a:pt x="4444818" y="1446550"/>
                </a:lnTo>
                <a:lnTo>
                  <a:pt x="0" y="1446550"/>
                </a:lnTo>
                <a:close/>
              </a:path>
            </a:pathLst>
          </a:custGeom>
        </p:spPr>
        <p:txBody>
          <a:bodyPr wrap="square">
            <a:noAutofit/>
          </a:bodyPr>
          <a:lstStyle>
            <a:lvl1pPr marL="0" indent="0" algn="l">
              <a:lnSpc>
                <a:spcPct val="100000"/>
              </a:lnSpc>
              <a:buNone/>
              <a:defRPr sz="4400" b="1">
                <a:solidFill>
                  <a:schemeClr val="bg1"/>
                </a:solidFill>
                <a:latin typeface="+mj-lt"/>
              </a:defRPr>
            </a:lvl1pPr>
          </a:lstStyle>
          <a:p>
            <a:pPr lvl="0"/>
            <a:r>
              <a:rPr lang="en-ID"/>
              <a:t>TITLE HERE</a:t>
            </a:r>
          </a:p>
        </p:txBody>
      </p:sp>
      <p:sp>
        <p:nvSpPr>
          <p:cNvPr id="16" name="Text Placeholder 15">
            <a:extLst>
              <a:ext uri="{FF2B5EF4-FFF2-40B4-BE49-F238E27FC236}">
                <a16:creationId xmlns:a16="http://schemas.microsoft.com/office/drawing/2014/main" id="{F70948A9-92AB-F3B9-A3B3-403BBA19C15A}"/>
              </a:ext>
            </a:extLst>
          </p:cNvPr>
          <p:cNvSpPr>
            <a:spLocks noGrp="1"/>
          </p:cNvSpPr>
          <p:nvPr>
            <p:ph type="body" sz="quarter" idx="71" hasCustomPrompt="1"/>
          </p:nvPr>
        </p:nvSpPr>
        <p:spPr>
          <a:xfrm>
            <a:off x="6115081" y="1865339"/>
            <a:ext cx="4686897" cy="954107"/>
          </a:xfrm>
          <a:custGeom>
            <a:avLst/>
            <a:gdLst>
              <a:gd name="connsiteX0" fmla="*/ 0 w 4686897"/>
              <a:gd name="connsiteY0" fmla="*/ 0 h 954107"/>
              <a:gd name="connsiteX1" fmla="*/ 4686897 w 4686897"/>
              <a:gd name="connsiteY1" fmla="*/ 0 h 954107"/>
              <a:gd name="connsiteX2" fmla="*/ 4686897 w 4686897"/>
              <a:gd name="connsiteY2" fmla="*/ 954107 h 954107"/>
              <a:gd name="connsiteX3" fmla="*/ 0 w 4686897"/>
              <a:gd name="connsiteY3" fmla="*/ 954107 h 954107"/>
            </a:gdLst>
            <a:ahLst/>
            <a:cxnLst>
              <a:cxn ang="0">
                <a:pos x="connsiteX0" y="connsiteY0"/>
              </a:cxn>
              <a:cxn ang="0">
                <a:pos x="connsiteX1" y="connsiteY1"/>
              </a:cxn>
              <a:cxn ang="0">
                <a:pos x="connsiteX2" y="connsiteY2"/>
              </a:cxn>
              <a:cxn ang="0">
                <a:pos x="connsiteX3" y="connsiteY3"/>
              </a:cxn>
            </a:cxnLst>
            <a:rect l="l" t="t" r="r" b="b"/>
            <a:pathLst>
              <a:path w="4686897" h="954107">
                <a:moveTo>
                  <a:pt x="0" y="0"/>
                </a:moveTo>
                <a:lnTo>
                  <a:pt x="4686897" y="0"/>
                </a:lnTo>
                <a:lnTo>
                  <a:pt x="4686897" y="954107"/>
                </a:lnTo>
                <a:lnTo>
                  <a:pt x="0" y="954107"/>
                </a:lnTo>
                <a:close/>
              </a:path>
            </a:pathLst>
          </a:custGeom>
        </p:spPr>
        <p:txBody>
          <a:bodyPr wrap="square">
            <a:noAutofit/>
          </a:bodyPr>
          <a:lstStyle>
            <a:lvl1pPr marL="0" indent="0" algn="l">
              <a:lnSpc>
                <a:spcPct val="100000"/>
              </a:lnSpc>
              <a:buNone/>
              <a:defRPr sz="2800" b="1">
                <a:solidFill>
                  <a:schemeClr val="accent1"/>
                </a:solidFill>
                <a:latin typeface="+mj-lt"/>
              </a:defRPr>
            </a:lvl1pPr>
          </a:lstStyle>
          <a:p>
            <a:pPr lvl="0"/>
            <a:r>
              <a:rPr lang="en-ID"/>
              <a:t>SUBTITLE HERE</a:t>
            </a:r>
          </a:p>
        </p:txBody>
      </p:sp>
      <p:sp>
        <p:nvSpPr>
          <p:cNvPr id="18" name="Text Placeholder 17">
            <a:extLst>
              <a:ext uri="{FF2B5EF4-FFF2-40B4-BE49-F238E27FC236}">
                <a16:creationId xmlns:a16="http://schemas.microsoft.com/office/drawing/2014/main" id="{0BA8B1F5-3E04-945E-BB4F-ED6882977797}"/>
              </a:ext>
            </a:extLst>
          </p:cNvPr>
          <p:cNvSpPr>
            <a:spLocks noGrp="1"/>
          </p:cNvSpPr>
          <p:nvPr>
            <p:ph type="body" sz="quarter" idx="78" hasCustomPrompt="1"/>
          </p:nvPr>
        </p:nvSpPr>
        <p:spPr>
          <a:xfrm>
            <a:off x="6640581" y="3384741"/>
            <a:ext cx="4269301" cy="369332"/>
          </a:xfrm>
          <a:custGeom>
            <a:avLst/>
            <a:gdLst>
              <a:gd name="connsiteX0" fmla="*/ 0 w 4269301"/>
              <a:gd name="connsiteY0" fmla="*/ 0 h 369332"/>
              <a:gd name="connsiteX1" fmla="*/ 4269301 w 4269301"/>
              <a:gd name="connsiteY1" fmla="*/ 0 h 369332"/>
              <a:gd name="connsiteX2" fmla="*/ 4269301 w 4269301"/>
              <a:gd name="connsiteY2" fmla="*/ 369332 h 369332"/>
              <a:gd name="connsiteX3" fmla="*/ 0 w 4269301"/>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4269301" h="369332">
                <a:moveTo>
                  <a:pt x="0" y="0"/>
                </a:moveTo>
                <a:lnTo>
                  <a:pt x="4269301" y="0"/>
                </a:lnTo>
                <a:lnTo>
                  <a:pt x="4269301" y="369332"/>
                </a:lnTo>
                <a:lnTo>
                  <a:pt x="0" y="369332"/>
                </a:lnTo>
                <a:close/>
              </a:path>
            </a:pathLst>
          </a:custGeom>
        </p:spPr>
        <p:txBody>
          <a:bodyPr wrap="square">
            <a:noAutofit/>
          </a:bodyPr>
          <a:lstStyle>
            <a:lvl1pPr marL="0" indent="0" algn="l">
              <a:lnSpc>
                <a:spcPct val="100000"/>
              </a:lnSpc>
              <a:buNone/>
              <a:defRPr sz="1800" b="1">
                <a:solidFill>
                  <a:schemeClr val="bg1"/>
                </a:solidFill>
                <a:latin typeface="+mj-lt"/>
              </a:defRPr>
            </a:lvl1pPr>
          </a:lstStyle>
          <a:p>
            <a:pPr lvl="0"/>
            <a:r>
              <a:rPr lang="en-ID"/>
              <a:t>DESCRIPTION</a:t>
            </a:r>
          </a:p>
        </p:txBody>
      </p:sp>
      <p:sp>
        <p:nvSpPr>
          <p:cNvPr id="20" name="Text Placeholder 19">
            <a:extLst>
              <a:ext uri="{FF2B5EF4-FFF2-40B4-BE49-F238E27FC236}">
                <a16:creationId xmlns:a16="http://schemas.microsoft.com/office/drawing/2014/main" id="{0387B03B-8EE4-FFAC-894B-432AA6D1AC73}"/>
              </a:ext>
            </a:extLst>
          </p:cNvPr>
          <p:cNvSpPr>
            <a:spLocks noGrp="1"/>
          </p:cNvSpPr>
          <p:nvPr>
            <p:ph type="body" sz="quarter" idx="53" hasCustomPrompt="1"/>
          </p:nvPr>
        </p:nvSpPr>
        <p:spPr>
          <a:xfrm>
            <a:off x="7136703" y="3975099"/>
            <a:ext cx="2185851" cy="997709"/>
          </a:xfrm>
          <a:custGeom>
            <a:avLst/>
            <a:gdLst>
              <a:gd name="connsiteX0" fmla="*/ 0 w 2185851"/>
              <a:gd name="connsiteY0" fmla="*/ 0 h 997709"/>
              <a:gd name="connsiteX1" fmla="*/ 2185851 w 2185851"/>
              <a:gd name="connsiteY1" fmla="*/ 0 h 997709"/>
              <a:gd name="connsiteX2" fmla="*/ 2185851 w 2185851"/>
              <a:gd name="connsiteY2" fmla="*/ 997709 h 997709"/>
              <a:gd name="connsiteX3" fmla="*/ 0 w 2185851"/>
              <a:gd name="connsiteY3" fmla="*/ 997709 h 997709"/>
            </a:gdLst>
            <a:ahLst/>
            <a:cxnLst>
              <a:cxn ang="0">
                <a:pos x="connsiteX0" y="connsiteY0"/>
              </a:cxn>
              <a:cxn ang="0">
                <a:pos x="connsiteX1" y="connsiteY1"/>
              </a:cxn>
              <a:cxn ang="0">
                <a:pos x="connsiteX2" y="connsiteY2"/>
              </a:cxn>
              <a:cxn ang="0">
                <a:pos x="connsiteX3" y="connsiteY3"/>
              </a:cxn>
            </a:cxnLst>
            <a:rect l="l" t="t" r="r" b="b"/>
            <a:pathLst>
              <a:path w="2185851" h="997709">
                <a:moveTo>
                  <a:pt x="0" y="0"/>
                </a:moveTo>
                <a:lnTo>
                  <a:pt x="2185851" y="0"/>
                </a:lnTo>
                <a:lnTo>
                  <a:pt x="2185851" y="997709"/>
                </a:lnTo>
                <a:lnTo>
                  <a:pt x="0" y="997709"/>
                </a:lnTo>
                <a:close/>
              </a:path>
            </a:pathLst>
          </a:custGeom>
        </p:spPr>
        <p:txBody>
          <a:bodyPr wrap="square">
            <a:noAutofit/>
          </a:bodyPr>
          <a:lstStyle>
            <a:lvl1pPr marL="0" indent="0" algn="l">
              <a:lnSpc>
                <a:spcPts val="1800"/>
              </a:lnSpc>
              <a:spcBef>
                <a:spcPts val="0"/>
              </a:spcBef>
              <a:buNone/>
              <a:defRPr sz="1200" b="0">
                <a:solidFill>
                  <a:schemeClr val="bg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26DA2851-FC0C-F954-493A-68510EC2E3B8}"/>
              </a:ext>
            </a:extLst>
          </p:cNvPr>
          <p:cNvSpPr>
            <a:spLocks noGrp="1"/>
          </p:cNvSpPr>
          <p:nvPr>
            <p:ph type="body" sz="quarter" idx="79" hasCustomPrompt="1"/>
          </p:nvPr>
        </p:nvSpPr>
        <p:spPr>
          <a:xfrm>
            <a:off x="9907721" y="4009675"/>
            <a:ext cx="1827079" cy="305212"/>
          </a:xfrm>
          <a:custGeom>
            <a:avLst/>
            <a:gdLst>
              <a:gd name="connsiteX0" fmla="*/ 0 w 1827079"/>
              <a:gd name="connsiteY0" fmla="*/ 0 h 305212"/>
              <a:gd name="connsiteX1" fmla="*/ 1827079 w 1827079"/>
              <a:gd name="connsiteY1" fmla="*/ 0 h 305212"/>
              <a:gd name="connsiteX2" fmla="*/ 1827079 w 1827079"/>
              <a:gd name="connsiteY2" fmla="*/ 305212 h 305212"/>
              <a:gd name="connsiteX3" fmla="*/ 0 w 1827079"/>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827079" h="305212">
                <a:moveTo>
                  <a:pt x="0" y="0"/>
                </a:moveTo>
                <a:lnTo>
                  <a:pt x="1827079" y="0"/>
                </a:lnTo>
                <a:lnTo>
                  <a:pt x="1827079"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sp>
        <p:nvSpPr>
          <p:cNvPr id="24" name="Text Placeholder 23">
            <a:extLst>
              <a:ext uri="{FF2B5EF4-FFF2-40B4-BE49-F238E27FC236}">
                <a16:creationId xmlns:a16="http://schemas.microsoft.com/office/drawing/2014/main" id="{589E4925-9526-EF13-FF3E-BE873DE62855}"/>
              </a:ext>
            </a:extLst>
          </p:cNvPr>
          <p:cNvSpPr>
            <a:spLocks noGrp="1"/>
          </p:cNvSpPr>
          <p:nvPr>
            <p:ph type="body" sz="quarter" idx="80" hasCustomPrompt="1"/>
          </p:nvPr>
        </p:nvSpPr>
        <p:spPr>
          <a:xfrm>
            <a:off x="9907721" y="4580775"/>
            <a:ext cx="1827079" cy="305212"/>
          </a:xfrm>
          <a:custGeom>
            <a:avLst/>
            <a:gdLst>
              <a:gd name="connsiteX0" fmla="*/ 0 w 1827079"/>
              <a:gd name="connsiteY0" fmla="*/ 0 h 305212"/>
              <a:gd name="connsiteX1" fmla="*/ 1827079 w 1827079"/>
              <a:gd name="connsiteY1" fmla="*/ 0 h 305212"/>
              <a:gd name="connsiteX2" fmla="*/ 1827079 w 1827079"/>
              <a:gd name="connsiteY2" fmla="*/ 305212 h 305212"/>
              <a:gd name="connsiteX3" fmla="*/ 0 w 1827079"/>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1827079" h="305212">
                <a:moveTo>
                  <a:pt x="0" y="0"/>
                </a:moveTo>
                <a:lnTo>
                  <a:pt x="1827079" y="0"/>
                </a:lnTo>
                <a:lnTo>
                  <a:pt x="1827079" y="305212"/>
                </a:lnTo>
                <a:lnTo>
                  <a:pt x="0" y="305212"/>
                </a:lnTo>
                <a:close/>
              </a:path>
            </a:pathLst>
          </a:custGeom>
        </p:spPr>
        <p:txBody>
          <a:bodyPr wrap="square">
            <a:noAutofit/>
          </a:bodyPr>
          <a:lstStyle>
            <a:lvl1pPr marL="0" indent="0" algn="l">
              <a:lnSpc>
                <a:spcPct val="100000"/>
              </a:lnSpc>
              <a:spcBef>
                <a:spcPts val="0"/>
              </a:spcBef>
              <a:buNone/>
              <a:defRPr sz="1200" b="0">
                <a:solidFill>
                  <a:schemeClr val="bg1"/>
                </a:solidFill>
                <a:latin typeface="+mn-lt"/>
              </a:defRPr>
            </a:lvl1pPr>
          </a:lstStyle>
          <a:p>
            <a:pPr lvl="0"/>
            <a:r>
              <a:rPr lang="en-ID"/>
              <a:t>Description Here</a:t>
            </a:r>
          </a:p>
        </p:txBody>
      </p:sp>
      <p:pic>
        <p:nvPicPr>
          <p:cNvPr id="25" name="Picture 24" descr="A logo with a blue and yellow text&#10;&#10;Description automatically generated">
            <a:extLst>
              <a:ext uri="{FF2B5EF4-FFF2-40B4-BE49-F238E27FC236}">
                <a16:creationId xmlns:a16="http://schemas.microsoft.com/office/drawing/2014/main" id="{DF52809D-8821-EAED-7F24-6B7D9CADC342}"/>
              </a:ext>
            </a:extLst>
          </p:cNvPr>
          <p:cNvPicPr>
            <a:picLocks noChangeAspect="1"/>
          </p:cNvPicPr>
          <p:nvPr userDrawn="1"/>
        </p:nvPicPr>
        <p:blipFill>
          <a:blip r:embed="rId2"/>
          <a:stretch>
            <a:fillRect/>
          </a:stretch>
        </p:blipFill>
        <p:spPr>
          <a:xfrm>
            <a:off x="11241718" y="314963"/>
            <a:ext cx="550269" cy="438151"/>
          </a:xfrm>
          <a:prstGeom prst="rect">
            <a:avLst/>
          </a:prstGeom>
        </p:spPr>
      </p:pic>
      <p:sp>
        <p:nvSpPr>
          <p:cNvPr id="26" name="Rectangle 25">
            <a:extLst>
              <a:ext uri="{FF2B5EF4-FFF2-40B4-BE49-F238E27FC236}">
                <a16:creationId xmlns:a16="http://schemas.microsoft.com/office/drawing/2014/main" id="{4160A797-6039-430B-100F-77672AC14A52}"/>
              </a:ext>
            </a:extLst>
          </p:cNvPr>
          <p:cNvSpPr/>
          <p:nvPr userDrawn="1"/>
        </p:nvSpPr>
        <p:spPr>
          <a:xfrm>
            <a:off x="11149013" y="6413500"/>
            <a:ext cx="1042985" cy="444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TextBox 26">
            <a:extLst>
              <a:ext uri="{FF2B5EF4-FFF2-40B4-BE49-F238E27FC236}">
                <a16:creationId xmlns:a16="http://schemas.microsoft.com/office/drawing/2014/main" id="{54EBC6DF-6120-BD4F-A0BC-D62F993EC144}"/>
              </a:ext>
            </a:extLst>
          </p:cNvPr>
          <p:cNvSpPr txBox="1"/>
          <p:nvPr userDrawn="1"/>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a:t>
            </a:fld>
            <a:endParaRPr lang="en-ID" sz="1100" b="1">
              <a:solidFill>
                <a:schemeClr val="bg1"/>
              </a:solidFill>
              <a:latin typeface="+mj-lt"/>
            </a:endParaRPr>
          </a:p>
        </p:txBody>
      </p:sp>
    </p:spTree>
    <p:extLst>
      <p:ext uri="{BB962C8B-B14F-4D97-AF65-F5344CB8AC3E}">
        <p14:creationId xmlns:p14="http://schemas.microsoft.com/office/powerpoint/2010/main" val="39899289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4F0DED3-7C6F-750C-B7EF-6C3C9DAB2B8D}"/>
              </a:ext>
            </a:extLst>
          </p:cNvPr>
          <p:cNvSpPr>
            <a:spLocks noGrp="1"/>
          </p:cNvSpPr>
          <p:nvPr>
            <p:ph type="pic" sz="quarter" idx="10"/>
          </p:nvPr>
        </p:nvSpPr>
        <p:spPr>
          <a:xfrm>
            <a:off x="6589486" y="0"/>
            <a:ext cx="5602514"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1">
              <a:lumMod val="95000"/>
            </a:schemeClr>
          </a:solidFill>
        </p:spPr>
        <p:txBody>
          <a:bodyPr wrap="square">
            <a:noAutofit/>
          </a:bodyPr>
          <a:lstStyle>
            <a:lvl1pPr>
              <a:defRPr sz="800"/>
            </a:lvl1pPr>
          </a:lstStyle>
          <a:p>
            <a:endParaRPr lang="en-ID"/>
          </a:p>
        </p:txBody>
      </p:sp>
      <p:sp>
        <p:nvSpPr>
          <p:cNvPr id="6" name="Text Placeholder 5">
            <a:extLst>
              <a:ext uri="{FF2B5EF4-FFF2-40B4-BE49-F238E27FC236}">
                <a16:creationId xmlns:a16="http://schemas.microsoft.com/office/drawing/2014/main" id="{089CD33F-FA1B-7C97-5DC6-DC84206AEF00}"/>
              </a:ext>
            </a:extLst>
          </p:cNvPr>
          <p:cNvSpPr>
            <a:spLocks noGrp="1"/>
          </p:cNvSpPr>
          <p:nvPr>
            <p:ph type="body" sz="quarter" idx="11" hasCustomPrompt="1"/>
          </p:nvPr>
        </p:nvSpPr>
        <p:spPr>
          <a:xfrm>
            <a:off x="804382" y="2140753"/>
            <a:ext cx="5011849" cy="1806376"/>
          </a:xfrm>
          <a:custGeom>
            <a:avLst/>
            <a:gdLst>
              <a:gd name="connsiteX0" fmla="*/ 0 w 5011849"/>
              <a:gd name="connsiteY0" fmla="*/ 0 h 1569660"/>
              <a:gd name="connsiteX1" fmla="*/ 5011849 w 5011849"/>
              <a:gd name="connsiteY1" fmla="*/ 0 h 1569660"/>
              <a:gd name="connsiteX2" fmla="*/ 5011849 w 5011849"/>
              <a:gd name="connsiteY2" fmla="*/ 1569660 h 1569660"/>
              <a:gd name="connsiteX3" fmla="*/ 0 w 5011849"/>
              <a:gd name="connsiteY3" fmla="*/ 1569660 h 1569660"/>
            </a:gdLst>
            <a:ahLst/>
            <a:cxnLst>
              <a:cxn ang="0">
                <a:pos x="connsiteX0" y="connsiteY0"/>
              </a:cxn>
              <a:cxn ang="0">
                <a:pos x="connsiteX1" y="connsiteY1"/>
              </a:cxn>
              <a:cxn ang="0">
                <a:pos x="connsiteX2" y="connsiteY2"/>
              </a:cxn>
              <a:cxn ang="0">
                <a:pos x="connsiteX3" y="connsiteY3"/>
              </a:cxn>
            </a:cxnLst>
            <a:rect l="l" t="t" r="r" b="b"/>
            <a:pathLst>
              <a:path w="5011849" h="1569660">
                <a:moveTo>
                  <a:pt x="0" y="0"/>
                </a:moveTo>
                <a:lnTo>
                  <a:pt x="5011849" y="0"/>
                </a:lnTo>
                <a:lnTo>
                  <a:pt x="5011849" y="1569660"/>
                </a:lnTo>
                <a:lnTo>
                  <a:pt x="0" y="1569660"/>
                </a:lnTo>
                <a:close/>
              </a:path>
            </a:pathLst>
          </a:custGeom>
        </p:spPr>
        <p:txBody>
          <a:bodyPr wrap="square">
            <a:noAutofit/>
          </a:bodyPr>
          <a:lstStyle>
            <a:lvl1pPr marL="0" indent="0">
              <a:lnSpc>
                <a:spcPct val="100000"/>
              </a:lnSpc>
              <a:buNone/>
              <a:defRPr sz="4800" b="1">
                <a:solidFill>
                  <a:schemeClr val="accent1"/>
                </a:solidFill>
                <a:latin typeface="+mj-lt"/>
              </a:defRPr>
            </a:lvl1pPr>
          </a:lstStyle>
          <a:p>
            <a:pPr lvl="0"/>
            <a:r>
              <a:rPr lang="en-ID"/>
              <a:t>TITLE HERE</a:t>
            </a:r>
          </a:p>
        </p:txBody>
      </p:sp>
      <p:sp>
        <p:nvSpPr>
          <p:cNvPr id="8" name="Text Placeholder 7">
            <a:extLst>
              <a:ext uri="{FF2B5EF4-FFF2-40B4-BE49-F238E27FC236}">
                <a16:creationId xmlns:a16="http://schemas.microsoft.com/office/drawing/2014/main" id="{FFFF0D06-4FD4-CC55-09D8-2A4E69208DD9}"/>
              </a:ext>
            </a:extLst>
          </p:cNvPr>
          <p:cNvSpPr>
            <a:spLocks noGrp="1"/>
          </p:cNvSpPr>
          <p:nvPr>
            <p:ph type="body" sz="quarter" idx="78" hasCustomPrompt="1"/>
          </p:nvPr>
        </p:nvSpPr>
        <p:spPr>
          <a:xfrm>
            <a:off x="1001926" y="3947129"/>
            <a:ext cx="1641254" cy="307777"/>
          </a:xfrm>
          <a:custGeom>
            <a:avLst/>
            <a:gdLst>
              <a:gd name="connsiteX0" fmla="*/ 0 w 1641254"/>
              <a:gd name="connsiteY0" fmla="*/ 0 h 307777"/>
              <a:gd name="connsiteX1" fmla="*/ 1641254 w 1641254"/>
              <a:gd name="connsiteY1" fmla="*/ 0 h 307777"/>
              <a:gd name="connsiteX2" fmla="*/ 1641254 w 1641254"/>
              <a:gd name="connsiteY2" fmla="*/ 307777 h 307777"/>
              <a:gd name="connsiteX3" fmla="*/ 0 w 1641254"/>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1641254" h="307777">
                <a:moveTo>
                  <a:pt x="0" y="0"/>
                </a:moveTo>
                <a:lnTo>
                  <a:pt x="1641254" y="0"/>
                </a:lnTo>
                <a:lnTo>
                  <a:pt x="1641254" y="307777"/>
                </a:lnTo>
                <a:lnTo>
                  <a:pt x="0" y="307777"/>
                </a:lnTo>
                <a:close/>
              </a:path>
            </a:pathLst>
          </a:custGeom>
        </p:spPr>
        <p:txBody>
          <a:bodyPr wrap="square">
            <a:noAutofit/>
          </a:bodyPr>
          <a:lstStyle>
            <a:lvl1pPr marL="0" indent="0" algn="ctr">
              <a:lnSpc>
                <a:spcPct val="100000"/>
              </a:lnSpc>
              <a:buNone/>
              <a:defRPr sz="1400" b="1">
                <a:solidFill>
                  <a:schemeClr val="accent2"/>
                </a:solidFill>
                <a:latin typeface="+mj-lt"/>
              </a:defRPr>
            </a:lvl1pPr>
          </a:lstStyle>
          <a:p>
            <a:pPr lvl="0"/>
            <a:r>
              <a:rPr lang="en-ID"/>
              <a:t>Description</a:t>
            </a:r>
          </a:p>
        </p:txBody>
      </p:sp>
      <p:sp>
        <p:nvSpPr>
          <p:cNvPr id="11" name="Text Placeholder 10">
            <a:extLst>
              <a:ext uri="{FF2B5EF4-FFF2-40B4-BE49-F238E27FC236}">
                <a16:creationId xmlns:a16="http://schemas.microsoft.com/office/drawing/2014/main" id="{C7800E4D-84C7-253A-99C8-46E73F70CFD1}"/>
              </a:ext>
            </a:extLst>
          </p:cNvPr>
          <p:cNvSpPr>
            <a:spLocks noGrp="1"/>
          </p:cNvSpPr>
          <p:nvPr>
            <p:ph type="body" sz="quarter" idx="53" hasCustomPrompt="1"/>
          </p:nvPr>
        </p:nvSpPr>
        <p:spPr>
          <a:xfrm>
            <a:off x="110532" y="5968712"/>
            <a:ext cx="3550835" cy="523220"/>
          </a:xfrm>
          <a:custGeom>
            <a:avLst/>
            <a:gdLst>
              <a:gd name="connsiteX0" fmla="*/ 0 w 3550835"/>
              <a:gd name="connsiteY0" fmla="*/ 0 h 523220"/>
              <a:gd name="connsiteX1" fmla="*/ 3550835 w 3550835"/>
              <a:gd name="connsiteY1" fmla="*/ 0 h 523220"/>
              <a:gd name="connsiteX2" fmla="*/ 3550835 w 3550835"/>
              <a:gd name="connsiteY2" fmla="*/ 523220 h 523220"/>
              <a:gd name="connsiteX3" fmla="*/ 0 w 3550835"/>
              <a:gd name="connsiteY3" fmla="*/ 523220 h 523220"/>
            </a:gdLst>
            <a:ahLst/>
            <a:cxnLst>
              <a:cxn ang="0">
                <a:pos x="connsiteX0" y="connsiteY0"/>
              </a:cxn>
              <a:cxn ang="0">
                <a:pos x="connsiteX1" y="connsiteY1"/>
              </a:cxn>
              <a:cxn ang="0">
                <a:pos x="connsiteX2" y="connsiteY2"/>
              </a:cxn>
              <a:cxn ang="0">
                <a:pos x="connsiteX3" y="connsiteY3"/>
              </a:cxn>
            </a:cxnLst>
            <a:rect l="l" t="t" r="r" b="b"/>
            <a:pathLst>
              <a:path w="3550835" h="523220">
                <a:moveTo>
                  <a:pt x="0" y="0"/>
                </a:moveTo>
                <a:lnTo>
                  <a:pt x="3550835" y="0"/>
                </a:lnTo>
                <a:lnTo>
                  <a:pt x="3550835" y="523220"/>
                </a:lnTo>
                <a:lnTo>
                  <a:pt x="0" y="523220"/>
                </a:lnTo>
                <a:close/>
              </a:path>
            </a:pathLst>
          </a:custGeom>
        </p:spPr>
        <p:txBody>
          <a:bodyPr wrap="square">
            <a:noAutofit/>
          </a:bodyPr>
          <a:lstStyle>
            <a:lvl1pPr marL="0" indent="0" algn="l">
              <a:lnSpc>
                <a:spcPct val="100000"/>
              </a:lnSpc>
              <a:spcBef>
                <a:spcPts val="0"/>
              </a:spcBef>
              <a:buNone/>
              <a:defRPr sz="1400" b="0">
                <a:solidFill>
                  <a:schemeClr val="bg1"/>
                </a:solidFill>
                <a:latin typeface="+mn-lt"/>
              </a:defRPr>
            </a:lvl1pPr>
          </a:lstStyle>
          <a:p>
            <a:pPr lvl="0"/>
            <a:r>
              <a:rPr lang="en-ID"/>
              <a:t>Body text here</a:t>
            </a:r>
          </a:p>
        </p:txBody>
      </p:sp>
    </p:spTree>
    <p:extLst>
      <p:ext uri="{BB962C8B-B14F-4D97-AF65-F5344CB8AC3E}">
        <p14:creationId xmlns:p14="http://schemas.microsoft.com/office/powerpoint/2010/main" val="8964383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DEA06658-C322-2370-7664-42468F401FE1}"/>
              </a:ext>
            </a:extLst>
          </p:cNvPr>
          <p:cNvSpPr/>
          <p:nvPr userDrawn="1"/>
        </p:nvSpPr>
        <p:spPr>
          <a:xfrm>
            <a:off x="0" y="4289713"/>
            <a:ext cx="12192000" cy="256828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2" name="Text Placeholder 5">
            <a:extLst>
              <a:ext uri="{FF2B5EF4-FFF2-40B4-BE49-F238E27FC236}">
                <a16:creationId xmlns:a16="http://schemas.microsoft.com/office/drawing/2014/main" id="{E33FB3BA-3D90-5401-ED3A-05643BA9A9AE}"/>
              </a:ext>
            </a:extLst>
          </p:cNvPr>
          <p:cNvSpPr>
            <a:spLocks noGrp="1"/>
          </p:cNvSpPr>
          <p:nvPr>
            <p:ph type="body" sz="quarter" idx="1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
        <p:nvSpPr>
          <p:cNvPr id="44" name="Text Placeholder 43">
            <a:extLst>
              <a:ext uri="{FF2B5EF4-FFF2-40B4-BE49-F238E27FC236}">
                <a16:creationId xmlns:a16="http://schemas.microsoft.com/office/drawing/2014/main" id="{658C5DB4-8C85-6C5E-24C2-00E4606C5FF9}"/>
              </a:ext>
            </a:extLst>
          </p:cNvPr>
          <p:cNvSpPr>
            <a:spLocks noGrp="1"/>
          </p:cNvSpPr>
          <p:nvPr>
            <p:ph type="body" sz="quarter" idx="33" hasCustomPrompt="1"/>
          </p:nvPr>
        </p:nvSpPr>
        <p:spPr>
          <a:xfrm>
            <a:off x="1132423" y="905431"/>
            <a:ext cx="2722508" cy="1536318"/>
          </a:xfrm>
          <a:custGeom>
            <a:avLst/>
            <a:gdLst>
              <a:gd name="connsiteX0" fmla="*/ 0 w 2722508"/>
              <a:gd name="connsiteY0" fmla="*/ 0 h 1536318"/>
              <a:gd name="connsiteX1" fmla="*/ 2722508 w 2722508"/>
              <a:gd name="connsiteY1" fmla="*/ 0 h 1536318"/>
              <a:gd name="connsiteX2" fmla="*/ 2722508 w 2722508"/>
              <a:gd name="connsiteY2" fmla="*/ 1536318 h 1536318"/>
              <a:gd name="connsiteX3" fmla="*/ 0 w 2722508"/>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2722508" h="1536318">
                <a:moveTo>
                  <a:pt x="0" y="0"/>
                </a:moveTo>
                <a:lnTo>
                  <a:pt x="2722508" y="0"/>
                </a:lnTo>
                <a:lnTo>
                  <a:pt x="2722508" y="1536318"/>
                </a:lnTo>
                <a:lnTo>
                  <a:pt x="0" y="1536318"/>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6" name="Text Placeholder 45">
            <a:extLst>
              <a:ext uri="{FF2B5EF4-FFF2-40B4-BE49-F238E27FC236}">
                <a16:creationId xmlns:a16="http://schemas.microsoft.com/office/drawing/2014/main" id="{9698FC64-EA4D-1DB4-6D7F-3350D09E3223}"/>
              </a:ext>
            </a:extLst>
          </p:cNvPr>
          <p:cNvSpPr>
            <a:spLocks noGrp="1"/>
          </p:cNvSpPr>
          <p:nvPr>
            <p:ph type="body" sz="quarter" idx="34" hasCustomPrompt="1"/>
          </p:nvPr>
        </p:nvSpPr>
        <p:spPr>
          <a:xfrm>
            <a:off x="1132424" y="2603616"/>
            <a:ext cx="2838125" cy="1267014"/>
          </a:xfrm>
          <a:custGeom>
            <a:avLst/>
            <a:gdLst>
              <a:gd name="connsiteX0" fmla="*/ 0 w 2838125"/>
              <a:gd name="connsiteY0" fmla="*/ 0 h 1267014"/>
              <a:gd name="connsiteX1" fmla="*/ 2838125 w 2838125"/>
              <a:gd name="connsiteY1" fmla="*/ 0 h 1267014"/>
              <a:gd name="connsiteX2" fmla="*/ 2838125 w 2838125"/>
              <a:gd name="connsiteY2" fmla="*/ 1267014 h 1267014"/>
              <a:gd name="connsiteX3" fmla="*/ 0 w 2838125"/>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838125" h="1267014">
                <a:moveTo>
                  <a:pt x="0" y="0"/>
                </a:moveTo>
                <a:lnTo>
                  <a:pt x="2838125" y="0"/>
                </a:lnTo>
                <a:lnTo>
                  <a:pt x="2838125"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48" name="Text Placeholder 47">
            <a:extLst>
              <a:ext uri="{FF2B5EF4-FFF2-40B4-BE49-F238E27FC236}">
                <a16:creationId xmlns:a16="http://schemas.microsoft.com/office/drawing/2014/main" id="{9D8B3A8E-1A18-9AF4-87A4-DF1154C9D351}"/>
              </a:ext>
            </a:extLst>
          </p:cNvPr>
          <p:cNvSpPr>
            <a:spLocks noGrp="1"/>
          </p:cNvSpPr>
          <p:nvPr>
            <p:ph type="body" sz="quarter" idx="35" hasCustomPrompt="1"/>
          </p:nvPr>
        </p:nvSpPr>
        <p:spPr>
          <a:xfrm>
            <a:off x="5037557" y="909919"/>
            <a:ext cx="2808281" cy="1497846"/>
          </a:xfrm>
          <a:custGeom>
            <a:avLst/>
            <a:gdLst>
              <a:gd name="connsiteX0" fmla="*/ 0 w 2808281"/>
              <a:gd name="connsiteY0" fmla="*/ 0 h 1497846"/>
              <a:gd name="connsiteX1" fmla="*/ 2808281 w 2808281"/>
              <a:gd name="connsiteY1" fmla="*/ 0 h 1497846"/>
              <a:gd name="connsiteX2" fmla="*/ 2808281 w 2808281"/>
              <a:gd name="connsiteY2" fmla="*/ 1497846 h 1497846"/>
              <a:gd name="connsiteX3" fmla="*/ 0 w 2808281"/>
              <a:gd name="connsiteY3" fmla="*/ 1497846 h 1497846"/>
            </a:gdLst>
            <a:ahLst/>
            <a:cxnLst>
              <a:cxn ang="0">
                <a:pos x="connsiteX0" y="connsiteY0"/>
              </a:cxn>
              <a:cxn ang="0">
                <a:pos x="connsiteX1" y="connsiteY1"/>
              </a:cxn>
              <a:cxn ang="0">
                <a:pos x="connsiteX2" y="connsiteY2"/>
              </a:cxn>
              <a:cxn ang="0">
                <a:pos x="connsiteX3" y="connsiteY3"/>
              </a:cxn>
            </a:cxnLst>
            <a:rect l="l" t="t" r="r" b="b"/>
            <a:pathLst>
              <a:path w="2808281" h="1497846">
                <a:moveTo>
                  <a:pt x="0" y="0"/>
                </a:moveTo>
                <a:lnTo>
                  <a:pt x="2808281" y="0"/>
                </a:lnTo>
                <a:lnTo>
                  <a:pt x="2808281" y="1497846"/>
                </a:lnTo>
                <a:lnTo>
                  <a:pt x="0" y="1497846"/>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0" name="Text Placeholder 49">
            <a:extLst>
              <a:ext uri="{FF2B5EF4-FFF2-40B4-BE49-F238E27FC236}">
                <a16:creationId xmlns:a16="http://schemas.microsoft.com/office/drawing/2014/main" id="{5E2981F9-5EDD-FD2D-B3BA-0DD3BE378DBB}"/>
              </a:ext>
            </a:extLst>
          </p:cNvPr>
          <p:cNvSpPr>
            <a:spLocks noGrp="1"/>
          </p:cNvSpPr>
          <p:nvPr>
            <p:ph type="body" sz="quarter" idx="36" hasCustomPrompt="1"/>
          </p:nvPr>
        </p:nvSpPr>
        <p:spPr>
          <a:xfrm>
            <a:off x="5037556" y="2603616"/>
            <a:ext cx="2827200" cy="1382430"/>
          </a:xfrm>
          <a:custGeom>
            <a:avLst/>
            <a:gdLst>
              <a:gd name="connsiteX0" fmla="*/ 0 w 2827200"/>
              <a:gd name="connsiteY0" fmla="*/ 0 h 1382430"/>
              <a:gd name="connsiteX1" fmla="*/ 2827200 w 2827200"/>
              <a:gd name="connsiteY1" fmla="*/ 0 h 1382430"/>
              <a:gd name="connsiteX2" fmla="*/ 2827200 w 2827200"/>
              <a:gd name="connsiteY2" fmla="*/ 1382430 h 1382430"/>
              <a:gd name="connsiteX3" fmla="*/ 0 w 2827200"/>
              <a:gd name="connsiteY3" fmla="*/ 1382430 h 1382430"/>
            </a:gdLst>
            <a:ahLst/>
            <a:cxnLst>
              <a:cxn ang="0">
                <a:pos x="connsiteX0" y="connsiteY0"/>
              </a:cxn>
              <a:cxn ang="0">
                <a:pos x="connsiteX1" y="connsiteY1"/>
              </a:cxn>
              <a:cxn ang="0">
                <a:pos x="connsiteX2" y="connsiteY2"/>
              </a:cxn>
              <a:cxn ang="0">
                <a:pos x="connsiteX3" y="connsiteY3"/>
              </a:cxn>
            </a:cxnLst>
            <a:rect l="l" t="t" r="r" b="b"/>
            <a:pathLst>
              <a:path w="2827200" h="1382430">
                <a:moveTo>
                  <a:pt x="0" y="0"/>
                </a:moveTo>
                <a:lnTo>
                  <a:pt x="2827200" y="0"/>
                </a:lnTo>
                <a:lnTo>
                  <a:pt x="2827200" y="1382430"/>
                </a:lnTo>
                <a:lnTo>
                  <a:pt x="0" y="1382430"/>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2" name="Text Placeholder 51">
            <a:extLst>
              <a:ext uri="{FF2B5EF4-FFF2-40B4-BE49-F238E27FC236}">
                <a16:creationId xmlns:a16="http://schemas.microsoft.com/office/drawing/2014/main" id="{3517D35B-7679-B28F-4BD9-96A77DE4DA58}"/>
              </a:ext>
            </a:extLst>
          </p:cNvPr>
          <p:cNvSpPr>
            <a:spLocks noGrp="1"/>
          </p:cNvSpPr>
          <p:nvPr>
            <p:ph type="body" sz="quarter" idx="37" hasCustomPrompt="1"/>
          </p:nvPr>
        </p:nvSpPr>
        <p:spPr>
          <a:xfrm>
            <a:off x="8907532" y="909919"/>
            <a:ext cx="2660526" cy="1267014"/>
          </a:xfrm>
          <a:custGeom>
            <a:avLst/>
            <a:gdLst>
              <a:gd name="connsiteX0" fmla="*/ 0 w 2660526"/>
              <a:gd name="connsiteY0" fmla="*/ 0 h 1267014"/>
              <a:gd name="connsiteX1" fmla="*/ 2660526 w 2660526"/>
              <a:gd name="connsiteY1" fmla="*/ 0 h 1267014"/>
              <a:gd name="connsiteX2" fmla="*/ 2660526 w 2660526"/>
              <a:gd name="connsiteY2" fmla="*/ 1267014 h 1267014"/>
              <a:gd name="connsiteX3" fmla="*/ 0 w 2660526"/>
              <a:gd name="connsiteY3" fmla="*/ 1267014 h 1267014"/>
            </a:gdLst>
            <a:ahLst/>
            <a:cxnLst>
              <a:cxn ang="0">
                <a:pos x="connsiteX0" y="connsiteY0"/>
              </a:cxn>
              <a:cxn ang="0">
                <a:pos x="connsiteX1" y="connsiteY1"/>
              </a:cxn>
              <a:cxn ang="0">
                <a:pos x="connsiteX2" y="connsiteY2"/>
              </a:cxn>
              <a:cxn ang="0">
                <a:pos x="connsiteX3" y="connsiteY3"/>
              </a:cxn>
            </a:cxnLst>
            <a:rect l="l" t="t" r="r" b="b"/>
            <a:pathLst>
              <a:path w="2660526" h="1267014">
                <a:moveTo>
                  <a:pt x="0" y="0"/>
                </a:moveTo>
                <a:lnTo>
                  <a:pt x="2660526" y="0"/>
                </a:lnTo>
                <a:lnTo>
                  <a:pt x="2660526" y="1267014"/>
                </a:lnTo>
                <a:lnTo>
                  <a:pt x="0" y="1267014"/>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4" name="Text Placeholder 53">
            <a:extLst>
              <a:ext uri="{FF2B5EF4-FFF2-40B4-BE49-F238E27FC236}">
                <a16:creationId xmlns:a16="http://schemas.microsoft.com/office/drawing/2014/main" id="{511FA820-55EB-C5CE-3221-31F9BAA94C6C}"/>
              </a:ext>
            </a:extLst>
          </p:cNvPr>
          <p:cNvSpPr>
            <a:spLocks noGrp="1"/>
          </p:cNvSpPr>
          <p:nvPr>
            <p:ph type="body" sz="quarter" idx="38" hasCustomPrompt="1"/>
          </p:nvPr>
        </p:nvSpPr>
        <p:spPr>
          <a:xfrm>
            <a:off x="8907532" y="2603616"/>
            <a:ext cx="3010842" cy="1536318"/>
          </a:xfrm>
          <a:custGeom>
            <a:avLst/>
            <a:gdLst>
              <a:gd name="connsiteX0" fmla="*/ 0 w 3010842"/>
              <a:gd name="connsiteY0" fmla="*/ 0 h 1536318"/>
              <a:gd name="connsiteX1" fmla="*/ 3010842 w 3010842"/>
              <a:gd name="connsiteY1" fmla="*/ 0 h 1536318"/>
              <a:gd name="connsiteX2" fmla="*/ 3010842 w 3010842"/>
              <a:gd name="connsiteY2" fmla="*/ 1536318 h 1536318"/>
              <a:gd name="connsiteX3" fmla="*/ 0 w 3010842"/>
              <a:gd name="connsiteY3" fmla="*/ 1536318 h 1536318"/>
            </a:gdLst>
            <a:ahLst/>
            <a:cxnLst>
              <a:cxn ang="0">
                <a:pos x="connsiteX0" y="connsiteY0"/>
              </a:cxn>
              <a:cxn ang="0">
                <a:pos x="connsiteX1" y="connsiteY1"/>
              </a:cxn>
              <a:cxn ang="0">
                <a:pos x="connsiteX2" y="connsiteY2"/>
              </a:cxn>
              <a:cxn ang="0">
                <a:pos x="connsiteX3" y="connsiteY3"/>
              </a:cxn>
            </a:cxnLst>
            <a:rect l="l" t="t" r="r" b="b"/>
            <a:pathLst>
              <a:path w="3010842" h="1536318">
                <a:moveTo>
                  <a:pt x="0" y="0"/>
                </a:moveTo>
                <a:lnTo>
                  <a:pt x="3010842" y="0"/>
                </a:lnTo>
                <a:lnTo>
                  <a:pt x="3010842" y="1536318"/>
                </a:lnTo>
                <a:lnTo>
                  <a:pt x="0" y="1536318"/>
                </a:lnTo>
                <a:close/>
              </a:path>
            </a:pathLst>
          </a:custGeom>
        </p:spPr>
        <p:txBody>
          <a:bodyPr wrap="square">
            <a:noAutofit/>
          </a:bodyPr>
          <a:lstStyle>
            <a:lvl1pPr marL="0" indent="0">
              <a:lnSpc>
                <a:spcPts val="1800"/>
              </a:lnSpc>
              <a:spcBef>
                <a:spcPts val="300"/>
              </a:spcBef>
              <a:buNone/>
              <a:defRPr sz="1200" b="0">
                <a:solidFill>
                  <a:schemeClr val="tx1"/>
                </a:solidFill>
                <a:latin typeface="+mn-lt"/>
              </a:defRPr>
            </a:lvl1pPr>
          </a:lstStyle>
          <a:p>
            <a:pPr lvl="0"/>
            <a:r>
              <a:rPr lang="en-ID"/>
              <a:t>Description Here</a:t>
            </a:r>
          </a:p>
        </p:txBody>
      </p:sp>
      <p:sp>
        <p:nvSpPr>
          <p:cNvPr id="58" name="Text Placeholder 57">
            <a:extLst>
              <a:ext uri="{FF2B5EF4-FFF2-40B4-BE49-F238E27FC236}">
                <a16:creationId xmlns:a16="http://schemas.microsoft.com/office/drawing/2014/main" id="{FC2971D3-F71A-51E7-376F-A87DDE5FD4A6}"/>
              </a:ext>
            </a:extLst>
          </p:cNvPr>
          <p:cNvSpPr>
            <a:spLocks noGrp="1"/>
          </p:cNvSpPr>
          <p:nvPr>
            <p:ph type="body" sz="quarter" idx="47" hasCustomPrompt="1"/>
          </p:nvPr>
        </p:nvSpPr>
        <p:spPr>
          <a:xfrm>
            <a:off x="298485" y="991785"/>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61" name="Text Placeholder 60">
            <a:extLst>
              <a:ext uri="{FF2B5EF4-FFF2-40B4-BE49-F238E27FC236}">
                <a16:creationId xmlns:a16="http://schemas.microsoft.com/office/drawing/2014/main" id="{F6E04CCA-9A3C-ECC8-7CEA-747FF03A668E}"/>
              </a:ext>
            </a:extLst>
          </p:cNvPr>
          <p:cNvSpPr>
            <a:spLocks noGrp="1"/>
          </p:cNvSpPr>
          <p:nvPr>
            <p:ph type="body" sz="quarter" idx="48" hasCustomPrompt="1"/>
          </p:nvPr>
        </p:nvSpPr>
        <p:spPr>
          <a:xfrm>
            <a:off x="298485" y="2699878"/>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64" name="Text Placeholder 63">
            <a:extLst>
              <a:ext uri="{FF2B5EF4-FFF2-40B4-BE49-F238E27FC236}">
                <a16:creationId xmlns:a16="http://schemas.microsoft.com/office/drawing/2014/main" id="{7DB1A551-E67E-8E52-B31B-3F8C541F5AD4}"/>
              </a:ext>
            </a:extLst>
          </p:cNvPr>
          <p:cNvSpPr>
            <a:spLocks noGrp="1"/>
          </p:cNvSpPr>
          <p:nvPr>
            <p:ph type="body" sz="quarter" idx="49" hasCustomPrompt="1"/>
          </p:nvPr>
        </p:nvSpPr>
        <p:spPr>
          <a:xfrm>
            <a:off x="4249702" y="991785"/>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65" name="Text Placeholder 64">
            <a:extLst>
              <a:ext uri="{FF2B5EF4-FFF2-40B4-BE49-F238E27FC236}">
                <a16:creationId xmlns:a16="http://schemas.microsoft.com/office/drawing/2014/main" id="{03E6518E-625C-DDD0-A3CA-F77A28554FCB}"/>
              </a:ext>
            </a:extLst>
          </p:cNvPr>
          <p:cNvSpPr>
            <a:spLocks noGrp="1"/>
          </p:cNvSpPr>
          <p:nvPr>
            <p:ph type="body" sz="quarter" idx="50" hasCustomPrompt="1"/>
          </p:nvPr>
        </p:nvSpPr>
        <p:spPr>
          <a:xfrm>
            <a:off x="4249702" y="2699878"/>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70" name="Text Placeholder 69">
            <a:extLst>
              <a:ext uri="{FF2B5EF4-FFF2-40B4-BE49-F238E27FC236}">
                <a16:creationId xmlns:a16="http://schemas.microsoft.com/office/drawing/2014/main" id="{96178F0E-16D3-977D-1149-E3A7A6F6B443}"/>
              </a:ext>
            </a:extLst>
          </p:cNvPr>
          <p:cNvSpPr>
            <a:spLocks noGrp="1"/>
          </p:cNvSpPr>
          <p:nvPr>
            <p:ph type="body" sz="quarter" idx="51" hasCustomPrompt="1"/>
          </p:nvPr>
        </p:nvSpPr>
        <p:spPr>
          <a:xfrm>
            <a:off x="8122556" y="991785"/>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71" name="Text Placeholder 70">
            <a:extLst>
              <a:ext uri="{FF2B5EF4-FFF2-40B4-BE49-F238E27FC236}">
                <a16:creationId xmlns:a16="http://schemas.microsoft.com/office/drawing/2014/main" id="{34FFD559-B80B-15CB-86B8-FEFF7B620905}"/>
              </a:ext>
            </a:extLst>
          </p:cNvPr>
          <p:cNvSpPr>
            <a:spLocks noGrp="1"/>
          </p:cNvSpPr>
          <p:nvPr>
            <p:ph type="body" sz="quarter" idx="52" hasCustomPrompt="1"/>
          </p:nvPr>
        </p:nvSpPr>
        <p:spPr>
          <a:xfrm>
            <a:off x="8122556" y="2699878"/>
            <a:ext cx="630977" cy="368731"/>
          </a:xfrm>
          <a:custGeom>
            <a:avLst/>
            <a:gdLst>
              <a:gd name="connsiteX0" fmla="*/ 0 w 630978"/>
              <a:gd name="connsiteY0" fmla="*/ 0 h 369332"/>
              <a:gd name="connsiteX1" fmla="*/ 630978 w 630978"/>
              <a:gd name="connsiteY1" fmla="*/ 0 h 369332"/>
              <a:gd name="connsiteX2" fmla="*/ 630978 w 630978"/>
              <a:gd name="connsiteY2" fmla="*/ 369332 h 369332"/>
              <a:gd name="connsiteX3" fmla="*/ 0 w 630978"/>
              <a:gd name="connsiteY3" fmla="*/ 369332 h 369332"/>
            </a:gdLst>
            <a:ahLst/>
            <a:cxnLst>
              <a:cxn ang="0">
                <a:pos x="connsiteX0" y="connsiteY0"/>
              </a:cxn>
              <a:cxn ang="0">
                <a:pos x="connsiteX1" y="connsiteY1"/>
              </a:cxn>
              <a:cxn ang="0">
                <a:pos x="connsiteX2" y="connsiteY2"/>
              </a:cxn>
              <a:cxn ang="0">
                <a:pos x="connsiteX3" y="connsiteY3"/>
              </a:cxn>
            </a:cxnLst>
            <a:rect l="l" t="t" r="r" b="b"/>
            <a:pathLst>
              <a:path w="630978" h="369332">
                <a:moveTo>
                  <a:pt x="0" y="0"/>
                </a:moveTo>
                <a:lnTo>
                  <a:pt x="630978" y="0"/>
                </a:lnTo>
                <a:lnTo>
                  <a:pt x="630978" y="369332"/>
                </a:lnTo>
                <a:lnTo>
                  <a:pt x="0" y="369332"/>
                </a:lnTo>
                <a:close/>
              </a:path>
            </a:pathLst>
          </a:custGeom>
        </p:spPr>
        <p:txBody>
          <a:bodyPr wrap="square">
            <a:noAutofit/>
          </a:bodyPr>
          <a:lstStyle>
            <a:lvl1pPr marL="0" indent="0" algn="ctr">
              <a:lnSpc>
                <a:spcPct val="100000"/>
              </a:lnSpc>
              <a:buNone/>
              <a:defRPr sz="1800" b="1">
                <a:solidFill>
                  <a:schemeClr val="tx1"/>
                </a:solidFill>
                <a:latin typeface="+mj-lt"/>
              </a:defRPr>
            </a:lvl1pPr>
          </a:lstStyle>
          <a:p>
            <a:pPr lvl="0"/>
            <a:r>
              <a:rPr lang="en-ID"/>
              <a:t>No</a:t>
            </a:r>
          </a:p>
        </p:txBody>
      </p:sp>
      <p:sp>
        <p:nvSpPr>
          <p:cNvPr id="86" name="Text Placeholder 85">
            <a:extLst>
              <a:ext uri="{FF2B5EF4-FFF2-40B4-BE49-F238E27FC236}">
                <a16:creationId xmlns:a16="http://schemas.microsoft.com/office/drawing/2014/main" id="{023DDE06-067B-9A06-3226-B8C433A45C1E}"/>
              </a:ext>
            </a:extLst>
          </p:cNvPr>
          <p:cNvSpPr>
            <a:spLocks noGrp="1"/>
          </p:cNvSpPr>
          <p:nvPr>
            <p:ph type="body" sz="quarter" idx="53" hasCustomPrompt="1"/>
          </p:nvPr>
        </p:nvSpPr>
        <p:spPr>
          <a:xfrm>
            <a:off x="7948770" y="4719486"/>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87" name="Text Placeholder 86">
            <a:extLst>
              <a:ext uri="{FF2B5EF4-FFF2-40B4-BE49-F238E27FC236}">
                <a16:creationId xmlns:a16="http://schemas.microsoft.com/office/drawing/2014/main" id="{D8D579E3-B539-4DC5-4769-D11128008B8C}"/>
              </a:ext>
            </a:extLst>
          </p:cNvPr>
          <p:cNvSpPr>
            <a:spLocks noGrp="1"/>
          </p:cNvSpPr>
          <p:nvPr>
            <p:ph type="body" sz="quarter" idx="54" hasCustomPrompt="1"/>
          </p:nvPr>
        </p:nvSpPr>
        <p:spPr>
          <a:xfrm>
            <a:off x="7948770" y="5396843"/>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88" name="Text Placeholder 87">
            <a:extLst>
              <a:ext uri="{FF2B5EF4-FFF2-40B4-BE49-F238E27FC236}">
                <a16:creationId xmlns:a16="http://schemas.microsoft.com/office/drawing/2014/main" id="{4CE73790-F759-74B9-203C-3DC5B8596A10}"/>
              </a:ext>
            </a:extLst>
          </p:cNvPr>
          <p:cNvSpPr>
            <a:spLocks noGrp="1"/>
          </p:cNvSpPr>
          <p:nvPr>
            <p:ph type="body" sz="quarter" idx="55" hasCustomPrompt="1"/>
          </p:nvPr>
        </p:nvSpPr>
        <p:spPr>
          <a:xfrm>
            <a:off x="7948770" y="6058215"/>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2" name="Text Placeholder 91">
            <a:extLst>
              <a:ext uri="{FF2B5EF4-FFF2-40B4-BE49-F238E27FC236}">
                <a16:creationId xmlns:a16="http://schemas.microsoft.com/office/drawing/2014/main" id="{80A6BDD6-D6F1-B2DE-8491-140F19DE2BFE}"/>
              </a:ext>
            </a:extLst>
          </p:cNvPr>
          <p:cNvSpPr>
            <a:spLocks noGrp="1"/>
          </p:cNvSpPr>
          <p:nvPr>
            <p:ph type="body" sz="quarter" idx="56" hasCustomPrompt="1"/>
          </p:nvPr>
        </p:nvSpPr>
        <p:spPr>
          <a:xfrm>
            <a:off x="10251227" y="4719486"/>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3" name="Text Placeholder 92">
            <a:extLst>
              <a:ext uri="{FF2B5EF4-FFF2-40B4-BE49-F238E27FC236}">
                <a16:creationId xmlns:a16="http://schemas.microsoft.com/office/drawing/2014/main" id="{DA75BC15-07E3-B82F-D775-8ACEDCF11ACB}"/>
              </a:ext>
            </a:extLst>
          </p:cNvPr>
          <p:cNvSpPr>
            <a:spLocks noGrp="1"/>
          </p:cNvSpPr>
          <p:nvPr>
            <p:ph type="body" sz="quarter" idx="57" hasCustomPrompt="1"/>
          </p:nvPr>
        </p:nvSpPr>
        <p:spPr>
          <a:xfrm>
            <a:off x="10251227" y="5396843"/>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4" name="Text Placeholder 93">
            <a:extLst>
              <a:ext uri="{FF2B5EF4-FFF2-40B4-BE49-F238E27FC236}">
                <a16:creationId xmlns:a16="http://schemas.microsoft.com/office/drawing/2014/main" id="{24825936-7B63-7E0E-42B4-EE8F308F55EE}"/>
              </a:ext>
            </a:extLst>
          </p:cNvPr>
          <p:cNvSpPr>
            <a:spLocks noGrp="1"/>
          </p:cNvSpPr>
          <p:nvPr>
            <p:ph type="body" sz="quarter" idx="58" hasCustomPrompt="1"/>
          </p:nvPr>
        </p:nvSpPr>
        <p:spPr>
          <a:xfrm>
            <a:off x="10251227" y="6058215"/>
            <a:ext cx="1601630" cy="305212"/>
          </a:xfrm>
          <a:custGeom>
            <a:avLst/>
            <a:gdLst>
              <a:gd name="connsiteX0" fmla="*/ 0 w 891678"/>
              <a:gd name="connsiteY0" fmla="*/ 0 h 305212"/>
              <a:gd name="connsiteX1" fmla="*/ 891678 w 891678"/>
              <a:gd name="connsiteY1" fmla="*/ 0 h 305212"/>
              <a:gd name="connsiteX2" fmla="*/ 891678 w 891678"/>
              <a:gd name="connsiteY2" fmla="*/ 305212 h 305212"/>
              <a:gd name="connsiteX3" fmla="*/ 0 w 891678"/>
              <a:gd name="connsiteY3" fmla="*/ 305212 h 305212"/>
            </a:gdLst>
            <a:ahLst/>
            <a:cxnLst>
              <a:cxn ang="0">
                <a:pos x="connsiteX0" y="connsiteY0"/>
              </a:cxn>
              <a:cxn ang="0">
                <a:pos x="connsiteX1" y="connsiteY1"/>
              </a:cxn>
              <a:cxn ang="0">
                <a:pos x="connsiteX2" y="connsiteY2"/>
              </a:cxn>
              <a:cxn ang="0">
                <a:pos x="connsiteX3" y="connsiteY3"/>
              </a:cxn>
            </a:cxnLst>
            <a:rect l="l" t="t" r="r" b="b"/>
            <a:pathLst>
              <a:path w="891678" h="305212">
                <a:moveTo>
                  <a:pt x="0" y="0"/>
                </a:moveTo>
                <a:lnTo>
                  <a:pt x="891678" y="0"/>
                </a:lnTo>
                <a:lnTo>
                  <a:pt x="891678" y="305212"/>
                </a:lnTo>
                <a:lnTo>
                  <a:pt x="0" y="305212"/>
                </a:lnTo>
                <a:close/>
              </a:path>
            </a:pathLst>
          </a:custGeom>
        </p:spPr>
        <p:txBody>
          <a:bodyPr wrap="square">
            <a:noAutofit/>
          </a:bodyPr>
          <a:lstStyle>
            <a:lvl1pPr marL="0" indent="0" algn="l">
              <a:lnSpc>
                <a:spcPts val="1800"/>
              </a:lnSpc>
              <a:spcBef>
                <a:spcPts val="300"/>
              </a:spcBef>
              <a:buNone/>
              <a:defRPr sz="1200" b="1">
                <a:solidFill>
                  <a:schemeClr val="bg1"/>
                </a:solidFill>
                <a:latin typeface="+mj-lt"/>
              </a:defRPr>
            </a:lvl1pPr>
          </a:lstStyle>
          <a:p>
            <a:pPr lvl="0"/>
            <a:r>
              <a:rPr lang="en-ID"/>
              <a:t>DESCRIPTION</a:t>
            </a:r>
          </a:p>
        </p:txBody>
      </p:sp>
      <p:sp>
        <p:nvSpPr>
          <p:cNvPr id="95" name="Rectangle 94">
            <a:extLst>
              <a:ext uri="{FF2B5EF4-FFF2-40B4-BE49-F238E27FC236}">
                <a16:creationId xmlns:a16="http://schemas.microsoft.com/office/drawing/2014/main" id="{9235A998-42F3-4F6D-1726-01B18539E0D2}"/>
              </a:ext>
            </a:extLst>
          </p:cNvPr>
          <p:cNvSpPr/>
          <p:nvPr userDrawn="1"/>
        </p:nvSpPr>
        <p:spPr>
          <a:xfrm>
            <a:off x="11149013" y="6413500"/>
            <a:ext cx="1042985" cy="444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6" name="TextBox 95">
            <a:extLst>
              <a:ext uri="{FF2B5EF4-FFF2-40B4-BE49-F238E27FC236}">
                <a16:creationId xmlns:a16="http://schemas.microsoft.com/office/drawing/2014/main" id="{ADAAD7B0-6023-CEDD-6B0B-AA7C2C8ECE07}"/>
              </a:ext>
            </a:extLst>
          </p:cNvPr>
          <p:cNvSpPr txBox="1"/>
          <p:nvPr userDrawn="1"/>
        </p:nvSpPr>
        <p:spPr>
          <a:xfrm>
            <a:off x="11238856" y="6504945"/>
            <a:ext cx="930917" cy="261610"/>
          </a:xfrm>
          <a:prstGeom prst="rect">
            <a:avLst/>
          </a:prstGeom>
          <a:noFill/>
        </p:spPr>
        <p:txBody>
          <a:bodyPr wrap="square" rtlCol="0">
            <a:spAutoFit/>
          </a:bodyPr>
          <a:lstStyle/>
          <a:p>
            <a:r>
              <a:rPr lang="en-US" sz="1100" b="1">
                <a:solidFill>
                  <a:schemeClr val="bg1"/>
                </a:solidFill>
                <a:latin typeface="+mj-lt"/>
              </a:rPr>
              <a:t>PAGE | </a:t>
            </a:r>
            <a:fld id="{102009AA-E089-4079-8153-5D7FB6B42523}" type="slidenum">
              <a:rPr lang="en-US" sz="1100" b="1" smtClean="0">
                <a:solidFill>
                  <a:schemeClr val="bg1"/>
                </a:solidFill>
                <a:latin typeface="+mj-lt"/>
              </a:rPr>
              <a:t>‹#›</a:t>
            </a:fld>
            <a:endParaRPr lang="en-ID" sz="1100" b="1">
              <a:solidFill>
                <a:schemeClr val="bg1"/>
              </a:solidFill>
              <a:latin typeface="+mj-lt"/>
            </a:endParaRPr>
          </a:p>
        </p:txBody>
      </p:sp>
    </p:spTree>
    <p:extLst>
      <p:ext uri="{BB962C8B-B14F-4D97-AF65-F5344CB8AC3E}">
        <p14:creationId xmlns:p14="http://schemas.microsoft.com/office/powerpoint/2010/main" val="31034097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816535-EDE2-0742-3485-CFFA208A6614}"/>
              </a:ext>
            </a:extLst>
          </p:cNvPr>
          <p:cNvSpPr>
            <a:spLocks noGrp="1"/>
          </p:cNvSpPr>
          <p:nvPr>
            <p:ph type="pic" sz="quarter" idx="10"/>
          </p:nvPr>
        </p:nvSpPr>
        <p:spPr>
          <a:xfrm>
            <a:off x="500063"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5" name="Picture Placeholder 14">
            <a:extLst>
              <a:ext uri="{FF2B5EF4-FFF2-40B4-BE49-F238E27FC236}">
                <a16:creationId xmlns:a16="http://schemas.microsoft.com/office/drawing/2014/main" id="{EC05E606-DF39-5F63-6270-E915EBF0B789}"/>
              </a:ext>
            </a:extLst>
          </p:cNvPr>
          <p:cNvSpPr>
            <a:spLocks noGrp="1"/>
          </p:cNvSpPr>
          <p:nvPr>
            <p:ph type="pic" sz="quarter" idx="11"/>
          </p:nvPr>
        </p:nvSpPr>
        <p:spPr>
          <a:xfrm>
            <a:off x="500063"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6" name="Picture Placeholder 15">
            <a:extLst>
              <a:ext uri="{FF2B5EF4-FFF2-40B4-BE49-F238E27FC236}">
                <a16:creationId xmlns:a16="http://schemas.microsoft.com/office/drawing/2014/main" id="{C76C6D57-CA43-848F-79CF-43D4B23D52E3}"/>
              </a:ext>
            </a:extLst>
          </p:cNvPr>
          <p:cNvSpPr>
            <a:spLocks noGrp="1"/>
          </p:cNvSpPr>
          <p:nvPr>
            <p:ph type="pic" sz="quarter" idx="12"/>
          </p:nvPr>
        </p:nvSpPr>
        <p:spPr>
          <a:xfrm>
            <a:off x="4250022"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7" name="Picture Placeholder 16">
            <a:extLst>
              <a:ext uri="{FF2B5EF4-FFF2-40B4-BE49-F238E27FC236}">
                <a16:creationId xmlns:a16="http://schemas.microsoft.com/office/drawing/2014/main" id="{C244927B-6637-AAAE-5DB6-BEBEDE9277A6}"/>
              </a:ext>
            </a:extLst>
          </p:cNvPr>
          <p:cNvSpPr>
            <a:spLocks noGrp="1"/>
          </p:cNvSpPr>
          <p:nvPr>
            <p:ph type="pic" sz="quarter" idx="13"/>
          </p:nvPr>
        </p:nvSpPr>
        <p:spPr>
          <a:xfrm>
            <a:off x="4250022"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8" name="Picture Placeholder 17">
            <a:extLst>
              <a:ext uri="{FF2B5EF4-FFF2-40B4-BE49-F238E27FC236}">
                <a16:creationId xmlns:a16="http://schemas.microsoft.com/office/drawing/2014/main" id="{F13DB0EC-8F7A-13B3-F9B8-C1C8AD1AAD72}"/>
              </a:ext>
            </a:extLst>
          </p:cNvPr>
          <p:cNvSpPr>
            <a:spLocks noGrp="1"/>
          </p:cNvSpPr>
          <p:nvPr>
            <p:ph type="pic" sz="quarter" idx="14"/>
          </p:nvPr>
        </p:nvSpPr>
        <p:spPr>
          <a:xfrm>
            <a:off x="7999980" y="1107326"/>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19" name="Picture Placeholder 18">
            <a:extLst>
              <a:ext uri="{FF2B5EF4-FFF2-40B4-BE49-F238E27FC236}">
                <a16:creationId xmlns:a16="http://schemas.microsoft.com/office/drawing/2014/main" id="{5A1048F0-3CDA-AFBB-F1B5-4AA592103E30}"/>
              </a:ext>
            </a:extLst>
          </p:cNvPr>
          <p:cNvSpPr>
            <a:spLocks noGrp="1"/>
          </p:cNvSpPr>
          <p:nvPr>
            <p:ph type="pic" sz="quarter" idx="15"/>
          </p:nvPr>
        </p:nvSpPr>
        <p:spPr>
          <a:xfrm>
            <a:off x="7999980" y="3866505"/>
            <a:ext cx="762000" cy="762000"/>
          </a:xfrm>
          <a:custGeom>
            <a:avLst/>
            <a:gdLst>
              <a:gd name="connsiteX0" fmla="*/ 381000 w 762000"/>
              <a:gd name="connsiteY0" fmla="*/ 0 h 762000"/>
              <a:gd name="connsiteX1" fmla="*/ 762000 w 762000"/>
              <a:gd name="connsiteY1" fmla="*/ 381000 h 762000"/>
              <a:gd name="connsiteX2" fmla="*/ 381000 w 762000"/>
              <a:gd name="connsiteY2" fmla="*/ 762000 h 762000"/>
              <a:gd name="connsiteX3" fmla="*/ 0 w 762000"/>
              <a:gd name="connsiteY3" fmla="*/ 381000 h 762000"/>
              <a:gd name="connsiteX4" fmla="*/ 381000 w 762000"/>
              <a:gd name="connsiteY4" fmla="*/ 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 h="762000">
                <a:moveTo>
                  <a:pt x="381000" y="0"/>
                </a:moveTo>
                <a:cubicBezTo>
                  <a:pt x="591420" y="0"/>
                  <a:pt x="762000" y="170580"/>
                  <a:pt x="762000" y="381000"/>
                </a:cubicBezTo>
                <a:cubicBezTo>
                  <a:pt x="762000" y="591420"/>
                  <a:pt x="591420" y="762000"/>
                  <a:pt x="381000" y="762000"/>
                </a:cubicBezTo>
                <a:cubicBezTo>
                  <a:pt x="170580" y="762000"/>
                  <a:pt x="0" y="591420"/>
                  <a:pt x="0" y="381000"/>
                </a:cubicBezTo>
                <a:cubicBezTo>
                  <a:pt x="0" y="170580"/>
                  <a:pt x="170580" y="0"/>
                  <a:pt x="381000" y="0"/>
                </a:cubicBezTo>
                <a:close/>
              </a:path>
            </a:pathLst>
          </a:custGeom>
          <a:solidFill>
            <a:schemeClr val="bg1">
              <a:lumMod val="95000"/>
            </a:schemeClr>
          </a:solidFill>
          <a:ln w="22225">
            <a:solidFill>
              <a:schemeClr val="accent2"/>
            </a:solidFill>
          </a:ln>
        </p:spPr>
        <p:txBody>
          <a:bodyPr wrap="square">
            <a:noAutofit/>
          </a:bodyPr>
          <a:lstStyle>
            <a:lvl1pPr>
              <a:defRPr sz="800"/>
            </a:lvl1pPr>
          </a:lstStyle>
          <a:p>
            <a:endParaRPr lang="en-ID"/>
          </a:p>
        </p:txBody>
      </p:sp>
      <p:sp>
        <p:nvSpPr>
          <p:cNvPr id="34" name="Text Placeholder 33">
            <a:extLst>
              <a:ext uri="{FF2B5EF4-FFF2-40B4-BE49-F238E27FC236}">
                <a16:creationId xmlns:a16="http://schemas.microsoft.com/office/drawing/2014/main" id="{874918CA-DBDA-A73B-7B16-949796B58EC9}"/>
              </a:ext>
            </a:extLst>
          </p:cNvPr>
          <p:cNvSpPr>
            <a:spLocks noGrp="1"/>
          </p:cNvSpPr>
          <p:nvPr>
            <p:ph type="body" sz="quarter" idx="33" hasCustomPrompt="1"/>
          </p:nvPr>
        </p:nvSpPr>
        <p:spPr>
          <a:xfrm>
            <a:off x="700684" y="1890388"/>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36" name="Text Placeholder 35">
            <a:extLst>
              <a:ext uri="{FF2B5EF4-FFF2-40B4-BE49-F238E27FC236}">
                <a16:creationId xmlns:a16="http://schemas.microsoft.com/office/drawing/2014/main" id="{99D4F5EC-BEAD-E566-059E-400283691247}"/>
              </a:ext>
            </a:extLst>
          </p:cNvPr>
          <p:cNvSpPr>
            <a:spLocks noGrp="1"/>
          </p:cNvSpPr>
          <p:nvPr>
            <p:ph type="body" sz="quarter" idx="34" hasCustomPrompt="1"/>
          </p:nvPr>
        </p:nvSpPr>
        <p:spPr>
          <a:xfrm>
            <a:off x="4450643" y="1890388"/>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bg1"/>
                </a:solidFill>
                <a:latin typeface="+mn-lt"/>
              </a:defRPr>
            </a:lvl1pPr>
          </a:lstStyle>
          <a:p>
            <a:pPr lvl="0"/>
            <a:r>
              <a:rPr lang="en-ID"/>
              <a:t>Description Here</a:t>
            </a:r>
          </a:p>
        </p:txBody>
      </p:sp>
      <p:sp>
        <p:nvSpPr>
          <p:cNvPr id="38" name="Text Placeholder 37">
            <a:extLst>
              <a:ext uri="{FF2B5EF4-FFF2-40B4-BE49-F238E27FC236}">
                <a16:creationId xmlns:a16="http://schemas.microsoft.com/office/drawing/2014/main" id="{5E5A9B6B-9989-E9BD-3442-514006EC26EF}"/>
              </a:ext>
            </a:extLst>
          </p:cNvPr>
          <p:cNvSpPr>
            <a:spLocks noGrp="1"/>
          </p:cNvSpPr>
          <p:nvPr>
            <p:ph type="body" sz="quarter" idx="35" hasCustomPrompt="1"/>
          </p:nvPr>
        </p:nvSpPr>
        <p:spPr>
          <a:xfrm>
            <a:off x="8200601" y="1890388"/>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40" name="Text Placeholder 39">
            <a:extLst>
              <a:ext uri="{FF2B5EF4-FFF2-40B4-BE49-F238E27FC236}">
                <a16:creationId xmlns:a16="http://schemas.microsoft.com/office/drawing/2014/main" id="{C00E14C0-100F-A66D-B925-EC785C28401F}"/>
              </a:ext>
            </a:extLst>
          </p:cNvPr>
          <p:cNvSpPr>
            <a:spLocks noGrp="1"/>
          </p:cNvSpPr>
          <p:nvPr>
            <p:ph type="body" sz="quarter" idx="36" hasCustomPrompt="1"/>
          </p:nvPr>
        </p:nvSpPr>
        <p:spPr>
          <a:xfrm>
            <a:off x="700684" y="4687667"/>
            <a:ext cx="3114648" cy="1430520"/>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bg1"/>
                </a:solidFill>
                <a:latin typeface="+mn-lt"/>
              </a:defRPr>
            </a:lvl1pPr>
          </a:lstStyle>
          <a:p>
            <a:pPr lvl="0"/>
            <a:r>
              <a:rPr lang="en-ID"/>
              <a:t>Description Here</a:t>
            </a:r>
          </a:p>
        </p:txBody>
      </p:sp>
      <p:sp>
        <p:nvSpPr>
          <p:cNvPr id="42" name="Text Placeholder 41">
            <a:extLst>
              <a:ext uri="{FF2B5EF4-FFF2-40B4-BE49-F238E27FC236}">
                <a16:creationId xmlns:a16="http://schemas.microsoft.com/office/drawing/2014/main" id="{C3CAA1FB-3DF9-B33F-1A60-F64F3626CAF5}"/>
              </a:ext>
            </a:extLst>
          </p:cNvPr>
          <p:cNvSpPr>
            <a:spLocks noGrp="1"/>
          </p:cNvSpPr>
          <p:nvPr>
            <p:ph type="body" sz="quarter" idx="37" hasCustomPrompt="1"/>
          </p:nvPr>
        </p:nvSpPr>
        <p:spPr>
          <a:xfrm>
            <a:off x="4450643" y="4687667"/>
            <a:ext cx="3114648" cy="1045799"/>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tx1"/>
                </a:solidFill>
                <a:latin typeface="+mn-lt"/>
              </a:defRPr>
            </a:lvl1pPr>
          </a:lstStyle>
          <a:p>
            <a:pPr lvl="0"/>
            <a:r>
              <a:rPr lang="en-ID"/>
              <a:t>Description Here</a:t>
            </a:r>
          </a:p>
        </p:txBody>
      </p:sp>
      <p:sp>
        <p:nvSpPr>
          <p:cNvPr id="44" name="Text Placeholder 43">
            <a:extLst>
              <a:ext uri="{FF2B5EF4-FFF2-40B4-BE49-F238E27FC236}">
                <a16:creationId xmlns:a16="http://schemas.microsoft.com/office/drawing/2014/main" id="{5BB22934-54AF-4F96-0EA7-EB4FBBB041B0}"/>
              </a:ext>
            </a:extLst>
          </p:cNvPr>
          <p:cNvSpPr>
            <a:spLocks noGrp="1"/>
          </p:cNvSpPr>
          <p:nvPr>
            <p:ph type="body" sz="quarter" idx="38" hasCustomPrompt="1"/>
          </p:nvPr>
        </p:nvSpPr>
        <p:spPr>
          <a:xfrm>
            <a:off x="8200601" y="4687667"/>
            <a:ext cx="3114648" cy="1045799"/>
          </a:xfrm>
          <a:custGeom>
            <a:avLst/>
            <a:gdLst>
              <a:gd name="connsiteX0" fmla="*/ 0 w 3114648"/>
              <a:gd name="connsiteY0" fmla="*/ 0 h 1430520"/>
              <a:gd name="connsiteX1" fmla="*/ 3114648 w 3114648"/>
              <a:gd name="connsiteY1" fmla="*/ 0 h 1430520"/>
              <a:gd name="connsiteX2" fmla="*/ 3114648 w 3114648"/>
              <a:gd name="connsiteY2" fmla="*/ 1430520 h 1430520"/>
              <a:gd name="connsiteX3" fmla="*/ 0 w 3114648"/>
              <a:gd name="connsiteY3" fmla="*/ 1430520 h 1430520"/>
            </a:gdLst>
            <a:ahLst/>
            <a:cxnLst>
              <a:cxn ang="0">
                <a:pos x="connsiteX0" y="connsiteY0"/>
              </a:cxn>
              <a:cxn ang="0">
                <a:pos x="connsiteX1" y="connsiteY1"/>
              </a:cxn>
              <a:cxn ang="0">
                <a:pos x="connsiteX2" y="connsiteY2"/>
              </a:cxn>
              <a:cxn ang="0">
                <a:pos x="connsiteX3" y="connsiteY3"/>
              </a:cxn>
            </a:cxnLst>
            <a:rect l="l" t="t" r="r" b="b"/>
            <a:pathLst>
              <a:path w="3114648" h="1430520">
                <a:moveTo>
                  <a:pt x="0" y="0"/>
                </a:moveTo>
                <a:lnTo>
                  <a:pt x="3114648" y="0"/>
                </a:lnTo>
                <a:lnTo>
                  <a:pt x="3114648" y="1430520"/>
                </a:lnTo>
                <a:lnTo>
                  <a:pt x="0" y="1430520"/>
                </a:lnTo>
                <a:close/>
              </a:path>
            </a:pathLst>
          </a:custGeom>
        </p:spPr>
        <p:txBody>
          <a:bodyPr wrap="square">
            <a:noAutofit/>
          </a:bodyPr>
          <a:lstStyle>
            <a:lvl1pPr marL="0" indent="0">
              <a:lnSpc>
                <a:spcPts val="1500"/>
              </a:lnSpc>
              <a:spcBef>
                <a:spcPts val="300"/>
              </a:spcBef>
              <a:buNone/>
              <a:defRPr sz="1200" b="0">
                <a:solidFill>
                  <a:schemeClr val="bg1"/>
                </a:solidFill>
                <a:latin typeface="+mn-lt"/>
              </a:defRPr>
            </a:lvl1pPr>
          </a:lstStyle>
          <a:p>
            <a:pPr lvl="0"/>
            <a:r>
              <a:rPr lang="en-ID"/>
              <a:t>Description Here</a:t>
            </a:r>
          </a:p>
        </p:txBody>
      </p:sp>
      <p:sp>
        <p:nvSpPr>
          <p:cNvPr id="46" name="Text Placeholder 45">
            <a:extLst>
              <a:ext uri="{FF2B5EF4-FFF2-40B4-BE49-F238E27FC236}">
                <a16:creationId xmlns:a16="http://schemas.microsoft.com/office/drawing/2014/main" id="{F3D03F8B-0476-B557-C074-D195E12A8A0B}"/>
              </a:ext>
            </a:extLst>
          </p:cNvPr>
          <p:cNvSpPr>
            <a:spLocks noGrp="1"/>
          </p:cNvSpPr>
          <p:nvPr>
            <p:ph type="body" sz="quarter" idx="39" hasCustomPrompt="1"/>
          </p:nvPr>
        </p:nvSpPr>
        <p:spPr>
          <a:xfrm>
            <a:off x="1332158" y="1511686"/>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tx1"/>
                </a:solidFill>
                <a:latin typeface="+mn-lt"/>
              </a:defRPr>
            </a:lvl1pPr>
          </a:lstStyle>
          <a:p>
            <a:pPr lvl="0"/>
            <a:r>
              <a:rPr lang="en-ID"/>
              <a:t>Your Title Here</a:t>
            </a:r>
          </a:p>
        </p:txBody>
      </p:sp>
      <p:sp>
        <p:nvSpPr>
          <p:cNvPr id="48" name="Text Placeholder 47">
            <a:extLst>
              <a:ext uri="{FF2B5EF4-FFF2-40B4-BE49-F238E27FC236}">
                <a16:creationId xmlns:a16="http://schemas.microsoft.com/office/drawing/2014/main" id="{FEBD84D9-1CEB-6584-7118-C79728A7E0A5}"/>
              </a:ext>
            </a:extLst>
          </p:cNvPr>
          <p:cNvSpPr>
            <a:spLocks noGrp="1"/>
          </p:cNvSpPr>
          <p:nvPr>
            <p:ph type="body" sz="quarter" idx="40" hasCustomPrompt="1"/>
          </p:nvPr>
        </p:nvSpPr>
        <p:spPr>
          <a:xfrm>
            <a:off x="1332159" y="1182299"/>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2"/>
                </a:solidFill>
                <a:latin typeface="+mj-lt"/>
              </a:defRPr>
            </a:lvl1pPr>
          </a:lstStyle>
          <a:p>
            <a:pPr lvl="0"/>
            <a:r>
              <a:rPr lang="en-ID"/>
              <a:t>Your Name Here</a:t>
            </a:r>
          </a:p>
        </p:txBody>
      </p:sp>
      <p:sp>
        <p:nvSpPr>
          <p:cNvPr id="51" name="Text Placeholder 50">
            <a:extLst>
              <a:ext uri="{FF2B5EF4-FFF2-40B4-BE49-F238E27FC236}">
                <a16:creationId xmlns:a16="http://schemas.microsoft.com/office/drawing/2014/main" id="{D3322E85-BFE0-00F7-8615-1C71A040A20A}"/>
              </a:ext>
            </a:extLst>
          </p:cNvPr>
          <p:cNvSpPr>
            <a:spLocks noGrp="1"/>
          </p:cNvSpPr>
          <p:nvPr>
            <p:ph type="body" sz="quarter" idx="41" hasCustomPrompt="1"/>
          </p:nvPr>
        </p:nvSpPr>
        <p:spPr>
          <a:xfrm>
            <a:off x="5068202" y="1511686"/>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bg1"/>
                </a:solidFill>
                <a:latin typeface="+mn-lt"/>
              </a:defRPr>
            </a:lvl1pPr>
          </a:lstStyle>
          <a:p>
            <a:pPr lvl="0"/>
            <a:r>
              <a:rPr lang="en-ID"/>
              <a:t>Your Title Here</a:t>
            </a:r>
          </a:p>
        </p:txBody>
      </p:sp>
      <p:sp>
        <p:nvSpPr>
          <p:cNvPr id="52" name="Text Placeholder 51">
            <a:extLst>
              <a:ext uri="{FF2B5EF4-FFF2-40B4-BE49-F238E27FC236}">
                <a16:creationId xmlns:a16="http://schemas.microsoft.com/office/drawing/2014/main" id="{725A90FB-8218-FA16-462F-C803ACEBF9A6}"/>
              </a:ext>
            </a:extLst>
          </p:cNvPr>
          <p:cNvSpPr>
            <a:spLocks noGrp="1"/>
          </p:cNvSpPr>
          <p:nvPr>
            <p:ph type="body" sz="quarter" idx="42" hasCustomPrompt="1"/>
          </p:nvPr>
        </p:nvSpPr>
        <p:spPr>
          <a:xfrm>
            <a:off x="5068203" y="1182299"/>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3"/>
                </a:solidFill>
                <a:latin typeface="+mj-lt"/>
              </a:defRPr>
            </a:lvl1pPr>
          </a:lstStyle>
          <a:p>
            <a:pPr lvl="0"/>
            <a:r>
              <a:rPr lang="en-ID"/>
              <a:t>Your Name Here</a:t>
            </a:r>
          </a:p>
        </p:txBody>
      </p:sp>
      <p:sp>
        <p:nvSpPr>
          <p:cNvPr id="55" name="Text Placeholder 54">
            <a:extLst>
              <a:ext uri="{FF2B5EF4-FFF2-40B4-BE49-F238E27FC236}">
                <a16:creationId xmlns:a16="http://schemas.microsoft.com/office/drawing/2014/main" id="{5232A778-7710-F20B-8251-CE7AF9B38C82}"/>
              </a:ext>
            </a:extLst>
          </p:cNvPr>
          <p:cNvSpPr>
            <a:spLocks noGrp="1"/>
          </p:cNvSpPr>
          <p:nvPr>
            <p:ph type="body" sz="quarter" idx="43" hasCustomPrompt="1"/>
          </p:nvPr>
        </p:nvSpPr>
        <p:spPr>
          <a:xfrm>
            <a:off x="8818159" y="1511686"/>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tx1"/>
                </a:solidFill>
                <a:latin typeface="+mn-lt"/>
              </a:defRPr>
            </a:lvl1pPr>
          </a:lstStyle>
          <a:p>
            <a:pPr lvl="0"/>
            <a:r>
              <a:rPr lang="en-ID"/>
              <a:t>Your Title Here</a:t>
            </a:r>
          </a:p>
        </p:txBody>
      </p:sp>
      <p:sp>
        <p:nvSpPr>
          <p:cNvPr id="56" name="Text Placeholder 55">
            <a:extLst>
              <a:ext uri="{FF2B5EF4-FFF2-40B4-BE49-F238E27FC236}">
                <a16:creationId xmlns:a16="http://schemas.microsoft.com/office/drawing/2014/main" id="{449FC82D-ACE0-8DBF-1A36-5B1C960F3A80}"/>
              </a:ext>
            </a:extLst>
          </p:cNvPr>
          <p:cNvSpPr>
            <a:spLocks noGrp="1"/>
          </p:cNvSpPr>
          <p:nvPr>
            <p:ph type="body" sz="quarter" idx="44" hasCustomPrompt="1"/>
          </p:nvPr>
        </p:nvSpPr>
        <p:spPr>
          <a:xfrm>
            <a:off x="8818160" y="1182299"/>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2"/>
                </a:solidFill>
                <a:latin typeface="+mj-lt"/>
              </a:defRPr>
            </a:lvl1pPr>
          </a:lstStyle>
          <a:p>
            <a:pPr lvl="0"/>
            <a:r>
              <a:rPr lang="en-ID"/>
              <a:t>Your Name Here</a:t>
            </a:r>
          </a:p>
        </p:txBody>
      </p:sp>
      <p:sp>
        <p:nvSpPr>
          <p:cNvPr id="59" name="Text Placeholder 58">
            <a:extLst>
              <a:ext uri="{FF2B5EF4-FFF2-40B4-BE49-F238E27FC236}">
                <a16:creationId xmlns:a16="http://schemas.microsoft.com/office/drawing/2014/main" id="{A4E1870F-719D-C207-C656-53016DD7001C}"/>
              </a:ext>
            </a:extLst>
          </p:cNvPr>
          <p:cNvSpPr>
            <a:spLocks noGrp="1"/>
          </p:cNvSpPr>
          <p:nvPr>
            <p:ph type="body" sz="quarter" idx="45" hasCustomPrompt="1"/>
          </p:nvPr>
        </p:nvSpPr>
        <p:spPr>
          <a:xfrm>
            <a:off x="8818159" y="4268319"/>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bg1"/>
                </a:solidFill>
                <a:latin typeface="+mn-lt"/>
              </a:defRPr>
            </a:lvl1pPr>
          </a:lstStyle>
          <a:p>
            <a:pPr lvl="0"/>
            <a:r>
              <a:rPr lang="en-ID"/>
              <a:t>Your Title Here</a:t>
            </a:r>
          </a:p>
        </p:txBody>
      </p:sp>
      <p:sp>
        <p:nvSpPr>
          <p:cNvPr id="60" name="Text Placeholder 59">
            <a:extLst>
              <a:ext uri="{FF2B5EF4-FFF2-40B4-BE49-F238E27FC236}">
                <a16:creationId xmlns:a16="http://schemas.microsoft.com/office/drawing/2014/main" id="{EA1393E3-574B-1BD9-0FB7-37EF06C2F013}"/>
              </a:ext>
            </a:extLst>
          </p:cNvPr>
          <p:cNvSpPr>
            <a:spLocks noGrp="1"/>
          </p:cNvSpPr>
          <p:nvPr>
            <p:ph type="body" sz="quarter" idx="46" hasCustomPrompt="1"/>
          </p:nvPr>
        </p:nvSpPr>
        <p:spPr>
          <a:xfrm>
            <a:off x="8818160" y="3938932"/>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3"/>
                </a:solidFill>
                <a:latin typeface="+mj-lt"/>
              </a:defRPr>
            </a:lvl1pPr>
          </a:lstStyle>
          <a:p>
            <a:pPr lvl="0"/>
            <a:r>
              <a:rPr lang="en-ID"/>
              <a:t>Your Name Here</a:t>
            </a:r>
          </a:p>
        </p:txBody>
      </p:sp>
      <p:sp>
        <p:nvSpPr>
          <p:cNvPr id="63" name="Text Placeholder 62">
            <a:extLst>
              <a:ext uri="{FF2B5EF4-FFF2-40B4-BE49-F238E27FC236}">
                <a16:creationId xmlns:a16="http://schemas.microsoft.com/office/drawing/2014/main" id="{2E102C80-B576-B7A8-74E4-86A3017D0883}"/>
              </a:ext>
            </a:extLst>
          </p:cNvPr>
          <p:cNvSpPr>
            <a:spLocks noGrp="1"/>
          </p:cNvSpPr>
          <p:nvPr>
            <p:ph type="body" sz="quarter" idx="47" hasCustomPrompt="1"/>
          </p:nvPr>
        </p:nvSpPr>
        <p:spPr>
          <a:xfrm>
            <a:off x="5068203" y="4268319"/>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tx1"/>
                </a:solidFill>
                <a:latin typeface="+mn-lt"/>
              </a:defRPr>
            </a:lvl1pPr>
          </a:lstStyle>
          <a:p>
            <a:pPr lvl="0"/>
            <a:r>
              <a:rPr lang="en-ID"/>
              <a:t>Your Title Here</a:t>
            </a:r>
          </a:p>
        </p:txBody>
      </p:sp>
      <p:sp>
        <p:nvSpPr>
          <p:cNvPr id="64" name="Text Placeholder 63">
            <a:extLst>
              <a:ext uri="{FF2B5EF4-FFF2-40B4-BE49-F238E27FC236}">
                <a16:creationId xmlns:a16="http://schemas.microsoft.com/office/drawing/2014/main" id="{207A9533-06DD-790B-5D17-F3794A61BE40}"/>
              </a:ext>
            </a:extLst>
          </p:cNvPr>
          <p:cNvSpPr>
            <a:spLocks noGrp="1"/>
          </p:cNvSpPr>
          <p:nvPr>
            <p:ph type="body" sz="quarter" idx="48" hasCustomPrompt="1"/>
          </p:nvPr>
        </p:nvSpPr>
        <p:spPr>
          <a:xfrm>
            <a:off x="5068204" y="3938932"/>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2"/>
                </a:solidFill>
                <a:latin typeface="+mj-lt"/>
              </a:defRPr>
            </a:lvl1pPr>
          </a:lstStyle>
          <a:p>
            <a:pPr lvl="0"/>
            <a:r>
              <a:rPr lang="en-ID"/>
              <a:t>Your Name Here</a:t>
            </a:r>
          </a:p>
        </p:txBody>
      </p:sp>
      <p:sp>
        <p:nvSpPr>
          <p:cNvPr id="67" name="Text Placeholder 66">
            <a:extLst>
              <a:ext uri="{FF2B5EF4-FFF2-40B4-BE49-F238E27FC236}">
                <a16:creationId xmlns:a16="http://schemas.microsoft.com/office/drawing/2014/main" id="{6C54E3D8-DCBA-88BC-6A77-F74873E02555}"/>
              </a:ext>
            </a:extLst>
          </p:cNvPr>
          <p:cNvSpPr>
            <a:spLocks noGrp="1"/>
          </p:cNvSpPr>
          <p:nvPr>
            <p:ph type="body" sz="quarter" idx="49" hasCustomPrompt="1"/>
          </p:nvPr>
        </p:nvSpPr>
        <p:spPr>
          <a:xfrm>
            <a:off x="1332159" y="4268319"/>
            <a:ext cx="2483173" cy="261610"/>
          </a:xfrm>
          <a:custGeom>
            <a:avLst/>
            <a:gdLst>
              <a:gd name="connsiteX0" fmla="*/ 0 w 1238772"/>
              <a:gd name="connsiteY0" fmla="*/ 0 h 261610"/>
              <a:gd name="connsiteX1" fmla="*/ 1238772 w 1238772"/>
              <a:gd name="connsiteY1" fmla="*/ 0 h 261610"/>
              <a:gd name="connsiteX2" fmla="*/ 1238772 w 1238772"/>
              <a:gd name="connsiteY2" fmla="*/ 261610 h 261610"/>
              <a:gd name="connsiteX3" fmla="*/ 0 w 1238772"/>
              <a:gd name="connsiteY3" fmla="*/ 261610 h 261610"/>
            </a:gdLst>
            <a:ahLst/>
            <a:cxnLst>
              <a:cxn ang="0">
                <a:pos x="connsiteX0" y="connsiteY0"/>
              </a:cxn>
              <a:cxn ang="0">
                <a:pos x="connsiteX1" y="connsiteY1"/>
              </a:cxn>
              <a:cxn ang="0">
                <a:pos x="connsiteX2" y="connsiteY2"/>
              </a:cxn>
              <a:cxn ang="0">
                <a:pos x="connsiteX3" y="connsiteY3"/>
              </a:cxn>
            </a:cxnLst>
            <a:rect l="l" t="t" r="r" b="b"/>
            <a:pathLst>
              <a:path w="1238772" h="261610">
                <a:moveTo>
                  <a:pt x="0" y="0"/>
                </a:moveTo>
                <a:lnTo>
                  <a:pt x="1238772" y="0"/>
                </a:lnTo>
                <a:lnTo>
                  <a:pt x="1238772" y="261610"/>
                </a:lnTo>
                <a:lnTo>
                  <a:pt x="0" y="261610"/>
                </a:lnTo>
                <a:close/>
              </a:path>
            </a:pathLst>
          </a:custGeom>
        </p:spPr>
        <p:txBody>
          <a:bodyPr wrap="square">
            <a:noAutofit/>
          </a:bodyPr>
          <a:lstStyle>
            <a:lvl1pPr marL="0" indent="0">
              <a:lnSpc>
                <a:spcPct val="100000"/>
              </a:lnSpc>
              <a:spcBef>
                <a:spcPts val="300"/>
              </a:spcBef>
              <a:buNone/>
              <a:defRPr sz="1050" b="0">
                <a:solidFill>
                  <a:schemeClr val="bg1"/>
                </a:solidFill>
                <a:latin typeface="+mn-lt"/>
              </a:defRPr>
            </a:lvl1pPr>
          </a:lstStyle>
          <a:p>
            <a:pPr lvl="0"/>
            <a:r>
              <a:rPr lang="en-ID"/>
              <a:t>Your Title Here</a:t>
            </a:r>
          </a:p>
        </p:txBody>
      </p:sp>
      <p:sp>
        <p:nvSpPr>
          <p:cNvPr id="68" name="Text Placeholder 67">
            <a:extLst>
              <a:ext uri="{FF2B5EF4-FFF2-40B4-BE49-F238E27FC236}">
                <a16:creationId xmlns:a16="http://schemas.microsoft.com/office/drawing/2014/main" id="{BD9DA7B2-C71E-55D8-3E8A-31DF28019B76}"/>
              </a:ext>
            </a:extLst>
          </p:cNvPr>
          <p:cNvSpPr>
            <a:spLocks noGrp="1"/>
          </p:cNvSpPr>
          <p:nvPr>
            <p:ph type="body" sz="quarter" idx="50" hasCustomPrompt="1"/>
          </p:nvPr>
        </p:nvSpPr>
        <p:spPr>
          <a:xfrm>
            <a:off x="1332160" y="3938932"/>
            <a:ext cx="2483172" cy="276999"/>
          </a:xfrm>
          <a:custGeom>
            <a:avLst/>
            <a:gdLst>
              <a:gd name="connsiteX0" fmla="*/ 0 w 1639831"/>
              <a:gd name="connsiteY0" fmla="*/ 0 h 276999"/>
              <a:gd name="connsiteX1" fmla="*/ 1639831 w 1639831"/>
              <a:gd name="connsiteY1" fmla="*/ 0 h 276999"/>
              <a:gd name="connsiteX2" fmla="*/ 1639831 w 1639831"/>
              <a:gd name="connsiteY2" fmla="*/ 276999 h 276999"/>
              <a:gd name="connsiteX3" fmla="*/ 0 w 1639831"/>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1639831" h="276999">
                <a:moveTo>
                  <a:pt x="0" y="0"/>
                </a:moveTo>
                <a:lnTo>
                  <a:pt x="1639831" y="0"/>
                </a:lnTo>
                <a:lnTo>
                  <a:pt x="1639831" y="276999"/>
                </a:lnTo>
                <a:lnTo>
                  <a:pt x="0" y="276999"/>
                </a:lnTo>
                <a:close/>
              </a:path>
            </a:pathLst>
          </a:custGeom>
        </p:spPr>
        <p:txBody>
          <a:bodyPr wrap="square">
            <a:noAutofit/>
          </a:bodyPr>
          <a:lstStyle>
            <a:lvl1pPr marL="0" indent="0">
              <a:lnSpc>
                <a:spcPct val="100000"/>
              </a:lnSpc>
              <a:spcBef>
                <a:spcPts val="300"/>
              </a:spcBef>
              <a:buNone/>
              <a:defRPr sz="1200" b="1">
                <a:solidFill>
                  <a:schemeClr val="accent3"/>
                </a:solidFill>
                <a:latin typeface="+mj-lt"/>
              </a:defRPr>
            </a:lvl1pPr>
          </a:lstStyle>
          <a:p>
            <a:pPr lvl="0"/>
            <a:r>
              <a:rPr lang="en-ID"/>
              <a:t>Your Name Here</a:t>
            </a:r>
          </a:p>
        </p:txBody>
      </p:sp>
      <p:sp>
        <p:nvSpPr>
          <p:cNvPr id="69" name="Text Placeholder 5">
            <a:extLst>
              <a:ext uri="{FF2B5EF4-FFF2-40B4-BE49-F238E27FC236}">
                <a16:creationId xmlns:a16="http://schemas.microsoft.com/office/drawing/2014/main" id="{4B9E5C4C-EA10-B1D9-0656-98FFDCA1DAF3}"/>
              </a:ext>
            </a:extLst>
          </p:cNvPr>
          <p:cNvSpPr>
            <a:spLocks noGrp="1"/>
          </p:cNvSpPr>
          <p:nvPr>
            <p:ph type="body" sz="quarter" idx="51" hasCustomPrompt="1"/>
          </p:nvPr>
        </p:nvSpPr>
        <p:spPr>
          <a:xfrm>
            <a:off x="240394" y="247030"/>
            <a:ext cx="10745106" cy="523220"/>
          </a:xfrm>
        </p:spPr>
        <p:txBody>
          <a:bodyPr>
            <a:normAutofit/>
          </a:bodyPr>
          <a:lstStyle>
            <a:lvl1pPr marL="0" indent="0">
              <a:lnSpc>
                <a:spcPct val="100000"/>
              </a:lnSpc>
              <a:buNone/>
              <a:defRPr sz="2800" b="1">
                <a:solidFill>
                  <a:schemeClr val="accent1"/>
                </a:solidFill>
                <a:latin typeface="+mj-lt"/>
              </a:defRPr>
            </a:lvl1pPr>
          </a:lstStyle>
          <a:p>
            <a:pPr lvl="0"/>
            <a:r>
              <a:rPr lang="en-ID"/>
              <a:t>TITLE HERE</a:t>
            </a:r>
          </a:p>
        </p:txBody>
      </p:sp>
    </p:spTree>
    <p:extLst>
      <p:ext uri="{BB962C8B-B14F-4D97-AF65-F5344CB8AC3E}">
        <p14:creationId xmlns:p14="http://schemas.microsoft.com/office/powerpoint/2010/main" val="13141021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FEFA1DB-535D-FFF5-3516-7EB3FD2F047D}"/>
              </a:ext>
            </a:extLst>
          </p:cNvPr>
          <p:cNvSpPr>
            <a:spLocks noGrp="1"/>
          </p:cNvSpPr>
          <p:nvPr>
            <p:ph type="pic" sz="quarter" idx="10"/>
          </p:nvPr>
        </p:nvSpPr>
        <p:spPr>
          <a:xfrm>
            <a:off x="6095999"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endParaRPr lang="en-ID"/>
          </a:p>
        </p:txBody>
      </p:sp>
      <p:sp>
        <p:nvSpPr>
          <p:cNvPr id="2" name="Text Placeholder 5">
            <a:extLst>
              <a:ext uri="{FF2B5EF4-FFF2-40B4-BE49-F238E27FC236}">
                <a16:creationId xmlns:a16="http://schemas.microsoft.com/office/drawing/2014/main" id="{FCB4181D-9817-F342-B438-1A7C35E4DC16}"/>
              </a:ext>
            </a:extLst>
          </p:cNvPr>
          <p:cNvSpPr>
            <a:spLocks noGrp="1"/>
          </p:cNvSpPr>
          <p:nvPr>
            <p:ph type="body" sz="quarter" idx="51" hasCustomPrompt="1"/>
          </p:nvPr>
        </p:nvSpPr>
        <p:spPr>
          <a:xfrm>
            <a:off x="240394" y="247030"/>
            <a:ext cx="10745106" cy="523220"/>
          </a:xfrm>
        </p:spPr>
        <p:txBody>
          <a:bodyPr>
            <a:normAutofit/>
          </a:bodyPr>
          <a:lstStyle>
            <a:lvl1pPr marL="0" indent="0">
              <a:lnSpc>
                <a:spcPct val="100000"/>
              </a:lnSpc>
              <a:buNone/>
              <a:defRPr sz="2800" b="1">
                <a:solidFill>
                  <a:schemeClr val="bg1"/>
                </a:solidFill>
                <a:latin typeface="+mj-lt"/>
              </a:defRPr>
            </a:lvl1pPr>
          </a:lstStyle>
          <a:p>
            <a:pPr lvl="0"/>
            <a:r>
              <a:rPr lang="en-ID"/>
              <a:t>TITLE HERE</a:t>
            </a:r>
          </a:p>
        </p:txBody>
      </p:sp>
      <p:sp>
        <p:nvSpPr>
          <p:cNvPr id="10" name="Text Placeholder 9">
            <a:extLst>
              <a:ext uri="{FF2B5EF4-FFF2-40B4-BE49-F238E27FC236}">
                <a16:creationId xmlns:a16="http://schemas.microsoft.com/office/drawing/2014/main" id="{ADBD93BB-15B3-F51F-17A8-B8F84E7B4CB1}"/>
              </a:ext>
            </a:extLst>
          </p:cNvPr>
          <p:cNvSpPr>
            <a:spLocks noGrp="1"/>
          </p:cNvSpPr>
          <p:nvPr>
            <p:ph type="body" sz="quarter" idx="34" hasCustomPrompt="1"/>
          </p:nvPr>
        </p:nvSpPr>
        <p:spPr>
          <a:xfrm>
            <a:off x="609600" y="1625188"/>
            <a:ext cx="4394200" cy="3453702"/>
          </a:xfrm>
          <a:custGeom>
            <a:avLst/>
            <a:gdLst>
              <a:gd name="connsiteX0" fmla="*/ 0 w 4394200"/>
              <a:gd name="connsiteY0" fmla="*/ 0 h 3453702"/>
              <a:gd name="connsiteX1" fmla="*/ 4394200 w 4394200"/>
              <a:gd name="connsiteY1" fmla="*/ 0 h 3453702"/>
              <a:gd name="connsiteX2" fmla="*/ 4394200 w 4394200"/>
              <a:gd name="connsiteY2" fmla="*/ 3453702 h 3453702"/>
              <a:gd name="connsiteX3" fmla="*/ 0 w 4394200"/>
              <a:gd name="connsiteY3" fmla="*/ 3453702 h 3453702"/>
            </a:gdLst>
            <a:ahLst/>
            <a:cxnLst>
              <a:cxn ang="0">
                <a:pos x="connsiteX0" y="connsiteY0"/>
              </a:cxn>
              <a:cxn ang="0">
                <a:pos x="connsiteX1" y="connsiteY1"/>
              </a:cxn>
              <a:cxn ang="0">
                <a:pos x="connsiteX2" y="connsiteY2"/>
              </a:cxn>
              <a:cxn ang="0">
                <a:pos x="connsiteX3" y="connsiteY3"/>
              </a:cxn>
            </a:cxnLst>
            <a:rect l="l" t="t" r="r" b="b"/>
            <a:pathLst>
              <a:path w="4394200" h="3453702">
                <a:moveTo>
                  <a:pt x="0" y="0"/>
                </a:moveTo>
                <a:lnTo>
                  <a:pt x="4394200" y="0"/>
                </a:lnTo>
                <a:lnTo>
                  <a:pt x="4394200" y="3453702"/>
                </a:lnTo>
                <a:lnTo>
                  <a:pt x="0" y="3453702"/>
                </a:lnTo>
                <a:close/>
              </a:path>
            </a:pathLst>
          </a:custGeom>
        </p:spPr>
        <p:txBody>
          <a:bodyPr wrap="square">
            <a:noAutofit/>
          </a:bodyPr>
          <a:lstStyle>
            <a:lvl1pPr marL="0" indent="0">
              <a:lnSpc>
                <a:spcPts val="2200"/>
              </a:lnSpc>
              <a:spcBef>
                <a:spcPts val="0"/>
              </a:spcBef>
              <a:buNone/>
              <a:defRPr sz="1400" b="0">
                <a:solidFill>
                  <a:schemeClr val="bg1"/>
                </a:solidFill>
                <a:latin typeface="+mn-lt"/>
              </a:defRPr>
            </a:lvl1pPr>
          </a:lstStyle>
          <a:p>
            <a:pPr lvl="0"/>
            <a:r>
              <a:rPr lang="en-ID"/>
              <a:t>Description Here</a:t>
            </a:r>
          </a:p>
        </p:txBody>
      </p:sp>
      <p:sp>
        <p:nvSpPr>
          <p:cNvPr id="12" name="Text Placeholder 11">
            <a:extLst>
              <a:ext uri="{FF2B5EF4-FFF2-40B4-BE49-F238E27FC236}">
                <a16:creationId xmlns:a16="http://schemas.microsoft.com/office/drawing/2014/main" id="{5E30F091-505D-9CFB-DDA2-3701B71ABF89}"/>
              </a:ext>
            </a:extLst>
          </p:cNvPr>
          <p:cNvSpPr>
            <a:spLocks noGrp="1"/>
          </p:cNvSpPr>
          <p:nvPr>
            <p:ph type="body" sz="quarter" idx="50" hasCustomPrompt="1"/>
          </p:nvPr>
        </p:nvSpPr>
        <p:spPr>
          <a:xfrm>
            <a:off x="2677159" y="5396484"/>
            <a:ext cx="3317241" cy="311817"/>
          </a:xfrm>
          <a:custGeom>
            <a:avLst/>
            <a:gdLst>
              <a:gd name="connsiteX0" fmla="*/ 0 w 4275280"/>
              <a:gd name="connsiteY0" fmla="*/ 0 h 311817"/>
              <a:gd name="connsiteX1" fmla="*/ 4275280 w 4275280"/>
              <a:gd name="connsiteY1" fmla="*/ 0 h 311817"/>
              <a:gd name="connsiteX2" fmla="*/ 4275280 w 4275280"/>
              <a:gd name="connsiteY2" fmla="*/ 311817 h 311817"/>
              <a:gd name="connsiteX3" fmla="*/ 0 w 4275280"/>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275280" h="311817">
                <a:moveTo>
                  <a:pt x="0" y="0"/>
                </a:moveTo>
                <a:lnTo>
                  <a:pt x="4275280" y="0"/>
                </a:lnTo>
                <a:lnTo>
                  <a:pt x="4275280" y="311817"/>
                </a:lnTo>
                <a:lnTo>
                  <a:pt x="0" y="311817"/>
                </a:lnTo>
                <a:close/>
              </a:path>
            </a:pathLst>
          </a:custGeom>
        </p:spPr>
        <p:txBody>
          <a:bodyPr wrap="square">
            <a:noAutofit/>
          </a:bodyPr>
          <a:lstStyle>
            <a:lvl1pPr marL="0" indent="0">
              <a:lnSpc>
                <a:spcPts val="1800"/>
              </a:lnSpc>
              <a:spcBef>
                <a:spcPts val="300"/>
              </a:spcBef>
              <a:buNone/>
              <a:defRPr sz="1400" b="1">
                <a:solidFill>
                  <a:schemeClr val="bg1"/>
                </a:solidFill>
                <a:latin typeface="+mj-lt"/>
              </a:defRPr>
            </a:lvl1pPr>
          </a:lstStyle>
          <a:p>
            <a:pPr lvl="0"/>
            <a:r>
              <a:rPr lang="en-ID"/>
              <a:t>Your Name Here</a:t>
            </a:r>
          </a:p>
        </p:txBody>
      </p:sp>
      <p:sp>
        <p:nvSpPr>
          <p:cNvPr id="15" name="Text Placeholder 14">
            <a:extLst>
              <a:ext uri="{FF2B5EF4-FFF2-40B4-BE49-F238E27FC236}">
                <a16:creationId xmlns:a16="http://schemas.microsoft.com/office/drawing/2014/main" id="{131AAAC5-557D-889A-DA97-3D9E3C2E1DE3}"/>
              </a:ext>
            </a:extLst>
          </p:cNvPr>
          <p:cNvSpPr>
            <a:spLocks noGrp="1"/>
          </p:cNvSpPr>
          <p:nvPr>
            <p:ph type="body" sz="quarter" idx="52" hasCustomPrompt="1"/>
          </p:nvPr>
        </p:nvSpPr>
        <p:spPr>
          <a:xfrm>
            <a:off x="7172324" y="1784683"/>
            <a:ext cx="4313097" cy="2402581"/>
          </a:xfrm>
          <a:custGeom>
            <a:avLst/>
            <a:gdLst>
              <a:gd name="connsiteX0" fmla="*/ 0 w 4313097"/>
              <a:gd name="connsiteY0" fmla="*/ 0 h 2402581"/>
              <a:gd name="connsiteX1" fmla="*/ 4313097 w 4313097"/>
              <a:gd name="connsiteY1" fmla="*/ 0 h 2402581"/>
              <a:gd name="connsiteX2" fmla="*/ 4313097 w 4313097"/>
              <a:gd name="connsiteY2" fmla="*/ 2402581 h 2402581"/>
              <a:gd name="connsiteX3" fmla="*/ 0 w 4313097"/>
              <a:gd name="connsiteY3" fmla="*/ 2402581 h 2402581"/>
            </a:gdLst>
            <a:ahLst/>
            <a:cxnLst>
              <a:cxn ang="0">
                <a:pos x="connsiteX0" y="connsiteY0"/>
              </a:cxn>
              <a:cxn ang="0">
                <a:pos x="connsiteX1" y="connsiteY1"/>
              </a:cxn>
              <a:cxn ang="0">
                <a:pos x="connsiteX2" y="connsiteY2"/>
              </a:cxn>
              <a:cxn ang="0">
                <a:pos x="connsiteX3" y="connsiteY3"/>
              </a:cxn>
            </a:cxnLst>
            <a:rect l="l" t="t" r="r" b="b"/>
            <a:pathLst>
              <a:path w="4313097" h="2402581">
                <a:moveTo>
                  <a:pt x="0" y="0"/>
                </a:moveTo>
                <a:lnTo>
                  <a:pt x="4313097" y="0"/>
                </a:lnTo>
                <a:lnTo>
                  <a:pt x="4313097" y="2402581"/>
                </a:lnTo>
                <a:lnTo>
                  <a:pt x="0" y="2402581"/>
                </a:lnTo>
                <a:close/>
              </a:path>
            </a:pathLst>
          </a:custGeom>
        </p:spPr>
        <p:txBody>
          <a:bodyPr wrap="square">
            <a:noAutofit/>
          </a:bodyPr>
          <a:lstStyle>
            <a:lvl1pPr marL="0" indent="0">
              <a:lnSpc>
                <a:spcPts val="2600"/>
              </a:lnSpc>
              <a:spcBef>
                <a:spcPts val="0"/>
              </a:spcBef>
              <a:buNone/>
              <a:defRPr sz="1800" b="1">
                <a:solidFill>
                  <a:schemeClr val="bg1"/>
                </a:solidFill>
                <a:latin typeface="+mn-lt"/>
              </a:defRPr>
            </a:lvl1pPr>
          </a:lstStyle>
          <a:p>
            <a:pPr lvl="0"/>
            <a:r>
              <a:rPr lang="en-ID"/>
              <a:t>Description Here</a:t>
            </a:r>
          </a:p>
        </p:txBody>
      </p:sp>
      <p:sp>
        <p:nvSpPr>
          <p:cNvPr id="17" name="Text Placeholder 16">
            <a:extLst>
              <a:ext uri="{FF2B5EF4-FFF2-40B4-BE49-F238E27FC236}">
                <a16:creationId xmlns:a16="http://schemas.microsoft.com/office/drawing/2014/main" id="{DEE24D74-E3AF-9AA0-A1D7-D3CB51CD1A59}"/>
              </a:ext>
            </a:extLst>
          </p:cNvPr>
          <p:cNvSpPr>
            <a:spLocks noGrp="1"/>
          </p:cNvSpPr>
          <p:nvPr>
            <p:ph type="body" sz="quarter" idx="53" hasCustomPrompt="1"/>
          </p:nvPr>
        </p:nvSpPr>
        <p:spPr>
          <a:xfrm>
            <a:off x="7272110" y="5073319"/>
            <a:ext cx="4273201" cy="323165"/>
          </a:xfrm>
          <a:custGeom>
            <a:avLst/>
            <a:gdLst>
              <a:gd name="connsiteX0" fmla="*/ 0 w 4273201"/>
              <a:gd name="connsiteY0" fmla="*/ 0 h 323165"/>
              <a:gd name="connsiteX1" fmla="*/ 4273201 w 4273201"/>
              <a:gd name="connsiteY1" fmla="*/ 0 h 323165"/>
              <a:gd name="connsiteX2" fmla="*/ 4273201 w 4273201"/>
              <a:gd name="connsiteY2" fmla="*/ 323165 h 323165"/>
              <a:gd name="connsiteX3" fmla="*/ 0 w 4273201"/>
              <a:gd name="connsiteY3" fmla="*/ 323165 h 323165"/>
            </a:gdLst>
            <a:ahLst/>
            <a:cxnLst>
              <a:cxn ang="0">
                <a:pos x="connsiteX0" y="connsiteY0"/>
              </a:cxn>
              <a:cxn ang="0">
                <a:pos x="connsiteX1" y="connsiteY1"/>
              </a:cxn>
              <a:cxn ang="0">
                <a:pos x="connsiteX2" y="connsiteY2"/>
              </a:cxn>
              <a:cxn ang="0">
                <a:pos x="connsiteX3" y="connsiteY3"/>
              </a:cxn>
            </a:cxnLst>
            <a:rect l="l" t="t" r="r" b="b"/>
            <a:pathLst>
              <a:path w="4273201" h="323165">
                <a:moveTo>
                  <a:pt x="0" y="0"/>
                </a:moveTo>
                <a:lnTo>
                  <a:pt x="4273201" y="0"/>
                </a:lnTo>
                <a:lnTo>
                  <a:pt x="4273201" y="323165"/>
                </a:lnTo>
                <a:lnTo>
                  <a:pt x="0" y="323165"/>
                </a:lnTo>
                <a:close/>
              </a:path>
            </a:pathLst>
          </a:custGeom>
        </p:spPr>
        <p:txBody>
          <a:bodyPr wrap="square">
            <a:noAutofit/>
          </a:bodyPr>
          <a:lstStyle>
            <a:lvl1pPr marL="0" indent="0">
              <a:lnSpc>
                <a:spcPts val="1800"/>
              </a:lnSpc>
              <a:spcBef>
                <a:spcPts val="300"/>
              </a:spcBef>
              <a:buNone/>
              <a:defRPr sz="1800" b="1">
                <a:solidFill>
                  <a:schemeClr val="bg1"/>
                </a:solidFill>
                <a:latin typeface="+mj-lt"/>
              </a:defRPr>
            </a:lvl1pPr>
          </a:lstStyle>
          <a:p>
            <a:pPr lvl="0"/>
            <a:r>
              <a:rPr lang="en-ID"/>
              <a:t>Your Name Here</a:t>
            </a:r>
          </a:p>
        </p:txBody>
      </p:sp>
    </p:spTree>
    <p:extLst>
      <p:ext uri="{BB962C8B-B14F-4D97-AF65-F5344CB8AC3E}">
        <p14:creationId xmlns:p14="http://schemas.microsoft.com/office/powerpoint/2010/main" val="28901597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chemeClr val="bg1"/>
        </a:solidFill>
        <a:effectLst/>
      </p:bgPr>
    </p:bg>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C1101AA2-25E9-3357-DF77-D2332F80F738}"/>
              </a:ext>
            </a:extLst>
          </p:cNvPr>
          <p:cNvSpPr>
            <a:spLocks noGrp="1"/>
          </p:cNvSpPr>
          <p:nvPr>
            <p:ph type="body" sz="quarter" idx="33" hasCustomPrompt="1"/>
          </p:nvPr>
        </p:nvSpPr>
        <p:spPr>
          <a:xfrm>
            <a:off x="982221" y="1455723"/>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16" name="Text Placeholder 15">
            <a:extLst>
              <a:ext uri="{FF2B5EF4-FFF2-40B4-BE49-F238E27FC236}">
                <a16:creationId xmlns:a16="http://schemas.microsoft.com/office/drawing/2014/main" id="{DED0C805-BDBB-420E-DF15-8447AC1232D7}"/>
              </a:ext>
            </a:extLst>
          </p:cNvPr>
          <p:cNvSpPr>
            <a:spLocks noGrp="1"/>
          </p:cNvSpPr>
          <p:nvPr>
            <p:ph type="body" sz="quarter" idx="34" hasCustomPrompt="1"/>
          </p:nvPr>
        </p:nvSpPr>
        <p:spPr>
          <a:xfrm>
            <a:off x="982221" y="2511030"/>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18" name="Text Placeholder 17">
            <a:extLst>
              <a:ext uri="{FF2B5EF4-FFF2-40B4-BE49-F238E27FC236}">
                <a16:creationId xmlns:a16="http://schemas.microsoft.com/office/drawing/2014/main" id="{7E0AAD99-B666-86EE-91DC-634F6B6CA32B}"/>
              </a:ext>
            </a:extLst>
          </p:cNvPr>
          <p:cNvSpPr>
            <a:spLocks noGrp="1"/>
          </p:cNvSpPr>
          <p:nvPr>
            <p:ph type="body" sz="quarter" idx="35" hasCustomPrompt="1"/>
          </p:nvPr>
        </p:nvSpPr>
        <p:spPr>
          <a:xfrm>
            <a:off x="982221" y="3529962"/>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20" name="Text Placeholder 19">
            <a:extLst>
              <a:ext uri="{FF2B5EF4-FFF2-40B4-BE49-F238E27FC236}">
                <a16:creationId xmlns:a16="http://schemas.microsoft.com/office/drawing/2014/main" id="{A93B0B69-C49F-DC6D-19C3-43FDB8D5A1DD}"/>
              </a:ext>
            </a:extLst>
          </p:cNvPr>
          <p:cNvSpPr>
            <a:spLocks noGrp="1"/>
          </p:cNvSpPr>
          <p:nvPr>
            <p:ph type="body" sz="quarter" idx="36" hasCustomPrompt="1"/>
          </p:nvPr>
        </p:nvSpPr>
        <p:spPr>
          <a:xfrm>
            <a:off x="982221" y="4444802"/>
            <a:ext cx="8276081" cy="767691"/>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22" name="Text Placeholder 21">
            <a:extLst>
              <a:ext uri="{FF2B5EF4-FFF2-40B4-BE49-F238E27FC236}">
                <a16:creationId xmlns:a16="http://schemas.microsoft.com/office/drawing/2014/main" id="{E9EB5551-23A9-6D9F-97D9-AE92818E5B8E}"/>
              </a:ext>
            </a:extLst>
          </p:cNvPr>
          <p:cNvSpPr>
            <a:spLocks noGrp="1"/>
          </p:cNvSpPr>
          <p:nvPr>
            <p:ph type="body" sz="quarter" idx="37" hasCustomPrompt="1"/>
          </p:nvPr>
        </p:nvSpPr>
        <p:spPr>
          <a:xfrm>
            <a:off x="982221" y="5731757"/>
            <a:ext cx="8276081" cy="536044"/>
          </a:xfrm>
          <a:custGeom>
            <a:avLst/>
            <a:gdLst>
              <a:gd name="connsiteX0" fmla="*/ 0 w 8276081"/>
              <a:gd name="connsiteY0" fmla="*/ 0 h 536044"/>
              <a:gd name="connsiteX1" fmla="*/ 8276081 w 8276081"/>
              <a:gd name="connsiteY1" fmla="*/ 0 h 536044"/>
              <a:gd name="connsiteX2" fmla="*/ 8276081 w 8276081"/>
              <a:gd name="connsiteY2" fmla="*/ 536044 h 536044"/>
              <a:gd name="connsiteX3" fmla="*/ 0 w 8276081"/>
              <a:gd name="connsiteY3" fmla="*/ 536044 h 536044"/>
            </a:gdLst>
            <a:ahLst/>
            <a:cxnLst>
              <a:cxn ang="0">
                <a:pos x="connsiteX0" y="connsiteY0"/>
              </a:cxn>
              <a:cxn ang="0">
                <a:pos x="connsiteX1" y="connsiteY1"/>
              </a:cxn>
              <a:cxn ang="0">
                <a:pos x="connsiteX2" y="connsiteY2"/>
              </a:cxn>
              <a:cxn ang="0">
                <a:pos x="connsiteX3" y="connsiteY3"/>
              </a:cxn>
            </a:cxnLst>
            <a:rect l="l" t="t" r="r" b="b"/>
            <a:pathLst>
              <a:path w="8276081" h="536044">
                <a:moveTo>
                  <a:pt x="0" y="0"/>
                </a:moveTo>
                <a:lnTo>
                  <a:pt x="8276081" y="0"/>
                </a:lnTo>
                <a:lnTo>
                  <a:pt x="8276081" y="536044"/>
                </a:lnTo>
                <a:lnTo>
                  <a:pt x="0" y="536044"/>
                </a:lnTo>
                <a:close/>
              </a:path>
            </a:pathLst>
          </a:custGeom>
        </p:spPr>
        <p:txBody>
          <a:bodyPr wrap="square">
            <a:noAutofit/>
          </a:bodyPr>
          <a:lstStyle>
            <a:lvl1pPr marL="171450" indent="-171450">
              <a:lnSpc>
                <a:spcPts val="1800"/>
              </a:lnSpc>
              <a:spcBef>
                <a:spcPts val="0"/>
              </a:spcBef>
              <a:buFont typeface="Arial" panose="020B0604020202020204" pitchFamily="34" charset="0"/>
              <a:buChar char="•"/>
              <a:defRPr sz="1200" b="0">
                <a:solidFill>
                  <a:schemeClr val="tx1"/>
                </a:solidFill>
                <a:latin typeface="+mn-lt"/>
              </a:defRPr>
            </a:lvl1pPr>
          </a:lstStyle>
          <a:p>
            <a:pPr lvl="0"/>
            <a:r>
              <a:rPr lang="en-ID"/>
              <a:t>Description Here</a:t>
            </a:r>
          </a:p>
        </p:txBody>
      </p:sp>
      <p:sp>
        <p:nvSpPr>
          <p:cNvPr id="25" name="Text Placeholder 24">
            <a:extLst>
              <a:ext uri="{FF2B5EF4-FFF2-40B4-BE49-F238E27FC236}">
                <a16:creationId xmlns:a16="http://schemas.microsoft.com/office/drawing/2014/main" id="{6FCBAF8B-4352-20B1-18D3-A79880F33FC8}"/>
              </a:ext>
            </a:extLst>
          </p:cNvPr>
          <p:cNvSpPr>
            <a:spLocks noGrp="1"/>
          </p:cNvSpPr>
          <p:nvPr>
            <p:ph type="body" sz="quarter" idx="50" hasCustomPrompt="1"/>
          </p:nvPr>
        </p:nvSpPr>
        <p:spPr>
          <a:xfrm>
            <a:off x="982220" y="1154388"/>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26" name="Text Placeholder 25">
            <a:extLst>
              <a:ext uri="{FF2B5EF4-FFF2-40B4-BE49-F238E27FC236}">
                <a16:creationId xmlns:a16="http://schemas.microsoft.com/office/drawing/2014/main" id="{0550B57B-A0FD-32E6-02B4-6027105D84C0}"/>
              </a:ext>
            </a:extLst>
          </p:cNvPr>
          <p:cNvSpPr>
            <a:spLocks noGrp="1"/>
          </p:cNvSpPr>
          <p:nvPr>
            <p:ph type="body" sz="quarter" idx="51" hasCustomPrompt="1"/>
          </p:nvPr>
        </p:nvSpPr>
        <p:spPr>
          <a:xfrm>
            <a:off x="982220" y="2211558"/>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27" name="Text Placeholder 26">
            <a:extLst>
              <a:ext uri="{FF2B5EF4-FFF2-40B4-BE49-F238E27FC236}">
                <a16:creationId xmlns:a16="http://schemas.microsoft.com/office/drawing/2014/main" id="{B0ED449C-C264-9486-EB8C-36247D0657CB}"/>
              </a:ext>
            </a:extLst>
          </p:cNvPr>
          <p:cNvSpPr>
            <a:spLocks noGrp="1"/>
          </p:cNvSpPr>
          <p:nvPr>
            <p:ph type="body" sz="quarter" idx="52" hasCustomPrompt="1"/>
          </p:nvPr>
        </p:nvSpPr>
        <p:spPr>
          <a:xfrm>
            <a:off x="982220" y="3265292"/>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28" name="Text Placeholder 27">
            <a:extLst>
              <a:ext uri="{FF2B5EF4-FFF2-40B4-BE49-F238E27FC236}">
                <a16:creationId xmlns:a16="http://schemas.microsoft.com/office/drawing/2014/main" id="{20FDAE45-9C3A-236C-1E55-55FE61CA4CBD}"/>
              </a:ext>
            </a:extLst>
          </p:cNvPr>
          <p:cNvSpPr>
            <a:spLocks noGrp="1"/>
          </p:cNvSpPr>
          <p:nvPr>
            <p:ph type="body" sz="quarter" idx="53" hasCustomPrompt="1"/>
          </p:nvPr>
        </p:nvSpPr>
        <p:spPr>
          <a:xfrm>
            <a:off x="982220" y="4146824"/>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0">
                <a:solidFill>
                  <a:schemeClr val="accent3"/>
                </a:solidFill>
                <a:latin typeface="+mj-lt"/>
              </a:defRPr>
            </a:lvl1pPr>
          </a:lstStyle>
          <a:p>
            <a:pPr lvl="0"/>
            <a:r>
              <a:rPr lang="en-ID"/>
              <a:t>Subtitle Here</a:t>
            </a:r>
          </a:p>
        </p:txBody>
      </p:sp>
      <p:sp>
        <p:nvSpPr>
          <p:cNvPr id="29" name="Text Placeholder 28">
            <a:extLst>
              <a:ext uri="{FF2B5EF4-FFF2-40B4-BE49-F238E27FC236}">
                <a16:creationId xmlns:a16="http://schemas.microsoft.com/office/drawing/2014/main" id="{59212785-1D5C-5F94-A1BC-15022F732CEF}"/>
              </a:ext>
            </a:extLst>
          </p:cNvPr>
          <p:cNvSpPr>
            <a:spLocks noGrp="1"/>
          </p:cNvSpPr>
          <p:nvPr>
            <p:ph type="body" sz="quarter" idx="54" hasCustomPrompt="1"/>
          </p:nvPr>
        </p:nvSpPr>
        <p:spPr>
          <a:xfrm>
            <a:off x="982220" y="5430422"/>
            <a:ext cx="8276081" cy="311817"/>
          </a:xfrm>
          <a:custGeom>
            <a:avLst/>
            <a:gdLst>
              <a:gd name="connsiteX0" fmla="*/ 0 w 4856606"/>
              <a:gd name="connsiteY0" fmla="*/ 0 h 311817"/>
              <a:gd name="connsiteX1" fmla="*/ 4856606 w 4856606"/>
              <a:gd name="connsiteY1" fmla="*/ 0 h 311817"/>
              <a:gd name="connsiteX2" fmla="*/ 4856606 w 4856606"/>
              <a:gd name="connsiteY2" fmla="*/ 311817 h 311817"/>
              <a:gd name="connsiteX3" fmla="*/ 0 w 4856606"/>
              <a:gd name="connsiteY3" fmla="*/ 311817 h 311817"/>
            </a:gdLst>
            <a:ahLst/>
            <a:cxnLst>
              <a:cxn ang="0">
                <a:pos x="connsiteX0" y="connsiteY0"/>
              </a:cxn>
              <a:cxn ang="0">
                <a:pos x="connsiteX1" y="connsiteY1"/>
              </a:cxn>
              <a:cxn ang="0">
                <a:pos x="connsiteX2" y="connsiteY2"/>
              </a:cxn>
              <a:cxn ang="0">
                <a:pos x="connsiteX3" y="connsiteY3"/>
              </a:cxn>
            </a:cxnLst>
            <a:rect l="l" t="t" r="r" b="b"/>
            <a:pathLst>
              <a:path w="4856606" h="311817">
                <a:moveTo>
                  <a:pt x="0" y="0"/>
                </a:moveTo>
                <a:lnTo>
                  <a:pt x="4856606" y="0"/>
                </a:lnTo>
                <a:lnTo>
                  <a:pt x="4856606" y="311817"/>
                </a:lnTo>
                <a:lnTo>
                  <a:pt x="0" y="311817"/>
                </a:lnTo>
                <a:close/>
              </a:path>
            </a:pathLst>
          </a:custGeom>
        </p:spPr>
        <p:txBody>
          <a:bodyPr wrap="square">
            <a:noAutofit/>
          </a:bodyPr>
          <a:lstStyle>
            <a:lvl1pPr marL="0" indent="0">
              <a:lnSpc>
                <a:spcPts val="1800"/>
              </a:lnSpc>
              <a:spcBef>
                <a:spcPts val="0"/>
              </a:spcBef>
              <a:buNone/>
              <a:defRPr sz="1400" b="1">
                <a:solidFill>
                  <a:schemeClr val="accent2"/>
                </a:solidFill>
                <a:latin typeface="+mj-lt"/>
              </a:defRPr>
            </a:lvl1pPr>
          </a:lstStyle>
          <a:p>
            <a:pPr lvl="0"/>
            <a:r>
              <a:rPr lang="en-ID"/>
              <a:t>Subtitle Here</a:t>
            </a:r>
          </a:p>
        </p:txBody>
      </p:sp>
      <p:sp>
        <p:nvSpPr>
          <p:cNvPr id="32" name="Picture Placeholder 4">
            <a:extLst>
              <a:ext uri="{FF2B5EF4-FFF2-40B4-BE49-F238E27FC236}">
                <a16:creationId xmlns:a16="http://schemas.microsoft.com/office/drawing/2014/main" id="{C26DDD0A-273A-6930-807C-EDA47C894006}"/>
              </a:ext>
            </a:extLst>
          </p:cNvPr>
          <p:cNvSpPr>
            <a:spLocks noGrp="1"/>
          </p:cNvSpPr>
          <p:nvPr>
            <p:ph type="pic" sz="quarter" idx="10"/>
          </p:nvPr>
        </p:nvSpPr>
        <p:spPr>
          <a:xfrm>
            <a:off x="9550400" y="0"/>
            <a:ext cx="2641600" cy="6858000"/>
          </a:xfrm>
          <a:custGeom>
            <a:avLst/>
            <a:gdLst>
              <a:gd name="connsiteX0" fmla="*/ 0 w 3111499"/>
              <a:gd name="connsiteY0" fmla="*/ 0 h 6858000"/>
              <a:gd name="connsiteX1" fmla="*/ 3111499 w 3111499"/>
              <a:gd name="connsiteY1" fmla="*/ 0 h 6858000"/>
              <a:gd name="connsiteX2" fmla="*/ 3111499 w 3111499"/>
              <a:gd name="connsiteY2" fmla="*/ 6858000 h 6858000"/>
              <a:gd name="connsiteX3" fmla="*/ 0 w 311149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111499" h="6858000">
                <a:moveTo>
                  <a:pt x="0" y="0"/>
                </a:moveTo>
                <a:lnTo>
                  <a:pt x="3111499" y="0"/>
                </a:lnTo>
                <a:lnTo>
                  <a:pt x="3111499" y="6858000"/>
                </a:lnTo>
                <a:lnTo>
                  <a:pt x="0" y="6858000"/>
                </a:lnTo>
                <a:close/>
              </a:path>
            </a:pathLst>
          </a:custGeom>
          <a:ln>
            <a:noFill/>
          </a:ln>
        </p:spPr>
        <p:txBody>
          <a:bodyPr wrap="square">
            <a:noAutofit/>
          </a:bodyPr>
          <a:lstStyle/>
          <a:p>
            <a:endParaRPr lang="en-ID"/>
          </a:p>
        </p:txBody>
      </p:sp>
    </p:spTree>
    <p:extLst>
      <p:ext uri="{BB962C8B-B14F-4D97-AF65-F5344CB8AC3E}">
        <p14:creationId xmlns:p14="http://schemas.microsoft.com/office/powerpoint/2010/main" val="19478616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0_Title Slide">
    <p:bg>
      <p:bgPr>
        <a:solidFill>
          <a:schemeClr val="accent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FEFA1DB-535D-FFF5-3516-7EB3FD2F047D}"/>
              </a:ext>
            </a:extLst>
          </p:cNvPr>
          <p:cNvSpPr>
            <a:spLocks noGrp="1"/>
          </p:cNvSpPr>
          <p:nvPr>
            <p:ph type="pic" sz="quarter" idx="10"/>
          </p:nvPr>
        </p:nvSpPr>
        <p:spPr>
          <a:xfrm>
            <a:off x="6095999"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endParaRPr lang="en-ID"/>
          </a:p>
        </p:txBody>
      </p:sp>
      <p:sp>
        <p:nvSpPr>
          <p:cNvPr id="7" name="Text Placeholder 6">
            <a:extLst>
              <a:ext uri="{FF2B5EF4-FFF2-40B4-BE49-F238E27FC236}">
                <a16:creationId xmlns:a16="http://schemas.microsoft.com/office/drawing/2014/main" id="{706751D6-159E-6664-359F-2760FAF3589A}"/>
              </a:ext>
            </a:extLst>
          </p:cNvPr>
          <p:cNvSpPr>
            <a:spLocks noGrp="1"/>
          </p:cNvSpPr>
          <p:nvPr>
            <p:ph type="body" sz="quarter" idx="51" hasCustomPrompt="1"/>
          </p:nvPr>
        </p:nvSpPr>
        <p:spPr>
          <a:xfrm>
            <a:off x="965201" y="2330033"/>
            <a:ext cx="4856481" cy="2397457"/>
          </a:xfrm>
          <a:custGeom>
            <a:avLst/>
            <a:gdLst>
              <a:gd name="connsiteX0" fmla="*/ 0 w 4856481"/>
              <a:gd name="connsiteY0" fmla="*/ 0 h 2123658"/>
              <a:gd name="connsiteX1" fmla="*/ 4856481 w 4856481"/>
              <a:gd name="connsiteY1" fmla="*/ 0 h 2123658"/>
              <a:gd name="connsiteX2" fmla="*/ 4856481 w 4856481"/>
              <a:gd name="connsiteY2" fmla="*/ 2123658 h 2123658"/>
              <a:gd name="connsiteX3" fmla="*/ 0 w 4856481"/>
              <a:gd name="connsiteY3" fmla="*/ 2123658 h 2123658"/>
            </a:gdLst>
            <a:ahLst/>
            <a:cxnLst>
              <a:cxn ang="0">
                <a:pos x="connsiteX0" y="connsiteY0"/>
              </a:cxn>
              <a:cxn ang="0">
                <a:pos x="connsiteX1" y="connsiteY1"/>
              </a:cxn>
              <a:cxn ang="0">
                <a:pos x="connsiteX2" y="connsiteY2"/>
              </a:cxn>
              <a:cxn ang="0">
                <a:pos x="connsiteX3" y="connsiteY3"/>
              </a:cxn>
            </a:cxnLst>
            <a:rect l="l" t="t" r="r" b="b"/>
            <a:pathLst>
              <a:path w="4856481" h="2123658">
                <a:moveTo>
                  <a:pt x="0" y="0"/>
                </a:moveTo>
                <a:lnTo>
                  <a:pt x="4856481" y="0"/>
                </a:lnTo>
                <a:lnTo>
                  <a:pt x="4856481" y="2123658"/>
                </a:lnTo>
                <a:lnTo>
                  <a:pt x="0" y="2123658"/>
                </a:lnTo>
                <a:close/>
              </a:path>
            </a:pathLst>
          </a:custGeom>
        </p:spPr>
        <p:txBody>
          <a:bodyPr wrap="square">
            <a:noAutofit/>
          </a:bodyPr>
          <a:lstStyle>
            <a:lvl1pPr marL="0" indent="0">
              <a:lnSpc>
                <a:spcPct val="100000"/>
              </a:lnSpc>
              <a:buNone/>
              <a:defRPr sz="6600" b="1">
                <a:solidFill>
                  <a:schemeClr val="bg1"/>
                </a:solidFill>
                <a:latin typeface="+mj-lt"/>
              </a:defRPr>
            </a:lvl1pPr>
          </a:lstStyle>
          <a:p>
            <a:pPr lvl="0"/>
            <a:r>
              <a:rPr lang="en-ID"/>
              <a:t>TITLE HERE</a:t>
            </a:r>
          </a:p>
        </p:txBody>
      </p:sp>
      <p:sp>
        <p:nvSpPr>
          <p:cNvPr id="9" name="Text Placeholder 8">
            <a:extLst>
              <a:ext uri="{FF2B5EF4-FFF2-40B4-BE49-F238E27FC236}">
                <a16:creationId xmlns:a16="http://schemas.microsoft.com/office/drawing/2014/main" id="{BF397D75-B508-80FA-4AD2-2D77630427E9}"/>
              </a:ext>
            </a:extLst>
          </p:cNvPr>
          <p:cNvSpPr>
            <a:spLocks noGrp="1"/>
          </p:cNvSpPr>
          <p:nvPr>
            <p:ph type="body" sz="quarter" idx="50" hasCustomPrompt="1"/>
          </p:nvPr>
        </p:nvSpPr>
        <p:spPr>
          <a:xfrm>
            <a:off x="1137919" y="4727491"/>
            <a:ext cx="1544324" cy="338554"/>
          </a:xfrm>
          <a:custGeom>
            <a:avLst/>
            <a:gdLst>
              <a:gd name="connsiteX0" fmla="*/ 0 w 1544324"/>
              <a:gd name="connsiteY0" fmla="*/ 0 h 338554"/>
              <a:gd name="connsiteX1" fmla="*/ 1544324 w 1544324"/>
              <a:gd name="connsiteY1" fmla="*/ 0 h 338554"/>
              <a:gd name="connsiteX2" fmla="*/ 1544324 w 1544324"/>
              <a:gd name="connsiteY2" fmla="*/ 338554 h 338554"/>
              <a:gd name="connsiteX3" fmla="*/ 0 w 1544324"/>
              <a:gd name="connsiteY3" fmla="*/ 338554 h 338554"/>
            </a:gdLst>
            <a:ahLst/>
            <a:cxnLst>
              <a:cxn ang="0">
                <a:pos x="connsiteX0" y="connsiteY0"/>
              </a:cxn>
              <a:cxn ang="0">
                <a:pos x="connsiteX1" y="connsiteY1"/>
              </a:cxn>
              <a:cxn ang="0">
                <a:pos x="connsiteX2" y="connsiteY2"/>
              </a:cxn>
              <a:cxn ang="0">
                <a:pos x="connsiteX3" y="connsiteY3"/>
              </a:cxn>
            </a:cxnLst>
            <a:rect l="l" t="t" r="r" b="b"/>
            <a:pathLst>
              <a:path w="1544324" h="338554">
                <a:moveTo>
                  <a:pt x="0" y="0"/>
                </a:moveTo>
                <a:lnTo>
                  <a:pt x="1544324" y="0"/>
                </a:lnTo>
                <a:lnTo>
                  <a:pt x="1544324" y="338554"/>
                </a:lnTo>
                <a:lnTo>
                  <a:pt x="0" y="338554"/>
                </a:lnTo>
                <a:close/>
              </a:path>
            </a:pathLst>
          </a:custGeom>
        </p:spPr>
        <p:txBody>
          <a:bodyPr wrap="square">
            <a:noAutofit/>
          </a:bodyPr>
          <a:lstStyle>
            <a:lvl1pPr marL="0" indent="0">
              <a:lnSpc>
                <a:spcPct val="100000"/>
              </a:lnSpc>
              <a:spcBef>
                <a:spcPts val="300"/>
              </a:spcBef>
              <a:buNone/>
              <a:defRPr sz="1600" b="1">
                <a:solidFill>
                  <a:schemeClr val="bg1"/>
                </a:solidFill>
                <a:latin typeface="+mj-lt"/>
              </a:defRPr>
            </a:lvl1pPr>
          </a:lstStyle>
          <a:p>
            <a:pPr lvl="0"/>
            <a:r>
              <a:rPr lang="en-ID"/>
              <a:t>Description</a:t>
            </a:r>
          </a:p>
        </p:txBody>
      </p:sp>
      <p:sp>
        <p:nvSpPr>
          <p:cNvPr id="11" name="Text Placeholder 10">
            <a:extLst>
              <a:ext uri="{FF2B5EF4-FFF2-40B4-BE49-F238E27FC236}">
                <a16:creationId xmlns:a16="http://schemas.microsoft.com/office/drawing/2014/main" id="{29E1FC7F-873A-2E91-302E-E3CB9B5C172D}"/>
              </a:ext>
            </a:extLst>
          </p:cNvPr>
          <p:cNvSpPr>
            <a:spLocks noGrp="1"/>
          </p:cNvSpPr>
          <p:nvPr>
            <p:ph type="body" sz="quarter" idx="52" hasCustomPrompt="1"/>
          </p:nvPr>
        </p:nvSpPr>
        <p:spPr>
          <a:xfrm>
            <a:off x="1397673" y="5205074"/>
            <a:ext cx="3243581" cy="338554"/>
          </a:xfrm>
          <a:custGeom>
            <a:avLst/>
            <a:gdLst>
              <a:gd name="connsiteX0" fmla="*/ 0 w 1544324"/>
              <a:gd name="connsiteY0" fmla="*/ 0 h 338554"/>
              <a:gd name="connsiteX1" fmla="*/ 1544324 w 1544324"/>
              <a:gd name="connsiteY1" fmla="*/ 0 h 338554"/>
              <a:gd name="connsiteX2" fmla="*/ 1544324 w 1544324"/>
              <a:gd name="connsiteY2" fmla="*/ 338554 h 338554"/>
              <a:gd name="connsiteX3" fmla="*/ 0 w 1544324"/>
              <a:gd name="connsiteY3" fmla="*/ 338554 h 338554"/>
            </a:gdLst>
            <a:ahLst/>
            <a:cxnLst>
              <a:cxn ang="0">
                <a:pos x="connsiteX0" y="connsiteY0"/>
              </a:cxn>
              <a:cxn ang="0">
                <a:pos x="connsiteX1" y="connsiteY1"/>
              </a:cxn>
              <a:cxn ang="0">
                <a:pos x="connsiteX2" y="connsiteY2"/>
              </a:cxn>
              <a:cxn ang="0">
                <a:pos x="connsiteX3" y="connsiteY3"/>
              </a:cxn>
            </a:cxnLst>
            <a:rect l="l" t="t" r="r" b="b"/>
            <a:pathLst>
              <a:path w="1544324" h="338554">
                <a:moveTo>
                  <a:pt x="0" y="0"/>
                </a:moveTo>
                <a:lnTo>
                  <a:pt x="1544324" y="0"/>
                </a:lnTo>
                <a:lnTo>
                  <a:pt x="1544324" y="338554"/>
                </a:lnTo>
                <a:lnTo>
                  <a:pt x="0" y="338554"/>
                </a:lnTo>
                <a:close/>
              </a:path>
            </a:pathLst>
          </a:custGeom>
        </p:spPr>
        <p:txBody>
          <a:bodyPr wrap="square">
            <a:noAutofit/>
          </a:bodyPr>
          <a:lstStyle>
            <a:lvl1pPr marL="0" indent="0">
              <a:lnSpc>
                <a:spcPct val="100000"/>
              </a:lnSpc>
              <a:spcBef>
                <a:spcPts val="300"/>
              </a:spcBef>
              <a:buNone/>
              <a:defRPr sz="1600" b="0">
                <a:solidFill>
                  <a:schemeClr val="bg1"/>
                </a:solidFill>
                <a:latin typeface="+mj-lt"/>
              </a:defRPr>
            </a:lvl1pPr>
          </a:lstStyle>
          <a:p>
            <a:pPr lvl="0"/>
            <a:r>
              <a:rPr lang="en-ID"/>
              <a:t>Your Mail Here</a:t>
            </a:r>
          </a:p>
        </p:txBody>
      </p:sp>
    </p:spTree>
    <p:extLst>
      <p:ext uri="{BB962C8B-B14F-4D97-AF65-F5344CB8AC3E}">
        <p14:creationId xmlns:p14="http://schemas.microsoft.com/office/powerpoint/2010/main" val="2860864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3.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3.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DB7300-F3FF-5007-12F8-6ED41515E2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D807E954-7525-38C5-8CF8-1FC37696B6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3C633216-8130-2F56-CC78-7D5D5F32E8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4017E8-D1FC-4C77-9709-89D4443D2D18}" type="datetimeFigureOut">
              <a:rPr lang="en-ID" smtClean="0"/>
              <a:t>19/01/2024</a:t>
            </a:fld>
            <a:endParaRPr lang="en-ID"/>
          </a:p>
        </p:txBody>
      </p:sp>
      <p:sp>
        <p:nvSpPr>
          <p:cNvPr id="5" name="Footer Placeholder 4">
            <a:extLst>
              <a:ext uri="{FF2B5EF4-FFF2-40B4-BE49-F238E27FC236}">
                <a16:creationId xmlns:a16="http://schemas.microsoft.com/office/drawing/2014/main" id="{299BAB3D-1D63-1662-4C74-902B031DC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347E04AA-6F47-DBB6-DB25-4CAFE5EB9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F0936B-25D9-4A0E-A3BA-EB79641BCC2E}" type="slidenum">
              <a:rPr lang="en-ID" smtClean="0"/>
              <a:t>‹#›</a:t>
            </a:fld>
            <a:endParaRPr lang="en-ID"/>
          </a:p>
        </p:txBody>
      </p:sp>
    </p:spTree>
    <p:extLst>
      <p:ext uri="{BB962C8B-B14F-4D97-AF65-F5344CB8AC3E}">
        <p14:creationId xmlns:p14="http://schemas.microsoft.com/office/powerpoint/2010/main" val="1918023180"/>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9" r:id="rId3"/>
    <p:sldLayoutId id="2147483890" r:id="rId4"/>
    <p:sldLayoutId id="2147483888" r:id="rId5"/>
    <p:sldLayoutId id="2147483880" r:id="rId6"/>
    <p:sldLayoutId id="2147483891" r:id="rId7"/>
    <p:sldLayoutId id="2147483892" r:id="rId8"/>
    <p:sldLayoutId id="2147483881" r:id="rId9"/>
    <p:sldLayoutId id="2147483893"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9C21D06-BF4B-26CF-6EF9-B1897159735A}"/>
              </a:ext>
            </a:extLst>
          </p:cNvPr>
          <p:cNvGrpSpPr/>
          <p:nvPr userDrawn="1"/>
        </p:nvGrpSpPr>
        <p:grpSpPr>
          <a:xfrm>
            <a:off x="1" y="2724173"/>
            <a:ext cx="12191999" cy="4133827"/>
            <a:chOff x="0" y="1362116"/>
            <a:chExt cx="12191999" cy="4133827"/>
          </a:xfrm>
          <a:gradFill>
            <a:gsLst>
              <a:gs pos="23000">
                <a:schemeClr val="accent1">
                  <a:alpha val="34000"/>
                </a:schemeClr>
              </a:gs>
              <a:gs pos="100000">
                <a:schemeClr val="accent1">
                  <a:alpha val="0"/>
                </a:schemeClr>
              </a:gs>
            </a:gsLst>
            <a:lin ang="4800000" scaled="0"/>
          </a:gradFill>
        </p:grpSpPr>
        <p:sp>
          <p:nvSpPr>
            <p:cNvPr id="12" name="Freeform: Shape 11">
              <a:extLst>
                <a:ext uri="{FF2B5EF4-FFF2-40B4-BE49-F238E27FC236}">
                  <a16:creationId xmlns:a16="http://schemas.microsoft.com/office/drawing/2014/main" id="{BF062822-B256-CEBF-C156-BE1D21327520}"/>
                </a:ext>
              </a:extLst>
            </p:cNvPr>
            <p:cNvSpPr/>
            <p:nvPr/>
          </p:nvSpPr>
          <p:spPr>
            <a:xfrm>
              <a:off x="565122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 name="Freeform: Shape 12">
              <a:extLst>
                <a:ext uri="{FF2B5EF4-FFF2-40B4-BE49-F238E27FC236}">
                  <a16:creationId xmlns:a16="http://schemas.microsoft.com/office/drawing/2014/main" id="{8B455244-6C44-FE02-A9CB-960337D80E5A}"/>
                </a:ext>
              </a:extLst>
            </p:cNvPr>
            <p:cNvSpPr/>
            <p:nvPr/>
          </p:nvSpPr>
          <p:spPr>
            <a:xfrm rot="17550026">
              <a:off x="5023405" y="1675995"/>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4" name="Freeform: Shape 13">
              <a:extLst>
                <a:ext uri="{FF2B5EF4-FFF2-40B4-BE49-F238E27FC236}">
                  <a16:creationId xmlns:a16="http://schemas.microsoft.com/office/drawing/2014/main" id="{D53D56A8-C9D7-42BA-B1E0-9D6C4E2BECC3}"/>
                </a:ext>
              </a:extLst>
            </p:cNvPr>
            <p:cNvSpPr/>
            <p:nvPr/>
          </p:nvSpPr>
          <p:spPr>
            <a:xfrm>
              <a:off x="4395399"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5" name="Freeform: Shape 14">
              <a:extLst>
                <a:ext uri="{FF2B5EF4-FFF2-40B4-BE49-F238E27FC236}">
                  <a16:creationId xmlns:a16="http://schemas.microsoft.com/office/drawing/2014/main" id="{F56588DB-1741-12CB-DAA0-9F2BC2B10A8B}"/>
                </a:ext>
              </a:extLst>
            </p:cNvPr>
            <p:cNvSpPr/>
            <p:nvPr/>
          </p:nvSpPr>
          <p:spPr>
            <a:xfrm>
              <a:off x="544192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 name="Freeform: Shape 15">
              <a:extLst>
                <a:ext uri="{FF2B5EF4-FFF2-40B4-BE49-F238E27FC236}">
                  <a16:creationId xmlns:a16="http://schemas.microsoft.com/office/drawing/2014/main" id="{91154C3C-C9F3-F982-A215-2814B52EAE3A}"/>
                </a:ext>
              </a:extLst>
            </p:cNvPr>
            <p:cNvSpPr/>
            <p:nvPr/>
          </p:nvSpPr>
          <p:spPr>
            <a:xfrm>
              <a:off x="5127965"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 name="Freeform: Shape 16">
              <a:extLst>
                <a:ext uri="{FF2B5EF4-FFF2-40B4-BE49-F238E27FC236}">
                  <a16:creationId xmlns:a16="http://schemas.microsoft.com/office/drawing/2014/main" id="{61FF1218-2ABE-A5AE-6BE7-FAC03C5C4557}"/>
                </a:ext>
              </a:extLst>
            </p:cNvPr>
            <p:cNvSpPr/>
            <p:nvPr/>
          </p:nvSpPr>
          <p:spPr>
            <a:xfrm>
              <a:off x="324422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 name="Freeform: Shape 17">
              <a:extLst>
                <a:ext uri="{FF2B5EF4-FFF2-40B4-BE49-F238E27FC236}">
                  <a16:creationId xmlns:a16="http://schemas.microsoft.com/office/drawing/2014/main" id="{52BA0D41-BCA3-379C-43B2-98119C84B887}"/>
                </a:ext>
              </a:extLst>
            </p:cNvPr>
            <p:cNvSpPr/>
            <p:nvPr/>
          </p:nvSpPr>
          <p:spPr>
            <a:xfrm>
              <a:off x="303491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 name="Freeform: Shape 18">
              <a:extLst>
                <a:ext uri="{FF2B5EF4-FFF2-40B4-BE49-F238E27FC236}">
                  <a16:creationId xmlns:a16="http://schemas.microsoft.com/office/drawing/2014/main" id="{BD38C8D5-64DA-7383-4052-873DBCBF9BFB}"/>
                </a:ext>
              </a:extLst>
            </p:cNvPr>
            <p:cNvSpPr/>
            <p:nvPr/>
          </p:nvSpPr>
          <p:spPr>
            <a:xfrm>
              <a:off x="30349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 name="Freeform: Shape 19">
              <a:extLst>
                <a:ext uri="{FF2B5EF4-FFF2-40B4-BE49-F238E27FC236}">
                  <a16:creationId xmlns:a16="http://schemas.microsoft.com/office/drawing/2014/main" id="{ACD66682-556B-BB92-2BAF-1815D62D2E16}"/>
                </a:ext>
              </a:extLst>
            </p:cNvPr>
            <p:cNvSpPr/>
            <p:nvPr/>
          </p:nvSpPr>
          <p:spPr>
            <a:xfrm>
              <a:off x="2825613"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 name="Freeform: Shape 20">
              <a:extLst>
                <a:ext uri="{FF2B5EF4-FFF2-40B4-BE49-F238E27FC236}">
                  <a16:creationId xmlns:a16="http://schemas.microsoft.com/office/drawing/2014/main" id="{09269073-BF37-19D4-34DE-C7A49554C339}"/>
                </a:ext>
              </a:extLst>
            </p:cNvPr>
            <p:cNvSpPr/>
            <p:nvPr/>
          </p:nvSpPr>
          <p:spPr>
            <a:xfrm>
              <a:off x="25116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 name="Freeform: Shape 21">
              <a:extLst>
                <a:ext uri="{FF2B5EF4-FFF2-40B4-BE49-F238E27FC236}">
                  <a16:creationId xmlns:a16="http://schemas.microsoft.com/office/drawing/2014/main" id="{09523D45-F2DC-DDD6-E1BC-E0134D9713B8}"/>
                </a:ext>
              </a:extLst>
            </p:cNvPr>
            <p:cNvSpPr/>
            <p:nvPr/>
          </p:nvSpPr>
          <p:spPr>
            <a:xfrm>
              <a:off x="251165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3" name="Freeform: Shape 22">
              <a:extLst>
                <a:ext uri="{FF2B5EF4-FFF2-40B4-BE49-F238E27FC236}">
                  <a16:creationId xmlns:a16="http://schemas.microsoft.com/office/drawing/2014/main" id="{079EA638-9BE1-F27C-82ED-C515F135AB4C}"/>
                </a:ext>
              </a:extLst>
            </p:cNvPr>
            <p:cNvSpPr/>
            <p:nvPr/>
          </p:nvSpPr>
          <p:spPr>
            <a:xfrm>
              <a:off x="2093047"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lnTo>
                    <a:pt x="26163" y="0"/>
                  </a:lnTo>
                  <a:cubicBezTo>
                    <a:pt x="26163" y="0"/>
                    <a:pt x="26163" y="0"/>
                    <a:pt x="26163" y="0"/>
                  </a:cubicBezTo>
                  <a:cubicBezTo>
                    <a:pt x="11861" y="0"/>
                    <a:pt x="0" y="11861"/>
                    <a:pt x="0" y="26163"/>
                  </a:cubicBezTo>
                  <a:cubicBezTo>
                    <a:pt x="0" y="40466"/>
                    <a:pt x="11861" y="51977"/>
                    <a:pt x="26163" y="51977"/>
                  </a:cubicBezTo>
                  <a:close/>
                </a:path>
              </a:pathLst>
            </a:custGeom>
            <a:grpFill/>
            <a:ln w="3488" cap="flat">
              <a:noFill/>
              <a:prstDash val="solid"/>
              <a:miter/>
            </a:ln>
          </p:spPr>
          <p:txBody>
            <a:bodyPr rtlCol="0" anchor="ctr"/>
            <a:lstStyle/>
            <a:p>
              <a:endParaRPr lang="en-ID"/>
            </a:p>
          </p:txBody>
        </p:sp>
        <p:sp>
          <p:nvSpPr>
            <p:cNvPr id="24" name="Freeform: Shape 23">
              <a:extLst>
                <a:ext uri="{FF2B5EF4-FFF2-40B4-BE49-F238E27FC236}">
                  <a16:creationId xmlns:a16="http://schemas.microsoft.com/office/drawing/2014/main" id="{9E3EEE11-4BD2-F8D0-CAB6-2E333108EBA6}"/>
                </a:ext>
              </a:extLst>
            </p:cNvPr>
            <p:cNvSpPr/>
            <p:nvPr/>
          </p:nvSpPr>
          <p:spPr>
            <a:xfrm>
              <a:off x="4186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5" name="Freeform: Shape 24">
              <a:extLst>
                <a:ext uri="{FF2B5EF4-FFF2-40B4-BE49-F238E27FC236}">
                  <a16:creationId xmlns:a16="http://schemas.microsoft.com/office/drawing/2014/main" id="{9D5473DF-EC92-0E0F-8AFF-7763EEF5F2CD}"/>
                </a:ext>
              </a:extLst>
            </p:cNvPr>
            <p:cNvSpPr/>
            <p:nvPr/>
          </p:nvSpPr>
          <p:spPr>
            <a:xfrm>
              <a:off x="10465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6" name="Freeform: Shape 25">
              <a:extLst>
                <a:ext uri="{FF2B5EF4-FFF2-40B4-BE49-F238E27FC236}">
                  <a16:creationId xmlns:a16="http://schemas.microsoft.com/office/drawing/2014/main" id="{C05D8891-3EDE-46A3-8596-C813768123A9}"/>
                </a:ext>
              </a:extLst>
            </p:cNvPr>
            <p:cNvSpPr/>
            <p:nvPr/>
          </p:nvSpPr>
          <p:spPr>
            <a:xfrm>
              <a:off x="0" y="2408639"/>
              <a:ext cx="52326" cy="52326"/>
            </a:xfrm>
            <a:custGeom>
              <a:avLst/>
              <a:gdLst>
                <a:gd name="connsiteX0" fmla="*/ 9419 w 52326"/>
                <a:gd name="connsiteY0" fmla="*/ 46396 h 52326"/>
                <a:gd name="connsiteX1" fmla="*/ 26163 w 52326"/>
                <a:gd name="connsiteY1" fmla="*/ 52326 h 52326"/>
                <a:gd name="connsiteX2" fmla="*/ 52326 w 52326"/>
                <a:gd name="connsiteY2" fmla="*/ 26163 h 52326"/>
                <a:gd name="connsiteX3" fmla="*/ 43256 w 52326"/>
                <a:gd name="connsiteY3" fmla="*/ 6628 h 52326"/>
                <a:gd name="connsiteX4" fmla="*/ 26163 w 52326"/>
                <a:gd name="connsiteY4" fmla="*/ 0 h 52326"/>
                <a:gd name="connsiteX5" fmla="*/ 26163 w 52326"/>
                <a:gd name="connsiteY5" fmla="*/ 0 h 52326"/>
                <a:gd name="connsiteX6" fmla="*/ 0 w 52326"/>
                <a:gd name="connsiteY6" fmla="*/ 26163 h 52326"/>
                <a:gd name="connsiteX7" fmla="*/ 9419 w 52326"/>
                <a:gd name="connsiteY7" fmla="*/ 46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9419" y="46396"/>
                  </a:moveTo>
                  <a:cubicBezTo>
                    <a:pt x="13954" y="50233"/>
                    <a:pt x="19884" y="52326"/>
                    <a:pt x="26163" y="52326"/>
                  </a:cubicBezTo>
                  <a:cubicBezTo>
                    <a:pt x="40466" y="52326"/>
                    <a:pt x="52326" y="40466"/>
                    <a:pt x="52326" y="26163"/>
                  </a:cubicBezTo>
                  <a:cubicBezTo>
                    <a:pt x="52326" y="18140"/>
                    <a:pt x="48838" y="11163"/>
                    <a:pt x="43256" y="6628"/>
                  </a:cubicBezTo>
                  <a:cubicBezTo>
                    <a:pt x="38721" y="2442"/>
                    <a:pt x="32791" y="0"/>
                    <a:pt x="26163" y="0"/>
                  </a:cubicBezTo>
                  <a:lnTo>
                    <a:pt x="26163" y="0"/>
                  </a:lnTo>
                  <a:cubicBezTo>
                    <a:pt x="11861" y="0"/>
                    <a:pt x="0" y="11861"/>
                    <a:pt x="0" y="26163"/>
                  </a:cubicBezTo>
                  <a:cubicBezTo>
                    <a:pt x="0" y="34186"/>
                    <a:pt x="3837" y="41512"/>
                    <a:pt x="9419" y="46396"/>
                  </a:cubicBezTo>
                  <a:close/>
                </a:path>
              </a:pathLst>
            </a:custGeom>
            <a:grpFill/>
            <a:ln w="3488" cap="flat">
              <a:noFill/>
              <a:prstDash val="solid"/>
              <a:miter/>
            </a:ln>
          </p:spPr>
          <p:txBody>
            <a:bodyPr rtlCol="0" anchor="ctr"/>
            <a:lstStyle/>
            <a:p>
              <a:endParaRPr lang="en-ID"/>
            </a:p>
          </p:txBody>
        </p:sp>
        <p:sp>
          <p:nvSpPr>
            <p:cNvPr id="27" name="Freeform: Shape 26">
              <a:extLst>
                <a:ext uri="{FF2B5EF4-FFF2-40B4-BE49-F238E27FC236}">
                  <a16:creationId xmlns:a16="http://schemas.microsoft.com/office/drawing/2014/main" id="{501E8F87-2DCF-44C1-5486-669C763B7082}"/>
                </a:ext>
              </a:extLst>
            </p:cNvPr>
            <p:cNvSpPr/>
            <p:nvPr/>
          </p:nvSpPr>
          <p:spPr>
            <a:xfrm>
              <a:off x="5337270"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8" name="Freeform: Shape 27">
              <a:extLst>
                <a:ext uri="{FF2B5EF4-FFF2-40B4-BE49-F238E27FC236}">
                  <a16:creationId xmlns:a16="http://schemas.microsoft.com/office/drawing/2014/main" id="{48272DC8-5125-A1C5-F0FF-18E151417529}"/>
                </a:ext>
              </a:extLst>
            </p:cNvPr>
            <p:cNvSpPr/>
            <p:nvPr/>
          </p:nvSpPr>
          <p:spPr>
            <a:xfrm>
              <a:off x="59651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9" name="Freeform: Shape 28">
              <a:extLst>
                <a:ext uri="{FF2B5EF4-FFF2-40B4-BE49-F238E27FC236}">
                  <a16:creationId xmlns:a16="http://schemas.microsoft.com/office/drawing/2014/main" id="{70BB2B7C-6370-DBC3-DAE2-BC48AF6164CE}"/>
                </a:ext>
              </a:extLst>
            </p:cNvPr>
            <p:cNvSpPr/>
            <p:nvPr/>
          </p:nvSpPr>
          <p:spPr>
            <a:xfrm>
              <a:off x="596518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0" name="Freeform: Shape 29">
              <a:extLst>
                <a:ext uri="{FF2B5EF4-FFF2-40B4-BE49-F238E27FC236}">
                  <a16:creationId xmlns:a16="http://schemas.microsoft.com/office/drawing/2014/main" id="{194CB958-4D82-F048-D2FB-ED29C7A03DA5}"/>
                </a:ext>
              </a:extLst>
            </p:cNvPr>
            <p:cNvSpPr/>
            <p:nvPr/>
          </p:nvSpPr>
          <p:spPr>
            <a:xfrm>
              <a:off x="554657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 name="Freeform: Shape 30">
              <a:extLst>
                <a:ext uri="{FF2B5EF4-FFF2-40B4-BE49-F238E27FC236}">
                  <a16:creationId xmlns:a16="http://schemas.microsoft.com/office/drawing/2014/main" id="{49699DE8-D15F-F033-1579-B13BF3E7C870}"/>
                </a:ext>
              </a:extLst>
            </p:cNvPr>
            <p:cNvSpPr/>
            <p:nvPr/>
          </p:nvSpPr>
          <p:spPr>
            <a:xfrm>
              <a:off x="50233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 name="Freeform: Shape 31">
              <a:extLst>
                <a:ext uri="{FF2B5EF4-FFF2-40B4-BE49-F238E27FC236}">
                  <a16:creationId xmlns:a16="http://schemas.microsoft.com/office/drawing/2014/main" id="{515F1F7D-E10D-8C7D-FE89-45DAF6BCEC4F}"/>
                </a:ext>
              </a:extLst>
            </p:cNvPr>
            <p:cNvSpPr/>
            <p:nvPr/>
          </p:nvSpPr>
          <p:spPr>
            <a:xfrm>
              <a:off x="418609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3" name="Freeform: Shape 32">
              <a:extLst>
                <a:ext uri="{FF2B5EF4-FFF2-40B4-BE49-F238E27FC236}">
                  <a16:creationId xmlns:a16="http://schemas.microsoft.com/office/drawing/2014/main" id="{4BD60514-7E9E-2B86-8207-B8F941D0DA00}"/>
                </a:ext>
              </a:extLst>
            </p:cNvPr>
            <p:cNvSpPr/>
            <p:nvPr/>
          </p:nvSpPr>
          <p:spPr>
            <a:xfrm>
              <a:off x="5441922"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4" name="Freeform: Shape 33">
              <a:extLst>
                <a:ext uri="{FF2B5EF4-FFF2-40B4-BE49-F238E27FC236}">
                  <a16:creationId xmlns:a16="http://schemas.microsoft.com/office/drawing/2014/main" id="{9233AE13-5EEE-2E54-1448-7BDD6049276D}"/>
                </a:ext>
              </a:extLst>
            </p:cNvPr>
            <p:cNvSpPr/>
            <p:nvPr/>
          </p:nvSpPr>
          <p:spPr>
            <a:xfrm>
              <a:off x="544192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 name="Freeform: Shape 34">
              <a:extLst>
                <a:ext uri="{FF2B5EF4-FFF2-40B4-BE49-F238E27FC236}">
                  <a16:creationId xmlns:a16="http://schemas.microsoft.com/office/drawing/2014/main" id="{C76AF812-27DE-B786-716D-AA7E4AE09332}"/>
                </a:ext>
              </a:extLst>
            </p:cNvPr>
            <p:cNvSpPr/>
            <p:nvPr/>
          </p:nvSpPr>
          <p:spPr>
            <a:xfrm>
              <a:off x="544192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 name="Freeform: Shape 35">
              <a:extLst>
                <a:ext uri="{FF2B5EF4-FFF2-40B4-BE49-F238E27FC236}">
                  <a16:creationId xmlns:a16="http://schemas.microsoft.com/office/drawing/2014/main" id="{AEF5639E-492D-1FC9-5A26-110DEC38F6B9}"/>
                </a:ext>
              </a:extLst>
            </p:cNvPr>
            <p:cNvSpPr/>
            <p:nvPr/>
          </p:nvSpPr>
          <p:spPr>
            <a:xfrm>
              <a:off x="49186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 name="Freeform: Shape 36">
              <a:extLst>
                <a:ext uri="{FF2B5EF4-FFF2-40B4-BE49-F238E27FC236}">
                  <a16:creationId xmlns:a16="http://schemas.microsoft.com/office/drawing/2014/main" id="{C92752E0-B9EB-2B17-1B2D-FA1E5FFFADFD}"/>
                </a:ext>
              </a:extLst>
            </p:cNvPr>
            <p:cNvSpPr/>
            <p:nvPr/>
          </p:nvSpPr>
          <p:spPr>
            <a:xfrm>
              <a:off x="408144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 name="Freeform: Shape 37">
              <a:extLst>
                <a:ext uri="{FF2B5EF4-FFF2-40B4-BE49-F238E27FC236}">
                  <a16:creationId xmlns:a16="http://schemas.microsoft.com/office/drawing/2014/main" id="{0BAC328B-8744-1E1A-7F54-DF692F5E77FF}"/>
                </a:ext>
              </a:extLst>
            </p:cNvPr>
            <p:cNvSpPr/>
            <p:nvPr/>
          </p:nvSpPr>
          <p:spPr>
            <a:xfrm>
              <a:off x="387213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 name="Freeform: Shape 38">
              <a:extLst>
                <a:ext uri="{FF2B5EF4-FFF2-40B4-BE49-F238E27FC236}">
                  <a16:creationId xmlns:a16="http://schemas.microsoft.com/office/drawing/2014/main" id="{5834BBA0-5B52-8C39-3F5D-AE8C7E75C8FF}"/>
                </a:ext>
              </a:extLst>
            </p:cNvPr>
            <p:cNvSpPr/>
            <p:nvPr/>
          </p:nvSpPr>
          <p:spPr>
            <a:xfrm>
              <a:off x="28256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 name="Freeform: Shape 39">
              <a:extLst>
                <a:ext uri="{FF2B5EF4-FFF2-40B4-BE49-F238E27FC236}">
                  <a16:creationId xmlns:a16="http://schemas.microsoft.com/office/drawing/2014/main" id="{C84C70A0-6604-E5E6-4C12-09C67677BB15}"/>
                </a:ext>
              </a:extLst>
            </p:cNvPr>
            <p:cNvSpPr/>
            <p:nvPr/>
          </p:nvSpPr>
          <p:spPr>
            <a:xfrm>
              <a:off x="272096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1" name="Freeform: Shape 40">
              <a:extLst>
                <a:ext uri="{FF2B5EF4-FFF2-40B4-BE49-F238E27FC236}">
                  <a16:creationId xmlns:a16="http://schemas.microsoft.com/office/drawing/2014/main" id="{DF8AF403-4FD2-8DCB-BB17-8A5B496C5A07}"/>
                </a:ext>
              </a:extLst>
            </p:cNvPr>
            <p:cNvSpPr/>
            <p:nvPr/>
          </p:nvSpPr>
          <p:spPr>
            <a:xfrm>
              <a:off x="240700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 name="Freeform: Shape 41">
              <a:extLst>
                <a:ext uri="{FF2B5EF4-FFF2-40B4-BE49-F238E27FC236}">
                  <a16:creationId xmlns:a16="http://schemas.microsoft.com/office/drawing/2014/main" id="{A959CBF5-279D-F1AF-FF00-B2048E6660CD}"/>
                </a:ext>
              </a:extLst>
            </p:cNvPr>
            <p:cNvSpPr/>
            <p:nvPr/>
          </p:nvSpPr>
          <p:spPr>
            <a:xfrm>
              <a:off x="18837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3" name="Freeform: Shape 42">
              <a:extLst>
                <a:ext uri="{FF2B5EF4-FFF2-40B4-BE49-F238E27FC236}">
                  <a16:creationId xmlns:a16="http://schemas.microsoft.com/office/drawing/2014/main" id="{F5D920ED-6ECA-4539-144E-8A1B377806C9}"/>
                </a:ext>
              </a:extLst>
            </p:cNvPr>
            <p:cNvSpPr/>
            <p:nvPr/>
          </p:nvSpPr>
          <p:spPr>
            <a:xfrm>
              <a:off x="136048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 name="Freeform: Shape 43">
              <a:extLst>
                <a:ext uri="{FF2B5EF4-FFF2-40B4-BE49-F238E27FC236}">
                  <a16:creationId xmlns:a16="http://schemas.microsoft.com/office/drawing/2014/main" id="{F25A7DDD-8688-172B-9630-4BD253ED6FDA}"/>
                </a:ext>
              </a:extLst>
            </p:cNvPr>
            <p:cNvSpPr/>
            <p:nvPr/>
          </p:nvSpPr>
          <p:spPr>
            <a:xfrm>
              <a:off x="136048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 name="Freeform: Shape 44">
              <a:extLst>
                <a:ext uri="{FF2B5EF4-FFF2-40B4-BE49-F238E27FC236}">
                  <a16:creationId xmlns:a16="http://schemas.microsoft.com/office/drawing/2014/main" id="{E9B43D14-EE7A-7D6B-5C1D-B916B797AB0B}"/>
                </a:ext>
              </a:extLst>
            </p:cNvPr>
            <p:cNvSpPr/>
            <p:nvPr/>
          </p:nvSpPr>
          <p:spPr>
            <a:xfrm>
              <a:off x="125582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 name="Freeform: Shape 45">
              <a:extLst>
                <a:ext uri="{FF2B5EF4-FFF2-40B4-BE49-F238E27FC236}">
                  <a16:creationId xmlns:a16="http://schemas.microsoft.com/office/drawing/2014/main" id="{3F9ADB19-9ECA-7829-F4FF-EF0A60B41503}"/>
                </a:ext>
              </a:extLst>
            </p:cNvPr>
            <p:cNvSpPr/>
            <p:nvPr/>
          </p:nvSpPr>
          <p:spPr>
            <a:xfrm>
              <a:off x="1046523"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 name="Freeform: Shape 46">
              <a:extLst>
                <a:ext uri="{FF2B5EF4-FFF2-40B4-BE49-F238E27FC236}">
                  <a16:creationId xmlns:a16="http://schemas.microsoft.com/office/drawing/2014/main" id="{BAC1715C-0D73-C0E7-A09B-75C8660A98C1}"/>
                </a:ext>
              </a:extLst>
            </p:cNvPr>
            <p:cNvSpPr/>
            <p:nvPr/>
          </p:nvSpPr>
          <p:spPr>
            <a:xfrm>
              <a:off x="94187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 name="Freeform: Shape 47">
              <a:extLst>
                <a:ext uri="{FF2B5EF4-FFF2-40B4-BE49-F238E27FC236}">
                  <a16:creationId xmlns:a16="http://schemas.microsoft.com/office/drawing/2014/main" id="{187759DA-A072-39C0-02A8-DF4A15D2F2D7}"/>
                </a:ext>
              </a:extLst>
            </p:cNvPr>
            <p:cNvSpPr/>
            <p:nvPr/>
          </p:nvSpPr>
          <p:spPr>
            <a:xfrm>
              <a:off x="0"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9" name="Freeform: Shape 48">
              <a:extLst>
                <a:ext uri="{FF2B5EF4-FFF2-40B4-BE49-F238E27FC236}">
                  <a16:creationId xmlns:a16="http://schemas.microsoft.com/office/drawing/2014/main" id="{381DD67E-E3A4-CDA2-80B6-092ED48FD2B2}"/>
                </a:ext>
              </a:extLst>
            </p:cNvPr>
            <p:cNvSpPr/>
            <p:nvPr/>
          </p:nvSpPr>
          <p:spPr>
            <a:xfrm>
              <a:off x="3034918"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0" name="Freeform: Shape 49">
              <a:extLst>
                <a:ext uri="{FF2B5EF4-FFF2-40B4-BE49-F238E27FC236}">
                  <a16:creationId xmlns:a16="http://schemas.microsoft.com/office/drawing/2014/main" id="{6067BEA2-74D8-1805-DBB1-2A94C60B6A92}"/>
                </a:ext>
              </a:extLst>
            </p:cNvPr>
            <p:cNvSpPr/>
            <p:nvPr/>
          </p:nvSpPr>
          <p:spPr>
            <a:xfrm>
              <a:off x="3872137"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 name="Freeform: Shape 50">
              <a:extLst>
                <a:ext uri="{FF2B5EF4-FFF2-40B4-BE49-F238E27FC236}">
                  <a16:creationId xmlns:a16="http://schemas.microsoft.com/office/drawing/2014/main" id="{FF488CCA-47FF-B860-4D60-3A3BB85E21E7}"/>
                </a:ext>
              </a:extLst>
            </p:cNvPr>
            <p:cNvSpPr/>
            <p:nvPr/>
          </p:nvSpPr>
          <p:spPr>
            <a:xfrm>
              <a:off x="57558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 name="Freeform: Shape 51">
              <a:extLst>
                <a:ext uri="{FF2B5EF4-FFF2-40B4-BE49-F238E27FC236}">
                  <a16:creationId xmlns:a16="http://schemas.microsoft.com/office/drawing/2014/main" id="{7B639A07-9D69-077F-BB62-2E0C5CD74A44}"/>
                </a:ext>
              </a:extLst>
            </p:cNvPr>
            <p:cNvSpPr/>
            <p:nvPr/>
          </p:nvSpPr>
          <p:spPr>
            <a:xfrm>
              <a:off x="59651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 name="Freeform: Shape 52">
              <a:extLst>
                <a:ext uri="{FF2B5EF4-FFF2-40B4-BE49-F238E27FC236}">
                  <a16:creationId xmlns:a16="http://schemas.microsoft.com/office/drawing/2014/main" id="{4823EEE6-5F21-BC38-B35E-59DDEE3EBDC2}"/>
                </a:ext>
              </a:extLst>
            </p:cNvPr>
            <p:cNvSpPr/>
            <p:nvPr/>
          </p:nvSpPr>
          <p:spPr>
            <a:xfrm>
              <a:off x="554657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4" name="Freeform: Shape 53">
              <a:extLst>
                <a:ext uri="{FF2B5EF4-FFF2-40B4-BE49-F238E27FC236}">
                  <a16:creationId xmlns:a16="http://schemas.microsoft.com/office/drawing/2014/main" id="{F4F553E6-A45B-6383-8CA5-62F5F58AD9D2}"/>
                </a:ext>
              </a:extLst>
            </p:cNvPr>
            <p:cNvSpPr/>
            <p:nvPr/>
          </p:nvSpPr>
          <p:spPr>
            <a:xfrm>
              <a:off x="4395399"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 name="Freeform: Shape 54">
              <a:extLst>
                <a:ext uri="{FF2B5EF4-FFF2-40B4-BE49-F238E27FC236}">
                  <a16:creationId xmlns:a16="http://schemas.microsoft.com/office/drawing/2014/main" id="{C373FCE6-A900-9290-F81D-5D6E429FB160}"/>
                </a:ext>
              </a:extLst>
            </p:cNvPr>
            <p:cNvSpPr/>
            <p:nvPr/>
          </p:nvSpPr>
          <p:spPr>
            <a:xfrm>
              <a:off x="5127965" y="5443557"/>
              <a:ext cx="52674" cy="52326"/>
            </a:xfrm>
            <a:custGeom>
              <a:avLst/>
              <a:gdLst>
                <a:gd name="connsiteX0" fmla="*/ 26163 w 52674"/>
                <a:gd name="connsiteY0" fmla="*/ 0 h 52326"/>
                <a:gd name="connsiteX1" fmla="*/ 0 w 52674"/>
                <a:gd name="connsiteY1" fmla="*/ 26163 h 52326"/>
                <a:gd name="connsiteX2" fmla="*/ 26163 w 52674"/>
                <a:gd name="connsiteY2" fmla="*/ 52326 h 52326"/>
                <a:gd name="connsiteX3" fmla="*/ 29652 w 52674"/>
                <a:gd name="connsiteY3" fmla="*/ 51977 h 52326"/>
                <a:gd name="connsiteX4" fmla="*/ 36628 w 52674"/>
                <a:gd name="connsiteY4" fmla="*/ 50233 h 52326"/>
                <a:gd name="connsiteX5" fmla="*/ 42558 w 52674"/>
                <a:gd name="connsiteY5" fmla="*/ 46745 h 52326"/>
                <a:gd name="connsiteX6" fmla="*/ 45001 w 52674"/>
                <a:gd name="connsiteY6" fmla="*/ 44652 h 52326"/>
                <a:gd name="connsiteX7" fmla="*/ 52675 w 52674"/>
                <a:gd name="connsiteY7" fmla="*/ 26163 h 52326"/>
                <a:gd name="connsiteX8" fmla="*/ 26163 w 52674"/>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4" h="52326">
                  <a:moveTo>
                    <a:pt x="26163" y="0"/>
                  </a:moveTo>
                  <a:cubicBezTo>
                    <a:pt x="11861" y="0"/>
                    <a:pt x="0" y="11861"/>
                    <a:pt x="0" y="26163"/>
                  </a:cubicBezTo>
                  <a:cubicBezTo>
                    <a:pt x="0" y="40465"/>
                    <a:pt x="11861" y="52326"/>
                    <a:pt x="26163" y="52326"/>
                  </a:cubicBezTo>
                  <a:cubicBezTo>
                    <a:pt x="27210" y="52326"/>
                    <a:pt x="28256" y="52326"/>
                    <a:pt x="29652" y="51977"/>
                  </a:cubicBezTo>
                  <a:cubicBezTo>
                    <a:pt x="32093" y="51629"/>
                    <a:pt x="34535" y="50931"/>
                    <a:pt x="36628" y="50233"/>
                  </a:cubicBezTo>
                  <a:cubicBezTo>
                    <a:pt x="38721" y="49187"/>
                    <a:pt x="40814" y="48140"/>
                    <a:pt x="42558" y="46745"/>
                  </a:cubicBezTo>
                  <a:cubicBezTo>
                    <a:pt x="43256" y="46047"/>
                    <a:pt x="44303" y="45349"/>
                    <a:pt x="45001" y="44652"/>
                  </a:cubicBezTo>
                  <a:cubicBezTo>
                    <a:pt x="49884" y="39768"/>
                    <a:pt x="52675" y="33489"/>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6" name="Freeform: Shape 55">
              <a:extLst>
                <a:ext uri="{FF2B5EF4-FFF2-40B4-BE49-F238E27FC236}">
                  <a16:creationId xmlns:a16="http://schemas.microsoft.com/office/drawing/2014/main" id="{F8D635E0-D415-CAED-1A41-749B28AFF9D9}"/>
                </a:ext>
              </a:extLst>
            </p:cNvPr>
            <p:cNvSpPr/>
            <p:nvPr/>
          </p:nvSpPr>
          <p:spPr>
            <a:xfrm>
              <a:off x="3872137"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57" name="Freeform: Shape 56">
              <a:extLst>
                <a:ext uri="{FF2B5EF4-FFF2-40B4-BE49-F238E27FC236}">
                  <a16:creationId xmlns:a16="http://schemas.microsoft.com/office/drawing/2014/main" id="{05CAFFBB-D40E-406D-F001-444DA2D07766}"/>
                </a:ext>
              </a:extLst>
            </p:cNvPr>
            <p:cNvSpPr/>
            <p:nvPr/>
          </p:nvSpPr>
          <p:spPr>
            <a:xfrm>
              <a:off x="345352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8" name="Freeform: Shape 57">
              <a:extLst>
                <a:ext uri="{FF2B5EF4-FFF2-40B4-BE49-F238E27FC236}">
                  <a16:creationId xmlns:a16="http://schemas.microsoft.com/office/drawing/2014/main" id="{4E6FD6E7-C7F0-D429-6C7D-CFB5E87FF1CE}"/>
                </a:ext>
              </a:extLst>
            </p:cNvPr>
            <p:cNvSpPr/>
            <p:nvPr/>
          </p:nvSpPr>
          <p:spPr>
            <a:xfrm>
              <a:off x="324422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 name="Freeform: Shape 58">
              <a:extLst>
                <a:ext uri="{FF2B5EF4-FFF2-40B4-BE49-F238E27FC236}">
                  <a16:creationId xmlns:a16="http://schemas.microsoft.com/office/drawing/2014/main" id="{8522D931-F82C-47D6-38E6-25E23030A3CF}"/>
                </a:ext>
              </a:extLst>
            </p:cNvPr>
            <p:cNvSpPr/>
            <p:nvPr/>
          </p:nvSpPr>
          <p:spPr>
            <a:xfrm>
              <a:off x="324422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0" name="Freeform: Shape 59">
              <a:extLst>
                <a:ext uri="{FF2B5EF4-FFF2-40B4-BE49-F238E27FC236}">
                  <a16:creationId xmlns:a16="http://schemas.microsoft.com/office/drawing/2014/main" id="{51DF2684-FFB2-F985-BB1C-739DE4E950C9}"/>
                </a:ext>
              </a:extLst>
            </p:cNvPr>
            <p:cNvSpPr/>
            <p:nvPr/>
          </p:nvSpPr>
          <p:spPr>
            <a:xfrm>
              <a:off x="3244223"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23023 w 52326"/>
                <a:gd name="connsiteY6" fmla="*/ 349 h 52326"/>
                <a:gd name="connsiteX7" fmla="*/ 15698 w 52326"/>
                <a:gd name="connsiteY7" fmla="*/ 2442 h 52326"/>
                <a:gd name="connsiteX8" fmla="*/ 0 w 52326"/>
                <a:gd name="connsiteY8" fmla="*/ 26512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25117" y="0"/>
                    <a:pt x="24070" y="0"/>
                    <a:pt x="23023" y="349"/>
                  </a:cubicBezTo>
                  <a:cubicBezTo>
                    <a:pt x="20582" y="698"/>
                    <a:pt x="18140" y="1395"/>
                    <a:pt x="15698" y="2442"/>
                  </a:cubicBezTo>
                  <a:cubicBezTo>
                    <a:pt x="6279" y="6279"/>
                    <a:pt x="0" y="15698"/>
                    <a:pt x="0" y="26512"/>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1" name="Freeform: Shape 60">
              <a:extLst>
                <a:ext uri="{FF2B5EF4-FFF2-40B4-BE49-F238E27FC236}">
                  <a16:creationId xmlns:a16="http://schemas.microsoft.com/office/drawing/2014/main" id="{723D537F-A153-8361-B8AC-CE6AB198273C}"/>
                </a:ext>
              </a:extLst>
            </p:cNvPr>
            <p:cNvSpPr/>
            <p:nvPr/>
          </p:nvSpPr>
          <p:spPr>
            <a:xfrm>
              <a:off x="23023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2" name="Freeform: Shape 61">
              <a:extLst>
                <a:ext uri="{FF2B5EF4-FFF2-40B4-BE49-F238E27FC236}">
                  <a16:creationId xmlns:a16="http://schemas.microsoft.com/office/drawing/2014/main" id="{04761D28-A6C3-E34B-62C4-CFE67FDF0458}"/>
                </a:ext>
              </a:extLst>
            </p:cNvPr>
            <p:cNvSpPr/>
            <p:nvPr/>
          </p:nvSpPr>
          <p:spPr>
            <a:xfrm>
              <a:off x="146513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3" name="Freeform: Shape 62">
              <a:extLst>
                <a:ext uri="{FF2B5EF4-FFF2-40B4-BE49-F238E27FC236}">
                  <a16:creationId xmlns:a16="http://schemas.microsoft.com/office/drawing/2014/main" id="{3904DB20-ADCD-BDF9-4D00-8EDB57A49106}"/>
                </a:ext>
              </a:extLst>
            </p:cNvPr>
            <p:cNvSpPr/>
            <p:nvPr/>
          </p:nvSpPr>
          <p:spPr>
            <a:xfrm>
              <a:off x="136048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 name="Freeform: Shape 63">
              <a:extLst>
                <a:ext uri="{FF2B5EF4-FFF2-40B4-BE49-F238E27FC236}">
                  <a16:creationId xmlns:a16="http://schemas.microsoft.com/office/drawing/2014/main" id="{390E468C-0891-1F81-5943-95C21BEC0E9B}"/>
                </a:ext>
              </a:extLst>
            </p:cNvPr>
            <p:cNvSpPr/>
            <p:nvPr/>
          </p:nvSpPr>
          <p:spPr>
            <a:xfrm>
              <a:off x="94187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5" name="Freeform: Shape 64">
              <a:extLst>
                <a:ext uri="{FF2B5EF4-FFF2-40B4-BE49-F238E27FC236}">
                  <a16:creationId xmlns:a16="http://schemas.microsoft.com/office/drawing/2014/main" id="{921F9873-4543-95B9-1CA5-1CCA44A00D3B}"/>
                </a:ext>
              </a:extLst>
            </p:cNvPr>
            <p:cNvSpPr/>
            <p:nvPr/>
          </p:nvSpPr>
          <p:spPr>
            <a:xfrm>
              <a:off x="4186094" y="4187729"/>
              <a:ext cx="52326" cy="52326"/>
            </a:xfrm>
            <a:custGeom>
              <a:avLst/>
              <a:gdLst>
                <a:gd name="connsiteX0" fmla="*/ 52326 w 52326"/>
                <a:gd name="connsiteY0" fmla="*/ 23372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52326 w 52326"/>
                <a:gd name="connsiteY5" fmla="*/ 26163 h 52326"/>
                <a:gd name="connsiteX6" fmla="*/ 52326 w 52326"/>
                <a:gd name="connsiteY6"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3372"/>
                  </a:moveTo>
                  <a:cubicBezTo>
                    <a:pt x="50931" y="10116"/>
                    <a:pt x="39768"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66" name="Freeform: Shape 65">
              <a:extLst>
                <a:ext uri="{FF2B5EF4-FFF2-40B4-BE49-F238E27FC236}">
                  <a16:creationId xmlns:a16="http://schemas.microsoft.com/office/drawing/2014/main" id="{B8E9B5F3-4B25-FE70-9692-1D3B7950DD84}"/>
                </a:ext>
              </a:extLst>
            </p:cNvPr>
            <p:cNvSpPr/>
            <p:nvPr/>
          </p:nvSpPr>
          <p:spPr>
            <a:xfrm>
              <a:off x="1360480" y="3873772"/>
              <a:ext cx="52326" cy="52326"/>
            </a:xfrm>
            <a:custGeom>
              <a:avLst/>
              <a:gdLst>
                <a:gd name="connsiteX0" fmla="*/ 26163 w 52326"/>
                <a:gd name="connsiteY0" fmla="*/ 52326 h 52326"/>
                <a:gd name="connsiteX1" fmla="*/ 52326 w 52326"/>
                <a:gd name="connsiteY1" fmla="*/ 26163 h 52326"/>
                <a:gd name="connsiteX2" fmla="*/ 45698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8" y="8721"/>
                  </a:cubicBezTo>
                  <a:cubicBezTo>
                    <a:pt x="40814" y="3140"/>
                    <a:pt x="33838" y="0"/>
                    <a:pt x="26163" y="0"/>
                  </a:cubicBezTo>
                  <a:cubicBezTo>
                    <a:pt x="11861"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67" name="Freeform: Shape 66">
              <a:extLst>
                <a:ext uri="{FF2B5EF4-FFF2-40B4-BE49-F238E27FC236}">
                  <a16:creationId xmlns:a16="http://schemas.microsoft.com/office/drawing/2014/main" id="{45858607-47C7-05AC-D3D1-A9ED0EB1E01F}"/>
                </a:ext>
              </a:extLst>
            </p:cNvPr>
            <p:cNvSpPr/>
            <p:nvPr/>
          </p:nvSpPr>
          <p:spPr>
            <a:xfrm>
              <a:off x="261630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8" name="Freeform: Shape 67">
              <a:extLst>
                <a:ext uri="{FF2B5EF4-FFF2-40B4-BE49-F238E27FC236}">
                  <a16:creationId xmlns:a16="http://schemas.microsoft.com/office/drawing/2014/main" id="{364D0C08-8DC0-95F3-012A-7B4ECD5C1CA9}"/>
                </a:ext>
              </a:extLst>
            </p:cNvPr>
            <p:cNvSpPr/>
            <p:nvPr/>
          </p:nvSpPr>
          <p:spPr>
            <a:xfrm>
              <a:off x="5755879"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 name="Freeform: Shape 68">
              <a:extLst>
                <a:ext uri="{FF2B5EF4-FFF2-40B4-BE49-F238E27FC236}">
                  <a16:creationId xmlns:a16="http://schemas.microsoft.com/office/drawing/2014/main" id="{50646055-71DF-461C-9310-AAE84505286C}"/>
                </a:ext>
              </a:extLst>
            </p:cNvPr>
            <p:cNvSpPr/>
            <p:nvPr/>
          </p:nvSpPr>
          <p:spPr>
            <a:xfrm>
              <a:off x="4918660" y="3350510"/>
              <a:ext cx="52326" cy="52326"/>
            </a:xfrm>
            <a:custGeom>
              <a:avLst/>
              <a:gdLst>
                <a:gd name="connsiteX0" fmla="*/ 18489 w 52326"/>
                <a:gd name="connsiteY0" fmla="*/ 51280 h 52326"/>
                <a:gd name="connsiteX1" fmla="*/ 22326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6" y="51977"/>
                  </a:cubicBezTo>
                  <a:cubicBezTo>
                    <a:pt x="23721" y="52326"/>
                    <a:pt x="24768" y="52326"/>
                    <a:pt x="26163" y="52326"/>
                  </a:cubicBez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70" name="Freeform: Shape 69">
              <a:extLst>
                <a:ext uri="{FF2B5EF4-FFF2-40B4-BE49-F238E27FC236}">
                  <a16:creationId xmlns:a16="http://schemas.microsoft.com/office/drawing/2014/main" id="{D4DDC355-1A63-799B-202E-A59C38131F52}"/>
                </a:ext>
              </a:extLst>
            </p:cNvPr>
            <p:cNvSpPr/>
            <p:nvPr/>
          </p:nvSpPr>
          <p:spPr>
            <a:xfrm>
              <a:off x="491866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71" name="Freeform: Shape 70">
              <a:extLst>
                <a:ext uri="{FF2B5EF4-FFF2-40B4-BE49-F238E27FC236}">
                  <a16:creationId xmlns:a16="http://schemas.microsoft.com/office/drawing/2014/main" id="{4CA3321E-D2BD-5650-90D2-5168148F37B4}"/>
                </a:ext>
              </a:extLst>
            </p:cNvPr>
            <p:cNvSpPr/>
            <p:nvPr/>
          </p:nvSpPr>
          <p:spPr>
            <a:xfrm>
              <a:off x="491866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 name="Freeform: Shape 71">
              <a:extLst>
                <a:ext uri="{FF2B5EF4-FFF2-40B4-BE49-F238E27FC236}">
                  <a16:creationId xmlns:a16="http://schemas.microsoft.com/office/drawing/2014/main" id="{1A826C88-9FA7-6ABA-75BB-8247C77F7900}"/>
                </a:ext>
              </a:extLst>
            </p:cNvPr>
            <p:cNvSpPr/>
            <p:nvPr/>
          </p:nvSpPr>
          <p:spPr>
            <a:xfrm>
              <a:off x="23023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3" name="Freeform: Shape 72">
              <a:extLst>
                <a:ext uri="{FF2B5EF4-FFF2-40B4-BE49-F238E27FC236}">
                  <a16:creationId xmlns:a16="http://schemas.microsoft.com/office/drawing/2014/main" id="{85076DEC-4A7A-A6F1-B331-29D44B734B94}"/>
                </a:ext>
              </a:extLst>
            </p:cNvPr>
            <p:cNvSpPr/>
            <p:nvPr/>
          </p:nvSpPr>
          <p:spPr>
            <a:xfrm>
              <a:off x="2093047"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4" name="Freeform: Shape 73">
              <a:extLst>
                <a:ext uri="{FF2B5EF4-FFF2-40B4-BE49-F238E27FC236}">
                  <a16:creationId xmlns:a16="http://schemas.microsoft.com/office/drawing/2014/main" id="{FB67414B-8A8A-FFAA-F5E0-CAB195D77FE3}"/>
                </a:ext>
              </a:extLst>
            </p:cNvPr>
            <p:cNvSpPr/>
            <p:nvPr/>
          </p:nvSpPr>
          <p:spPr>
            <a:xfrm>
              <a:off x="941871"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5" name="Freeform: Shape 74">
              <a:extLst>
                <a:ext uri="{FF2B5EF4-FFF2-40B4-BE49-F238E27FC236}">
                  <a16:creationId xmlns:a16="http://schemas.microsoft.com/office/drawing/2014/main" id="{0F74AC4F-A5FF-5952-2C68-1B029D13DEB8}"/>
                </a:ext>
              </a:extLst>
            </p:cNvPr>
            <p:cNvSpPr/>
            <p:nvPr/>
          </p:nvSpPr>
          <p:spPr>
            <a:xfrm>
              <a:off x="313957"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 name="Freeform: Shape 75">
              <a:extLst>
                <a:ext uri="{FF2B5EF4-FFF2-40B4-BE49-F238E27FC236}">
                  <a16:creationId xmlns:a16="http://schemas.microsoft.com/office/drawing/2014/main" id="{12B6A247-1BD4-70A8-14A3-5F51433033B9}"/>
                </a:ext>
              </a:extLst>
            </p:cNvPr>
            <p:cNvSpPr/>
            <p:nvPr/>
          </p:nvSpPr>
          <p:spPr>
            <a:xfrm>
              <a:off x="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77" name="Freeform: Shape 76">
              <a:extLst>
                <a:ext uri="{FF2B5EF4-FFF2-40B4-BE49-F238E27FC236}">
                  <a16:creationId xmlns:a16="http://schemas.microsoft.com/office/drawing/2014/main" id="{671F54FA-7B6C-905E-4C04-A61847B2361B}"/>
                </a:ext>
              </a:extLst>
            </p:cNvPr>
            <p:cNvSpPr/>
            <p:nvPr/>
          </p:nvSpPr>
          <p:spPr>
            <a:xfrm>
              <a:off x="3244560" y="3978424"/>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78" name="Freeform: Shape 77">
              <a:extLst>
                <a:ext uri="{FF2B5EF4-FFF2-40B4-BE49-F238E27FC236}">
                  <a16:creationId xmlns:a16="http://schemas.microsoft.com/office/drawing/2014/main" id="{3522CEF5-D4B8-40DC-7CF2-601E90DA5725}"/>
                </a:ext>
              </a:extLst>
            </p:cNvPr>
            <p:cNvSpPr/>
            <p:nvPr/>
          </p:nvSpPr>
          <p:spPr>
            <a:xfrm>
              <a:off x="324422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79" name="Freeform: Shape 78">
              <a:extLst>
                <a:ext uri="{FF2B5EF4-FFF2-40B4-BE49-F238E27FC236}">
                  <a16:creationId xmlns:a16="http://schemas.microsoft.com/office/drawing/2014/main" id="{71B5FFAF-D613-6887-6F2D-7336733622BD}"/>
                </a:ext>
              </a:extLst>
            </p:cNvPr>
            <p:cNvSpPr/>
            <p:nvPr/>
          </p:nvSpPr>
          <p:spPr>
            <a:xfrm>
              <a:off x="5127965" y="5338905"/>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3140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40" y="13605"/>
                  </a:cubicBezTo>
                  <a:cubicBezTo>
                    <a:pt x="3140" y="13605"/>
                    <a:pt x="3140" y="13954"/>
                    <a:pt x="3140" y="13954"/>
                  </a:cubicBezTo>
                  <a:cubicBezTo>
                    <a:pt x="2791" y="14651"/>
                    <a:pt x="2442" y="15349"/>
                    <a:pt x="2093" y="16047"/>
                  </a:cubicBezTo>
                  <a:cubicBezTo>
                    <a:pt x="698" y="19186"/>
                    <a:pt x="0" y="22675"/>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80" name="Freeform: Shape 79">
              <a:extLst>
                <a:ext uri="{FF2B5EF4-FFF2-40B4-BE49-F238E27FC236}">
                  <a16:creationId xmlns:a16="http://schemas.microsoft.com/office/drawing/2014/main" id="{24292A40-5D5B-C6C2-9154-B5351C432599}"/>
                </a:ext>
              </a:extLst>
            </p:cNvPr>
            <p:cNvSpPr/>
            <p:nvPr/>
          </p:nvSpPr>
          <p:spPr>
            <a:xfrm>
              <a:off x="2093047"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80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81" name="Freeform: Shape 80">
              <a:extLst>
                <a:ext uri="{FF2B5EF4-FFF2-40B4-BE49-F238E27FC236}">
                  <a16:creationId xmlns:a16="http://schemas.microsoft.com/office/drawing/2014/main" id="{7CE0EBDA-8085-7353-C5F3-591CD7A8D4E5}"/>
                </a:ext>
              </a:extLst>
            </p:cNvPr>
            <p:cNvSpPr/>
            <p:nvPr/>
          </p:nvSpPr>
          <p:spPr>
            <a:xfrm>
              <a:off x="5755879"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 name="Freeform: Shape 81">
              <a:extLst>
                <a:ext uri="{FF2B5EF4-FFF2-40B4-BE49-F238E27FC236}">
                  <a16:creationId xmlns:a16="http://schemas.microsoft.com/office/drawing/2014/main" id="{098A9B44-1C33-EAA2-81AD-6BB331F80378}"/>
                </a:ext>
              </a:extLst>
            </p:cNvPr>
            <p:cNvSpPr/>
            <p:nvPr/>
          </p:nvSpPr>
          <p:spPr>
            <a:xfrm>
              <a:off x="56512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 name="Freeform: Shape 82">
              <a:extLst>
                <a:ext uri="{FF2B5EF4-FFF2-40B4-BE49-F238E27FC236}">
                  <a16:creationId xmlns:a16="http://schemas.microsoft.com/office/drawing/2014/main" id="{702DDDA7-9CC6-46BF-1697-0730961A3C47}"/>
                </a:ext>
              </a:extLst>
            </p:cNvPr>
            <p:cNvSpPr/>
            <p:nvPr/>
          </p:nvSpPr>
          <p:spPr>
            <a:xfrm>
              <a:off x="512796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4" name="Freeform: Shape 83">
              <a:extLst>
                <a:ext uri="{FF2B5EF4-FFF2-40B4-BE49-F238E27FC236}">
                  <a16:creationId xmlns:a16="http://schemas.microsoft.com/office/drawing/2014/main" id="{B0E386E2-0969-DB0B-031E-8DD26E4995AF}"/>
                </a:ext>
              </a:extLst>
            </p:cNvPr>
            <p:cNvSpPr/>
            <p:nvPr/>
          </p:nvSpPr>
          <p:spPr>
            <a:xfrm>
              <a:off x="251165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85" name="Freeform: Shape 84">
              <a:extLst>
                <a:ext uri="{FF2B5EF4-FFF2-40B4-BE49-F238E27FC236}">
                  <a16:creationId xmlns:a16="http://schemas.microsoft.com/office/drawing/2014/main" id="{B6B58BF2-EE71-001E-3B39-927D1D1887A0}"/>
                </a:ext>
              </a:extLst>
            </p:cNvPr>
            <p:cNvSpPr/>
            <p:nvPr/>
          </p:nvSpPr>
          <p:spPr>
            <a:xfrm>
              <a:off x="1674437" y="3978773"/>
              <a:ext cx="52326" cy="52326"/>
            </a:xfrm>
            <a:custGeom>
              <a:avLst/>
              <a:gdLst>
                <a:gd name="connsiteX0" fmla="*/ 40814 w 52326"/>
                <a:gd name="connsiteY0" fmla="*/ 4186 h 52326"/>
                <a:gd name="connsiteX1" fmla="*/ 37675 w 52326"/>
                <a:gd name="connsiteY1" fmla="*/ 2442 h 52326"/>
                <a:gd name="connsiteX2" fmla="*/ 33838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1" y="3140"/>
                    <a:pt x="37675" y="2442"/>
                  </a:cubicBezTo>
                  <a:cubicBezTo>
                    <a:pt x="36279" y="1744"/>
                    <a:pt x="35233" y="1395"/>
                    <a:pt x="33838" y="1047"/>
                  </a:cubicBezTo>
                  <a:cubicBezTo>
                    <a:pt x="31396" y="349"/>
                    <a:pt x="28605"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86" name="Freeform: Shape 85">
              <a:extLst>
                <a:ext uri="{FF2B5EF4-FFF2-40B4-BE49-F238E27FC236}">
                  <a16:creationId xmlns:a16="http://schemas.microsoft.com/office/drawing/2014/main" id="{6A9B511A-1843-94BF-739E-0AE4F3352FCB}"/>
                </a:ext>
              </a:extLst>
            </p:cNvPr>
            <p:cNvSpPr/>
            <p:nvPr/>
          </p:nvSpPr>
          <p:spPr>
            <a:xfrm>
              <a:off x="13604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7" name="Freeform: Shape 86">
              <a:extLst>
                <a:ext uri="{FF2B5EF4-FFF2-40B4-BE49-F238E27FC236}">
                  <a16:creationId xmlns:a16="http://schemas.microsoft.com/office/drawing/2014/main" id="{990A687F-3C79-DB3A-07C7-76C8324B25E0}"/>
                </a:ext>
              </a:extLst>
            </p:cNvPr>
            <p:cNvSpPr/>
            <p:nvPr/>
          </p:nvSpPr>
          <p:spPr>
            <a:xfrm>
              <a:off x="94187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88" name="Freeform: Shape 87">
              <a:extLst>
                <a:ext uri="{FF2B5EF4-FFF2-40B4-BE49-F238E27FC236}">
                  <a16:creationId xmlns:a16="http://schemas.microsoft.com/office/drawing/2014/main" id="{1979FEA3-DE62-212F-15D3-2CFB894E23B0}"/>
                </a:ext>
              </a:extLst>
            </p:cNvPr>
            <p:cNvSpPr/>
            <p:nvPr/>
          </p:nvSpPr>
          <p:spPr>
            <a:xfrm>
              <a:off x="62791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9" name="Freeform: Shape 88">
              <a:extLst>
                <a:ext uri="{FF2B5EF4-FFF2-40B4-BE49-F238E27FC236}">
                  <a16:creationId xmlns:a16="http://schemas.microsoft.com/office/drawing/2014/main" id="{DE6FF1E5-1B82-AC41-AED1-1702AEB9C395}"/>
                </a:ext>
              </a:extLst>
            </p:cNvPr>
            <p:cNvSpPr/>
            <p:nvPr/>
          </p:nvSpPr>
          <p:spPr>
            <a:xfrm>
              <a:off x="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90" name="Freeform: Shape 89">
              <a:extLst>
                <a:ext uri="{FF2B5EF4-FFF2-40B4-BE49-F238E27FC236}">
                  <a16:creationId xmlns:a16="http://schemas.microsoft.com/office/drawing/2014/main" id="{740E58B1-9011-1F1D-A98B-B08E6A949891}"/>
                </a:ext>
              </a:extLst>
            </p:cNvPr>
            <p:cNvSpPr/>
            <p:nvPr/>
          </p:nvSpPr>
          <p:spPr>
            <a:xfrm>
              <a:off x="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91" name="Freeform: Shape 90">
              <a:extLst>
                <a:ext uri="{FF2B5EF4-FFF2-40B4-BE49-F238E27FC236}">
                  <a16:creationId xmlns:a16="http://schemas.microsoft.com/office/drawing/2014/main" id="{C06BD4BC-095F-5384-2947-856AE89C0F88}"/>
                </a:ext>
              </a:extLst>
            </p:cNvPr>
            <p:cNvSpPr/>
            <p:nvPr/>
          </p:nvSpPr>
          <p:spPr>
            <a:xfrm>
              <a:off x="5651227"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2" name="Freeform: Shape 91">
              <a:extLst>
                <a:ext uri="{FF2B5EF4-FFF2-40B4-BE49-F238E27FC236}">
                  <a16:creationId xmlns:a16="http://schemas.microsoft.com/office/drawing/2014/main" id="{924E026C-BB4A-D314-B117-30A557FF491E}"/>
                </a:ext>
              </a:extLst>
            </p:cNvPr>
            <p:cNvSpPr/>
            <p:nvPr/>
          </p:nvSpPr>
          <p:spPr>
            <a:xfrm>
              <a:off x="3453527" y="4083077"/>
              <a:ext cx="52326" cy="52326"/>
            </a:xfrm>
            <a:custGeom>
              <a:avLst/>
              <a:gdLst>
                <a:gd name="connsiteX0" fmla="*/ 26163 w 52326"/>
                <a:gd name="connsiteY0" fmla="*/ 0 h 52326"/>
                <a:gd name="connsiteX1" fmla="*/ 1046 w 52326"/>
                <a:gd name="connsiteY1" fmla="*/ 18489 h 52326"/>
                <a:gd name="connsiteX2" fmla="*/ 0 w 52326"/>
                <a:gd name="connsiteY2" fmla="*/ 26163 h 52326"/>
                <a:gd name="connsiteX3" fmla="*/ 26163 w 52326"/>
                <a:gd name="connsiteY3" fmla="*/ 52326 h 52326"/>
                <a:gd name="connsiteX4" fmla="*/ 51628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2" y="0"/>
                    <a:pt x="4535" y="7675"/>
                    <a:pt x="1046" y="18489"/>
                  </a:cubicBezTo>
                  <a:cubicBezTo>
                    <a:pt x="349" y="20930"/>
                    <a:pt x="0" y="23721"/>
                    <a:pt x="0" y="26163"/>
                  </a:cubicBezTo>
                  <a:cubicBezTo>
                    <a:pt x="0" y="40465"/>
                    <a:pt x="11861" y="52326"/>
                    <a:pt x="26163" y="52326"/>
                  </a:cubicBezTo>
                  <a:cubicBezTo>
                    <a:pt x="38721" y="52326"/>
                    <a:pt x="49187" y="43256"/>
                    <a:pt x="51628" y="31396"/>
                  </a:cubicBezTo>
                  <a:cubicBezTo>
                    <a:pt x="51977" y="29652"/>
                    <a:pt x="52326" y="2790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3" name="Freeform: Shape 92">
              <a:extLst>
                <a:ext uri="{FF2B5EF4-FFF2-40B4-BE49-F238E27FC236}">
                  <a16:creationId xmlns:a16="http://schemas.microsoft.com/office/drawing/2014/main" id="{F041007F-44C5-C221-3342-901043F81C7E}"/>
                </a:ext>
              </a:extLst>
            </p:cNvPr>
            <p:cNvSpPr/>
            <p:nvPr/>
          </p:nvSpPr>
          <p:spPr>
            <a:xfrm>
              <a:off x="52326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 name="Freeform: Shape 93">
              <a:extLst>
                <a:ext uri="{FF2B5EF4-FFF2-40B4-BE49-F238E27FC236}">
                  <a16:creationId xmlns:a16="http://schemas.microsoft.com/office/drawing/2014/main" id="{3F338597-497E-2951-A0CF-B0B9AA245633}"/>
                </a:ext>
              </a:extLst>
            </p:cNvPr>
            <p:cNvSpPr/>
            <p:nvPr/>
          </p:nvSpPr>
          <p:spPr>
            <a:xfrm>
              <a:off x="418609" y="3141206"/>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95" name="Freeform: Shape 94">
              <a:extLst>
                <a:ext uri="{FF2B5EF4-FFF2-40B4-BE49-F238E27FC236}">
                  <a16:creationId xmlns:a16="http://schemas.microsoft.com/office/drawing/2014/main" id="{30E311E4-385C-48CF-A7CC-D3FAC1AE5060}"/>
                </a:ext>
              </a:extLst>
            </p:cNvPr>
            <p:cNvSpPr/>
            <p:nvPr/>
          </p:nvSpPr>
          <p:spPr>
            <a:xfrm>
              <a:off x="533727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 name="Freeform: Shape 95">
              <a:extLst>
                <a:ext uri="{FF2B5EF4-FFF2-40B4-BE49-F238E27FC236}">
                  <a16:creationId xmlns:a16="http://schemas.microsoft.com/office/drawing/2014/main" id="{B2CACABC-F115-451E-B86D-7C9BBA01D813}"/>
                </a:ext>
              </a:extLst>
            </p:cNvPr>
            <p:cNvSpPr/>
            <p:nvPr/>
          </p:nvSpPr>
          <p:spPr>
            <a:xfrm>
              <a:off x="533727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 name="Freeform: Shape 96">
              <a:extLst>
                <a:ext uri="{FF2B5EF4-FFF2-40B4-BE49-F238E27FC236}">
                  <a16:creationId xmlns:a16="http://schemas.microsoft.com/office/drawing/2014/main" id="{EE470762-EFEA-A645-AE6C-0DEA44A50B76}"/>
                </a:ext>
              </a:extLst>
            </p:cNvPr>
            <p:cNvSpPr/>
            <p:nvPr/>
          </p:nvSpPr>
          <p:spPr>
            <a:xfrm>
              <a:off x="533727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8" name="Freeform: Shape 97">
              <a:extLst>
                <a:ext uri="{FF2B5EF4-FFF2-40B4-BE49-F238E27FC236}">
                  <a16:creationId xmlns:a16="http://schemas.microsoft.com/office/drawing/2014/main" id="{A99C3476-A623-7F59-FBD7-0B8D4C1B48F2}"/>
                </a:ext>
              </a:extLst>
            </p:cNvPr>
            <p:cNvSpPr/>
            <p:nvPr/>
          </p:nvSpPr>
          <p:spPr>
            <a:xfrm>
              <a:off x="596518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9" name="Freeform: Shape 98">
              <a:extLst>
                <a:ext uri="{FF2B5EF4-FFF2-40B4-BE49-F238E27FC236}">
                  <a16:creationId xmlns:a16="http://schemas.microsoft.com/office/drawing/2014/main" id="{FF4B9958-4812-9253-8E67-D134608ED40E}"/>
                </a:ext>
              </a:extLst>
            </p:cNvPr>
            <p:cNvSpPr/>
            <p:nvPr/>
          </p:nvSpPr>
          <p:spPr>
            <a:xfrm>
              <a:off x="554657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0" name="Freeform: Shape 99">
              <a:extLst>
                <a:ext uri="{FF2B5EF4-FFF2-40B4-BE49-F238E27FC236}">
                  <a16:creationId xmlns:a16="http://schemas.microsoft.com/office/drawing/2014/main" id="{A6BB1649-6F01-12DE-4A6F-1B63699C4766}"/>
                </a:ext>
              </a:extLst>
            </p:cNvPr>
            <p:cNvSpPr/>
            <p:nvPr/>
          </p:nvSpPr>
          <p:spPr>
            <a:xfrm>
              <a:off x="554657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 name="Freeform: Shape 100">
              <a:extLst>
                <a:ext uri="{FF2B5EF4-FFF2-40B4-BE49-F238E27FC236}">
                  <a16:creationId xmlns:a16="http://schemas.microsoft.com/office/drawing/2014/main" id="{5632BE22-03B6-77DF-5690-68B63CAFA1B9}"/>
                </a:ext>
              </a:extLst>
            </p:cNvPr>
            <p:cNvSpPr/>
            <p:nvPr/>
          </p:nvSpPr>
          <p:spPr>
            <a:xfrm>
              <a:off x="523261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 name="Freeform: Shape 101">
              <a:extLst>
                <a:ext uri="{FF2B5EF4-FFF2-40B4-BE49-F238E27FC236}">
                  <a16:creationId xmlns:a16="http://schemas.microsoft.com/office/drawing/2014/main" id="{662AA11D-09F9-B44F-B0B1-DF26DC83E4AF}"/>
                </a:ext>
              </a:extLst>
            </p:cNvPr>
            <p:cNvSpPr/>
            <p:nvPr/>
          </p:nvSpPr>
          <p:spPr>
            <a:xfrm>
              <a:off x="46047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 name="Freeform: Shape 102">
              <a:extLst>
                <a:ext uri="{FF2B5EF4-FFF2-40B4-BE49-F238E27FC236}">
                  <a16:creationId xmlns:a16="http://schemas.microsoft.com/office/drawing/2014/main" id="{6A72042D-E0D8-19E4-E998-565B78D64982}"/>
                </a:ext>
              </a:extLst>
            </p:cNvPr>
            <p:cNvSpPr/>
            <p:nvPr/>
          </p:nvSpPr>
          <p:spPr>
            <a:xfrm>
              <a:off x="439539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4" name="Freeform: Shape 103">
              <a:extLst>
                <a:ext uri="{FF2B5EF4-FFF2-40B4-BE49-F238E27FC236}">
                  <a16:creationId xmlns:a16="http://schemas.microsoft.com/office/drawing/2014/main" id="{8C448BB4-D4F7-0C66-49E3-6081DDAD5472}"/>
                </a:ext>
              </a:extLst>
            </p:cNvPr>
            <p:cNvSpPr/>
            <p:nvPr/>
          </p:nvSpPr>
          <p:spPr>
            <a:xfrm>
              <a:off x="418609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 name="Freeform: Shape 104">
              <a:extLst>
                <a:ext uri="{FF2B5EF4-FFF2-40B4-BE49-F238E27FC236}">
                  <a16:creationId xmlns:a16="http://schemas.microsoft.com/office/drawing/2014/main" id="{FC9DF501-7498-AE9A-4233-A09493C420B4}"/>
                </a:ext>
              </a:extLst>
            </p:cNvPr>
            <p:cNvSpPr/>
            <p:nvPr/>
          </p:nvSpPr>
          <p:spPr>
            <a:xfrm>
              <a:off x="37674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 name="Freeform: Shape 105">
              <a:extLst>
                <a:ext uri="{FF2B5EF4-FFF2-40B4-BE49-F238E27FC236}">
                  <a16:creationId xmlns:a16="http://schemas.microsoft.com/office/drawing/2014/main" id="{77BDFC84-DD98-4CCA-BA3F-6D1F1FCF3590}"/>
                </a:ext>
              </a:extLst>
            </p:cNvPr>
            <p:cNvSpPr/>
            <p:nvPr/>
          </p:nvSpPr>
          <p:spPr>
            <a:xfrm>
              <a:off x="512796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7" name="Freeform: Shape 106">
              <a:extLst>
                <a:ext uri="{FF2B5EF4-FFF2-40B4-BE49-F238E27FC236}">
                  <a16:creationId xmlns:a16="http://schemas.microsoft.com/office/drawing/2014/main" id="{4C63FDAE-7996-A8D5-499B-C04EFC21D350}"/>
                </a:ext>
              </a:extLst>
            </p:cNvPr>
            <p:cNvSpPr/>
            <p:nvPr/>
          </p:nvSpPr>
          <p:spPr>
            <a:xfrm>
              <a:off x="38721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08" name="Freeform: Shape 107">
              <a:extLst>
                <a:ext uri="{FF2B5EF4-FFF2-40B4-BE49-F238E27FC236}">
                  <a16:creationId xmlns:a16="http://schemas.microsoft.com/office/drawing/2014/main" id="{8C55493A-B082-A866-346F-1D5763B1643E}"/>
                </a:ext>
              </a:extLst>
            </p:cNvPr>
            <p:cNvSpPr/>
            <p:nvPr/>
          </p:nvSpPr>
          <p:spPr>
            <a:xfrm>
              <a:off x="366283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 name="Freeform: Shape 108">
              <a:extLst>
                <a:ext uri="{FF2B5EF4-FFF2-40B4-BE49-F238E27FC236}">
                  <a16:creationId xmlns:a16="http://schemas.microsoft.com/office/drawing/2014/main" id="{AB5E1F49-9763-59B0-E99D-A1BECBE9D401}"/>
                </a:ext>
              </a:extLst>
            </p:cNvPr>
            <p:cNvSpPr/>
            <p:nvPr/>
          </p:nvSpPr>
          <p:spPr>
            <a:xfrm>
              <a:off x="3453527" y="3350510"/>
              <a:ext cx="52326" cy="52326"/>
            </a:xfrm>
            <a:custGeom>
              <a:avLst/>
              <a:gdLst>
                <a:gd name="connsiteX0" fmla="*/ 26163 w 52326"/>
                <a:gd name="connsiteY0" fmla="*/ 52326 h 52326"/>
                <a:gd name="connsiteX1" fmla="*/ 26163 w 52326"/>
                <a:gd name="connsiteY1" fmla="*/ 52326 h 52326"/>
                <a:gd name="connsiteX2" fmla="*/ 38721 w 52326"/>
                <a:gd name="connsiteY2" fmla="*/ 49187 h 52326"/>
                <a:gd name="connsiteX3" fmla="*/ 52326 w 52326"/>
                <a:gd name="connsiteY3" fmla="*/ 26163 h 52326"/>
                <a:gd name="connsiteX4" fmla="*/ 26163 w 52326"/>
                <a:gd name="connsiteY4" fmla="*/ 0 h 52326"/>
                <a:gd name="connsiteX5" fmla="*/ 13605 w 52326"/>
                <a:gd name="connsiteY5" fmla="*/ 3140 h 52326"/>
                <a:gd name="connsiteX6" fmla="*/ 10465 w 52326"/>
                <a:gd name="connsiteY6" fmla="*/ 5233 h 52326"/>
                <a:gd name="connsiteX7" fmla="*/ 7675 w 52326"/>
                <a:gd name="connsiteY7" fmla="*/ 767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1" y="49187"/>
                  </a:cubicBezTo>
                  <a:cubicBezTo>
                    <a:pt x="46745" y="44652"/>
                    <a:pt x="52326" y="36280"/>
                    <a:pt x="52326" y="26163"/>
                  </a:cubicBezTo>
                  <a:cubicBezTo>
                    <a:pt x="52326" y="11861"/>
                    <a:pt x="40465" y="0"/>
                    <a:pt x="26163" y="0"/>
                  </a:cubicBezTo>
                  <a:cubicBezTo>
                    <a:pt x="21628" y="0"/>
                    <a:pt x="17442" y="1046"/>
                    <a:pt x="13605" y="3140"/>
                  </a:cubicBezTo>
                  <a:cubicBezTo>
                    <a:pt x="12558" y="3837"/>
                    <a:pt x="11512" y="4535"/>
                    <a:pt x="10465" y="5233"/>
                  </a:cubicBezTo>
                  <a:cubicBezTo>
                    <a:pt x="9419" y="5930"/>
                    <a:pt x="8372" y="6628"/>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0" name="Freeform: Shape 109">
              <a:extLst>
                <a:ext uri="{FF2B5EF4-FFF2-40B4-BE49-F238E27FC236}">
                  <a16:creationId xmlns:a16="http://schemas.microsoft.com/office/drawing/2014/main" id="{ED1808BA-E48E-5FF8-054A-6627FAB39B1F}"/>
                </a:ext>
              </a:extLst>
            </p:cNvPr>
            <p:cNvSpPr/>
            <p:nvPr/>
          </p:nvSpPr>
          <p:spPr>
            <a:xfrm>
              <a:off x="3244223"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1" name="Freeform: Shape 110">
              <a:extLst>
                <a:ext uri="{FF2B5EF4-FFF2-40B4-BE49-F238E27FC236}">
                  <a16:creationId xmlns:a16="http://schemas.microsoft.com/office/drawing/2014/main" id="{56C3919F-F726-377A-AC73-62ED2DED4745}"/>
                </a:ext>
              </a:extLst>
            </p:cNvPr>
            <p:cNvSpPr/>
            <p:nvPr/>
          </p:nvSpPr>
          <p:spPr>
            <a:xfrm>
              <a:off x="303491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2" name="Freeform: Shape 111">
              <a:extLst>
                <a:ext uri="{FF2B5EF4-FFF2-40B4-BE49-F238E27FC236}">
                  <a16:creationId xmlns:a16="http://schemas.microsoft.com/office/drawing/2014/main" id="{B123403D-5BAF-02E9-7B67-9C5DEC90EA73}"/>
                </a:ext>
              </a:extLst>
            </p:cNvPr>
            <p:cNvSpPr/>
            <p:nvPr/>
          </p:nvSpPr>
          <p:spPr>
            <a:xfrm>
              <a:off x="293026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3" name="Freeform: Shape 112">
              <a:extLst>
                <a:ext uri="{FF2B5EF4-FFF2-40B4-BE49-F238E27FC236}">
                  <a16:creationId xmlns:a16="http://schemas.microsoft.com/office/drawing/2014/main" id="{CC11C492-B842-D6D5-3E7C-77D3DA8E836F}"/>
                </a:ext>
              </a:extLst>
            </p:cNvPr>
            <p:cNvSpPr/>
            <p:nvPr/>
          </p:nvSpPr>
          <p:spPr>
            <a:xfrm rot="17550026">
              <a:off x="1151246" y="3978445"/>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14" name="Freeform: Shape 113">
              <a:extLst>
                <a:ext uri="{FF2B5EF4-FFF2-40B4-BE49-F238E27FC236}">
                  <a16:creationId xmlns:a16="http://schemas.microsoft.com/office/drawing/2014/main" id="{B2A935D9-9FF4-44B3-F41B-FA57D910A034}"/>
                </a:ext>
              </a:extLst>
            </p:cNvPr>
            <p:cNvSpPr/>
            <p:nvPr/>
          </p:nvSpPr>
          <p:spPr>
            <a:xfrm>
              <a:off x="94187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5" name="Freeform: Shape 114">
              <a:extLst>
                <a:ext uri="{FF2B5EF4-FFF2-40B4-BE49-F238E27FC236}">
                  <a16:creationId xmlns:a16="http://schemas.microsoft.com/office/drawing/2014/main" id="{380BB860-39DE-C186-DAB3-FD451EF38909}"/>
                </a:ext>
              </a:extLst>
            </p:cNvPr>
            <p:cNvSpPr/>
            <p:nvPr/>
          </p:nvSpPr>
          <p:spPr>
            <a:xfrm>
              <a:off x="837218"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6" name="Freeform: Shape 115">
              <a:extLst>
                <a:ext uri="{FF2B5EF4-FFF2-40B4-BE49-F238E27FC236}">
                  <a16:creationId xmlns:a16="http://schemas.microsoft.com/office/drawing/2014/main" id="{B448441D-5109-90BB-F758-351F5800D1A9}"/>
                </a:ext>
              </a:extLst>
            </p:cNvPr>
            <p:cNvSpPr/>
            <p:nvPr/>
          </p:nvSpPr>
          <p:spPr>
            <a:xfrm>
              <a:off x="73256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7" name="Freeform: Shape 116">
              <a:extLst>
                <a:ext uri="{FF2B5EF4-FFF2-40B4-BE49-F238E27FC236}">
                  <a16:creationId xmlns:a16="http://schemas.microsoft.com/office/drawing/2014/main" id="{70DB830A-2AE5-A3B3-2C6C-AB54E6A0D53B}"/>
                </a:ext>
              </a:extLst>
            </p:cNvPr>
            <p:cNvSpPr/>
            <p:nvPr/>
          </p:nvSpPr>
          <p:spPr>
            <a:xfrm>
              <a:off x="10465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18" name="Freeform: Shape 117">
              <a:extLst>
                <a:ext uri="{FF2B5EF4-FFF2-40B4-BE49-F238E27FC236}">
                  <a16:creationId xmlns:a16="http://schemas.microsoft.com/office/drawing/2014/main" id="{4C9B2D4E-4D78-8A18-25FA-6DFEE408E80E}"/>
                </a:ext>
              </a:extLst>
            </p:cNvPr>
            <p:cNvSpPr/>
            <p:nvPr/>
          </p:nvSpPr>
          <p:spPr>
            <a:xfrm>
              <a:off x="1779090"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1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1" y="0"/>
                    <a:pt x="0" y="11861"/>
                    <a:pt x="0" y="26163"/>
                  </a:cubicBezTo>
                  <a:cubicBezTo>
                    <a:pt x="0" y="26163"/>
                    <a:pt x="0" y="26163"/>
                    <a:pt x="0" y="26163"/>
                  </a:cubicBezTo>
                  <a:cubicBezTo>
                    <a:pt x="0" y="40465"/>
                    <a:pt x="11861" y="52326"/>
                    <a:pt x="26163" y="52326"/>
                  </a:cubicBezTo>
                  <a:cubicBezTo>
                    <a:pt x="27907" y="52326"/>
                    <a:pt x="29652" y="51977"/>
                    <a:pt x="31396" y="51629"/>
                  </a:cubicBezTo>
                  <a:cubicBezTo>
                    <a:pt x="33838" y="51279"/>
                    <a:pt x="36280" y="50233"/>
                    <a:pt x="38373" y="49187"/>
                  </a:cubicBezTo>
                  <a:cubicBezTo>
                    <a:pt x="38373" y="49187"/>
                    <a:pt x="38721" y="49187"/>
                    <a:pt x="38721" y="49187"/>
                  </a:cubicBezTo>
                  <a:cubicBezTo>
                    <a:pt x="46745"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19" name="Freeform: Shape 118">
              <a:extLst>
                <a:ext uri="{FF2B5EF4-FFF2-40B4-BE49-F238E27FC236}">
                  <a16:creationId xmlns:a16="http://schemas.microsoft.com/office/drawing/2014/main" id="{6BB188B6-C805-2793-8F90-1A7F2ADE6E27}"/>
                </a:ext>
              </a:extLst>
            </p:cNvPr>
            <p:cNvSpPr/>
            <p:nvPr/>
          </p:nvSpPr>
          <p:spPr>
            <a:xfrm>
              <a:off x="1988394" y="5338905"/>
              <a:ext cx="52326" cy="52326"/>
            </a:xfrm>
            <a:custGeom>
              <a:avLst/>
              <a:gdLst>
                <a:gd name="connsiteX0" fmla="*/ 26163 w 52326"/>
                <a:gd name="connsiteY0" fmla="*/ 0 h 52326"/>
                <a:gd name="connsiteX1" fmla="*/ 3140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6" y="0"/>
                    <a:pt x="7675" y="5581"/>
                    <a:pt x="3140" y="13605"/>
                  </a:cubicBezTo>
                  <a:cubicBezTo>
                    <a:pt x="1046" y="17442"/>
                    <a:pt x="0" y="21628"/>
                    <a:pt x="0" y="26163"/>
                  </a:cubicBezTo>
                  <a:cubicBezTo>
                    <a:pt x="0" y="40465"/>
                    <a:pt x="11861" y="52326"/>
                    <a:pt x="26163" y="52326"/>
                  </a:cubicBezTo>
                  <a:cubicBezTo>
                    <a:pt x="35931" y="52326"/>
                    <a:pt x="44652" y="46745"/>
                    <a:pt x="49187" y="38721"/>
                  </a:cubicBezTo>
                  <a:cubicBezTo>
                    <a:pt x="51280"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0" name="Freeform: Shape 119">
              <a:extLst>
                <a:ext uri="{FF2B5EF4-FFF2-40B4-BE49-F238E27FC236}">
                  <a16:creationId xmlns:a16="http://schemas.microsoft.com/office/drawing/2014/main" id="{106EFCCD-57C4-6C29-F11A-D1D7B9940C4F}"/>
                </a:ext>
              </a:extLst>
            </p:cNvPr>
            <p:cNvSpPr/>
            <p:nvPr/>
          </p:nvSpPr>
          <p:spPr>
            <a:xfrm>
              <a:off x="1255828" y="4815643"/>
              <a:ext cx="52326" cy="52326"/>
            </a:xfrm>
            <a:custGeom>
              <a:avLst/>
              <a:gdLst>
                <a:gd name="connsiteX0" fmla="*/ 38721 w 52326"/>
                <a:gd name="connsiteY0" fmla="*/ 3140 h 52326"/>
                <a:gd name="connsiteX1" fmla="*/ 26163 w 52326"/>
                <a:gd name="connsiteY1" fmla="*/ 0 h 52326"/>
                <a:gd name="connsiteX2" fmla="*/ 0 w 52326"/>
                <a:gd name="connsiteY2" fmla="*/ 26163 h 52326"/>
                <a:gd name="connsiteX3" fmla="*/ 13605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1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1" y="3140"/>
                  </a:moveTo>
                  <a:cubicBezTo>
                    <a:pt x="34884" y="1046"/>
                    <a:pt x="30698" y="0"/>
                    <a:pt x="26163" y="0"/>
                  </a:cubicBezTo>
                  <a:cubicBezTo>
                    <a:pt x="11861" y="0"/>
                    <a:pt x="0" y="11861"/>
                    <a:pt x="0" y="26163"/>
                  </a:cubicBezTo>
                  <a:cubicBezTo>
                    <a:pt x="0" y="35931"/>
                    <a:pt x="5581" y="44652"/>
                    <a:pt x="13605" y="49187"/>
                  </a:cubicBezTo>
                  <a:cubicBezTo>
                    <a:pt x="17442" y="51280"/>
                    <a:pt x="21628" y="52326"/>
                    <a:pt x="26163" y="52326"/>
                  </a:cubicBezTo>
                  <a:lnTo>
                    <a:pt x="26163" y="52326"/>
                  </a:lnTo>
                  <a:cubicBezTo>
                    <a:pt x="40466" y="52326"/>
                    <a:pt x="52326" y="40465"/>
                    <a:pt x="52326" y="26163"/>
                  </a:cubicBezTo>
                  <a:cubicBezTo>
                    <a:pt x="52326" y="16396"/>
                    <a:pt x="46745" y="7675"/>
                    <a:pt x="38721" y="3140"/>
                  </a:cubicBezTo>
                  <a:close/>
                </a:path>
              </a:pathLst>
            </a:custGeom>
            <a:grpFill/>
            <a:ln w="3488" cap="flat">
              <a:noFill/>
              <a:prstDash val="solid"/>
              <a:miter/>
            </a:ln>
          </p:spPr>
          <p:txBody>
            <a:bodyPr rtlCol="0" anchor="ctr"/>
            <a:lstStyle/>
            <a:p>
              <a:endParaRPr lang="en-ID"/>
            </a:p>
          </p:txBody>
        </p:sp>
        <p:sp>
          <p:nvSpPr>
            <p:cNvPr id="121" name="Freeform: Shape 120">
              <a:extLst>
                <a:ext uri="{FF2B5EF4-FFF2-40B4-BE49-F238E27FC236}">
                  <a16:creationId xmlns:a16="http://schemas.microsoft.com/office/drawing/2014/main" id="{F3712F03-D2CD-3AB9-68C7-CFDBC6807435}"/>
                </a:ext>
              </a:extLst>
            </p:cNvPr>
            <p:cNvSpPr/>
            <p:nvPr/>
          </p:nvSpPr>
          <p:spPr>
            <a:xfrm>
              <a:off x="57558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 name="Freeform: Shape 121">
              <a:extLst>
                <a:ext uri="{FF2B5EF4-FFF2-40B4-BE49-F238E27FC236}">
                  <a16:creationId xmlns:a16="http://schemas.microsoft.com/office/drawing/2014/main" id="{90D61CE8-238C-9E18-D263-5D491BDB540A}"/>
                </a:ext>
              </a:extLst>
            </p:cNvPr>
            <p:cNvSpPr/>
            <p:nvPr/>
          </p:nvSpPr>
          <p:spPr>
            <a:xfrm>
              <a:off x="46047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 name="Freeform: Shape 122">
              <a:extLst>
                <a:ext uri="{FF2B5EF4-FFF2-40B4-BE49-F238E27FC236}">
                  <a16:creationId xmlns:a16="http://schemas.microsoft.com/office/drawing/2014/main" id="{A8DC3809-6E52-133C-CA07-506D1D789E7D}"/>
                </a:ext>
              </a:extLst>
            </p:cNvPr>
            <p:cNvSpPr/>
            <p:nvPr/>
          </p:nvSpPr>
          <p:spPr>
            <a:xfrm>
              <a:off x="418609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4" name="Freeform: Shape 123">
              <a:extLst>
                <a:ext uri="{FF2B5EF4-FFF2-40B4-BE49-F238E27FC236}">
                  <a16:creationId xmlns:a16="http://schemas.microsoft.com/office/drawing/2014/main" id="{F1C447C2-1A7A-0FBA-4CBC-BE5EE3C7EAC6}"/>
                </a:ext>
              </a:extLst>
            </p:cNvPr>
            <p:cNvSpPr/>
            <p:nvPr/>
          </p:nvSpPr>
          <p:spPr>
            <a:xfrm>
              <a:off x="397678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 name="Freeform: Shape 124">
              <a:extLst>
                <a:ext uri="{FF2B5EF4-FFF2-40B4-BE49-F238E27FC236}">
                  <a16:creationId xmlns:a16="http://schemas.microsoft.com/office/drawing/2014/main" id="{913ABC8D-F462-D424-559D-281FA68FD347}"/>
                </a:ext>
              </a:extLst>
            </p:cNvPr>
            <p:cNvSpPr/>
            <p:nvPr/>
          </p:nvSpPr>
          <p:spPr>
            <a:xfrm>
              <a:off x="544192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 name="Freeform: Shape 125">
              <a:extLst>
                <a:ext uri="{FF2B5EF4-FFF2-40B4-BE49-F238E27FC236}">
                  <a16:creationId xmlns:a16="http://schemas.microsoft.com/office/drawing/2014/main" id="{55F4760C-5149-9E15-A5F1-BF67A3445ADF}"/>
                </a:ext>
              </a:extLst>
            </p:cNvPr>
            <p:cNvSpPr/>
            <p:nvPr/>
          </p:nvSpPr>
          <p:spPr>
            <a:xfrm>
              <a:off x="4918660"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 name="Freeform: Shape 126">
              <a:extLst>
                <a:ext uri="{FF2B5EF4-FFF2-40B4-BE49-F238E27FC236}">
                  <a16:creationId xmlns:a16="http://schemas.microsoft.com/office/drawing/2014/main" id="{EAB060F8-7AE4-2201-1E79-8A46543D65AE}"/>
                </a:ext>
              </a:extLst>
            </p:cNvPr>
            <p:cNvSpPr/>
            <p:nvPr/>
          </p:nvSpPr>
          <p:spPr>
            <a:xfrm>
              <a:off x="47093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 name="Freeform: Shape 127">
              <a:extLst>
                <a:ext uri="{FF2B5EF4-FFF2-40B4-BE49-F238E27FC236}">
                  <a16:creationId xmlns:a16="http://schemas.microsoft.com/office/drawing/2014/main" id="{EE9B7C5F-E647-91A0-C6D7-DB835D839E81}"/>
                </a:ext>
              </a:extLst>
            </p:cNvPr>
            <p:cNvSpPr/>
            <p:nvPr/>
          </p:nvSpPr>
          <p:spPr>
            <a:xfrm>
              <a:off x="38721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 name="Freeform: Shape 128">
              <a:extLst>
                <a:ext uri="{FF2B5EF4-FFF2-40B4-BE49-F238E27FC236}">
                  <a16:creationId xmlns:a16="http://schemas.microsoft.com/office/drawing/2014/main" id="{577282C1-9D20-74F8-9D3C-6FBAEB770434}"/>
                </a:ext>
              </a:extLst>
            </p:cNvPr>
            <p:cNvSpPr/>
            <p:nvPr/>
          </p:nvSpPr>
          <p:spPr>
            <a:xfrm>
              <a:off x="3034918"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8" y="46396"/>
                    <a:pt x="49884" y="37326"/>
                  </a:cubicBezTo>
                  <a:cubicBezTo>
                    <a:pt x="50931" y="34884"/>
                    <a:pt x="51628" y="32442"/>
                    <a:pt x="51977" y="29652"/>
                  </a:cubicBezTo>
                  <a:cubicBezTo>
                    <a:pt x="51977" y="28605"/>
                    <a:pt x="52326" y="27558"/>
                    <a:pt x="52326" y="26163"/>
                  </a:cubicBezTo>
                  <a:cubicBezTo>
                    <a:pt x="52326" y="11860"/>
                    <a:pt x="40465" y="0"/>
                    <a:pt x="26163" y="0"/>
                  </a:cubicBezTo>
                  <a:lnTo>
                    <a:pt x="26163" y="0"/>
                  </a:lnTo>
                  <a:cubicBezTo>
                    <a:pt x="15349" y="0"/>
                    <a:pt x="5930" y="6628"/>
                    <a:pt x="2093" y="16047"/>
                  </a:cubicBezTo>
                  <a:cubicBezTo>
                    <a:pt x="1046" y="18140"/>
                    <a:pt x="698" y="20582"/>
                    <a:pt x="349" y="22675"/>
                  </a:cubicBezTo>
                  <a:cubicBezTo>
                    <a:pt x="349" y="23721"/>
                    <a:pt x="0" y="25116"/>
                    <a:pt x="0" y="26163"/>
                  </a:cubicBezTo>
                  <a:cubicBezTo>
                    <a:pt x="0" y="40814"/>
                    <a:pt x="11861" y="52675"/>
                    <a:pt x="26163" y="52675"/>
                  </a:cubicBezTo>
                  <a:close/>
                </a:path>
              </a:pathLst>
            </a:custGeom>
            <a:grpFill/>
            <a:ln w="3488" cap="flat">
              <a:noFill/>
              <a:prstDash val="solid"/>
              <a:miter/>
            </a:ln>
          </p:spPr>
          <p:txBody>
            <a:bodyPr rtlCol="0" anchor="ctr"/>
            <a:lstStyle/>
            <a:p>
              <a:endParaRPr lang="en-ID"/>
            </a:p>
          </p:txBody>
        </p:sp>
        <p:sp>
          <p:nvSpPr>
            <p:cNvPr id="130" name="Freeform: Shape 129">
              <a:extLst>
                <a:ext uri="{FF2B5EF4-FFF2-40B4-BE49-F238E27FC236}">
                  <a16:creationId xmlns:a16="http://schemas.microsoft.com/office/drawing/2014/main" id="{E6510A73-EB28-2076-6ED3-6BAE07B32C80}"/>
                </a:ext>
              </a:extLst>
            </p:cNvPr>
            <p:cNvSpPr/>
            <p:nvPr/>
          </p:nvSpPr>
          <p:spPr>
            <a:xfrm>
              <a:off x="28256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31" name="Freeform: Shape 130">
              <a:extLst>
                <a:ext uri="{FF2B5EF4-FFF2-40B4-BE49-F238E27FC236}">
                  <a16:creationId xmlns:a16="http://schemas.microsoft.com/office/drawing/2014/main" id="{AABE4B46-E578-A96F-3C79-CE21C0B49EF0}"/>
                </a:ext>
              </a:extLst>
            </p:cNvPr>
            <p:cNvSpPr/>
            <p:nvPr/>
          </p:nvSpPr>
          <p:spPr>
            <a:xfrm>
              <a:off x="23023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32" name="Freeform: Shape 131">
              <a:extLst>
                <a:ext uri="{FF2B5EF4-FFF2-40B4-BE49-F238E27FC236}">
                  <a16:creationId xmlns:a16="http://schemas.microsoft.com/office/drawing/2014/main" id="{FA8557A6-E743-1D71-803B-4AB3973A68C3}"/>
                </a:ext>
              </a:extLst>
            </p:cNvPr>
            <p:cNvSpPr/>
            <p:nvPr/>
          </p:nvSpPr>
          <p:spPr>
            <a:xfrm>
              <a:off x="94187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33" name="Freeform: Shape 132">
              <a:extLst>
                <a:ext uri="{FF2B5EF4-FFF2-40B4-BE49-F238E27FC236}">
                  <a16:creationId xmlns:a16="http://schemas.microsoft.com/office/drawing/2014/main" id="{428F25FC-3B37-D5E9-AA7D-392398D31F48}"/>
                </a:ext>
              </a:extLst>
            </p:cNvPr>
            <p:cNvSpPr/>
            <p:nvPr/>
          </p:nvSpPr>
          <p:spPr>
            <a:xfrm>
              <a:off x="20930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34" name="Freeform: Shape 133">
              <a:extLst>
                <a:ext uri="{FF2B5EF4-FFF2-40B4-BE49-F238E27FC236}">
                  <a16:creationId xmlns:a16="http://schemas.microsoft.com/office/drawing/2014/main" id="{01795F5C-040F-A98F-68CE-4C3F80F8F7CD}"/>
                </a:ext>
              </a:extLst>
            </p:cNvPr>
            <p:cNvSpPr/>
            <p:nvPr/>
          </p:nvSpPr>
          <p:spPr>
            <a:xfrm>
              <a:off x="0"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35" name="Freeform: Shape 134">
              <a:extLst>
                <a:ext uri="{FF2B5EF4-FFF2-40B4-BE49-F238E27FC236}">
                  <a16:creationId xmlns:a16="http://schemas.microsoft.com/office/drawing/2014/main" id="{AE1D8B86-D81D-1E7D-B563-D1E9C107CDE9}"/>
                </a:ext>
              </a:extLst>
            </p:cNvPr>
            <p:cNvSpPr/>
            <p:nvPr/>
          </p:nvSpPr>
          <p:spPr>
            <a:xfrm>
              <a:off x="512796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 name="Freeform: Shape 135">
              <a:extLst>
                <a:ext uri="{FF2B5EF4-FFF2-40B4-BE49-F238E27FC236}">
                  <a16:creationId xmlns:a16="http://schemas.microsoft.com/office/drawing/2014/main" id="{936D2DF1-1EA9-7970-092E-B7907D8B523A}"/>
                </a:ext>
              </a:extLst>
            </p:cNvPr>
            <p:cNvSpPr/>
            <p:nvPr/>
          </p:nvSpPr>
          <p:spPr>
            <a:xfrm>
              <a:off x="5127965"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1" y="0"/>
                    <a:pt x="26163" y="0"/>
                  </a:cubicBezTo>
                  <a:cubicBezTo>
                    <a:pt x="11861" y="0"/>
                    <a:pt x="0" y="11861"/>
                    <a:pt x="0" y="26163"/>
                  </a:cubicBezTo>
                  <a:cubicBezTo>
                    <a:pt x="0" y="27210"/>
                    <a:pt x="0" y="27907"/>
                    <a:pt x="0" y="28954"/>
                  </a:cubicBezTo>
                  <a:cubicBezTo>
                    <a:pt x="1395" y="42210"/>
                    <a:pt x="12558" y="52326"/>
                    <a:pt x="26163" y="52326"/>
                  </a:cubicBezTo>
                  <a:cubicBezTo>
                    <a:pt x="40465"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137" name="Freeform: Shape 136">
              <a:extLst>
                <a:ext uri="{FF2B5EF4-FFF2-40B4-BE49-F238E27FC236}">
                  <a16:creationId xmlns:a16="http://schemas.microsoft.com/office/drawing/2014/main" id="{C109F8F8-08FA-A044-2C6B-81A6091E93C3}"/>
                </a:ext>
              </a:extLst>
            </p:cNvPr>
            <p:cNvSpPr/>
            <p:nvPr/>
          </p:nvSpPr>
          <p:spPr>
            <a:xfrm>
              <a:off x="2511656"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8" name="Freeform: Shape 137">
              <a:extLst>
                <a:ext uri="{FF2B5EF4-FFF2-40B4-BE49-F238E27FC236}">
                  <a16:creationId xmlns:a16="http://schemas.microsoft.com/office/drawing/2014/main" id="{345461E6-47A1-E1DC-7007-4BA3430EC7F0}"/>
                </a:ext>
              </a:extLst>
            </p:cNvPr>
            <p:cNvSpPr/>
            <p:nvPr/>
          </p:nvSpPr>
          <p:spPr>
            <a:xfrm>
              <a:off x="6069836" y="3350510"/>
              <a:ext cx="51990" cy="52674"/>
            </a:xfrm>
            <a:custGeom>
              <a:avLst/>
              <a:gdLst>
                <a:gd name="connsiteX0" fmla="*/ 36280 w 51990"/>
                <a:gd name="connsiteY0" fmla="*/ 2093 h 52674"/>
                <a:gd name="connsiteX1" fmla="*/ 26163 w 51990"/>
                <a:gd name="connsiteY1" fmla="*/ 0 h 52674"/>
                <a:gd name="connsiteX2" fmla="*/ 26163 w 51990"/>
                <a:gd name="connsiteY2" fmla="*/ 0 h 52674"/>
                <a:gd name="connsiteX3" fmla="*/ 20930 w 51990"/>
                <a:gd name="connsiteY3" fmla="*/ 698 h 52674"/>
                <a:gd name="connsiteX4" fmla="*/ 18489 w 51990"/>
                <a:gd name="connsiteY4" fmla="*/ 1395 h 52674"/>
                <a:gd name="connsiteX5" fmla="*/ 2093 w 51990"/>
                <a:gd name="connsiteY5" fmla="*/ 16047 h 52674"/>
                <a:gd name="connsiteX6" fmla="*/ 0 w 51990"/>
                <a:gd name="connsiteY6" fmla="*/ 26163 h 52674"/>
                <a:gd name="connsiteX7" fmla="*/ 0 w 51990"/>
                <a:gd name="connsiteY7" fmla="*/ 28954 h 52674"/>
                <a:gd name="connsiteX8" fmla="*/ 18140 w 51990"/>
                <a:gd name="connsiteY8" fmla="*/ 51280 h 52674"/>
                <a:gd name="connsiteX9" fmla="*/ 20582 w 51990"/>
                <a:gd name="connsiteY9" fmla="*/ 51977 h 52674"/>
                <a:gd name="connsiteX10" fmla="*/ 25814 w 51990"/>
                <a:gd name="connsiteY10" fmla="*/ 52675 h 52674"/>
                <a:gd name="connsiteX11" fmla="*/ 25814 w 51990"/>
                <a:gd name="connsiteY11" fmla="*/ 52675 h 52674"/>
                <a:gd name="connsiteX12" fmla="*/ 35931 w 51990"/>
                <a:gd name="connsiteY12" fmla="*/ 50582 h 52674"/>
                <a:gd name="connsiteX13" fmla="*/ 51977 w 51990"/>
                <a:gd name="connsiteY13" fmla="*/ 26512 h 52674"/>
                <a:gd name="connsiteX14" fmla="*/ 36280 w 51990"/>
                <a:gd name="connsiteY14" fmla="*/ 209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90" h="52674">
                  <a:moveTo>
                    <a:pt x="36280" y="2093"/>
                  </a:moveTo>
                  <a:cubicBezTo>
                    <a:pt x="33140" y="698"/>
                    <a:pt x="29652" y="0"/>
                    <a:pt x="26163" y="0"/>
                  </a:cubicBezTo>
                  <a:lnTo>
                    <a:pt x="26163" y="0"/>
                  </a:lnTo>
                  <a:cubicBezTo>
                    <a:pt x="24419" y="0"/>
                    <a:pt x="22675" y="349"/>
                    <a:pt x="20930" y="698"/>
                  </a:cubicBezTo>
                  <a:cubicBezTo>
                    <a:pt x="20233" y="1046"/>
                    <a:pt x="19186" y="1046"/>
                    <a:pt x="18489" y="1395"/>
                  </a:cubicBezTo>
                  <a:cubicBezTo>
                    <a:pt x="11163" y="3837"/>
                    <a:pt x="5233" y="9070"/>
                    <a:pt x="2093" y="16047"/>
                  </a:cubicBezTo>
                  <a:cubicBezTo>
                    <a:pt x="698" y="19186"/>
                    <a:pt x="0" y="22675"/>
                    <a:pt x="0" y="26163"/>
                  </a:cubicBezTo>
                  <a:cubicBezTo>
                    <a:pt x="0" y="27210"/>
                    <a:pt x="0" y="27907"/>
                    <a:pt x="0" y="28954"/>
                  </a:cubicBezTo>
                  <a:cubicBezTo>
                    <a:pt x="1047" y="39419"/>
                    <a:pt x="8372" y="48140"/>
                    <a:pt x="18140" y="51280"/>
                  </a:cubicBezTo>
                  <a:cubicBezTo>
                    <a:pt x="18838" y="51628"/>
                    <a:pt x="19884" y="51628"/>
                    <a:pt x="20582" y="51977"/>
                  </a:cubicBezTo>
                  <a:cubicBezTo>
                    <a:pt x="22326" y="52326"/>
                    <a:pt x="24070" y="52675"/>
                    <a:pt x="25814" y="52675"/>
                  </a:cubicBezTo>
                  <a:lnTo>
                    <a:pt x="25814" y="52675"/>
                  </a:lnTo>
                  <a:cubicBezTo>
                    <a:pt x="29303" y="52675"/>
                    <a:pt x="32791" y="51977"/>
                    <a:pt x="35931" y="50582"/>
                  </a:cubicBezTo>
                  <a:cubicBezTo>
                    <a:pt x="45349" y="46745"/>
                    <a:pt x="51977" y="37326"/>
                    <a:pt x="51977" y="26512"/>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139" name="Freeform: Shape 138">
              <a:extLst>
                <a:ext uri="{FF2B5EF4-FFF2-40B4-BE49-F238E27FC236}">
                  <a16:creationId xmlns:a16="http://schemas.microsoft.com/office/drawing/2014/main" id="{416C223D-50E5-C290-1CD5-27EE728EA287}"/>
                </a:ext>
              </a:extLst>
            </p:cNvPr>
            <p:cNvSpPr/>
            <p:nvPr/>
          </p:nvSpPr>
          <p:spPr>
            <a:xfrm>
              <a:off x="4081442"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40" name="Freeform: Shape 139">
              <a:extLst>
                <a:ext uri="{FF2B5EF4-FFF2-40B4-BE49-F238E27FC236}">
                  <a16:creationId xmlns:a16="http://schemas.microsoft.com/office/drawing/2014/main" id="{96DB3BBC-682A-F05E-6FBE-A80765FF4E6C}"/>
                </a:ext>
              </a:extLst>
            </p:cNvPr>
            <p:cNvSpPr/>
            <p:nvPr/>
          </p:nvSpPr>
          <p:spPr>
            <a:xfrm>
              <a:off x="4081442"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1" name="Freeform: Shape 140">
              <a:extLst>
                <a:ext uri="{FF2B5EF4-FFF2-40B4-BE49-F238E27FC236}">
                  <a16:creationId xmlns:a16="http://schemas.microsoft.com/office/drawing/2014/main" id="{3AFB116B-5E92-4F98-F6CF-6DEF3B23ECBC}"/>
                </a:ext>
              </a:extLst>
            </p:cNvPr>
            <p:cNvSpPr/>
            <p:nvPr/>
          </p:nvSpPr>
          <p:spPr>
            <a:xfrm>
              <a:off x="3662832"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42" name="Freeform: Shape 141">
              <a:extLst>
                <a:ext uri="{FF2B5EF4-FFF2-40B4-BE49-F238E27FC236}">
                  <a16:creationId xmlns:a16="http://schemas.microsoft.com/office/drawing/2014/main" id="{7BF419C3-07FB-9C07-7A11-D7A883A4B3A4}"/>
                </a:ext>
              </a:extLst>
            </p:cNvPr>
            <p:cNvSpPr/>
            <p:nvPr/>
          </p:nvSpPr>
          <p:spPr>
            <a:xfrm>
              <a:off x="3139570" y="5443557"/>
              <a:ext cx="52326" cy="52326"/>
            </a:xfrm>
            <a:custGeom>
              <a:avLst/>
              <a:gdLst>
                <a:gd name="connsiteX0" fmla="*/ 26163 w 52326"/>
                <a:gd name="connsiteY0" fmla="*/ 52326 h 52326"/>
                <a:gd name="connsiteX1" fmla="*/ 26163 w 52326"/>
                <a:gd name="connsiteY1" fmla="*/ 52326 h 52326"/>
                <a:gd name="connsiteX2" fmla="*/ 33838 w 52326"/>
                <a:gd name="connsiteY2" fmla="*/ 51279 h 52326"/>
                <a:gd name="connsiteX3" fmla="*/ 37326 w 52326"/>
                <a:gd name="connsiteY3" fmla="*/ 49884 h 52326"/>
                <a:gd name="connsiteX4" fmla="*/ 40814 w 52326"/>
                <a:gd name="connsiteY4" fmla="*/ 47791 h 52326"/>
                <a:gd name="connsiteX5" fmla="*/ 52326 w 52326"/>
                <a:gd name="connsiteY5" fmla="*/ 26163 h 52326"/>
                <a:gd name="connsiteX6" fmla="*/ 26163 w 52326"/>
                <a:gd name="connsiteY6" fmla="*/ 0 h 52326"/>
                <a:gd name="connsiteX7" fmla="*/ 18489 w 52326"/>
                <a:gd name="connsiteY7" fmla="*/ 1047 h 52326"/>
                <a:gd name="connsiteX8" fmla="*/ 15000 w 52326"/>
                <a:gd name="connsiteY8" fmla="*/ 2442 h 52326"/>
                <a:gd name="connsiteX9" fmla="*/ 11512 w 52326"/>
                <a:gd name="connsiteY9" fmla="*/ 4535 h 52326"/>
                <a:gd name="connsiteX10" fmla="*/ 0 w 52326"/>
                <a:gd name="connsiteY10" fmla="*/ 26163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28954" y="52326"/>
                    <a:pt x="31396" y="51977"/>
                    <a:pt x="33838" y="51279"/>
                  </a:cubicBezTo>
                  <a:cubicBezTo>
                    <a:pt x="34884" y="50931"/>
                    <a:pt x="36280" y="50582"/>
                    <a:pt x="37326" y="49884"/>
                  </a:cubicBezTo>
                  <a:cubicBezTo>
                    <a:pt x="38373" y="49187"/>
                    <a:pt x="39768" y="48838"/>
                    <a:pt x="40814" y="47791"/>
                  </a:cubicBezTo>
                  <a:cubicBezTo>
                    <a:pt x="47791" y="43256"/>
                    <a:pt x="52326" y="35233"/>
                    <a:pt x="52326" y="26163"/>
                  </a:cubicBezTo>
                  <a:cubicBezTo>
                    <a:pt x="52326" y="11861"/>
                    <a:pt x="40465" y="0"/>
                    <a:pt x="26163" y="0"/>
                  </a:cubicBezTo>
                  <a:cubicBezTo>
                    <a:pt x="23372" y="0"/>
                    <a:pt x="20930" y="349"/>
                    <a:pt x="18489" y="1047"/>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3" name="Freeform: Shape 142">
              <a:extLst>
                <a:ext uri="{FF2B5EF4-FFF2-40B4-BE49-F238E27FC236}">
                  <a16:creationId xmlns:a16="http://schemas.microsoft.com/office/drawing/2014/main" id="{42367497-B4F3-FF9C-4020-CC542ED7BCE2}"/>
                </a:ext>
              </a:extLst>
            </p:cNvPr>
            <p:cNvSpPr/>
            <p:nvPr/>
          </p:nvSpPr>
          <p:spPr>
            <a:xfrm>
              <a:off x="272096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4" name="Freeform: Shape 143">
              <a:extLst>
                <a:ext uri="{FF2B5EF4-FFF2-40B4-BE49-F238E27FC236}">
                  <a16:creationId xmlns:a16="http://schemas.microsoft.com/office/drawing/2014/main" id="{B2E64CC9-764B-64CA-5A28-1CA9DFD8A207}"/>
                </a:ext>
              </a:extLst>
            </p:cNvPr>
            <p:cNvSpPr/>
            <p:nvPr/>
          </p:nvSpPr>
          <p:spPr>
            <a:xfrm>
              <a:off x="2093047" y="5443557"/>
              <a:ext cx="52326" cy="52326"/>
            </a:xfrm>
            <a:custGeom>
              <a:avLst/>
              <a:gdLst>
                <a:gd name="connsiteX0" fmla="*/ 33838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8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8"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8" y="1047"/>
                  </a:cubicBezTo>
                  <a:close/>
                </a:path>
              </a:pathLst>
            </a:custGeom>
            <a:grpFill/>
            <a:ln w="3488" cap="flat">
              <a:noFill/>
              <a:prstDash val="solid"/>
              <a:miter/>
            </a:ln>
          </p:spPr>
          <p:txBody>
            <a:bodyPr rtlCol="0" anchor="ctr"/>
            <a:lstStyle/>
            <a:p>
              <a:endParaRPr lang="en-ID"/>
            </a:p>
          </p:txBody>
        </p:sp>
        <p:sp>
          <p:nvSpPr>
            <p:cNvPr id="145" name="Freeform: Shape 144">
              <a:extLst>
                <a:ext uri="{FF2B5EF4-FFF2-40B4-BE49-F238E27FC236}">
                  <a16:creationId xmlns:a16="http://schemas.microsoft.com/office/drawing/2014/main" id="{C0900A0B-1FF7-2EE4-141B-66E5832448A7}"/>
                </a:ext>
              </a:extLst>
            </p:cNvPr>
            <p:cNvSpPr/>
            <p:nvPr/>
          </p:nvSpPr>
          <p:spPr>
            <a:xfrm>
              <a:off x="2093047" y="3664467"/>
              <a:ext cx="52326" cy="52326"/>
            </a:xfrm>
            <a:custGeom>
              <a:avLst/>
              <a:gdLst>
                <a:gd name="connsiteX0" fmla="*/ 26163 w 52326"/>
                <a:gd name="connsiteY0" fmla="*/ 52326 h 52326"/>
                <a:gd name="connsiteX1" fmla="*/ 26163 w 52326"/>
                <a:gd name="connsiteY1" fmla="*/ 52326 h 52326"/>
                <a:gd name="connsiteX2" fmla="*/ 44652 w 52326"/>
                <a:gd name="connsiteY2" fmla="*/ 44652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3489" y="52326"/>
                    <a:pt x="39768" y="49535"/>
                    <a:pt x="44652" y="44652"/>
                  </a:cubicBezTo>
                  <a:cubicBezTo>
                    <a:pt x="49535" y="39768"/>
                    <a:pt x="52326" y="33489"/>
                    <a:pt x="52326" y="26163"/>
                  </a:cubicBezTo>
                  <a:cubicBezTo>
                    <a:pt x="52326" y="11861"/>
                    <a:pt x="40465" y="0"/>
                    <a:pt x="26163" y="0"/>
                  </a:cubicBezTo>
                  <a:cubicBezTo>
                    <a:pt x="18838" y="0"/>
                    <a:pt x="12558" y="2791"/>
                    <a:pt x="7675"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46" name="Freeform: Shape 145">
              <a:extLst>
                <a:ext uri="{FF2B5EF4-FFF2-40B4-BE49-F238E27FC236}">
                  <a16:creationId xmlns:a16="http://schemas.microsoft.com/office/drawing/2014/main" id="{3A4AAE5C-6B96-F6F4-30AB-F70862264E84}"/>
                </a:ext>
              </a:extLst>
            </p:cNvPr>
            <p:cNvSpPr/>
            <p:nvPr/>
          </p:nvSpPr>
          <p:spPr>
            <a:xfrm>
              <a:off x="62791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47" name="Freeform: Shape 146">
              <a:extLst>
                <a:ext uri="{FF2B5EF4-FFF2-40B4-BE49-F238E27FC236}">
                  <a16:creationId xmlns:a16="http://schemas.microsoft.com/office/drawing/2014/main" id="{21C1BAAC-E2B7-8523-9233-B93CDCC4A4D7}"/>
                </a:ext>
              </a:extLst>
            </p:cNvPr>
            <p:cNvSpPr/>
            <p:nvPr/>
          </p:nvSpPr>
          <p:spPr>
            <a:xfrm>
              <a:off x="31395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8" name="Freeform: Shape 147">
              <a:extLst>
                <a:ext uri="{FF2B5EF4-FFF2-40B4-BE49-F238E27FC236}">
                  <a16:creationId xmlns:a16="http://schemas.microsoft.com/office/drawing/2014/main" id="{69FC537D-DFC1-0CB7-6353-0F1D3A39A454}"/>
                </a:ext>
              </a:extLst>
            </p:cNvPr>
            <p:cNvSpPr/>
            <p:nvPr/>
          </p:nvSpPr>
          <p:spPr>
            <a:xfrm>
              <a:off x="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49" name="Freeform: Shape 148">
              <a:extLst>
                <a:ext uri="{FF2B5EF4-FFF2-40B4-BE49-F238E27FC236}">
                  <a16:creationId xmlns:a16="http://schemas.microsoft.com/office/drawing/2014/main" id="{A6EBAFD2-30AD-EA57-21A0-93E3DB8A7EEB}"/>
                </a:ext>
              </a:extLst>
            </p:cNvPr>
            <p:cNvSpPr/>
            <p:nvPr/>
          </p:nvSpPr>
          <p:spPr>
            <a:xfrm>
              <a:off x="0"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0" name="Freeform: Shape 149">
              <a:extLst>
                <a:ext uri="{FF2B5EF4-FFF2-40B4-BE49-F238E27FC236}">
                  <a16:creationId xmlns:a16="http://schemas.microsoft.com/office/drawing/2014/main" id="{53B2A119-F86D-57B3-6BF9-3D3B4E345934}"/>
                </a:ext>
              </a:extLst>
            </p:cNvPr>
            <p:cNvSpPr/>
            <p:nvPr/>
          </p:nvSpPr>
          <p:spPr>
            <a:xfrm>
              <a:off x="5023313" y="3664467"/>
              <a:ext cx="52674" cy="52326"/>
            </a:xfrm>
            <a:custGeom>
              <a:avLst/>
              <a:gdLst>
                <a:gd name="connsiteX0" fmla="*/ 26163 w 52674"/>
                <a:gd name="connsiteY0" fmla="*/ 0 h 52326"/>
                <a:gd name="connsiteX1" fmla="*/ 0 w 52674"/>
                <a:gd name="connsiteY1" fmla="*/ 26163 h 52326"/>
                <a:gd name="connsiteX2" fmla="*/ 15349 w 52674"/>
                <a:gd name="connsiteY2" fmla="*/ 49884 h 52326"/>
                <a:gd name="connsiteX3" fmla="*/ 23372 w 52674"/>
                <a:gd name="connsiteY3" fmla="*/ 51977 h 52326"/>
                <a:gd name="connsiteX4" fmla="*/ 26512 w 52674"/>
                <a:gd name="connsiteY4" fmla="*/ 52326 h 52326"/>
                <a:gd name="connsiteX5" fmla="*/ 52675 w 52674"/>
                <a:gd name="connsiteY5" fmla="*/ 26163 h 52326"/>
                <a:gd name="connsiteX6" fmla="*/ 26163 w 52674"/>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4" h="52326">
                  <a:moveTo>
                    <a:pt x="26163" y="0"/>
                  </a:move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814" y="52326"/>
                    <a:pt x="52675" y="40465"/>
                    <a:pt x="52675"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51" name="Freeform: Shape 150">
              <a:extLst>
                <a:ext uri="{FF2B5EF4-FFF2-40B4-BE49-F238E27FC236}">
                  <a16:creationId xmlns:a16="http://schemas.microsoft.com/office/drawing/2014/main" id="{1A27ACB3-220C-FDC0-35D5-670F6386A1B4}"/>
                </a:ext>
              </a:extLst>
            </p:cNvPr>
            <p:cNvSpPr/>
            <p:nvPr/>
          </p:nvSpPr>
          <p:spPr>
            <a:xfrm>
              <a:off x="3872137"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3605" y="0"/>
                    <a:pt x="3140" y="9070"/>
                    <a:pt x="698" y="20930"/>
                  </a:cubicBezTo>
                  <a:cubicBezTo>
                    <a:pt x="349" y="22675"/>
                    <a:pt x="0" y="2441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2" name="Freeform: Shape 151">
              <a:extLst>
                <a:ext uri="{FF2B5EF4-FFF2-40B4-BE49-F238E27FC236}">
                  <a16:creationId xmlns:a16="http://schemas.microsoft.com/office/drawing/2014/main" id="{22822DB0-627F-D8F6-9EB3-2C47F61818B2}"/>
                </a:ext>
              </a:extLst>
            </p:cNvPr>
            <p:cNvSpPr/>
            <p:nvPr/>
          </p:nvSpPr>
          <p:spPr>
            <a:xfrm>
              <a:off x="5023313" y="3350510"/>
              <a:ext cx="52326" cy="52326"/>
            </a:xfrm>
            <a:custGeom>
              <a:avLst/>
              <a:gdLst>
                <a:gd name="connsiteX0" fmla="*/ 0 w 52326"/>
                <a:gd name="connsiteY0" fmla="*/ 26163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0 w 52326"/>
                <a:gd name="connsiteY9" fmla="*/ 26163 h 52326"/>
                <a:gd name="connsiteX10" fmla="*/ 0 w 52326"/>
                <a:gd name="connsiteY10"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0" y="26163"/>
                  </a:moveTo>
                  <a:cubicBezTo>
                    <a:pt x="0" y="26163"/>
                    <a:pt x="0" y="26163"/>
                    <a:pt x="0" y="26163"/>
                  </a:cubicBezTo>
                  <a:cubicBezTo>
                    <a:pt x="0" y="40465"/>
                    <a:pt x="11861" y="52326"/>
                    <a:pt x="26163" y="52326"/>
                  </a:cubicBez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153" name="Freeform: Shape 152">
              <a:extLst>
                <a:ext uri="{FF2B5EF4-FFF2-40B4-BE49-F238E27FC236}">
                  <a16:creationId xmlns:a16="http://schemas.microsoft.com/office/drawing/2014/main" id="{AA08D478-C545-1069-31C5-713E64A83315}"/>
                </a:ext>
              </a:extLst>
            </p:cNvPr>
            <p:cNvSpPr/>
            <p:nvPr/>
          </p:nvSpPr>
          <p:spPr>
            <a:xfrm>
              <a:off x="3244223"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54" name="Freeform: Shape 153">
              <a:extLst>
                <a:ext uri="{FF2B5EF4-FFF2-40B4-BE49-F238E27FC236}">
                  <a16:creationId xmlns:a16="http://schemas.microsoft.com/office/drawing/2014/main" id="{23906831-BDBA-89B1-8C5E-FC16885D278E}"/>
                </a:ext>
              </a:extLst>
            </p:cNvPr>
            <p:cNvSpPr/>
            <p:nvPr/>
          </p:nvSpPr>
          <p:spPr>
            <a:xfrm>
              <a:off x="1674437"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55" name="Freeform: Shape 154">
              <a:extLst>
                <a:ext uri="{FF2B5EF4-FFF2-40B4-BE49-F238E27FC236}">
                  <a16:creationId xmlns:a16="http://schemas.microsoft.com/office/drawing/2014/main" id="{8F6B3E70-4534-438A-01D9-FC76A60D8F31}"/>
                </a:ext>
              </a:extLst>
            </p:cNvPr>
            <p:cNvSpPr/>
            <p:nvPr/>
          </p:nvSpPr>
          <p:spPr>
            <a:xfrm>
              <a:off x="2093047"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56" name="Freeform: Shape 155">
              <a:extLst>
                <a:ext uri="{FF2B5EF4-FFF2-40B4-BE49-F238E27FC236}">
                  <a16:creationId xmlns:a16="http://schemas.microsoft.com/office/drawing/2014/main" id="{CCCF9002-6B7B-00A1-21F1-B595ABD48129}"/>
                </a:ext>
              </a:extLst>
            </p:cNvPr>
            <p:cNvSpPr/>
            <p:nvPr/>
          </p:nvSpPr>
          <p:spPr>
            <a:xfrm>
              <a:off x="533727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7" name="Freeform: Shape 156">
              <a:extLst>
                <a:ext uri="{FF2B5EF4-FFF2-40B4-BE49-F238E27FC236}">
                  <a16:creationId xmlns:a16="http://schemas.microsoft.com/office/drawing/2014/main" id="{F4EC38D7-247C-A275-7CB0-B978E8E09A97}"/>
                </a:ext>
              </a:extLst>
            </p:cNvPr>
            <p:cNvSpPr/>
            <p:nvPr/>
          </p:nvSpPr>
          <p:spPr>
            <a:xfrm>
              <a:off x="5546575"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7 w 52326"/>
                <a:gd name="connsiteY3" fmla="*/ 2442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5" y="52326"/>
                    <a:pt x="52326" y="40465"/>
                    <a:pt x="52326" y="26163"/>
                  </a:cubicBezTo>
                  <a:cubicBezTo>
                    <a:pt x="52326" y="15698"/>
                    <a:pt x="46047" y="6628"/>
                    <a:pt x="36977" y="2442"/>
                  </a:cubicBezTo>
                  <a:cubicBezTo>
                    <a:pt x="34535" y="1395"/>
                    <a:pt x="31744" y="698"/>
                    <a:pt x="29303" y="349"/>
                  </a:cubicBezTo>
                  <a:cubicBezTo>
                    <a:pt x="28256" y="349"/>
                    <a:pt x="27210"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58" name="Freeform: Shape 157">
              <a:extLst>
                <a:ext uri="{FF2B5EF4-FFF2-40B4-BE49-F238E27FC236}">
                  <a16:creationId xmlns:a16="http://schemas.microsoft.com/office/drawing/2014/main" id="{87376689-95F4-CE9F-D101-8DC842D94409}"/>
                </a:ext>
              </a:extLst>
            </p:cNvPr>
            <p:cNvSpPr/>
            <p:nvPr/>
          </p:nvSpPr>
          <p:spPr>
            <a:xfrm>
              <a:off x="460470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59" name="Freeform: Shape 158">
              <a:extLst>
                <a:ext uri="{FF2B5EF4-FFF2-40B4-BE49-F238E27FC236}">
                  <a16:creationId xmlns:a16="http://schemas.microsoft.com/office/drawing/2014/main" id="{E8824C20-71EB-AB48-518F-DD979BE47ACD}"/>
                </a:ext>
              </a:extLst>
            </p:cNvPr>
            <p:cNvSpPr/>
            <p:nvPr/>
          </p:nvSpPr>
          <p:spPr>
            <a:xfrm>
              <a:off x="439539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0" name="Freeform: Shape 159">
              <a:extLst>
                <a:ext uri="{FF2B5EF4-FFF2-40B4-BE49-F238E27FC236}">
                  <a16:creationId xmlns:a16="http://schemas.microsoft.com/office/drawing/2014/main" id="{E6DDFDD2-694E-878D-D78C-DA2C93E65266}"/>
                </a:ext>
              </a:extLst>
            </p:cNvPr>
            <p:cNvSpPr/>
            <p:nvPr/>
          </p:nvSpPr>
          <p:spPr>
            <a:xfrm>
              <a:off x="408144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1" name="Freeform: Shape 160">
              <a:extLst>
                <a:ext uri="{FF2B5EF4-FFF2-40B4-BE49-F238E27FC236}">
                  <a16:creationId xmlns:a16="http://schemas.microsoft.com/office/drawing/2014/main" id="{C17EE72D-4781-6CEB-0F93-CBCA9F1CA3D5}"/>
                </a:ext>
              </a:extLst>
            </p:cNvPr>
            <p:cNvSpPr/>
            <p:nvPr/>
          </p:nvSpPr>
          <p:spPr>
            <a:xfrm>
              <a:off x="366283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2" name="Freeform: Shape 161">
              <a:extLst>
                <a:ext uri="{FF2B5EF4-FFF2-40B4-BE49-F238E27FC236}">
                  <a16:creationId xmlns:a16="http://schemas.microsoft.com/office/drawing/2014/main" id="{69813103-F8BC-C583-9D9F-57C9AD2CFEA6}"/>
                </a:ext>
              </a:extLst>
            </p:cNvPr>
            <p:cNvSpPr/>
            <p:nvPr/>
          </p:nvSpPr>
          <p:spPr>
            <a:xfrm>
              <a:off x="3558180" y="3350510"/>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lnTo>
                    <a:pt x="26163" y="52326"/>
                  </a:lnTo>
                  <a:cubicBezTo>
                    <a:pt x="40465" y="52326"/>
                    <a:pt x="52326" y="40465"/>
                    <a:pt x="52326" y="26163"/>
                  </a:cubicBezTo>
                  <a:cubicBezTo>
                    <a:pt x="52326" y="11861"/>
                    <a:pt x="40465" y="0"/>
                    <a:pt x="26163" y="0"/>
                  </a:cubicBezTo>
                  <a:lnTo>
                    <a:pt x="26163" y="0"/>
                  </a:ln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3" name="Freeform: Shape 162">
              <a:extLst>
                <a:ext uri="{FF2B5EF4-FFF2-40B4-BE49-F238E27FC236}">
                  <a16:creationId xmlns:a16="http://schemas.microsoft.com/office/drawing/2014/main" id="{B10393C4-477E-38E4-B075-A7DFBAEDBC71}"/>
                </a:ext>
              </a:extLst>
            </p:cNvPr>
            <p:cNvSpPr/>
            <p:nvPr/>
          </p:nvSpPr>
          <p:spPr>
            <a:xfrm>
              <a:off x="3558180"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4" name="Freeform: Shape 163">
              <a:extLst>
                <a:ext uri="{FF2B5EF4-FFF2-40B4-BE49-F238E27FC236}">
                  <a16:creationId xmlns:a16="http://schemas.microsoft.com/office/drawing/2014/main" id="{B509D903-E9B8-1D24-003A-A178A9FECDA3}"/>
                </a:ext>
              </a:extLst>
            </p:cNvPr>
            <p:cNvSpPr/>
            <p:nvPr/>
          </p:nvSpPr>
          <p:spPr>
            <a:xfrm>
              <a:off x="355818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65" name="Freeform: Shape 164">
              <a:extLst>
                <a:ext uri="{FF2B5EF4-FFF2-40B4-BE49-F238E27FC236}">
                  <a16:creationId xmlns:a16="http://schemas.microsoft.com/office/drawing/2014/main" id="{C2CFFD75-8B15-C4DE-FBAB-A75A294984A3}"/>
                </a:ext>
              </a:extLst>
            </p:cNvPr>
            <p:cNvSpPr/>
            <p:nvPr/>
          </p:nvSpPr>
          <p:spPr>
            <a:xfrm>
              <a:off x="2511656"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6" y="52326"/>
                    <a:pt x="41163" y="48838"/>
                    <a:pt x="46047" y="43256"/>
                  </a:cubicBezTo>
                  <a:cubicBezTo>
                    <a:pt x="46396" y="42907"/>
                    <a:pt x="46745" y="42210"/>
                    <a:pt x="47094" y="41861"/>
                  </a:cubicBezTo>
                  <a:cubicBezTo>
                    <a:pt x="47791" y="40814"/>
                    <a:pt x="48489" y="39768"/>
                    <a:pt x="49187" y="38721"/>
                  </a:cubicBezTo>
                  <a:cubicBezTo>
                    <a:pt x="51280" y="34884"/>
                    <a:pt x="52326" y="30698"/>
                    <a:pt x="52326" y="26163"/>
                  </a:cubicBezTo>
                  <a:cubicBezTo>
                    <a:pt x="52326" y="11861"/>
                    <a:pt x="40465" y="0"/>
                    <a:pt x="26163" y="0"/>
                  </a:cubicBezTo>
                  <a:lnTo>
                    <a:pt x="26163" y="0"/>
                  </a:lnTo>
                  <a:cubicBezTo>
                    <a:pt x="16396" y="0"/>
                    <a:pt x="7675" y="5581"/>
                    <a:pt x="3140" y="13605"/>
                  </a:cubicBezTo>
                  <a:cubicBezTo>
                    <a:pt x="1046"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66" name="Freeform: Shape 165">
              <a:extLst>
                <a:ext uri="{FF2B5EF4-FFF2-40B4-BE49-F238E27FC236}">
                  <a16:creationId xmlns:a16="http://schemas.microsoft.com/office/drawing/2014/main" id="{558BDE57-42B5-9F41-AC8D-55870EC191E8}"/>
                </a:ext>
              </a:extLst>
            </p:cNvPr>
            <p:cNvSpPr/>
            <p:nvPr/>
          </p:nvSpPr>
          <p:spPr>
            <a:xfrm>
              <a:off x="167443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7" name="Freeform: Shape 166">
              <a:extLst>
                <a:ext uri="{FF2B5EF4-FFF2-40B4-BE49-F238E27FC236}">
                  <a16:creationId xmlns:a16="http://schemas.microsoft.com/office/drawing/2014/main" id="{ABF9DFD1-7E1D-285F-4A89-207C1474ED25}"/>
                </a:ext>
              </a:extLst>
            </p:cNvPr>
            <p:cNvSpPr/>
            <p:nvPr/>
          </p:nvSpPr>
          <p:spPr>
            <a:xfrm>
              <a:off x="136048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68" name="Freeform: Shape 167">
              <a:extLst>
                <a:ext uri="{FF2B5EF4-FFF2-40B4-BE49-F238E27FC236}">
                  <a16:creationId xmlns:a16="http://schemas.microsoft.com/office/drawing/2014/main" id="{9FA3EF0B-E27C-2793-5013-E89B3979724E}"/>
                </a:ext>
              </a:extLst>
            </p:cNvPr>
            <p:cNvSpPr/>
            <p:nvPr/>
          </p:nvSpPr>
          <p:spPr>
            <a:xfrm>
              <a:off x="83721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69" name="Freeform: Shape 168">
              <a:extLst>
                <a:ext uri="{FF2B5EF4-FFF2-40B4-BE49-F238E27FC236}">
                  <a16:creationId xmlns:a16="http://schemas.microsoft.com/office/drawing/2014/main" id="{D0134C90-1FED-145A-72B3-0AE65DEFD7AE}"/>
                </a:ext>
              </a:extLst>
            </p:cNvPr>
            <p:cNvSpPr/>
            <p:nvPr/>
          </p:nvSpPr>
          <p:spPr>
            <a:xfrm rot="17550026">
              <a:off x="523350" y="5338960"/>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170" name="Freeform: Shape 169">
              <a:extLst>
                <a:ext uri="{FF2B5EF4-FFF2-40B4-BE49-F238E27FC236}">
                  <a16:creationId xmlns:a16="http://schemas.microsoft.com/office/drawing/2014/main" id="{0622D93E-5D07-7E83-F797-2DE3C073BF30}"/>
                </a:ext>
              </a:extLst>
            </p:cNvPr>
            <p:cNvSpPr/>
            <p:nvPr/>
          </p:nvSpPr>
          <p:spPr>
            <a:xfrm>
              <a:off x="418609"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1" name="Freeform: Shape 170">
              <a:extLst>
                <a:ext uri="{FF2B5EF4-FFF2-40B4-BE49-F238E27FC236}">
                  <a16:creationId xmlns:a16="http://schemas.microsoft.com/office/drawing/2014/main" id="{12DA8154-A4F7-1B18-1D41-8D1BA9BD9EE4}"/>
                </a:ext>
              </a:extLst>
            </p:cNvPr>
            <p:cNvSpPr/>
            <p:nvPr/>
          </p:nvSpPr>
          <p:spPr>
            <a:xfrm>
              <a:off x="20930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2" name="Freeform: Shape 171">
              <a:extLst>
                <a:ext uri="{FF2B5EF4-FFF2-40B4-BE49-F238E27FC236}">
                  <a16:creationId xmlns:a16="http://schemas.microsoft.com/office/drawing/2014/main" id="{45B981F7-FF83-389C-8C6C-ACAD922229D2}"/>
                </a:ext>
              </a:extLst>
            </p:cNvPr>
            <p:cNvSpPr/>
            <p:nvPr/>
          </p:nvSpPr>
          <p:spPr>
            <a:xfrm>
              <a:off x="2511656"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4" y="0"/>
                    <a:pt x="26163" y="0"/>
                  </a:cubicBezTo>
                  <a:cubicBezTo>
                    <a:pt x="11861" y="0"/>
                    <a:pt x="0" y="11861"/>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73" name="Freeform: Shape 172">
              <a:extLst>
                <a:ext uri="{FF2B5EF4-FFF2-40B4-BE49-F238E27FC236}">
                  <a16:creationId xmlns:a16="http://schemas.microsoft.com/office/drawing/2014/main" id="{591B43C4-6CA1-82A1-0F03-6F41B2BA45A5}"/>
                </a:ext>
              </a:extLst>
            </p:cNvPr>
            <p:cNvSpPr/>
            <p:nvPr/>
          </p:nvSpPr>
          <p:spPr>
            <a:xfrm>
              <a:off x="5546575" y="3350510"/>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373"/>
                    <a:pt x="3140" y="38373"/>
                  </a:cubicBezTo>
                  <a:cubicBezTo>
                    <a:pt x="7674" y="46745"/>
                    <a:pt x="16395"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1"/>
                    <a:pt x="0" y="26163"/>
                  </a:cubicBezTo>
                  <a:cubicBezTo>
                    <a:pt x="0" y="29652"/>
                    <a:pt x="698" y="33140"/>
                    <a:pt x="2093" y="36280"/>
                  </a:cubicBezTo>
                  <a:cubicBezTo>
                    <a:pt x="2442" y="36977"/>
                    <a:pt x="2791" y="37675"/>
                    <a:pt x="3140" y="38373"/>
                  </a:cubicBezTo>
                  <a:close/>
                </a:path>
              </a:pathLst>
            </a:custGeom>
            <a:grpFill/>
            <a:ln w="3488" cap="flat">
              <a:noFill/>
              <a:prstDash val="solid"/>
              <a:miter/>
            </a:ln>
          </p:spPr>
          <p:txBody>
            <a:bodyPr rtlCol="0" anchor="ctr"/>
            <a:lstStyle/>
            <a:p>
              <a:endParaRPr lang="en-ID"/>
            </a:p>
          </p:txBody>
        </p:sp>
        <p:sp>
          <p:nvSpPr>
            <p:cNvPr id="174" name="Freeform: Shape 173">
              <a:extLst>
                <a:ext uri="{FF2B5EF4-FFF2-40B4-BE49-F238E27FC236}">
                  <a16:creationId xmlns:a16="http://schemas.microsoft.com/office/drawing/2014/main" id="{87FBACBF-11EF-F9B9-8E5E-15B081217FD1}"/>
                </a:ext>
              </a:extLst>
            </p:cNvPr>
            <p:cNvSpPr/>
            <p:nvPr/>
          </p:nvSpPr>
          <p:spPr>
            <a:xfrm>
              <a:off x="4604703" y="5338905"/>
              <a:ext cx="52326" cy="52326"/>
            </a:xfrm>
            <a:custGeom>
              <a:avLst/>
              <a:gdLst>
                <a:gd name="connsiteX0" fmla="*/ 49187 w 52326"/>
                <a:gd name="connsiteY0" fmla="*/ 13605 h 52326"/>
                <a:gd name="connsiteX1" fmla="*/ 26163 w 52326"/>
                <a:gd name="connsiteY1" fmla="*/ 0 h 52326"/>
                <a:gd name="connsiteX2" fmla="*/ 0 w 52326"/>
                <a:gd name="connsiteY2" fmla="*/ 26163 h 52326"/>
                <a:gd name="connsiteX3" fmla="*/ 3140 w 52326"/>
                <a:gd name="connsiteY3" fmla="*/ 38721 h 52326"/>
                <a:gd name="connsiteX4" fmla="*/ 26163 w 52326"/>
                <a:gd name="connsiteY4" fmla="*/ 52326 h 52326"/>
                <a:gd name="connsiteX5" fmla="*/ 52326 w 52326"/>
                <a:gd name="connsiteY5" fmla="*/ 26163 h 52326"/>
                <a:gd name="connsiteX6" fmla="*/ 49187 w 52326"/>
                <a:gd name="connsiteY6" fmla="*/ 13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9187" y="13605"/>
                  </a:moveTo>
                  <a:cubicBezTo>
                    <a:pt x="44652" y="5581"/>
                    <a:pt x="36280" y="0"/>
                    <a:pt x="26163" y="0"/>
                  </a:cubicBezTo>
                  <a:cubicBezTo>
                    <a:pt x="11861" y="0"/>
                    <a:pt x="0" y="11861"/>
                    <a:pt x="0" y="26163"/>
                  </a:cubicBezTo>
                  <a:cubicBezTo>
                    <a:pt x="0" y="30698"/>
                    <a:pt x="1047" y="34884"/>
                    <a:pt x="3140" y="38721"/>
                  </a:cubicBezTo>
                  <a:cubicBezTo>
                    <a:pt x="7674" y="46745"/>
                    <a:pt x="16047" y="52326"/>
                    <a:pt x="26163" y="52326"/>
                  </a:cubicBezTo>
                  <a:cubicBezTo>
                    <a:pt x="40465" y="52326"/>
                    <a:pt x="52326" y="40465"/>
                    <a:pt x="52326" y="26163"/>
                  </a:cubicBezTo>
                  <a:cubicBezTo>
                    <a:pt x="52326" y="21628"/>
                    <a:pt x="51279" y="17442"/>
                    <a:pt x="49187" y="13605"/>
                  </a:cubicBezTo>
                  <a:close/>
                </a:path>
              </a:pathLst>
            </a:custGeom>
            <a:grpFill/>
            <a:ln w="3488" cap="flat">
              <a:noFill/>
              <a:prstDash val="solid"/>
              <a:miter/>
            </a:ln>
          </p:spPr>
          <p:txBody>
            <a:bodyPr rtlCol="0" anchor="ctr"/>
            <a:lstStyle/>
            <a:p>
              <a:endParaRPr lang="en-ID"/>
            </a:p>
          </p:txBody>
        </p:sp>
        <p:sp>
          <p:nvSpPr>
            <p:cNvPr id="175" name="Freeform: Shape 174">
              <a:extLst>
                <a:ext uri="{FF2B5EF4-FFF2-40B4-BE49-F238E27FC236}">
                  <a16:creationId xmlns:a16="http://schemas.microsoft.com/office/drawing/2014/main" id="{A415DD32-7CB8-3FBE-5082-10C18D3E3EA6}"/>
                </a:ext>
              </a:extLst>
            </p:cNvPr>
            <p:cNvSpPr/>
            <p:nvPr/>
          </p:nvSpPr>
          <p:spPr>
            <a:xfrm>
              <a:off x="941871" y="5443557"/>
              <a:ext cx="52326" cy="52326"/>
            </a:xfrm>
            <a:custGeom>
              <a:avLst/>
              <a:gdLst>
                <a:gd name="connsiteX0" fmla="*/ 698 w 52326"/>
                <a:gd name="connsiteY0" fmla="*/ 31396 h 52326"/>
                <a:gd name="connsiteX1" fmla="*/ 26163 w 52326"/>
                <a:gd name="connsiteY1" fmla="*/ 52326 h 52326"/>
                <a:gd name="connsiteX2" fmla="*/ 26163 w 52326"/>
                <a:gd name="connsiteY2" fmla="*/ 52326 h 52326"/>
                <a:gd name="connsiteX3" fmla="*/ 52326 w 52326"/>
                <a:gd name="connsiteY3" fmla="*/ 26163 h 52326"/>
                <a:gd name="connsiteX4" fmla="*/ 51628 w 52326"/>
                <a:gd name="connsiteY4" fmla="*/ 20930 h 52326"/>
                <a:gd name="connsiteX5" fmla="*/ 26163 w 52326"/>
                <a:gd name="connsiteY5" fmla="*/ 0 h 52326"/>
                <a:gd name="connsiteX6" fmla="*/ 0 w 52326"/>
                <a:gd name="connsiteY6" fmla="*/ 26163 h 52326"/>
                <a:gd name="connsiteX7" fmla="*/ 698 w 52326"/>
                <a:gd name="connsiteY7" fmla="*/ 3139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698" y="31396"/>
                  </a:moveTo>
                  <a:cubicBezTo>
                    <a:pt x="3140" y="43256"/>
                    <a:pt x="13605" y="52326"/>
                    <a:pt x="26163" y="52326"/>
                  </a:cubicBezTo>
                  <a:lnTo>
                    <a:pt x="26163" y="52326"/>
                  </a:lnTo>
                  <a:cubicBezTo>
                    <a:pt x="40466" y="52326"/>
                    <a:pt x="52326" y="40465"/>
                    <a:pt x="52326" y="26163"/>
                  </a:cubicBezTo>
                  <a:cubicBezTo>
                    <a:pt x="52326" y="24419"/>
                    <a:pt x="51977" y="22675"/>
                    <a:pt x="51628" y="20930"/>
                  </a:cubicBezTo>
                  <a:cubicBezTo>
                    <a:pt x="49187" y="9070"/>
                    <a:pt x="38721" y="0"/>
                    <a:pt x="26163" y="0"/>
                  </a:cubicBezTo>
                  <a:cubicBezTo>
                    <a:pt x="11861" y="0"/>
                    <a:pt x="0" y="11861"/>
                    <a:pt x="0" y="26163"/>
                  </a:cubicBezTo>
                  <a:cubicBezTo>
                    <a:pt x="0" y="27907"/>
                    <a:pt x="349" y="29652"/>
                    <a:pt x="698" y="31396"/>
                  </a:cubicBezTo>
                  <a:close/>
                </a:path>
              </a:pathLst>
            </a:custGeom>
            <a:grpFill/>
            <a:ln w="3488" cap="flat">
              <a:noFill/>
              <a:prstDash val="solid"/>
              <a:miter/>
            </a:ln>
          </p:spPr>
          <p:txBody>
            <a:bodyPr rtlCol="0" anchor="ctr"/>
            <a:lstStyle/>
            <a:p>
              <a:endParaRPr lang="en-ID"/>
            </a:p>
          </p:txBody>
        </p:sp>
        <p:sp>
          <p:nvSpPr>
            <p:cNvPr id="176" name="Freeform: Shape 175">
              <a:extLst>
                <a:ext uri="{FF2B5EF4-FFF2-40B4-BE49-F238E27FC236}">
                  <a16:creationId xmlns:a16="http://schemas.microsoft.com/office/drawing/2014/main" id="{82FD0E5A-FE06-6BD3-FD07-D6BA6F0D48C2}"/>
                </a:ext>
              </a:extLst>
            </p:cNvPr>
            <p:cNvSpPr/>
            <p:nvPr/>
          </p:nvSpPr>
          <p:spPr>
            <a:xfrm>
              <a:off x="439539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77" name="Freeform: Shape 176">
              <a:extLst>
                <a:ext uri="{FF2B5EF4-FFF2-40B4-BE49-F238E27FC236}">
                  <a16:creationId xmlns:a16="http://schemas.microsoft.com/office/drawing/2014/main" id="{4F85D275-BD65-28FF-C512-5C1966C6D471}"/>
                </a:ext>
              </a:extLst>
            </p:cNvPr>
            <p:cNvSpPr/>
            <p:nvPr/>
          </p:nvSpPr>
          <p:spPr>
            <a:xfrm>
              <a:off x="4395399"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78" name="Freeform: Shape 177">
              <a:extLst>
                <a:ext uri="{FF2B5EF4-FFF2-40B4-BE49-F238E27FC236}">
                  <a16:creationId xmlns:a16="http://schemas.microsoft.com/office/drawing/2014/main" id="{D14C85F5-CC2E-225B-1072-0FE6EFA08AFC}"/>
                </a:ext>
              </a:extLst>
            </p:cNvPr>
            <p:cNvSpPr/>
            <p:nvPr/>
          </p:nvSpPr>
          <p:spPr>
            <a:xfrm>
              <a:off x="5127965"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79" name="Freeform: Shape 178">
              <a:extLst>
                <a:ext uri="{FF2B5EF4-FFF2-40B4-BE49-F238E27FC236}">
                  <a16:creationId xmlns:a16="http://schemas.microsoft.com/office/drawing/2014/main" id="{6AB11207-AE19-9C20-88E2-F78D605E55C6}"/>
                </a:ext>
              </a:extLst>
            </p:cNvPr>
            <p:cNvSpPr/>
            <p:nvPr/>
          </p:nvSpPr>
          <p:spPr>
            <a:xfrm>
              <a:off x="47093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0" name="Freeform: Shape 179">
              <a:extLst>
                <a:ext uri="{FF2B5EF4-FFF2-40B4-BE49-F238E27FC236}">
                  <a16:creationId xmlns:a16="http://schemas.microsoft.com/office/drawing/2014/main" id="{2A23646B-F766-C5E5-01BB-D1AC6F14DE0F}"/>
                </a:ext>
              </a:extLst>
            </p:cNvPr>
            <p:cNvSpPr/>
            <p:nvPr/>
          </p:nvSpPr>
          <p:spPr>
            <a:xfrm>
              <a:off x="45000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1" name="Freeform: Shape 180">
              <a:extLst>
                <a:ext uri="{FF2B5EF4-FFF2-40B4-BE49-F238E27FC236}">
                  <a16:creationId xmlns:a16="http://schemas.microsoft.com/office/drawing/2014/main" id="{B1DF05E4-2721-E041-FA99-E6D539CE6333}"/>
                </a:ext>
              </a:extLst>
            </p:cNvPr>
            <p:cNvSpPr/>
            <p:nvPr/>
          </p:nvSpPr>
          <p:spPr>
            <a:xfrm>
              <a:off x="38721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82" name="Freeform: Shape 181">
              <a:extLst>
                <a:ext uri="{FF2B5EF4-FFF2-40B4-BE49-F238E27FC236}">
                  <a16:creationId xmlns:a16="http://schemas.microsoft.com/office/drawing/2014/main" id="{9309BB60-6E98-3553-7A52-59A745878D93}"/>
                </a:ext>
              </a:extLst>
            </p:cNvPr>
            <p:cNvSpPr/>
            <p:nvPr/>
          </p:nvSpPr>
          <p:spPr>
            <a:xfrm>
              <a:off x="324422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3" name="Freeform: Shape 182">
              <a:extLst>
                <a:ext uri="{FF2B5EF4-FFF2-40B4-BE49-F238E27FC236}">
                  <a16:creationId xmlns:a16="http://schemas.microsoft.com/office/drawing/2014/main" id="{F2F9EF47-8010-5423-E342-85172423B960}"/>
                </a:ext>
              </a:extLst>
            </p:cNvPr>
            <p:cNvSpPr/>
            <p:nvPr/>
          </p:nvSpPr>
          <p:spPr>
            <a:xfrm>
              <a:off x="293026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4" name="Freeform: Shape 183">
              <a:extLst>
                <a:ext uri="{FF2B5EF4-FFF2-40B4-BE49-F238E27FC236}">
                  <a16:creationId xmlns:a16="http://schemas.microsoft.com/office/drawing/2014/main" id="{EE1C44E7-D7EE-B8E6-6733-9A951B471B5A}"/>
                </a:ext>
              </a:extLst>
            </p:cNvPr>
            <p:cNvSpPr/>
            <p:nvPr/>
          </p:nvSpPr>
          <p:spPr>
            <a:xfrm>
              <a:off x="251165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5" name="Freeform: Shape 184">
              <a:extLst>
                <a:ext uri="{FF2B5EF4-FFF2-40B4-BE49-F238E27FC236}">
                  <a16:creationId xmlns:a16="http://schemas.microsoft.com/office/drawing/2014/main" id="{9896304B-818E-9A63-B4CC-84BC1F12B449}"/>
                </a:ext>
              </a:extLst>
            </p:cNvPr>
            <p:cNvSpPr/>
            <p:nvPr/>
          </p:nvSpPr>
          <p:spPr>
            <a:xfrm>
              <a:off x="23023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86" name="Freeform: Shape 185">
              <a:extLst>
                <a:ext uri="{FF2B5EF4-FFF2-40B4-BE49-F238E27FC236}">
                  <a16:creationId xmlns:a16="http://schemas.microsoft.com/office/drawing/2014/main" id="{8028ABD6-F059-1EF2-FE8A-9E8A370E078B}"/>
                </a:ext>
              </a:extLst>
            </p:cNvPr>
            <p:cNvSpPr/>
            <p:nvPr/>
          </p:nvSpPr>
          <p:spPr>
            <a:xfrm>
              <a:off x="146513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7" name="Freeform: Shape 186">
              <a:extLst>
                <a:ext uri="{FF2B5EF4-FFF2-40B4-BE49-F238E27FC236}">
                  <a16:creationId xmlns:a16="http://schemas.microsoft.com/office/drawing/2014/main" id="{926CB1C9-D151-E627-EA46-CC98824AAA86}"/>
                </a:ext>
              </a:extLst>
            </p:cNvPr>
            <p:cNvSpPr/>
            <p:nvPr/>
          </p:nvSpPr>
          <p:spPr>
            <a:xfrm>
              <a:off x="136048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88" name="Freeform: Shape 187">
              <a:extLst>
                <a:ext uri="{FF2B5EF4-FFF2-40B4-BE49-F238E27FC236}">
                  <a16:creationId xmlns:a16="http://schemas.microsoft.com/office/drawing/2014/main" id="{7387CD87-758B-ECBE-53BB-412DCD88ABCC}"/>
                </a:ext>
              </a:extLst>
            </p:cNvPr>
            <p:cNvSpPr/>
            <p:nvPr/>
          </p:nvSpPr>
          <p:spPr>
            <a:xfrm>
              <a:off x="627914"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89" name="Freeform: Shape 188">
              <a:extLst>
                <a:ext uri="{FF2B5EF4-FFF2-40B4-BE49-F238E27FC236}">
                  <a16:creationId xmlns:a16="http://schemas.microsoft.com/office/drawing/2014/main" id="{4FC4CD85-12FB-A9C2-A65C-24B6BDE79A5E}"/>
                </a:ext>
              </a:extLst>
            </p:cNvPr>
            <p:cNvSpPr/>
            <p:nvPr/>
          </p:nvSpPr>
          <p:spPr>
            <a:xfrm>
              <a:off x="57558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0" name="Freeform: Shape 189">
              <a:extLst>
                <a:ext uri="{FF2B5EF4-FFF2-40B4-BE49-F238E27FC236}">
                  <a16:creationId xmlns:a16="http://schemas.microsoft.com/office/drawing/2014/main" id="{4D9E4739-C556-D0DF-384C-25F08F849981}"/>
                </a:ext>
              </a:extLst>
            </p:cNvPr>
            <p:cNvSpPr/>
            <p:nvPr/>
          </p:nvSpPr>
          <p:spPr>
            <a:xfrm>
              <a:off x="596518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1" name="Freeform: Shape 190">
              <a:extLst>
                <a:ext uri="{FF2B5EF4-FFF2-40B4-BE49-F238E27FC236}">
                  <a16:creationId xmlns:a16="http://schemas.microsoft.com/office/drawing/2014/main" id="{EB335DC1-410D-97F4-7492-61D998E63864}"/>
                </a:ext>
              </a:extLst>
            </p:cNvPr>
            <p:cNvSpPr/>
            <p:nvPr/>
          </p:nvSpPr>
          <p:spPr>
            <a:xfrm>
              <a:off x="5965184"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2" name="Freeform: Shape 191">
              <a:extLst>
                <a:ext uri="{FF2B5EF4-FFF2-40B4-BE49-F238E27FC236}">
                  <a16:creationId xmlns:a16="http://schemas.microsoft.com/office/drawing/2014/main" id="{FB52EEC7-8131-9E10-BE35-697B23BAE48D}"/>
                </a:ext>
              </a:extLst>
            </p:cNvPr>
            <p:cNvSpPr/>
            <p:nvPr/>
          </p:nvSpPr>
          <p:spPr>
            <a:xfrm>
              <a:off x="5651568" y="4710991"/>
              <a:ext cx="51984" cy="52326"/>
            </a:xfrm>
            <a:custGeom>
              <a:avLst/>
              <a:gdLst>
                <a:gd name="connsiteX0" fmla="*/ 25822 w 51984"/>
                <a:gd name="connsiteY0" fmla="*/ 52326 h 52326"/>
                <a:gd name="connsiteX1" fmla="*/ 35938 w 51984"/>
                <a:gd name="connsiteY1" fmla="*/ 50233 h 52326"/>
                <a:gd name="connsiteX2" fmla="*/ 51985 w 51984"/>
                <a:gd name="connsiteY2" fmla="*/ 26163 h 52326"/>
                <a:gd name="connsiteX3" fmla="*/ 25822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2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2" y="52326"/>
                  </a:moveTo>
                  <a:cubicBezTo>
                    <a:pt x="29310" y="52326"/>
                    <a:pt x="32799" y="51628"/>
                    <a:pt x="35938" y="50233"/>
                  </a:cubicBezTo>
                  <a:cubicBezTo>
                    <a:pt x="45357" y="46396"/>
                    <a:pt x="51985" y="36977"/>
                    <a:pt x="51985" y="26163"/>
                  </a:cubicBezTo>
                  <a:cubicBezTo>
                    <a:pt x="51985" y="11861"/>
                    <a:pt x="40124" y="0"/>
                    <a:pt x="25822" y="0"/>
                  </a:cubicBezTo>
                  <a:cubicBezTo>
                    <a:pt x="24078" y="0"/>
                    <a:pt x="22333" y="349"/>
                    <a:pt x="20589" y="698"/>
                  </a:cubicBezTo>
                  <a:cubicBezTo>
                    <a:pt x="18147" y="1046"/>
                    <a:pt x="15705" y="2093"/>
                    <a:pt x="13612" y="3140"/>
                  </a:cubicBezTo>
                  <a:cubicBezTo>
                    <a:pt x="13612" y="3140"/>
                    <a:pt x="13612" y="3140"/>
                    <a:pt x="13612" y="3140"/>
                  </a:cubicBezTo>
                  <a:cubicBezTo>
                    <a:pt x="5589" y="7675"/>
                    <a:pt x="8" y="16047"/>
                    <a:pt x="8" y="26163"/>
                  </a:cubicBezTo>
                  <a:cubicBezTo>
                    <a:pt x="-341" y="40465"/>
                    <a:pt x="11519" y="52326"/>
                    <a:pt x="25822" y="52326"/>
                  </a:cubicBezTo>
                  <a:close/>
                </a:path>
              </a:pathLst>
            </a:custGeom>
            <a:grpFill/>
            <a:ln w="3488" cap="flat">
              <a:noFill/>
              <a:prstDash val="solid"/>
              <a:miter/>
            </a:ln>
          </p:spPr>
          <p:txBody>
            <a:bodyPr rtlCol="0" anchor="ctr"/>
            <a:lstStyle/>
            <a:p>
              <a:endParaRPr lang="en-ID"/>
            </a:p>
          </p:txBody>
        </p:sp>
        <p:sp>
          <p:nvSpPr>
            <p:cNvPr id="193" name="Freeform: Shape 192">
              <a:extLst>
                <a:ext uri="{FF2B5EF4-FFF2-40B4-BE49-F238E27FC236}">
                  <a16:creationId xmlns:a16="http://schemas.microsoft.com/office/drawing/2014/main" id="{23E6D65A-B7B0-60CB-F853-71C727EEB1C8}"/>
                </a:ext>
              </a:extLst>
            </p:cNvPr>
            <p:cNvSpPr/>
            <p:nvPr/>
          </p:nvSpPr>
          <p:spPr>
            <a:xfrm>
              <a:off x="502331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94" name="Freeform: Shape 193">
              <a:extLst>
                <a:ext uri="{FF2B5EF4-FFF2-40B4-BE49-F238E27FC236}">
                  <a16:creationId xmlns:a16="http://schemas.microsoft.com/office/drawing/2014/main" id="{18D9D881-9E26-3D17-06F8-CBA387B1C6CC}"/>
                </a:ext>
              </a:extLst>
            </p:cNvPr>
            <p:cNvSpPr/>
            <p:nvPr/>
          </p:nvSpPr>
          <p:spPr>
            <a:xfrm>
              <a:off x="4604703" y="25132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0" y="26163"/>
                  </a:moveTo>
                  <a:cubicBezTo>
                    <a:pt x="0" y="40466"/>
                    <a:pt x="11861" y="52326"/>
                    <a:pt x="26163" y="52326"/>
                  </a:cubicBezTo>
                  <a:cubicBezTo>
                    <a:pt x="40465" y="52326"/>
                    <a:pt x="52326" y="40466"/>
                    <a:pt x="52326" y="26163"/>
                  </a:cubicBezTo>
                  <a:cubicBezTo>
                    <a:pt x="52326" y="11861"/>
                    <a:pt x="40465" y="0"/>
                    <a:pt x="26163" y="0"/>
                  </a:cubicBezTo>
                  <a:cubicBezTo>
                    <a:pt x="11861" y="0"/>
                    <a:pt x="0" y="11861"/>
                    <a:pt x="0" y="26163"/>
                  </a:cubicBezTo>
                  <a:lnTo>
                    <a:pt x="0" y="26163"/>
                  </a:lnTo>
                  <a:close/>
                </a:path>
              </a:pathLst>
            </a:custGeom>
            <a:grpFill/>
            <a:ln w="3488" cap="flat">
              <a:noFill/>
              <a:prstDash val="solid"/>
              <a:miter/>
            </a:ln>
          </p:spPr>
          <p:txBody>
            <a:bodyPr rtlCol="0" anchor="ctr"/>
            <a:lstStyle/>
            <a:p>
              <a:endParaRPr lang="en-ID"/>
            </a:p>
          </p:txBody>
        </p:sp>
        <p:sp>
          <p:nvSpPr>
            <p:cNvPr id="195" name="Freeform: Shape 194">
              <a:extLst>
                <a:ext uri="{FF2B5EF4-FFF2-40B4-BE49-F238E27FC236}">
                  <a16:creationId xmlns:a16="http://schemas.microsoft.com/office/drawing/2014/main" id="{0F7909CE-3792-94DC-8F6C-22AB463A5220}"/>
                </a:ext>
              </a:extLst>
            </p:cNvPr>
            <p:cNvSpPr/>
            <p:nvPr/>
          </p:nvSpPr>
          <p:spPr>
            <a:xfrm>
              <a:off x="3976789"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96" name="Freeform: Shape 195">
              <a:extLst>
                <a:ext uri="{FF2B5EF4-FFF2-40B4-BE49-F238E27FC236}">
                  <a16:creationId xmlns:a16="http://schemas.microsoft.com/office/drawing/2014/main" id="{A2A83D8F-D064-B6A8-7064-0EF421AFAC10}"/>
                </a:ext>
              </a:extLst>
            </p:cNvPr>
            <p:cNvSpPr/>
            <p:nvPr/>
          </p:nvSpPr>
          <p:spPr>
            <a:xfrm>
              <a:off x="261630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197" name="Freeform: Shape 196">
              <a:extLst>
                <a:ext uri="{FF2B5EF4-FFF2-40B4-BE49-F238E27FC236}">
                  <a16:creationId xmlns:a16="http://schemas.microsoft.com/office/drawing/2014/main" id="{9217A56F-E4FA-EC99-D7A3-C720E357602C}"/>
                </a:ext>
              </a:extLst>
            </p:cNvPr>
            <p:cNvSpPr/>
            <p:nvPr/>
          </p:nvSpPr>
          <p:spPr>
            <a:xfrm>
              <a:off x="2616309"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cubicBezTo>
                    <a:pt x="26163" y="0"/>
                    <a:pt x="26163"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8" name="Freeform: Shape 197">
              <a:extLst>
                <a:ext uri="{FF2B5EF4-FFF2-40B4-BE49-F238E27FC236}">
                  <a16:creationId xmlns:a16="http://schemas.microsoft.com/office/drawing/2014/main" id="{E4FE0511-F50A-EF23-EED7-F1D41C2AB702}"/>
                </a:ext>
              </a:extLst>
            </p:cNvPr>
            <p:cNvSpPr/>
            <p:nvPr/>
          </p:nvSpPr>
          <p:spPr>
            <a:xfrm>
              <a:off x="25116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99" name="Freeform: Shape 198">
              <a:extLst>
                <a:ext uri="{FF2B5EF4-FFF2-40B4-BE49-F238E27FC236}">
                  <a16:creationId xmlns:a16="http://schemas.microsoft.com/office/drawing/2014/main" id="{543D329C-8792-8F6F-AD1E-A361EAB68D29}"/>
                </a:ext>
              </a:extLst>
            </p:cNvPr>
            <p:cNvSpPr/>
            <p:nvPr/>
          </p:nvSpPr>
          <p:spPr>
            <a:xfrm>
              <a:off x="2302351"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0" name="Freeform: Shape 199">
              <a:extLst>
                <a:ext uri="{FF2B5EF4-FFF2-40B4-BE49-F238E27FC236}">
                  <a16:creationId xmlns:a16="http://schemas.microsoft.com/office/drawing/2014/main" id="{81CC35AD-C337-CEFF-6390-F71AAF3BFB99}"/>
                </a:ext>
              </a:extLst>
            </p:cNvPr>
            <p:cNvSpPr/>
            <p:nvPr/>
          </p:nvSpPr>
          <p:spPr>
            <a:xfrm>
              <a:off x="188374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1" name="Freeform: Shape 200">
              <a:extLst>
                <a:ext uri="{FF2B5EF4-FFF2-40B4-BE49-F238E27FC236}">
                  <a16:creationId xmlns:a16="http://schemas.microsoft.com/office/drawing/2014/main" id="{223B7429-EE72-1A2A-FA1A-4C1B1186A09B}"/>
                </a:ext>
              </a:extLst>
            </p:cNvPr>
            <p:cNvSpPr/>
            <p:nvPr/>
          </p:nvSpPr>
          <p:spPr>
            <a:xfrm>
              <a:off x="1151175"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2" name="Freeform: Shape 201">
              <a:extLst>
                <a:ext uri="{FF2B5EF4-FFF2-40B4-BE49-F238E27FC236}">
                  <a16:creationId xmlns:a16="http://schemas.microsoft.com/office/drawing/2014/main" id="{CCE8C3DF-7E8E-2E39-D8CF-5D4074A227A9}"/>
                </a:ext>
              </a:extLst>
            </p:cNvPr>
            <p:cNvSpPr/>
            <p:nvPr/>
          </p:nvSpPr>
          <p:spPr>
            <a:xfrm>
              <a:off x="62791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3" name="Freeform: Shape 202">
              <a:extLst>
                <a:ext uri="{FF2B5EF4-FFF2-40B4-BE49-F238E27FC236}">
                  <a16:creationId xmlns:a16="http://schemas.microsoft.com/office/drawing/2014/main" id="{2F132887-43D2-C23D-4210-0628D1FA37D1}"/>
                </a:ext>
              </a:extLst>
            </p:cNvPr>
            <p:cNvSpPr/>
            <p:nvPr/>
          </p:nvSpPr>
          <p:spPr>
            <a:xfrm>
              <a:off x="523261" y="502494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26163 w 52326"/>
                <a:gd name="connsiteY4" fmla="*/ 52326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52326"/>
                  </a:moveTo>
                  <a:cubicBezTo>
                    <a:pt x="40466" y="52326"/>
                    <a:pt x="52326" y="40465"/>
                    <a:pt x="52326" y="26163"/>
                  </a:cubicBezTo>
                  <a:cubicBezTo>
                    <a:pt x="52326" y="11861"/>
                    <a:pt x="40466"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04" name="Freeform: Shape 203">
              <a:extLst>
                <a:ext uri="{FF2B5EF4-FFF2-40B4-BE49-F238E27FC236}">
                  <a16:creationId xmlns:a16="http://schemas.microsoft.com/office/drawing/2014/main" id="{C0E342B0-4ED4-F05C-989D-EB9AAC1EDA61}"/>
                </a:ext>
              </a:extLst>
            </p:cNvPr>
            <p:cNvSpPr/>
            <p:nvPr/>
          </p:nvSpPr>
          <p:spPr>
            <a:xfrm>
              <a:off x="31395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05" name="Freeform: Shape 204">
              <a:extLst>
                <a:ext uri="{FF2B5EF4-FFF2-40B4-BE49-F238E27FC236}">
                  <a16:creationId xmlns:a16="http://schemas.microsoft.com/office/drawing/2014/main" id="{1DD721F0-A9F1-0873-90E3-55DCDF921B2F}"/>
                </a:ext>
              </a:extLst>
            </p:cNvPr>
            <p:cNvSpPr/>
            <p:nvPr/>
          </p:nvSpPr>
          <p:spPr>
            <a:xfrm>
              <a:off x="418609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06" name="Freeform: Shape 205">
              <a:extLst>
                <a:ext uri="{FF2B5EF4-FFF2-40B4-BE49-F238E27FC236}">
                  <a16:creationId xmlns:a16="http://schemas.microsoft.com/office/drawing/2014/main" id="{898A5F93-DCF7-E8F1-9FAE-6AD9D95CA3EA}"/>
                </a:ext>
              </a:extLst>
            </p:cNvPr>
            <p:cNvSpPr/>
            <p:nvPr/>
          </p:nvSpPr>
          <p:spPr>
            <a:xfrm>
              <a:off x="3034918" y="4187729"/>
              <a:ext cx="52326" cy="52674"/>
            </a:xfrm>
            <a:custGeom>
              <a:avLst/>
              <a:gdLst>
                <a:gd name="connsiteX0" fmla="*/ 52326 w 52326"/>
                <a:gd name="connsiteY0" fmla="*/ 26163 h 52674"/>
                <a:gd name="connsiteX1" fmla="*/ 51977 w 52326"/>
                <a:gd name="connsiteY1" fmla="*/ 22326 h 52674"/>
                <a:gd name="connsiteX2" fmla="*/ 51280 w 52326"/>
                <a:gd name="connsiteY2" fmla="*/ 18489 h 52674"/>
                <a:gd name="connsiteX3" fmla="*/ 26163 w 52326"/>
                <a:gd name="connsiteY3" fmla="*/ 0 h 52674"/>
                <a:gd name="connsiteX4" fmla="*/ 0 w 52326"/>
                <a:gd name="connsiteY4" fmla="*/ 26163 h 52674"/>
                <a:gd name="connsiteX5" fmla="*/ 0 w 52326"/>
                <a:gd name="connsiteY5" fmla="*/ 26163 h 52674"/>
                <a:gd name="connsiteX6" fmla="*/ 349 w 52326"/>
                <a:gd name="connsiteY6" fmla="*/ 29303 h 52674"/>
                <a:gd name="connsiteX7" fmla="*/ 2442 w 52326"/>
                <a:gd name="connsiteY7" fmla="*/ 36628 h 52674"/>
                <a:gd name="connsiteX8" fmla="*/ 5930 w 52326"/>
                <a:gd name="connsiteY8" fmla="*/ 42559 h 52674"/>
                <a:gd name="connsiteX9" fmla="*/ 8023 w 52326"/>
                <a:gd name="connsiteY9" fmla="*/ 45001 h 52674"/>
                <a:gd name="connsiteX10" fmla="*/ 26512 w 52326"/>
                <a:gd name="connsiteY10" fmla="*/ 52675 h 52674"/>
                <a:gd name="connsiteX11" fmla="*/ 52326 w 52326"/>
                <a:gd name="connsiteY11" fmla="*/ 26163 h 52674"/>
                <a:gd name="connsiteX12" fmla="*/ 52326 w 52326"/>
                <a:gd name="connsiteY12"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26" h="52674">
                  <a:moveTo>
                    <a:pt x="52326" y="26163"/>
                  </a:moveTo>
                  <a:cubicBezTo>
                    <a:pt x="52326" y="24768"/>
                    <a:pt x="52326" y="23721"/>
                    <a:pt x="51977" y="22326"/>
                  </a:cubicBezTo>
                  <a:cubicBezTo>
                    <a:pt x="51628" y="20930"/>
                    <a:pt x="51628" y="19535"/>
                    <a:pt x="51280" y="18489"/>
                  </a:cubicBezTo>
                  <a:cubicBezTo>
                    <a:pt x="48140" y="7675"/>
                    <a:pt x="38024" y="0"/>
                    <a:pt x="26163" y="0"/>
                  </a:cubicBezTo>
                  <a:cubicBezTo>
                    <a:pt x="11861" y="0"/>
                    <a:pt x="0" y="11861"/>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07" name="Freeform: Shape 206">
              <a:extLst>
                <a:ext uri="{FF2B5EF4-FFF2-40B4-BE49-F238E27FC236}">
                  <a16:creationId xmlns:a16="http://schemas.microsoft.com/office/drawing/2014/main" id="{040DADDD-73F7-D90C-E0AC-76AECF81CBE7}"/>
                </a:ext>
              </a:extLst>
            </p:cNvPr>
            <p:cNvSpPr/>
            <p:nvPr/>
          </p:nvSpPr>
          <p:spPr>
            <a:xfrm>
              <a:off x="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08" name="Freeform: Shape 207">
              <a:extLst>
                <a:ext uri="{FF2B5EF4-FFF2-40B4-BE49-F238E27FC236}">
                  <a16:creationId xmlns:a16="http://schemas.microsoft.com/office/drawing/2014/main" id="{50D4FB63-A830-4222-1059-7B266FDE4411}"/>
                </a:ext>
              </a:extLst>
            </p:cNvPr>
            <p:cNvSpPr/>
            <p:nvPr/>
          </p:nvSpPr>
          <p:spPr>
            <a:xfrm>
              <a:off x="5755879"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79" y="51977"/>
                    <a:pt x="21279" y="51977"/>
                    <a:pt x="21628" y="51977"/>
                  </a:cubicBezTo>
                  <a:cubicBezTo>
                    <a:pt x="23023" y="52326"/>
                    <a:pt x="24768" y="52326"/>
                    <a:pt x="26163" y="52326"/>
                  </a:cubicBezTo>
                  <a:lnTo>
                    <a:pt x="26163" y="52326"/>
                  </a:lnTo>
                  <a:cubicBezTo>
                    <a:pt x="26163" y="52326"/>
                    <a:pt x="26163" y="52326"/>
                    <a:pt x="26163" y="52326"/>
                  </a:cubicBezTo>
                  <a:cubicBezTo>
                    <a:pt x="40465" y="52326"/>
                    <a:pt x="52326" y="40465"/>
                    <a:pt x="52326" y="26163"/>
                  </a:cubicBezTo>
                  <a:lnTo>
                    <a:pt x="52326" y="26163"/>
                  </a:lnTo>
                  <a:cubicBezTo>
                    <a:pt x="52326" y="11860"/>
                    <a:pt x="40465" y="0"/>
                    <a:pt x="26163" y="0"/>
                  </a:cubicBezTo>
                  <a:cubicBezTo>
                    <a:pt x="26163" y="0"/>
                    <a:pt x="26163" y="0"/>
                    <a:pt x="26163" y="0"/>
                  </a:cubicBezTo>
                  <a:lnTo>
                    <a:pt x="26163" y="0"/>
                  </a:lnTo>
                  <a:cubicBezTo>
                    <a:pt x="11861"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209" name="Freeform: Shape 208">
              <a:extLst>
                <a:ext uri="{FF2B5EF4-FFF2-40B4-BE49-F238E27FC236}">
                  <a16:creationId xmlns:a16="http://schemas.microsoft.com/office/drawing/2014/main" id="{027DFC29-90B1-F6C4-6038-77FF1FB28024}"/>
                </a:ext>
              </a:extLst>
            </p:cNvPr>
            <p:cNvSpPr/>
            <p:nvPr/>
          </p:nvSpPr>
          <p:spPr>
            <a:xfrm>
              <a:off x="1255828"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0" name="Freeform: Shape 209">
              <a:extLst>
                <a:ext uri="{FF2B5EF4-FFF2-40B4-BE49-F238E27FC236}">
                  <a16:creationId xmlns:a16="http://schemas.microsoft.com/office/drawing/2014/main" id="{524BB263-1F23-6132-D4B3-6E0DCEEFE908}"/>
                </a:ext>
              </a:extLst>
            </p:cNvPr>
            <p:cNvSpPr/>
            <p:nvPr/>
          </p:nvSpPr>
          <p:spPr>
            <a:xfrm>
              <a:off x="2302351"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1" name="Freeform: Shape 210">
              <a:extLst>
                <a:ext uri="{FF2B5EF4-FFF2-40B4-BE49-F238E27FC236}">
                  <a16:creationId xmlns:a16="http://schemas.microsoft.com/office/drawing/2014/main" id="{574F5865-E0AE-FE6E-5D40-1B677B629675}"/>
                </a:ext>
              </a:extLst>
            </p:cNvPr>
            <p:cNvSpPr/>
            <p:nvPr/>
          </p:nvSpPr>
          <p:spPr>
            <a:xfrm>
              <a:off x="4395399" y="4187729"/>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12" name="Freeform: Shape 211">
              <a:extLst>
                <a:ext uri="{FF2B5EF4-FFF2-40B4-BE49-F238E27FC236}">
                  <a16:creationId xmlns:a16="http://schemas.microsoft.com/office/drawing/2014/main" id="{0C03BD97-A352-E0E8-B224-64179DD33D47}"/>
                </a:ext>
              </a:extLst>
            </p:cNvPr>
            <p:cNvSpPr/>
            <p:nvPr/>
          </p:nvSpPr>
          <p:spPr>
            <a:xfrm>
              <a:off x="575587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3" name="Freeform: Shape 212">
              <a:extLst>
                <a:ext uri="{FF2B5EF4-FFF2-40B4-BE49-F238E27FC236}">
                  <a16:creationId xmlns:a16="http://schemas.microsoft.com/office/drawing/2014/main" id="{0463C6CF-1AE3-5DB8-309F-C0DB21F05B4A}"/>
                </a:ext>
              </a:extLst>
            </p:cNvPr>
            <p:cNvSpPr/>
            <p:nvPr/>
          </p:nvSpPr>
          <p:spPr>
            <a:xfrm>
              <a:off x="502331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4" name="Freeform: Shape 213">
              <a:extLst>
                <a:ext uri="{FF2B5EF4-FFF2-40B4-BE49-F238E27FC236}">
                  <a16:creationId xmlns:a16="http://schemas.microsoft.com/office/drawing/2014/main" id="{89CBFC3D-6CB0-11C3-F87E-62F32E951926}"/>
                </a:ext>
              </a:extLst>
            </p:cNvPr>
            <p:cNvSpPr/>
            <p:nvPr/>
          </p:nvSpPr>
          <p:spPr>
            <a:xfrm>
              <a:off x="40814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5" name="Freeform: Shape 214">
              <a:extLst>
                <a:ext uri="{FF2B5EF4-FFF2-40B4-BE49-F238E27FC236}">
                  <a16:creationId xmlns:a16="http://schemas.microsoft.com/office/drawing/2014/main" id="{8D9AB9A0-5DE8-1BD2-FC41-47417D690267}"/>
                </a:ext>
              </a:extLst>
            </p:cNvPr>
            <p:cNvSpPr/>
            <p:nvPr/>
          </p:nvSpPr>
          <p:spPr>
            <a:xfrm>
              <a:off x="408144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16" name="Freeform: Shape 215">
              <a:extLst>
                <a:ext uri="{FF2B5EF4-FFF2-40B4-BE49-F238E27FC236}">
                  <a16:creationId xmlns:a16="http://schemas.microsoft.com/office/drawing/2014/main" id="{4308FF6B-4BFF-5271-F6EE-B9B106971601}"/>
                </a:ext>
              </a:extLst>
            </p:cNvPr>
            <p:cNvSpPr/>
            <p:nvPr/>
          </p:nvSpPr>
          <p:spPr>
            <a:xfrm>
              <a:off x="3558180"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17" name="Freeform: Shape 216">
              <a:extLst>
                <a:ext uri="{FF2B5EF4-FFF2-40B4-BE49-F238E27FC236}">
                  <a16:creationId xmlns:a16="http://schemas.microsoft.com/office/drawing/2014/main" id="{0FD4ECAE-C907-24BB-EEFA-1A4D78AD75EA}"/>
                </a:ext>
              </a:extLst>
            </p:cNvPr>
            <p:cNvSpPr/>
            <p:nvPr/>
          </p:nvSpPr>
          <p:spPr>
            <a:xfrm>
              <a:off x="345352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8" name="Freeform: Shape 217">
              <a:extLst>
                <a:ext uri="{FF2B5EF4-FFF2-40B4-BE49-F238E27FC236}">
                  <a16:creationId xmlns:a16="http://schemas.microsoft.com/office/drawing/2014/main" id="{A9B110FE-3FEB-8BF8-C512-57C928ABDB50}"/>
                </a:ext>
              </a:extLst>
            </p:cNvPr>
            <p:cNvSpPr/>
            <p:nvPr/>
          </p:nvSpPr>
          <p:spPr>
            <a:xfrm>
              <a:off x="324422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19" name="Freeform: Shape 218">
              <a:extLst>
                <a:ext uri="{FF2B5EF4-FFF2-40B4-BE49-F238E27FC236}">
                  <a16:creationId xmlns:a16="http://schemas.microsoft.com/office/drawing/2014/main" id="{937113AA-AE56-D119-5FE5-3E79F38D8E42}"/>
                </a:ext>
              </a:extLst>
            </p:cNvPr>
            <p:cNvSpPr/>
            <p:nvPr/>
          </p:nvSpPr>
          <p:spPr>
            <a:xfrm>
              <a:off x="313957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0" name="Freeform: Shape 219">
              <a:extLst>
                <a:ext uri="{FF2B5EF4-FFF2-40B4-BE49-F238E27FC236}">
                  <a16:creationId xmlns:a16="http://schemas.microsoft.com/office/drawing/2014/main" id="{13E89C77-DFA2-F64C-818D-DFF919829001}"/>
                </a:ext>
              </a:extLst>
            </p:cNvPr>
            <p:cNvSpPr/>
            <p:nvPr/>
          </p:nvSpPr>
          <p:spPr>
            <a:xfrm>
              <a:off x="303491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1" name="Freeform: Shape 220">
              <a:extLst>
                <a:ext uri="{FF2B5EF4-FFF2-40B4-BE49-F238E27FC236}">
                  <a16:creationId xmlns:a16="http://schemas.microsoft.com/office/drawing/2014/main" id="{69F081AB-2486-165D-DCBD-FE343D4BB21A}"/>
                </a:ext>
              </a:extLst>
            </p:cNvPr>
            <p:cNvSpPr/>
            <p:nvPr/>
          </p:nvSpPr>
          <p:spPr>
            <a:xfrm>
              <a:off x="2930266"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22" name="Freeform: Shape 221">
              <a:extLst>
                <a:ext uri="{FF2B5EF4-FFF2-40B4-BE49-F238E27FC236}">
                  <a16:creationId xmlns:a16="http://schemas.microsoft.com/office/drawing/2014/main" id="{445EC707-C7BA-4137-3C44-B418E6EFE9B1}"/>
                </a:ext>
              </a:extLst>
            </p:cNvPr>
            <p:cNvSpPr/>
            <p:nvPr/>
          </p:nvSpPr>
          <p:spPr>
            <a:xfrm>
              <a:off x="2930266"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3" name="Freeform: Shape 222">
              <a:extLst>
                <a:ext uri="{FF2B5EF4-FFF2-40B4-BE49-F238E27FC236}">
                  <a16:creationId xmlns:a16="http://schemas.microsoft.com/office/drawing/2014/main" id="{899B4ECF-D6C5-51BC-C2FF-8B73CA8C2433}"/>
                </a:ext>
              </a:extLst>
            </p:cNvPr>
            <p:cNvSpPr/>
            <p:nvPr/>
          </p:nvSpPr>
          <p:spPr>
            <a:xfrm>
              <a:off x="240700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4" name="Freeform: Shape 223">
              <a:extLst>
                <a:ext uri="{FF2B5EF4-FFF2-40B4-BE49-F238E27FC236}">
                  <a16:creationId xmlns:a16="http://schemas.microsoft.com/office/drawing/2014/main" id="{70DEB7FB-58D7-73ED-7AA8-9DEE063D62D5}"/>
                </a:ext>
              </a:extLst>
            </p:cNvPr>
            <p:cNvSpPr/>
            <p:nvPr/>
          </p:nvSpPr>
          <p:spPr>
            <a:xfrm>
              <a:off x="1779090"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25" name="Freeform: Shape 224">
              <a:extLst>
                <a:ext uri="{FF2B5EF4-FFF2-40B4-BE49-F238E27FC236}">
                  <a16:creationId xmlns:a16="http://schemas.microsoft.com/office/drawing/2014/main" id="{DFE3B000-AFC9-05B7-97DE-3CED949640F9}"/>
                </a:ext>
              </a:extLst>
            </p:cNvPr>
            <p:cNvSpPr/>
            <p:nvPr/>
          </p:nvSpPr>
          <p:spPr>
            <a:xfrm>
              <a:off x="167443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6" name="Freeform: Shape 225">
              <a:extLst>
                <a:ext uri="{FF2B5EF4-FFF2-40B4-BE49-F238E27FC236}">
                  <a16:creationId xmlns:a16="http://schemas.microsoft.com/office/drawing/2014/main" id="{BECFAC32-91C5-DDF8-BB3E-21E50194DEAF}"/>
                </a:ext>
              </a:extLst>
            </p:cNvPr>
            <p:cNvSpPr/>
            <p:nvPr/>
          </p:nvSpPr>
          <p:spPr>
            <a:xfrm>
              <a:off x="167443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27" name="Freeform: Shape 226">
              <a:extLst>
                <a:ext uri="{FF2B5EF4-FFF2-40B4-BE49-F238E27FC236}">
                  <a16:creationId xmlns:a16="http://schemas.microsoft.com/office/drawing/2014/main" id="{F8C13CDD-08F2-FB59-70B9-B45BE15F9358}"/>
                </a:ext>
              </a:extLst>
            </p:cNvPr>
            <p:cNvSpPr/>
            <p:nvPr/>
          </p:nvSpPr>
          <p:spPr>
            <a:xfrm>
              <a:off x="136048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28" name="Freeform: Shape 227">
              <a:extLst>
                <a:ext uri="{FF2B5EF4-FFF2-40B4-BE49-F238E27FC236}">
                  <a16:creationId xmlns:a16="http://schemas.microsoft.com/office/drawing/2014/main" id="{34A65DDB-7F5F-4015-AE4D-947CADC92BBC}"/>
                </a:ext>
              </a:extLst>
            </p:cNvPr>
            <p:cNvSpPr/>
            <p:nvPr/>
          </p:nvSpPr>
          <p:spPr>
            <a:xfrm>
              <a:off x="104652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29" name="Freeform: Shape 228">
              <a:extLst>
                <a:ext uri="{FF2B5EF4-FFF2-40B4-BE49-F238E27FC236}">
                  <a16:creationId xmlns:a16="http://schemas.microsoft.com/office/drawing/2014/main" id="{2333AFB3-84ED-E870-3AAC-F8DA88089E82}"/>
                </a:ext>
              </a:extLst>
            </p:cNvPr>
            <p:cNvSpPr/>
            <p:nvPr/>
          </p:nvSpPr>
          <p:spPr>
            <a:xfrm>
              <a:off x="313957"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30" name="Freeform: Shape 229">
              <a:extLst>
                <a:ext uri="{FF2B5EF4-FFF2-40B4-BE49-F238E27FC236}">
                  <a16:creationId xmlns:a16="http://schemas.microsoft.com/office/drawing/2014/main" id="{05F0D190-7888-E607-5362-C66A2B2FD111}"/>
                </a:ext>
              </a:extLst>
            </p:cNvPr>
            <p:cNvSpPr/>
            <p:nvPr/>
          </p:nvSpPr>
          <p:spPr>
            <a:xfrm>
              <a:off x="376748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31" name="Freeform: Shape 230">
              <a:extLst>
                <a:ext uri="{FF2B5EF4-FFF2-40B4-BE49-F238E27FC236}">
                  <a16:creationId xmlns:a16="http://schemas.microsoft.com/office/drawing/2014/main" id="{71F7FE5C-AE64-5923-A9FB-592CF47D9E4E}"/>
                </a:ext>
              </a:extLst>
            </p:cNvPr>
            <p:cNvSpPr/>
            <p:nvPr/>
          </p:nvSpPr>
          <p:spPr>
            <a:xfrm>
              <a:off x="4604703"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32" name="Freeform: Shape 231">
              <a:extLst>
                <a:ext uri="{FF2B5EF4-FFF2-40B4-BE49-F238E27FC236}">
                  <a16:creationId xmlns:a16="http://schemas.microsoft.com/office/drawing/2014/main" id="{E34F050A-3BD3-408C-1F20-7D25A2A0D1C7}"/>
                </a:ext>
              </a:extLst>
            </p:cNvPr>
            <p:cNvSpPr/>
            <p:nvPr/>
          </p:nvSpPr>
          <p:spPr>
            <a:xfrm>
              <a:off x="4500051" y="5338905"/>
              <a:ext cx="52326" cy="52326"/>
            </a:xfrm>
            <a:custGeom>
              <a:avLst/>
              <a:gdLst>
                <a:gd name="connsiteX0" fmla="*/ 26163 w 52326"/>
                <a:gd name="connsiteY0" fmla="*/ 0 h 52326"/>
                <a:gd name="connsiteX1" fmla="*/ 26163 w 52326"/>
                <a:gd name="connsiteY1" fmla="*/ 0 h 52326"/>
                <a:gd name="connsiteX2" fmla="*/ 11512 w 52326"/>
                <a:gd name="connsiteY2" fmla="*/ 4535 h 52326"/>
                <a:gd name="connsiteX3" fmla="*/ 0 w 52326"/>
                <a:gd name="connsiteY3" fmla="*/ 26163 h 52326"/>
                <a:gd name="connsiteX4" fmla="*/ 26163 w 52326"/>
                <a:gd name="connsiteY4" fmla="*/ 52326 h 52326"/>
                <a:gd name="connsiteX5" fmla="*/ 40814 w 52326"/>
                <a:gd name="connsiteY5" fmla="*/ 47791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0582" y="0"/>
                    <a:pt x="15698" y="1744"/>
                    <a:pt x="11512" y="4535"/>
                  </a:cubicBezTo>
                  <a:cubicBezTo>
                    <a:pt x="4535" y="9070"/>
                    <a:pt x="0" y="17093"/>
                    <a:pt x="0" y="26163"/>
                  </a:cubicBezTo>
                  <a:cubicBezTo>
                    <a:pt x="0" y="40465"/>
                    <a:pt x="11861" y="52326"/>
                    <a:pt x="26163" y="52326"/>
                  </a:cubicBez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33" name="Freeform: Shape 232">
              <a:extLst>
                <a:ext uri="{FF2B5EF4-FFF2-40B4-BE49-F238E27FC236}">
                  <a16:creationId xmlns:a16="http://schemas.microsoft.com/office/drawing/2014/main" id="{F72765FA-D8E6-4FF4-EB2B-1122250487A8}"/>
                </a:ext>
              </a:extLst>
            </p:cNvPr>
            <p:cNvSpPr/>
            <p:nvPr/>
          </p:nvSpPr>
          <p:spPr>
            <a:xfrm>
              <a:off x="554657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4" name="Freeform: Shape 233">
              <a:extLst>
                <a:ext uri="{FF2B5EF4-FFF2-40B4-BE49-F238E27FC236}">
                  <a16:creationId xmlns:a16="http://schemas.microsoft.com/office/drawing/2014/main" id="{77F451F6-1C6A-71F1-4EA2-49095D04285E}"/>
                </a:ext>
              </a:extLst>
            </p:cNvPr>
            <p:cNvSpPr/>
            <p:nvPr/>
          </p:nvSpPr>
          <p:spPr>
            <a:xfrm>
              <a:off x="565122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5" name="Freeform: Shape 234">
              <a:extLst>
                <a:ext uri="{FF2B5EF4-FFF2-40B4-BE49-F238E27FC236}">
                  <a16:creationId xmlns:a16="http://schemas.microsoft.com/office/drawing/2014/main" id="{CF764EEB-8756-BA0E-CE91-BF6C564868B4}"/>
                </a:ext>
              </a:extLst>
            </p:cNvPr>
            <p:cNvSpPr/>
            <p:nvPr/>
          </p:nvSpPr>
          <p:spPr>
            <a:xfrm>
              <a:off x="52326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6" name="Freeform: Shape 235">
              <a:extLst>
                <a:ext uri="{FF2B5EF4-FFF2-40B4-BE49-F238E27FC236}">
                  <a16:creationId xmlns:a16="http://schemas.microsoft.com/office/drawing/2014/main" id="{20DA7B3B-734F-4010-3064-1F54D7C2E9D0}"/>
                </a:ext>
              </a:extLst>
            </p:cNvPr>
            <p:cNvSpPr/>
            <p:nvPr/>
          </p:nvSpPr>
          <p:spPr>
            <a:xfrm>
              <a:off x="52326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7" name="Freeform: Shape 236">
              <a:extLst>
                <a:ext uri="{FF2B5EF4-FFF2-40B4-BE49-F238E27FC236}">
                  <a16:creationId xmlns:a16="http://schemas.microsoft.com/office/drawing/2014/main" id="{D948440C-D2CC-CC5B-7547-AA8FCCFCD03B}"/>
                </a:ext>
              </a:extLst>
            </p:cNvPr>
            <p:cNvSpPr/>
            <p:nvPr/>
          </p:nvSpPr>
          <p:spPr>
            <a:xfrm>
              <a:off x="39767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8" name="Freeform: Shape 237">
              <a:extLst>
                <a:ext uri="{FF2B5EF4-FFF2-40B4-BE49-F238E27FC236}">
                  <a16:creationId xmlns:a16="http://schemas.microsoft.com/office/drawing/2014/main" id="{07085478-6235-FAE3-F9AD-468F8F580933}"/>
                </a:ext>
              </a:extLst>
            </p:cNvPr>
            <p:cNvSpPr/>
            <p:nvPr/>
          </p:nvSpPr>
          <p:spPr>
            <a:xfrm>
              <a:off x="397678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39" name="Freeform: Shape 238">
              <a:extLst>
                <a:ext uri="{FF2B5EF4-FFF2-40B4-BE49-F238E27FC236}">
                  <a16:creationId xmlns:a16="http://schemas.microsoft.com/office/drawing/2014/main" id="{94A137E0-2A65-6D63-05C3-ABCE41763F4E}"/>
                </a:ext>
              </a:extLst>
            </p:cNvPr>
            <p:cNvSpPr/>
            <p:nvPr/>
          </p:nvSpPr>
          <p:spPr>
            <a:xfrm>
              <a:off x="397678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0" name="Freeform: Shape 239">
              <a:extLst>
                <a:ext uri="{FF2B5EF4-FFF2-40B4-BE49-F238E27FC236}">
                  <a16:creationId xmlns:a16="http://schemas.microsoft.com/office/drawing/2014/main" id="{F629078A-4B38-63A4-DD80-501245FA2AED}"/>
                </a:ext>
              </a:extLst>
            </p:cNvPr>
            <p:cNvSpPr/>
            <p:nvPr/>
          </p:nvSpPr>
          <p:spPr>
            <a:xfrm>
              <a:off x="3767484"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0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41" name="Freeform: Shape 240">
              <a:extLst>
                <a:ext uri="{FF2B5EF4-FFF2-40B4-BE49-F238E27FC236}">
                  <a16:creationId xmlns:a16="http://schemas.microsoft.com/office/drawing/2014/main" id="{7CA14CF4-9AE5-3923-72C2-33C83F1E1EA6}"/>
                </a:ext>
              </a:extLst>
            </p:cNvPr>
            <p:cNvSpPr/>
            <p:nvPr/>
          </p:nvSpPr>
          <p:spPr>
            <a:xfrm>
              <a:off x="512796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2" name="Freeform: Shape 241">
              <a:extLst>
                <a:ext uri="{FF2B5EF4-FFF2-40B4-BE49-F238E27FC236}">
                  <a16:creationId xmlns:a16="http://schemas.microsoft.com/office/drawing/2014/main" id="{BFCB0D1B-25C1-7A8F-4CB6-B1E07F4DA6FD}"/>
                </a:ext>
              </a:extLst>
            </p:cNvPr>
            <p:cNvSpPr/>
            <p:nvPr/>
          </p:nvSpPr>
          <p:spPr>
            <a:xfrm>
              <a:off x="512796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3" name="Freeform: Shape 242">
              <a:extLst>
                <a:ext uri="{FF2B5EF4-FFF2-40B4-BE49-F238E27FC236}">
                  <a16:creationId xmlns:a16="http://schemas.microsoft.com/office/drawing/2014/main" id="{FC1F622E-0DD8-399D-7CAA-A78A6EC1D7D2}"/>
                </a:ext>
              </a:extLst>
            </p:cNvPr>
            <p:cNvSpPr/>
            <p:nvPr/>
          </p:nvSpPr>
          <p:spPr>
            <a:xfrm>
              <a:off x="4918660"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44" name="Freeform: Shape 243">
              <a:extLst>
                <a:ext uri="{FF2B5EF4-FFF2-40B4-BE49-F238E27FC236}">
                  <a16:creationId xmlns:a16="http://schemas.microsoft.com/office/drawing/2014/main" id="{F61B3CDA-A61D-BE40-FC90-5C41C4EF7AA4}"/>
                </a:ext>
              </a:extLst>
            </p:cNvPr>
            <p:cNvSpPr/>
            <p:nvPr/>
          </p:nvSpPr>
          <p:spPr>
            <a:xfrm>
              <a:off x="4081442"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45" name="Freeform: Shape 244">
              <a:extLst>
                <a:ext uri="{FF2B5EF4-FFF2-40B4-BE49-F238E27FC236}">
                  <a16:creationId xmlns:a16="http://schemas.microsoft.com/office/drawing/2014/main" id="{321DD137-BA80-D089-E180-FC7218074A16}"/>
                </a:ext>
              </a:extLst>
            </p:cNvPr>
            <p:cNvSpPr/>
            <p:nvPr/>
          </p:nvSpPr>
          <p:spPr>
            <a:xfrm>
              <a:off x="272096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46" name="Freeform: Shape 245">
              <a:extLst>
                <a:ext uri="{FF2B5EF4-FFF2-40B4-BE49-F238E27FC236}">
                  <a16:creationId xmlns:a16="http://schemas.microsoft.com/office/drawing/2014/main" id="{89C0A128-D229-2DFF-6DD1-5D1F6265E663}"/>
                </a:ext>
              </a:extLst>
            </p:cNvPr>
            <p:cNvSpPr/>
            <p:nvPr/>
          </p:nvSpPr>
          <p:spPr>
            <a:xfrm>
              <a:off x="230235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47" name="Freeform: Shape 246">
              <a:extLst>
                <a:ext uri="{FF2B5EF4-FFF2-40B4-BE49-F238E27FC236}">
                  <a16:creationId xmlns:a16="http://schemas.microsoft.com/office/drawing/2014/main" id="{33DBEDA3-6BCB-220A-5F06-AD1FD8236452}"/>
                </a:ext>
              </a:extLst>
            </p:cNvPr>
            <p:cNvSpPr/>
            <p:nvPr/>
          </p:nvSpPr>
          <p:spPr>
            <a:xfrm>
              <a:off x="837218"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48" name="Freeform: Shape 247">
              <a:extLst>
                <a:ext uri="{FF2B5EF4-FFF2-40B4-BE49-F238E27FC236}">
                  <a16:creationId xmlns:a16="http://schemas.microsoft.com/office/drawing/2014/main" id="{71F2F070-B302-296D-EE48-E63F58674EDE}"/>
                </a:ext>
              </a:extLst>
            </p:cNvPr>
            <p:cNvSpPr/>
            <p:nvPr/>
          </p:nvSpPr>
          <p:spPr>
            <a:xfrm>
              <a:off x="62791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49" name="Freeform: Shape 248">
              <a:extLst>
                <a:ext uri="{FF2B5EF4-FFF2-40B4-BE49-F238E27FC236}">
                  <a16:creationId xmlns:a16="http://schemas.microsoft.com/office/drawing/2014/main" id="{277A2B81-5181-347B-F9F2-7D37E5B81DED}"/>
                </a:ext>
              </a:extLst>
            </p:cNvPr>
            <p:cNvSpPr/>
            <p:nvPr/>
          </p:nvSpPr>
          <p:spPr>
            <a:xfrm>
              <a:off x="31395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50" name="Freeform: Shape 249">
              <a:extLst>
                <a:ext uri="{FF2B5EF4-FFF2-40B4-BE49-F238E27FC236}">
                  <a16:creationId xmlns:a16="http://schemas.microsoft.com/office/drawing/2014/main" id="{B098ED20-9730-9E2B-13FB-966C5F2D35B2}"/>
                </a:ext>
              </a:extLst>
            </p:cNvPr>
            <p:cNvSpPr/>
            <p:nvPr/>
          </p:nvSpPr>
          <p:spPr>
            <a:xfrm>
              <a:off x="209304"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51" name="Freeform: Shape 250">
              <a:extLst>
                <a:ext uri="{FF2B5EF4-FFF2-40B4-BE49-F238E27FC236}">
                  <a16:creationId xmlns:a16="http://schemas.microsoft.com/office/drawing/2014/main" id="{4F4F83BB-EA75-76A8-0B72-8472D3396932}"/>
                </a:ext>
              </a:extLst>
            </p:cNvPr>
            <p:cNvSpPr/>
            <p:nvPr/>
          </p:nvSpPr>
          <p:spPr>
            <a:xfrm>
              <a:off x="209304" y="418772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52" name="Freeform: Shape 251">
              <a:extLst>
                <a:ext uri="{FF2B5EF4-FFF2-40B4-BE49-F238E27FC236}">
                  <a16:creationId xmlns:a16="http://schemas.microsoft.com/office/drawing/2014/main" id="{A15E67D7-8111-B2C0-A649-E1D90320DB1A}"/>
                </a:ext>
              </a:extLst>
            </p:cNvPr>
            <p:cNvSpPr/>
            <p:nvPr/>
          </p:nvSpPr>
          <p:spPr>
            <a:xfrm>
              <a:off x="5337270" y="3245509"/>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40" y="38721"/>
                  </a:cubicBezTo>
                  <a:cubicBezTo>
                    <a:pt x="7674" y="46745"/>
                    <a:pt x="16047" y="52326"/>
                    <a:pt x="26163" y="52326"/>
                  </a:cubicBezTo>
                  <a:cubicBezTo>
                    <a:pt x="40465" y="52326"/>
                    <a:pt x="52326" y="40465"/>
                    <a:pt x="52326" y="26163"/>
                  </a:cubicBezTo>
                  <a:lnTo>
                    <a:pt x="52326" y="26163"/>
                  </a:lnTo>
                  <a:cubicBezTo>
                    <a:pt x="52326" y="21628"/>
                    <a:pt x="51279" y="17442"/>
                    <a:pt x="49187" y="13605"/>
                  </a:cubicBezTo>
                  <a:cubicBezTo>
                    <a:pt x="44652" y="5581"/>
                    <a:pt x="36280"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253" name="Freeform: Shape 252">
              <a:extLst>
                <a:ext uri="{FF2B5EF4-FFF2-40B4-BE49-F238E27FC236}">
                  <a16:creationId xmlns:a16="http://schemas.microsoft.com/office/drawing/2014/main" id="{611821E4-4EC5-53F5-DE76-715F6F68005B}"/>
                </a:ext>
              </a:extLst>
            </p:cNvPr>
            <p:cNvSpPr/>
            <p:nvPr/>
          </p:nvSpPr>
          <p:spPr>
            <a:xfrm>
              <a:off x="4081442"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977 w 52326"/>
                <a:gd name="connsiteY3" fmla="*/ 21977 h 52326"/>
                <a:gd name="connsiteX4" fmla="*/ 26163 w 52326"/>
                <a:gd name="connsiteY4" fmla="*/ 0 h 52326"/>
                <a:gd name="connsiteX5" fmla="*/ 0 w 52326"/>
                <a:gd name="connsiteY5" fmla="*/ 26163 h 52326"/>
                <a:gd name="connsiteX6" fmla="*/ 1047 w 52326"/>
                <a:gd name="connsiteY6" fmla="*/ 3383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5" y="52326"/>
                    <a:pt x="52326" y="40466"/>
                    <a:pt x="52326" y="26163"/>
                  </a:cubicBezTo>
                  <a:cubicBezTo>
                    <a:pt x="52326" y="24768"/>
                    <a:pt x="52326" y="23372"/>
                    <a:pt x="51977" y="21977"/>
                  </a:cubicBezTo>
                  <a:cubicBezTo>
                    <a:pt x="49884" y="9419"/>
                    <a:pt x="39070"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254" name="Freeform: Shape 253">
              <a:extLst>
                <a:ext uri="{FF2B5EF4-FFF2-40B4-BE49-F238E27FC236}">
                  <a16:creationId xmlns:a16="http://schemas.microsoft.com/office/drawing/2014/main" id="{4BBF1699-B448-FC45-A381-A5DCC6295E36}"/>
                </a:ext>
              </a:extLst>
            </p:cNvPr>
            <p:cNvSpPr/>
            <p:nvPr/>
          </p:nvSpPr>
          <p:spPr>
            <a:xfrm>
              <a:off x="2302351" y="4605990"/>
              <a:ext cx="52326" cy="52326"/>
            </a:xfrm>
            <a:custGeom>
              <a:avLst/>
              <a:gdLst>
                <a:gd name="connsiteX0" fmla="*/ 2791 w 52326"/>
                <a:gd name="connsiteY0" fmla="*/ 38373 h 52326"/>
                <a:gd name="connsiteX1" fmla="*/ 3140 w 52326"/>
                <a:gd name="connsiteY1" fmla="*/ 38721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79 h 52326"/>
                <a:gd name="connsiteX9" fmla="*/ 2791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791" y="38373"/>
                  </a:moveTo>
                  <a:cubicBezTo>
                    <a:pt x="2791" y="38373"/>
                    <a:pt x="2791" y="38721"/>
                    <a:pt x="3140" y="38721"/>
                  </a:cubicBezTo>
                  <a:cubicBezTo>
                    <a:pt x="7675" y="46745"/>
                    <a:pt x="16047" y="52326"/>
                    <a:pt x="26163" y="52326"/>
                  </a:cubicBezTo>
                  <a:cubicBezTo>
                    <a:pt x="40465" y="52326"/>
                    <a:pt x="52326" y="40465"/>
                    <a:pt x="52326" y="26163"/>
                  </a:cubicBezTo>
                  <a:cubicBezTo>
                    <a:pt x="52326" y="20582"/>
                    <a:pt x="50582" y="15698"/>
                    <a:pt x="47791" y="11512"/>
                  </a:cubicBezTo>
                  <a:cubicBezTo>
                    <a:pt x="43256" y="4535"/>
                    <a:pt x="35233" y="0"/>
                    <a:pt x="26163" y="0"/>
                  </a:cubicBezTo>
                  <a:lnTo>
                    <a:pt x="26163" y="0"/>
                  </a:lnTo>
                  <a:cubicBezTo>
                    <a:pt x="11861"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255" name="Freeform: Shape 254">
              <a:extLst>
                <a:ext uri="{FF2B5EF4-FFF2-40B4-BE49-F238E27FC236}">
                  <a16:creationId xmlns:a16="http://schemas.microsoft.com/office/drawing/2014/main" id="{29DF4BA8-D925-2850-DC4F-7A6B098C52AE}"/>
                </a:ext>
              </a:extLst>
            </p:cNvPr>
            <p:cNvSpPr/>
            <p:nvPr/>
          </p:nvSpPr>
          <p:spPr>
            <a:xfrm>
              <a:off x="4290746"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cubicBezTo>
                    <a:pt x="0" y="28954"/>
                    <a:pt x="349" y="31396"/>
                    <a:pt x="1047" y="33838"/>
                  </a:cubicBezTo>
                  <a:cubicBezTo>
                    <a:pt x="4535" y="44652"/>
                    <a:pt x="14302" y="52326"/>
                    <a:pt x="26163" y="52326"/>
                  </a:cubicBezTo>
                  <a:close/>
                </a:path>
              </a:pathLst>
            </a:custGeom>
            <a:grpFill/>
            <a:ln w="3488" cap="flat">
              <a:noFill/>
              <a:prstDash val="solid"/>
              <a:miter/>
            </a:ln>
          </p:spPr>
          <p:txBody>
            <a:bodyPr rtlCol="0" anchor="ctr"/>
            <a:lstStyle/>
            <a:p>
              <a:endParaRPr lang="en-ID"/>
            </a:p>
          </p:txBody>
        </p:sp>
        <p:sp>
          <p:nvSpPr>
            <p:cNvPr id="256" name="Freeform: Shape 255">
              <a:extLst>
                <a:ext uri="{FF2B5EF4-FFF2-40B4-BE49-F238E27FC236}">
                  <a16:creationId xmlns:a16="http://schemas.microsoft.com/office/drawing/2014/main" id="{71F6EFD9-DC9C-855C-F146-561EA667F46F}"/>
                </a:ext>
              </a:extLst>
            </p:cNvPr>
            <p:cNvSpPr/>
            <p:nvPr/>
          </p:nvSpPr>
          <p:spPr>
            <a:xfrm>
              <a:off x="3034569" y="4397034"/>
              <a:ext cx="52674" cy="52674"/>
            </a:xfrm>
            <a:custGeom>
              <a:avLst/>
              <a:gdLst>
                <a:gd name="connsiteX0" fmla="*/ 52675 w 52674"/>
                <a:gd name="connsiteY0" fmla="*/ 26163 h 52674"/>
                <a:gd name="connsiteX1" fmla="*/ 26512 w 52674"/>
                <a:gd name="connsiteY1" fmla="*/ 0 h 52674"/>
                <a:gd name="connsiteX2" fmla="*/ 23721 w 52674"/>
                <a:gd name="connsiteY2" fmla="*/ 0 h 52674"/>
                <a:gd name="connsiteX3" fmla="*/ 4535 w 52674"/>
                <a:gd name="connsiteY3" fmla="*/ 11512 h 52674"/>
                <a:gd name="connsiteX4" fmla="*/ 2791 w 52674"/>
                <a:gd name="connsiteY4" fmla="*/ 14651 h 52674"/>
                <a:gd name="connsiteX5" fmla="*/ 349 w 52674"/>
                <a:gd name="connsiteY5" fmla="*/ 22675 h 52674"/>
                <a:gd name="connsiteX6" fmla="*/ 0 w 52674"/>
                <a:gd name="connsiteY6" fmla="*/ 26163 h 52674"/>
                <a:gd name="connsiteX7" fmla="*/ 0 w 52674"/>
                <a:gd name="connsiteY7" fmla="*/ 26163 h 52674"/>
                <a:gd name="connsiteX8" fmla="*/ 349 w 52674"/>
                <a:gd name="connsiteY8" fmla="*/ 29303 h 52674"/>
                <a:gd name="connsiteX9" fmla="*/ 2442 w 52674"/>
                <a:gd name="connsiteY9" fmla="*/ 36628 h 52674"/>
                <a:gd name="connsiteX10" fmla="*/ 5930 w 52674"/>
                <a:gd name="connsiteY10" fmla="*/ 42559 h 52674"/>
                <a:gd name="connsiteX11" fmla="*/ 8023 w 52674"/>
                <a:gd name="connsiteY11" fmla="*/ 45001 h 52674"/>
                <a:gd name="connsiteX12" fmla="*/ 26512 w 52674"/>
                <a:gd name="connsiteY12" fmla="*/ 52675 h 52674"/>
                <a:gd name="connsiteX13" fmla="*/ 52675 w 52674"/>
                <a:gd name="connsiteY13" fmla="*/ 26163 h 52674"/>
                <a:gd name="connsiteX14" fmla="*/ 52675 w 52674"/>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4" h="52674">
                  <a:moveTo>
                    <a:pt x="52675" y="26163"/>
                  </a:moveTo>
                  <a:cubicBezTo>
                    <a:pt x="52675" y="11861"/>
                    <a:pt x="40814" y="0"/>
                    <a:pt x="26512" y="0"/>
                  </a:cubicBezTo>
                  <a:cubicBezTo>
                    <a:pt x="25465" y="0"/>
                    <a:pt x="24768" y="0"/>
                    <a:pt x="23721" y="0"/>
                  </a:cubicBezTo>
                  <a:cubicBezTo>
                    <a:pt x="15698" y="698"/>
                    <a:pt x="9070" y="5233"/>
                    <a:pt x="4535" y="11512"/>
                  </a:cubicBezTo>
                  <a:cubicBezTo>
                    <a:pt x="3837" y="12558"/>
                    <a:pt x="3139"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5" y="34186"/>
                    <a:pt x="2442" y="36628"/>
                  </a:cubicBezTo>
                  <a:cubicBezTo>
                    <a:pt x="3488" y="38721"/>
                    <a:pt x="4535" y="40814"/>
                    <a:pt x="5930" y="42559"/>
                  </a:cubicBezTo>
                  <a:cubicBezTo>
                    <a:pt x="6628" y="43256"/>
                    <a:pt x="7326" y="44303"/>
                    <a:pt x="8023" y="45001"/>
                  </a:cubicBezTo>
                  <a:cubicBezTo>
                    <a:pt x="12907" y="49884"/>
                    <a:pt x="19186" y="52675"/>
                    <a:pt x="26512" y="52675"/>
                  </a:cubicBezTo>
                  <a:cubicBezTo>
                    <a:pt x="40814"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257" name="Freeform: Shape 256">
              <a:extLst>
                <a:ext uri="{FF2B5EF4-FFF2-40B4-BE49-F238E27FC236}">
                  <a16:creationId xmlns:a16="http://schemas.microsoft.com/office/drawing/2014/main" id="{7059F547-A009-2044-4F38-4BBE528AAA63}"/>
                </a:ext>
              </a:extLst>
            </p:cNvPr>
            <p:cNvSpPr/>
            <p:nvPr/>
          </p:nvSpPr>
          <p:spPr>
            <a:xfrm>
              <a:off x="533727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8" name="Freeform: Shape 257">
              <a:extLst>
                <a:ext uri="{FF2B5EF4-FFF2-40B4-BE49-F238E27FC236}">
                  <a16:creationId xmlns:a16="http://schemas.microsoft.com/office/drawing/2014/main" id="{88DBB508-A036-68F3-CDEA-73E31E673100}"/>
                </a:ext>
              </a:extLst>
            </p:cNvPr>
            <p:cNvSpPr/>
            <p:nvPr/>
          </p:nvSpPr>
          <p:spPr>
            <a:xfrm>
              <a:off x="533727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59" name="Freeform: Shape 258">
              <a:extLst>
                <a:ext uri="{FF2B5EF4-FFF2-40B4-BE49-F238E27FC236}">
                  <a16:creationId xmlns:a16="http://schemas.microsoft.com/office/drawing/2014/main" id="{91260276-839D-63CB-BE51-E3127985C986}"/>
                </a:ext>
              </a:extLst>
            </p:cNvPr>
            <p:cNvSpPr/>
            <p:nvPr/>
          </p:nvSpPr>
          <p:spPr>
            <a:xfrm>
              <a:off x="523261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0" name="Freeform: Shape 259">
              <a:extLst>
                <a:ext uri="{FF2B5EF4-FFF2-40B4-BE49-F238E27FC236}">
                  <a16:creationId xmlns:a16="http://schemas.microsoft.com/office/drawing/2014/main" id="{E684FE2B-AAD3-EEB8-E125-C4519DC4A863}"/>
                </a:ext>
              </a:extLst>
            </p:cNvPr>
            <p:cNvSpPr/>
            <p:nvPr/>
          </p:nvSpPr>
          <p:spPr>
            <a:xfrm>
              <a:off x="5023313"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61" name="Freeform: Shape 260">
              <a:extLst>
                <a:ext uri="{FF2B5EF4-FFF2-40B4-BE49-F238E27FC236}">
                  <a16:creationId xmlns:a16="http://schemas.microsoft.com/office/drawing/2014/main" id="{E8D1C2A1-003D-6CE3-CBAF-AAE9BBE65E64}"/>
                </a:ext>
              </a:extLst>
            </p:cNvPr>
            <p:cNvSpPr/>
            <p:nvPr/>
          </p:nvSpPr>
          <p:spPr>
            <a:xfrm>
              <a:off x="418609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2" name="Freeform: Shape 261">
              <a:extLst>
                <a:ext uri="{FF2B5EF4-FFF2-40B4-BE49-F238E27FC236}">
                  <a16:creationId xmlns:a16="http://schemas.microsoft.com/office/drawing/2014/main" id="{9AA679AD-8556-EBC6-CCB0-37D62772244D}"/>
                </a:ext>
              </a:extLst>
            </p:cNvPr>
            <p:cNvSpPr/>
            <p:nvPr/>
          </p:nvSpPr>
          <p:spPr>
            <a:xfrm>
              <a:off x="4186094" y="4501686"/>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0 w 52326"/>
                <a:gd name="connsiteY3" fmla="*/ 26163 h 52326"/>
                <a:gd name="connsiteX4" fmla="*/ 26163 w 52326"/>
                <a:gd name="connsiteY4" fmla="*/ 52326 h 52326"/>
                <a:gd name="connsiteX5" fmla="*/ 38721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30698" y="52326"/>
                    <a:pt x="34884" y="51280"/>
                    <a:pt x="38721" y="49187"/>
                  </a:cubicBezTo>
                  <a:cubicBezTo>
                    <a:pt x="46745" y="44652"/>
                    <a:pt x="52326" y="36280"/>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63" name="Freeform: Shape 262">
              <a:extLst>
                <a:ext uri="{FF2B5EF4-FFF2-40B4-BE49-F238E27FC236}">
                  <a16:creationId xmlns:a16="http://schemas.microsoft.com/office/drawing/2014/main" id="{854A8162-656C-A83C-C339-8AE746F74261}"/>
                </a:ext>
              </a:extLst>
            </p:cNvPr>
            <p:cNvSpPr/>
            <p:nvPr/>
          </p:nvSpPr>
          <p:spPr>
            <a:xfrm>
              <a:off x="418609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4" name="Freeform: Shape 263">
              <a:extLst>
                <a:ext uri="{FF2B5EF4-FFF2-40B4-BE49-F238E27FC236}">
                  <a16:creationId xmlns:a16="http://schemas.microsoft.com/office/drawing/2014/main" id="{C465F00D-8D74-A08E-AB62-7B15812473CC}"/>
                </a:ext>
              </a:extLst>
            </p:cNvPr>
            <p:cNvSpPr/>
            <p:nvPr/>
          </p:nvSpPr>
          <p:spPr>
            <a:xfrm>
              <a:off x="5127965"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65" name="Freeform: Shape 264">
              <a:extLst>
                <a:ext uri="{FF2B5EF4-FFF2-40B4-BE49-F238E27FC236}">
                  <a16:creationId xmlns:a16="http://schemas.microsoft.com/office/drawing/2014/main" id="{AD123888-0C4D-F8FD-E196-96A622E43DA9}"/>
                </a:ext>
              </a:extLst>
            </p:cNvPr>
            <p:cNvSpPr/>
            <p:nvPr/>
          </p:nvSpPr>
          <p:spPr>
            <a:xfrm>
              <a:off x="49186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6" name="Freeform: Shape 265">
              <a:extLst>
                <a:ext uri="{FF2B5EF4-FFF2-40B4-BE49-F238E27FC236}">
                  <a16:creationId xmlns:a16="http://schemas.microsoft.com/office/drawing/2014/main" id="{E568BFBD-27C4-593A-B1EE-5C36F9C61C64}"/>
                </a:ext>
              </a:extLst>
            </p:cNvPr>
            <p:cNvSpPr/>
            <p:nvPr/>
          </p:nvSpPr>
          <p:spPr>
            <a:xfrm>
              <a:off x="408144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67" name="Freeform: Shape 266">
              <a:extLst>
                <a:ext uri="{FF2B5EF4-FFF2-40B4-BE49-F238E27FC236}">
                  <a16:creationId xmlns:a16="http://schemas.microsoft.com/office/drawing/2014/main" id="{2B9EBB18-5999-4AF8-B377-F50572643BE7}"/>
                </a:ext>
              </a:extLst>
            </p:cNvPr>
            <p:cNvSpPr/>
            <p:nvPr/>
          </p:nvSpPr>
          <p:spPr>
            <a:xfrm>
              <a:off x="355818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68" name="Freeform: Shape 267">
              <a:extLst>
                <a:ext uri="{FF2B5EF4-FFF2-40B4-BE49-F238E27FC236}">
                  <a16:creationId xmlns:a16="http://schemas.microsoft.com/office/drawing/2014/main" id="{2FE553CC-1D35-F6F6-33D9-26CBCB0ACD02}"/>
                </a:ext>
              </a:extLst>
            </p:cNvPr>
            <p:cNvSpPr/>
            <p:nvPr/>
          </p:nvSpPr>
          <p:spPr>
            <a:xfrm>
              <a:off x="324422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69" name="Freeform: Shape 268">
              <a:extLst>
                <a:ext uri="{FF2B5EF4-FFF2-40B4-BE49-F238E27FC236}">
                  <a16:creationId xmlns:a16="http://schemas.microsoft.com/office/drawing/2014/main" id="{E1931DB3-55E8-B8A2-8554-282C1A9B8EB2}"/>
                </a:ext>
              </a:extLst>
            </p:cNvPr>
            <p:cNvSpPr/>
            <p:nvPr/>
          </p:nvSpPr>
          <p:spPr>
            <a:xfrm>
              <a:off x="3244223"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0" name="Freeform: Shape 269">
              <a:extLst>
                <a:ext uri="{FF2B5EF4-FFF2-40B4-BE49-F238E27FC236}">
                  <a16:creationId xmlns:a16="http://schemas.microsoft.com/office/drawing/2014/main" id="{04053FA1-A039-CD96-7199-32EDD4D899F1}"/>
                </a:ext>
              </a:extLst>
            </p:cNvPr>
            <p:cNvSpPr/>
            <p:nvPr/>
          </p:nvSpPr>
          <p:spPr>
            <a:xfrm>
              <a:off x="293026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1" name="Freeform: Shape 270">
              <a:extLst>
                <a:ext uri="{FF2B5EF4-FFF2-40B4-BE49-F238E27FC236}">
                  <a16:creationId xmlns:a16="http://schemas.microsoft.com/office/drawing/2014/main" id="{00C2C284-4988-606A-4B82-EED860ED7623}"/>
                </a:ext>
              </a:extLst>
            </p:cNvPr>
            <p:cNvSpPr/>
            <p:nvPr/>
          </p:nvSpPr>
          <p:spPr>
            <a:xfrm>
              <a:off x="293026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72" name="Freeform: Shape 271">
              <a:extLst>
                <a:ext uri="{FF2B5EF4-FFF2-40B4-BE49-F238E27FC236}">
                  <a16:creationId xmlns:a16="http://schemas.microsoft.com/office/drawing/2014/main" id="{1772C3C5-DB6D-F0E0-E536-18B2458E77A8}"/>
                </a:ext>
              </a:extLst>
            </p:cNvPr>
            <p:cNvSpPr/>
            <p:nvPr/>
          </p:nvSpPr>
          <p:spPr>
            <a:xfrm>
              <a:off x="251165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3" name="Freeform: Shape 272">
              <a:extLst>
                <a:ext uri="{FF2B5EF4-FFF2-40B4-BE49-F238E27FC236}">
                  <a16:creationId xmlns:a16="http://schemas.microsoft.com/office/drawing/2014/main" id="{9B2D1FC5-BB8B-54F8-07A7-7B4671C31829}"/>
                </a:ext>
              </a:extLst>
            </p:cNvPr>
            <p:cNvSpPr/>
            <p:nvPr/>
          </p:nvSpPr>
          <p:spPr>
            <a:xfrm>
              <a:off x="2302351"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1" y="0"/>
                    <a:pt x="0" y="11861"/>
                    <a:pt x="0" y="26163"/>
                  </a:cubicBezTo>
                  <a:cubicBezTo>
                    <a:pt x="0" y="36977"/>
                    <a:pt x="6628" y="46396"/>
                    <a:pt x="16047" y="50233"/>
                  </a:cubicBezTo>
                  <a:cubicBezTo>
                    <a:pt x="19186" y="51628"/>
                    <a:pt x="22675" y="52326"/>
                    <a:pt x="26163" y="52326"/>
                  </a:cubicBezTo>
                  <a:cubicBezTo>
                    <a:pt x="40465"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274" name="Freeform: Shape 273">
              <a:extLst>
                <a:ext uri="{FF2B5EF4-FFF2-40B4-BE49-F238E27FC236}">
                  <a16:creationId xmlns:a16="http://schemas.microsoft.com/office/drawing/2014/main" id="{EEAFE471-4D03-683A-BB99-EB38A68CC8D2}"/>
                </a:ext>
              </a:extLst>
            </p:cNvPr>
            <p:cNvSpPr/>
            <p:nvPr/>
          </p:nvSpPr>
          <p:spPr>
            <a:xfrm>
              <a:off x="230235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5" name="Freeform: Shape 274">
              <a:extLst>
                <a:ext uri="{FF2B5EF4-FFF2-40B4-BE49-F238E27FC236}">
                  <a16:creationId xmlns:a16="http://schemas.microsoft.com/office/drawing/2014/main" id="{C5083452-B53D-98C2-259C-5A93229668AB}"/>
                </a:ext>
              </a:extLst>
            </p:cNvPr>
            <p:cNvSpPr/>
            <p:nvPr/>
          </p:nvSpPr>
          <p:spPr>
            <a:xfrm>
              <a:off x="2093047"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76" name="Freeform: Shape 275">
              <a:extLst>
                <a:ext uri="{FF2B5EF4-FFF2-40B4-BE49-F238E27FC236}">
                  <a16:creationId xmlns:a16="http://schemas.microsoft.com/office/drawing/2014/main" id="{B33C0D58-DE80-F30D-C4C3-0DA73EB6D213}"/>
                </a:ext>
              </a:extLst>
            </p:cNvPr>
            <p:cNvSpPr/>
            <p:nvPr/>
          </p:nvSpPr>
          <p:spPr>
            <a:xfrm>
              <a:off x="1674437"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1" y="0"/>
                    <a:pt x="0" y="11861"/>
                    <a:pt x="0" y="26163"/>
                  </a:cubicBezTo>
                  <a:lnTo>
                    <a:pt x="0" y="26163"/>
                  </a:lnTo>
                  <a:lnTo>
                    <a:pt x="0" y="26163"/>
                  </a:ln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277" name="Freeform: Shape 276">
              <a:extLst>
                <a:ext uri="{FF2B5EF4-FFF2-40B4-BE49-F238E27FC236}">
                  <a16:creationId xmlns:a16="http://schemas.microsoft.com/office/drawing/2014/main" id="{D0553EAD-D511-6290-09EB-06315E8A57BC}"/>
                </a:ext>
              </a:extLst>
            </p:cNvPr>
            <p:cNvSpPr/>
            <p:nvPr/>
          </p:nvSpPr>
          <p:spPr>
            <a:xfrm>
              <a:off x="146513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78" name="Freeform: Shape 277">
              <a:extLst>
                <a:ext uri="{FF2B5EF4-FFF2-40B4-BE49-F238E27FC236}">
                  <a16:creationId xmlns:a16="http://schemas.microsoft.com/office/drawing/2014/main" id="{E0826C25-9F34-E455-E6FE-95FE61059E08}"/>
                </a:ext>
              </a:extLst>
            </p:cNvPr>
            <p:cNvSpPr/>
            <p:nvPr/>
          </p:nvSpPr>
          <p:spPr>
            <a:xfrm>
              <a:off x="115117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79" name="Freeform: Shape 278">
              <a:extLst>
                <a:ext uri="{FF2B5EF4-FFF2-40B4-BE49-F238E27FC236}">
                  <a16:creationId xmlns:a16="http://schemas.microsoft.com/office/drawing/2014/main" id="{FBEDE71B-D51B-BDB3-0D61-DAC1F7AC9419}"/>
                </a:ext>
              </a:extLst>
            </p:cNvPr>
            <p:cNvSpPr/>
            <p:nvPr/>
          </p:nvSpPr>
          <p:spPr>
            <a:xfrm>
              <a:off x="62791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0" name="Freeform: Shape 279">
              <a:extLst>
                <a:ext uri="{FF2B5EF4-FFF2-40B4-BE49-F238E27FC236}">
                  <a16:creationId xmlns:a16="http://schemas.microsoft.com/office/drawing/2014/main" id="{F9377C77-9210-C8A7-05EF-ADCFCBCB3B35}"/>
                </a:ext>
              </a:extLst>
            </p:cNvPr>
            <p:cNvSpPr/>
            <p:nvPr/>
          </p:nvSpPr>
          <p:spPr>
            <a:xfrm>
              <a:off x="62791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81" name="Freeform: Shape 280">
              <a:extLst>
                <a:ext uri="{FF2B5EF4-FFF2-40B4-BE49-F238E27FC236}">
                  <a16:creationId xmlns:a16="http://schemas.microsoft.com/office/drawing/2014/main" id="{A91E11DC-9FED-82BD-7EE1-FBEE6710A148}"/>
                </a:ext>
              </a:extLst>
            </p:cNvPr>
            <p:cNvSpPr/>
            <p:nvPr/>
          </p:nvSpPr>
          <p:spPr>
            <a:xfrm>
              <a:off x="3244223" y="4187729"/>
              <a:ext cx="52326" cy="52326"/>
            </a:xfrm>
            <a:custGeom>
              <a:avLst/>
              <a:gdLst>
                <a:gd name="connsiteX0" fmla="*/ 26163 w 52326"/>
                <a:gd name="connsiteY0" fmla="*/ 0 h 52326"/>
                <a:gd name="connsiteX1" fmla="*/ 26163 w 52326"/>
                <a:gd name="connsiteY1" fmla="*/ 0 h 52326"/>
                <a:gd name="connsiteX2" fmla="*/ 3140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6" y="0"/>
                    <a:pt x="7675" y="5581"/>
                    <a:pt x="3140" y="13605"/>
                  </a:cubicBezTo>
                  <a:cubicBezTo>
                    <a:pt x="2791" y="14302"/>
                    <a:pt x="2442" y="15000"/>
                    <a:pt x="2093" y="16047"/>
                  </a:cubicBezTo>
                  <a:cubicBezTo>
                    <a:pt x="698" y="19186"/>
                    <a:pt x="0" y="22675"/>
                    <a:pt x="0" y="26163"/>
                  </a:cubicBezTo>
                  <a:cubicBezTo>
                    <a:pt x="0" y="40465"/>
                    <a:pt x="11861" y="52326"/>
                    <a:pt x="26163" y="52326"/>
                  </a:cubicBezTo>
                  <a:lnTo>
                    <a:pt x="26163" y="52326"/>
                  </a:ln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282" name="Freeform: Shape 281">
              <a:extLst>
                <a:ext uri="{FF2B5EF4-FFF2-40B4-BE49-F238E27FC236}">
                  <a16:creationId xmlns:a16="http://schemas.microsoft.com/office/drawing/2014/main" id="{78AB1DA3-37E9-1ED9-5FC7-D18CC0A44963}"/>
                </a:ext>
              </a:extLst>
            </p:cNvPr>
            <p:cNvSpPr/>
            <p:nvPr/>
          </p:nvSpPr>
          <p:spPr>
            <a:xfrm>
              <a:off x="5127965" y="5234253"/>
              <a:ext cx="52326" cy="52326"/>
            </a:xfrm>
            <a:custGeom>
              <a:avLst/>
              <a:gdLst>
                <a:gd name="connsiteX0" fmla="*/ 33837 w 52326"/>
                <a:gd name="connsiteY0" fmla="*/ 1047 h 52326"/>
                <a:gd name="connsiteX1" fmla="*/ 30000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0" y="349"/>
                  </a:cubicBezTo>
                  <a:cubicBezTo>
                    <a:pt x="28605" y="0"/>
                    <a:pt x="27559" y="0"/>
                    <a:pt x="26163" y="0"/>
                  </a:cubicBezTo>
                  <a:cubicBezTo>
                    <a:pt x="11861" y="0"/>
                    <a:pt x="0" y="11861"/>
                    <a:pt x="0" y="26163"/>
                  </a:cubicBezTo>
                  <a:cubicBezTo>
                    <a:pt x="0" y="40465"/>
                    <a:pt x="11861" y="52326"/>
                    <a:pt x="26163" y="52326"/>
                  </a:cubicBezTo>
                  <a:cubicBezTo>
                    <a:pt x="40465"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283" name="Freeform: Shape 282">
              <a:extLst>
                <a:ext uri="{FF2B5EF4-FFF2-40B4-BE49-F238E27FC236}">
                  <a16:creationId xmlns:a16="http://schemas.microsoft.com/office/drawing/2014/main" id="{30101A81-5692-5EF3-E374-B780EAE1DBFC}"/>
                </a:ext>
              </a:extLst>
            </p:cNvPr>
            <p:cNvSpPr/>
            <p:nvPr/>
          </p:nvSpPr>
          <p:spPr>
            <a:xfrm>
              <a:off x="3872478" y="3455511"/>
              <a:ext cx="52333" cy="51977"/>
            </a:xfrm>
            <a:custGeom>
              <a:avLst/>
              <a:gdLst>
                <a:gd name="connsiteX0" fmla="*/ 25822 w 52333"/>
                <a:gd name="connsiteY0" fmla="*/ 51977 h 51977"/>
                <a:gd name="connsiteX1" fmla="*/ 38380 w 52333"/>
                <a:gd name="connsiteY1" fmla="*/ 48838 h 51977"/>
                <a:gd name="connsiteX2" fmla="*/ 39078 w 52333"/>
                <a:gd name="connsiteY2" fmla="*/ 48489 h 51977"/>
                <a:gd name="connsiteX3" fmla="*/ 41171 w 52333"/>
                <a:gd name="connsiteY3" fmla="*/ 47094 h 51977"/>
                <a:gd name="connsiteX4" fmla="*/ 44311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2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2" y="51977"/>
                  </a:moveTo>
                  <a:cubicBezTo>
                    <a:pt x="30357" y="51977"/>
                    <a:pt x="34543" y="50931"/>
                    <a:pt x="38380" y="48838"/>
                  </a:cubicBezTo>
                  <a:cubicBezTo>
                    <a:pt x="38729" y="48838"/>
                    <a:pt x="38729" y="48489"/>
                    <a:pt x="39078" y="48489"/>
                  </a:cubicBezTo>
                  <a:cubicBezTo>
                    <a:pt x="39775" y="48140"/>
                    <a:pt x="40473" y="47791"/>
                    <a:pt x="41171" y="47094"/>
                  </a:cubicBezTo>
                  <a:cubicBezTo>
                    <a:pt x="42217" y="46396"/>
                    <a:pt x="43264" y="45349"/>
                    <a:pt x="44311" y="44652"/>
                  </a:cubicBezTo>
                  <a:cubicBezTo>
                    <a:pt x="44311" y="44652"/>
                    <a:pt x="44311"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2" y="1744"/>
                    <a:pt x="14659" y="2791"/>
                  </a:cubicBezTo>
                  <a:cubicBezTo>
                    <a:pt x="12217" y="4186"/>
                    <a:pt x="9775" y="5582"/>
                    <a:pt x="7682" y="7675"/>
                  </a:cubicBezTo>
                  <a:cubicBezTo>
                    <a:pt x="2798" y="12558"/>
                    <a:pt x="8" y="18838"/>
                    <a:pt x="8" y="26163"/>
                  </a:cubicBezTo>
                  <a:cubicBezTo>
                    <a:pt x="-341" y="40117"/>
                    <a:pt x="11519" y="51977"/>
                    <a:pt x="25822" y="51977"/>
                  </a:cubicBezTo>
                  <a:close/>
                </a:path>
              </a:pathLst>
            </a:custGeom>
            <a:grpFill/>
            <a:ln w="3488" cap="flat">
              <a:noFill/>
              <a:prstDash val="solid"/>
              <a:miter/>
            </a:ln>
          </p:spPr>
          <p:txBody>
            <a:bodyPr rtlCol="0" anchor="ctr"/>
            <a:lstStyle/>
            <a:p>
              <a:endParaRPr lang="en-ID"/>
            </a:p>
          </p:txBody>
        </p:sp>
        <p:sp>
          <p:nvSpPr>
            <p:cNvPr id="284" name="Freeform: Shape 283">
              <a:extLst>
                <a:ext uri="{FF2B5EF4-FFF2-40B4-BE49-F238E27FC236}">
                  <a16:creationId xmlns:a16="http://schemas.microsoft.com/office/drawing/2014/main" id="{9938A949-68A7-7345-D87E-AD3405946AF1}"/>
                </a:ext>
              </a:extLst>
            </p:cNvPr>
            <p:cNvSpPr/>
            <p:nvPr/>
          </p:nvSpPr>
          <p:spPr>
            <a:xfrm>
              <a:off x="52326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85" name="Freeform: Shape 284">
              <a:extLst>
                <a:ext uri="{FF2B5EF4-FFF2-40B4-BE49-F238E27FC236}">
                  <a16:creationId xmlns:a16="http://schemas.microsoft.com/office/drawing/2014/main" id="{35D6BD45-D32C-21DA-413F-96D226D3F0DD}"/>
                </a:ext>
              </a:extLst>
            </p:cNvPr>
            <p:cNvSpPr/>
            <p:nvPr/>
          </p:nvSpPr>
          <p:spPr>
            <a:xfrm>
              <a:off x="5755879" y="2199334"/>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6"/>
                    <a:pt x="52326" y="26163"/>
                  </a:cubicBezTo>
                  <a:cubicBezTo>
                    <a:pt x="52326" y="26163"/>
                    <a:pt x="52326" y="26163"/>
                    <a:pt x="52326" y="26163"/>
                  </a:cubicBezTo>
                  <a:cubicBezTo>
                    <a:pt x="52326" y="11861"/>
                    <a:pt x="40465" y="0"/>
                    <a:pt x="26163" y="0"/>
                  </a:cubicBezTo>
                  <a:cubicBezTo>
                    <a:pt x="11861" y="0"/>
                    <a:pt x="0" y="11861"/>
                    <a:pt x="0" y="26163"/>
                  </a:cubicBezTo>
                  <a:cubicBezTo>
                    <a:pt x="0" y="26163"/>
                    <a:pt x="0" y="26163"/>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6" name="Freeform: Shape 285">
              <a:extLst>
                <a:ext uri="{FF2B5EF4-FFF2-40B4-BE49-F238E27FC236}">
                  <a16:creationId xmlns:a16="http://schemas.microsoft.com/office/drawing/2014/main" id="{D69BC1ED-88B2-89A8-0A8F-65D75096BF1A}"/>
                </a:ext>
              </a:extLst>
            </p:cNvPr>
            <p:cNvSpPr/>
            <p:nvPr/>
          </p:nvSpPr>
          <p:spPr>
            <a:xfrm>
              <a:off x="575587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87" name="Freeform: Shape 286">
              <a:extLst>
                <a:ext uri="{FF2B5EF4-FFF2-40B4-BE49-F238E27FC236}">
                  <a16:creationId xmlns:a16="http://schemas.microsoft.com/office/drawing/2014/main" id="{E3B63BC2-1FFE-37A2-9AF0-8E5FB3C27FEB}"/>
                </a:ext>
              </a:extLst>
            </p:cNvPr>
            <p:cNvSpPr/>
            <p:nvPr/>
          </p:nvSpPr>
          <p:spPr>
            <a:xfrm>
              <a:off x="554657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8" name="Freeform: Shape 287">
              <a:extLst>
                <a:ext uri="{FF2B5EF4-FFF2-40B4-BE49-F238E27FC236}">
                  <a16:creationId xmlns:a16="http://schemas.microsoft.com/office/drawing/2014/main" id="{DA8018D8-0899-E7CC-45D5-F7D6E23E2134}"/>
                </a:ext>
              </a:extLst>
            </p:cNvPr>
            <p:cNvSpPr/>
            <p:nvPr/>
          </p:nvSpPr>
          <p:spPr>
            <a:xfrm>
              <a:off x="5023313"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89" name="Freeform: Shape 288">
              <a:extLst>
                <a:ext uri="{FF2B5EF4-FFF2-40B4-BE49-F238E27FC236}">
                  <a16:creationId xmlns:a16="http://schemas.microsoft.com/office/drawing/2014/main" id="{7C3A6995-6FC4-7343-58C9-292BAB06B0C9}"/>
                </a:ext>
              </a:extLst>
            </p:cNvPr>
            <p:cNvSpPr/>
            <p:nvPr/>
          </p:nvSpPr>
          <p:spPr>
            <a:xfrm>
              <a:off x="460470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290" name="Freeform: Shape 289">
              <a:extLst>
                <a:ext uri="{FF2B5EF4-FFF2-40B4-BE49-F238E27FC236}">
                  <a16:creationId xmlns:a16="http://schemas.microsoft.com/office/drawing/2014/main" id="{DEC0BFDF-4DF3-F13A-8C91-7FC719395F2E}"/>
                </a:ext>
              </a:extLst>
            </p:cNvPr>
            <p:cNvSpPr/>
            <p:nvPr/>
          </p:nvSpPr>
          <p:spPr>
            <a:xfrm>
              <a:off x="544192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291" name="Freeform: Shape 290">
              <a:extLst>
                <a:ext uri="{FF2B5EF4-FFF2-40B4-BE49-F238E27FC236}">
                  <a16:creationId xmlns:a16="http://schemas.microsoft.com/office/drawing/2014/main" id="{8AE63E12-88D8-9300-EF37-6315D0B8B895}"/>
                </a:ext>
              </a:extLst>
            </p:cNvPr>
            <p:cNvSpPr/>
            <p:nvPr/>
          </p:nvSpPr>
          <p:spPr>
            <a:xfrm>
              <a:off x="177909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2" name="Freeform: Shape 291">
              <a:extLst>
                <a:ext uri="{FF2B5EF4-FFF2-40B4-BE49-F238E27FC236}">
                  <a16:creationId xmlns:a16="http://schemas.microsoft.com/office/drawing/2014/main" id="{AE82CCA7-AB9F-F7B2-DFBA-BA5010A7DFB9}"/>
                </a:ext>
              </a:extLst>
            </p:cNvPr>
            <p:cNvSpPr/>
            <p:nvPr/>
          </p:nvSpPr>
          <p:spPr>
            <a:xfrm>
              <a:off x="16744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3" name="Freeform: Shape 292">
              <a:extLst>
                <a:ext uri="{FF2B5EF4-FFF2-40B4-BE49-F238E27FC236}">
                  <a16:creationId xmlns:a16="http://schemas.microsoft.com/office/drawing/2014/main" id="{D4814D95-CF17-1940-848F-797404FEE251}"/>
                </a:ext>
              </a:extLst>
            </p:cNvPr>
            <p:cNvSpPr/>
            <p:nvPr/>
          </p:nvSpPr>
          <p:spPr>
            <a:xfrm>
              <a:off x="627914"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94" name="Freeform: Shape 293">
              <a:extLst>
                <a:ext uri="{FF2B5EF4-FFF2-40B4-BE49-F238E27FC236}">
                  <a16:creationId xmlns:a16="http://schemas.microsoft.com/office/drawing/2014/main" id="{7A26C077-1BA4-3C08-2464-2CB447DBC212}"/>
                </a:ext>
              </a:extLst>
            </p:cNvPr>
            <p:cNvSpPr/>
            <p:nvPr/>
          </p:nvSpPr>
          <p:spPr>
            <a:xfrm rot="17550026">
              <a:off x="523353" y="5443616"/>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4" y="52328"/>
                    <a:pt x="26164" y="52328"/>
                  </a:cubicBezTo>
                  <a:cubicBezTo>
                    <a:pt x="11714" y="52328"/>
                    <a:pt x="0" y="40613"/>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295" name="Freeform: Shape 294">
              <a:extLst>
                <a:ext uri="{FF2B5EF4-FFF2-40B4-BE49-F238E27FC236}">
                  <a16:creationId xmlns:a16="http://schemas.microsoft.com/office/drawing/2014/main" id="{B293CF46-F71D-B9E8-E308-D03F3B437267}"/>
                </a:ext>
              </a:extLst>
            </p:cNvPr>
            <p:cNvSpPr/>
            <p:nvPr/>
          </p:nvSpPr>
          <p:spPr>
            <a:xfrm>
              <a:off x="209304"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296" name="Freeform: Shape 295">
              <a:extLst>
                <a:ext uri="{FF2B5EF4-FFF2-40B4-BE49-F238E27FC236}">
                  <a16:creationId xmlns:a16="http://schemas.microsoft.com/office/drawing/2014/main" id="{7CF68DB7-D825-8CA9-CE8E-8B81B9732AD8}"/>
                </a:ext>
              </a:extLst>
            </p:cNvPr>
            <p:cNvSpPr/>
            <p:nvPr/>
          </p:nvSpPr>
          <p:spPr>
            <a:xfrm>
              <a:off x="5755879" y="3350510"/>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297" name="Freeform: Shape 296">
              <a:extLst>
                <a:ext uri="{FF2B5EF4-FFF2-40B4-BE49-F238E27FC236}">
                  <a16:creationId xmlns:a16="http://schemas.microsoft.com/office/drawing/2014/main" id="{DA6520CF-85FB-41E2-2840-E44C6DA45FDD}"/>
                </a:ext>
              </a:extLst>
            </p:cNvPr>
            <p:cNvSpPr/>
            <p:nvPr/>
          </p:nvSpPr>
          <p:spPr>
            <a:xfrm>
              <a:off x="4814008" y="4606338"/>
              <a:ext cx="52326" cy="52326"/>
            </a:xfrm>
            <a:custGeom>
              <a:avLst/>
              <a:gdLst>
                <a:gd name="connsiteX0" fmla="*/ 42908 w 52326"/>
                <a:gd name="connsiteY0" fmla="*/ 5930 h 52326"/>
                <a:gd name="connsiteX1" fmla="*/ 42908 w 52326"/>
                <a:gd name="connsiteY1" fmla="*/ 5930 h 52326"/>
                <a:gd name="connsiteX2" fmla="*/ 38721 w 52326"/>
                <a:gd name="connsiteY2" fmla="*/ 3140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 name="connsiteX10" fmla="*/ 42908 w 52326"/>
                <a:gd name="connsiteY10"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42908" y="5930"/>
                  </a:moveTo>
                  <a:cubicBezTo>
                    <a:pt x="42908" y="5930"/>
                    <a:pt x="42908" y="5930"/>
                    <a:pt x="42908" y="5930"/>
                  </a:cubicBezTo>
                  <a:cubicBezTo>
                    <a:pt x="41512" y="4884"/>
                    <a:pt x="40117" y="3837"/>
                    <a:pt x="38721" y="3140"/>
                  </a:cubicBezTo>
                  <a:cubicBezTo>
                    <a:pt x="34884" y="1046"/>
                    <a:pt x="30698"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lnTo>
                    <a:pt x="52326" y="26163"/>
                  </a:ln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298" name="Freeform: Shape 297">
              <a:extLst>
                <a:ext uri="{FF2B5EF4-FFF2-40B4-BE49-F238E27FC236}">
                  <a16:creationId xmlns:a16="http://schemas.microsoft.com/office/drawing/2014/main" id="{58F263BD-E016-EEDC-D2FC-618D83FB31B5}"/>
                </a:ext>
              </a:extLst>
            </p:cNvPr>
            <p:cNvSpPr/>
            <p:nvPr/>
          </p:nvSpPr>
          <p:spPr>
            <a:xfrm>
              <a:off x="2511656"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299" name="Freeform: Shape 298">
              <a:extLst>
                <a:ext uri="{FF2B5EF4-FFF2-40B4-BE49-F238E27FC236}">
                  <a16:creationId xmlns:a16="http://schemas.microsoft.com/office/drawing/2014/main" id="{9FEEE361-8A6D-F5CE-D141-08B6FE59F14A}"/>
                </a:ext>
              </a:extLst>
            </p:cNvPr>
            <p:cNvSpPr/>
            <p:nvPr/>
          </p:nvSpPr>
          <p:spPr>
            <a:xfrm>
              <a:off x="606983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0" name="Freeform: Shape 299">
              <a:extLst>
                <a:ext uri="{FF2B5EF4-FFF2-40B4-BE49-F238E27FC236}">
                  <a16:creationId xmlns:a16="http://schemas.microsoft.com/office/drawing/2014/main" id="{7AFFB373-D10C-9FA6-41A3-AE2F27B57D7D}"/>
                </a:ext>
              </a:extLst>
            </p:cNvPr>
            <p:cNvSpPr/>
            <p:nvPr/>
          </p:nvSpPr>
          <p:spPr>
            <a:xfrm>
              <a:off x="52326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1" name="Freeform: Shape 300">
              <a:extLst>
                <a:ext uri="{FF2B5EF4-FFF2-40B4-BE49-F238E27FC236}">
                  <a16:creationId xmlns:a16="http://schemas.microsoft.com/office/drawing/2014/main" id="{0A67E817-A08A-A579-2A67-C97C0C7F1F62}"/>
                </a:ext>
              </a:extLst>
            </p:cNvPr>
            <p:cNvSpPr/>
            <p:nvPr/>
          </p:nvSpPr>
          <p:spPr>
            <a:xfrm>
              <a:off x="48140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2" name="Freeform: Shape 301">
              <a:extLst>
                <a:ext uri="{FF2B5EF4-FFF2-40B4-BE49-F238E27FC236}">
                  <a16:creationId xmlns:a16="http://schemas.microsoft.com/office/drawing/2014/main" id="{935F6DDE-6165-8E7D-9DE1-9445CB6078FB}"/>
                </a:ext>
              </a:extLst>
            </p:cNvPr>
            <p:cNvSpPr/>
            <p:nvPr/>
          </p:nvSpPr>
          <p:spPr>
            <a:xfrm>
              <a:off x="4395399"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03" name="Freeform: Shape 302">
              <a:extLst>
                <a:ext uri="{FF2B5EF4-FFF2-40B4-BE49-F238E27FC236}">
                  <a16:creationId xmlns:a16="http://schemas.microsoft.com/office/drawing/2014/main" id="{B1536151-AA97-0748-3C9E-9C710A2E6D05}"/>
                </a:ext>
              </a:extLst>
            </p:cNvPr>
            <p:cNvSpPr/>
            <p:nvPr/>
          </p:nvSpPr>
          <p:spPr>
            <a:xfrm>
              <a:off x="491866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04" name="Freeform: Shape 303">
              <a:extLst>
                <a:ext uri="{FF2B5EF4-FFF2-40B4-BE49-F238E27FC236}">
                  <a16:creationId xmlns:a16="http://schemas.microsoft.com/office/drawing/2014/main" id="{59A1D060-4BE1-6710-BAC8-3C9897354CFE}"/>
                </a:ext>
              </a:extLst>
            </p:cNvPr>
            <p:cNvSpPr/>
            <p:nvPr/>
          </p:nvSpPr>
          <p:spPr>
            <a:xfrm>
              <a:off x="2720961"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305" name="Freeform: Shape 304">
              <a:extLst>
                <a:ext uri="{FF2B5EF4-FFF2-40B4-BE49-F238E27FC236}">
                  <a16:creationId xmlns:a16="http://schemas.microsoft.com/office/drawing/2014/main" id="{1C035B8A-8F8B-6D84-5A96-9F12FE4B3FE5}"/>
                </a:ext>
              </a:extLst>
            </p:cNvPr>
            <p:cNvSpPr/>
            <p:nvPr/>
          </p:nvSpPr>
          <p:spPr>
            <a:xfrm>
              <a:off x="1674437"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06" name="Freeform: Shape 305">
              <a:extLst>
                <a:ext uri="{FF2B5EF4-FFF2-40B4-BE49-F238E27FC236}">
                  <a16:creationId xmlns:a16="http://schemas.microsoft.com/office/drawing/2014/main" id="{45F59785-8275-5B91-AC9E-88044164A743}"/>
                </a:ext>
              </a:extLst>
            </p:cNvPr>
            <p:cNvSpPr/>
            <p:nvPr/>
          </p:nvSpPr>
          <p:spPr>
            <a:xfrm>
              <a:off x="732566"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07" name="Freeform: Shape 306">
              <a:extLst>
                <a:ext uri="{FF2B5EF4-FFF2-40B4-BE49-F238E27FC236}">
                  <a16:creationId xmlns:a16="http://schemas.microsoft.com/office/drawing/2014/main" id="{116E6149-E771-427F-6F6D-5FB8E17DDD95}"/>
                </a:ext>
              </a:extLst>
            </p:cNvPr>
            <p:cNvSpPr/>
            <p:nvPr/>
          </p:nvSpPr>
          <p:spPr>
            <a:xfrm>
              <a:off x="627914"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08" name="Freeform: Shape 307">
              <a:extLst>
                <a:ext uri="{FF2B5EF4-FFF2-40B4-BE49-F238E27FC236}">
                  <a16:creationId xmlns:a16="http://schemas.microsoft.com/office/drawing/2014/main" id="{4D0BC4D7-1493-614C-0BD6-94E98572849E}"/>
                </a:ext>
              </a:extLst>
            </p:cNvPr>
            <p:cNvSpPr/>
            <p:nvPr/>
          </p:nvSpPr>
          <p:spPr>
            <a:xfrm>
              <a:off x="62791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309" name="Freeform: Shape 308">
              <a:extLst>
                <a:ext uri="{FF2B5EF4-FFF2-40B4-BE49-F238E27FC236}">
                  <a16:creationId xmlns:a16="http://schemas.microsoft.com/office/drawing/2014/main" id="{41BB0356-B77E-A7F3-C536-CB5F73750DBA}"/>
                </a:ext>
              </a:extLst>
            </p:cNvPr>
            <p:cNvSpPr/>
            <p:nvPr/>
          </p:nvSpPr>
          <p:spPr>
            <a:xfrm>
              <a:off x="104652"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10" name="Freeform: Shape 309">
              <a:extLst>
                <a:ext uri="{FF2B5EF4-FFF2-40B4-BE49-F238E27FC236}">
                  <a16:creationId xmlns:a16="http://schemas.microsoft.com/office/drawing/2014/main" id="{D427490E-179C-B439-175E-6A59D3481E45}"/>
                </a:ext>
              </a:extLst>
            </p:cNvPr>
            <p:cNvSpPr/>
            <p:nvPr/>
          </p:nvSpPr>
          <p:spPr>
            <a:xfrm>
              <a:off x="104652"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11" name="Freeform: Shape 310">
              <a:extLst>
                <a:ext uri="{FF2B5EF4-FFF2-40B4-BE49-F238E27FC236}">
                  <a16:creationId xmlns:a16="http://schemas.microsoft.com/office/drawing/2014/main" id="{17D8AFDE-D053-DDA5-D52C-3E4CC0FA9FD9}"/>
                </a:ext>
              </a:extLst>
            </p:cNvPr>
            <p:cNvSpPr/>
            <p:nvPr/>
          </p:nvSpPr>
          <p:spPr>
            <a:xfrm>
              <a:off x="0"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6"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312" name="Freeform: Shape 311">
              <a:extLst>
                <a:ext uri="{FF2B5EF4-FFF2-40B4-BE49-F238E27FC236}">
                  <a16:creationId xmlns:a16="http://schemas.microsoft.com/office/drawing/2014/main" id="{4319E167-CDBD-32F7-05BC-406ACE921ED5}"/>
                </a:ext>
              </a:extLst>
            </p:cNvPr>
            <p:cNvSpPr/>
            <p:nvPr/>
          </p:nvSpPr>
          <p:spPr>
            <a:xfrm>
              <a:off x="4186094"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40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8" y="0"/>
                    <a:pt x="12558" y="2791"/>
                    <a:pt x="7674" y="7675"/>
                  </a:cubicBezTo>
                  <a:cubicBezTo>
                    <a:pt x="6628" y="8721"/>
                    <a:pt x="5930" y="9419"/>
                    <a:pt x="5233" y="10465"/>
                  </a:cubicBezTo>
                  <a:cubicBezTo>
                    <a:pt x="4535" y="11512"/>
                    <a:pt x="3837" y="12558"/>
                    <a:pt x="3140" y="13605"/>
                  </a:cubicBezTo>
                  <a:cubicBezTo>
                    <a:pt x="1047" y="17442"/>
                    <a:pt x="0" y="21628"/>
                    <a:pt x="0" y="26163"/>
                  </a:cubicBezTo>
                  <a:lnTo>
                    <a:pt x="0" y="26163"/>
                  </a:ln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13" name="Freeform: Shape 312">
              <a:extLst>
                <a:ext uri="{FF2B5EF4-FFF2-40B4-BE49-F238E27FC236}">
                  <a16:creationId xmlns:a16="http://schemas.microsoft.com/office/drawing/2014/main" id="{B378E822-CD4C-5626-99D8-B1F29BAB74E9}"/>
                </a:ext>
              </a:extLst>
            </p:cNvPr>
            <p:cNvSpPr/>
            <p:nvPr/>
          </p:nvSpPr>
          <p:spPr>
            <a:xfrm>
              <a:off x="941871"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6" y="52326"/>
                    <a:pt x="52326" y="40465"/>
                    <a:pt x="52326" y="26163"/>
                  </a:cubicBezTo>
                  <a:cubicBezTo>
                    <a:pt x="52326" y="26163"/>
                    <a:pt x="52326" y="26163"/>
                    <a:pt x="52326" y="26163"/>
                  </a:cubicBezTo>
                  <a:cubicBezTo>
                    <a:pt x="52326" y="11861"/>
                    <a:pt x="40466"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314" name="Freeform: Shape 313">
              <a:extLst>
                <a:ext uri="{FF2B5EF4-FFF2-40B4-BE49-F238E27FC236}">
                  <a16:creationId xmlns:a16="http://schemas.microsoft.com/office/drawing/2014/main" id="{AF33CF21-71CF-979D-BF34-4698566E7EBE}"/>
                </a:ext>
              </a:extLst>
            </p:cNvPr>
            <p:cNvSpPr/>
            <p:nvPr/>
          </p:nvSpPr>
          <p:spPr>
            <a:xfrm>
              <a:off x="2720961"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8954 h 52326"/>
                <a:gd name="connsiteX4" fmla="*/ 26163 w 52326"/>
                <a:gd name="connsiteY4" fmla="*/ 52326 h 52326"/>
                <a:gd name="connsiteX5" fmla="*/ 49884 w 52326"/>
                <a:gd name="connsiteY5" fmla="*/ 36977 h 52326"/>
                <a:gd name="connsiteX6" fmla="*/ 51977 w 52326"/>
                <a:gd name="connsiteY6" fmla="*/ 29303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11861"/>
                    <a:pt x="40465" y="0"/>
                    <a:pt x="26163" y="0"/>
                  </a:cubicBezTo>
                  <a:cubicBezTo>
                    <a:pt x="11861" y="0"/>
                    <a:pt x="0" y="11861"/>
                    <a:pt x="0" y="26163"/>
                  </a:cubicBezTo>
                  <a:cubicBezTo>
                    <a:pt x="0" y="27210"/>
                    <a:pt x="0" y="27907"/>
                    <a:pt x="0" y="28954"/>
                  </a:cubicBezTo>
                  <a:cubicBezTo>
                    <a:pt x="1395" y="42210"/>
                    <a:pt x="12558" y="52326"/>
                    <a:pt x="26163" y="52326"/>
                  </a:cubicBezTo>
                  <a:cubicBezTo>
                    <a:pt x="36628" y="52326"/>
                    <a:pt x="45698" y="46047"/>
                    <a:pt x="49884" y="36977"/>
                  </a:cubicBezTo>
                  <a:cubicBezTo>
                    <a:pt x="50931" y="34535"/>
                    <a:pt x="51628" y="32093"/>
                    <a:pt x="51977" y="29303"/>
                  </a:cubicBezTo>
                  <a:cubicBezTo>
                    <a:pt x="52326" y="28256"/>
                    <a:pt x="52326" y="27210"/>
                    <a:pt x="52326" y="26163"/>
                  </a:cubicBezTo>
                  <a:lnTo>
                    <a:pt x="52326" y="26163"/>
                  </a:lnTo>
                  <a:close/>
                </a:path>
              </a:pathLst>
            </a:custGeom>
            <a:grpFill/>
            <a:ln w="3488" cap="flat">
              <a:noFill/>
              <a:prstDash val="solid"/>
              <a:miter/>
            </a:ln>
          </p:spPr>
          <p:txBody>
            <a:bodyPr rtlCol="0" anchor="ctr"/>
            <a:lstStyle/>
            <a:p>
              <a:endParaRPr lang="en-ID"/>
            </a:p>
          </p:txBody>
        </p:sp>
        <p:sp>
          <p:nvSpPr>
            <p:cNvPr id="315" name="Freeform: Shape 314">
              <a:extLst>
                <a:ext uri="{FF2B5EF4-FFF2-40B4-BE49-F238E27FC236}">
                  <a16:creationId xmlns:a16="http://schemas.microsoft.com/office/drawing/2014/main" id="{81245A20-7AD0-E269-5EDB-95B6F40AB712}"/>
                </a:ext>
              </a:extLst>
            </p:cNvPr>
            <p:cNvSpPr/>
            <p:nvPr/>
          </p:nvSpPr>
          <p:spPr>
            <a:xfrm>
              <a:off x="606983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6" name="Freeform: Shape 315">
              <a:extLst>
                <a:ext uri="{FF2B5EF4-FFF2-40B4-BE49-F238E27FC236}">
                  <a16:creationId xmlns:a16="http://schemas.microsoft.com/office/drawing/2014/main" id="{C1A25C33-C415-FD57-565F-0C612F180027}"/>
                </a:ext>
              </a:extLst>
            </p:cNvPr>
            <p:cNvSpPr/>
            <p:nvPr/>
          </p:nvSpPr>
          <p:spPr>
            <a:xfrm>
              <a:off x="481400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7" name="Freeform: Shape 316">
              <a:extLst>
                <a:ext uri="{FF2B5EF4-FFF2-40B4-BE49-F238E27FC236}">
                  <a16:creationId xmlns:a16="http://schemas.microsoft.com/office/drawing/2014/main" id="{24A7BC85-43C4-F1B4-7338-2825328470C8}"/>
                </a:ext>
              </a:extLst>
            </p:cNvPr>
            <p:cNvSpPr/>
            <p:nvPr/>
          </p:nvSpPr>
          <p:spPr>
            <a:xfrm>
              <a:off x="450005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8" name="Freeform: Shape 317">
              <a:extLst>
                <a:ext uri="{FF2B5EF4-FFF2-40B4-BE49-F238E27FC236}">
                  <a16:creationId xmlns:a16="http://schemas.microsoft.com/office/drawing/2014/main" id="{063916C2-DCFA-4C08-1810-EC70D768F2FC}"/>
                </a:ext>
              </a:extLst>
            </p:cNvPr>
            <p:cNvSpPr/>
            <p:nvPr/>
          </p:nvSpPr>
          <p:spPr>
            <a:xfrm>
              <a:off x="4081442"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19" name="Freeform: Shape 318">
              <a:extLst>
                <a:ext uri="{FF2B5EF4-FFF2-40B4-BE49-F238E27FC236}">
                  <a16:creationId xmlns:a16="http://schemas.microsoft.com/office/drawing/2014/main" id="{21A0B8A0-C2DA-2E6B-309A-11E3B59B0960}"/>
                </a:ext>
              </a:extLst>
            </p:cNvPr>
            <p:cNvSpPr/>
            <p:nvPr/>
          </p:nvSpPr>
          <p:spPr>
            <a:xfrm>
              <a:off x="34535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0" name="Freeform: Shape 319">
              <a:extLst>
                <a:ext uri="{FF2B5EF4-FFF2-40B4-BE49-F238E27FC236}">
                  <a16:creationId xmlns:a16="http://schemas.microsoft.com/office/drawing/2014/main" id="{913CE244-7E30-DFD7-7892-6C6F083B04C9}"/>
                </a:ext>
              </a:extLst>
            </p:cNvPr>
            <p:cNvSpPr/>
            <p:nvPr/>
          </p:nvSpPr>
          <p:spPr>
            <a:xfrm>
              <a:off x="303491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1" name="Freeform: Shape 320">
              <a:extLst>
                <a:ext uri="{FF2B5EF4-FFF2-40B4-BE49-F238E27FC236}">
                  <a16:creationId xmlns:a16="http://schemas.microsoft.com/office/drawing/2014/main" id="{C35AC421-9DF3-E82E-EAD9-08D81D2C18C3}"/>
                </a:ext>
              </a:extLst>
            </p:cNvPr>
            <p:cNvSpPr/>
            <p:nvPr/>
          </p:nvSpPr>
          <p:spPr>
            <a:xfrm>
              <a:off x="272096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2" name="Freeform: Shape 321">
              <a:extLst>
                <a:ext uri="{FF2B5EF4-FFF2-40B4-BE49-F238E27FC236}">
                  <a16:creationId xmlns:a16="http://schemas.microsoft.com/office/drawing/2014/main" id="{38FE832E-ADFA-28B3-345F-854F75D96A67}"/>
                </a:ext>
              </a:extLst>
            </p:cNvPr>
            <p:cNvSpPr/>
            <p:nvPr/>
          </p:nvSpPr>
          <p:spPr>
            <a:xfrm>
              <a:off x="418609"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23" name="Freeform: Shape 322">
              <a:extLst>
                <a:ext uri="{FF2B5EF4-FFF2-40B4-BE49-F238E27FC236}">
                  <a16:creationId xmlns:a16="http://schemas.microsoft.com/office/drawing/2014/main" id="{80998058-BD56-4069-C103-36BC0AA21321}"/>
                </a:ext>
              </a:extLst>
            </p:cNvPr>
            <p:cNvSpPr/>
            <p:nvPr/>
          </p:nvSpPr>
          <p:spPr>
            <a:xfrm>
              <a:off x="41860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4" name="Freeform: Shape 323">
              <a:extLst>
                <a:ext uri="{FF2B5EF4-FFF2-40B4-BE49-F238E27FC236}">
                  <a16:creationId xmlns:a16="http://schemas.microsoft.com/office/drawing/2014/main" id="{C066A03E-DF23-1563-ADCC-D87F9FB892EB}"/>
                </a:ext>
              </a:extLst>
            </p:cNvPr>
            <p:cNvSpPr/>
            <p:nvPr/>
          </p:nvSpPr>
          <p:spPr>
            <a:xfrm>
              <a:off x="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5" name="Freeform: Shape 324">
              <a:extLst>
                <a:ext uri="{FF2B5EF4-FFF2-40B4-BE49-F238E27FC236}">
                  <a16:creationId xmlns:a16="http://schemas.microsoft.com/office/drawing/2014/main" id="{064D1FE3-4C73-683B-74BE-20E39DD39DEA}"/>
                </a:ext>
              </a:extLst>
            </p:cNvPr>
            <p:cNvSpPr/>
            <p:nvPr/>
          </p:nvSpPr>
          <p:spPr>
            <a:xfrm>
              <a:off x="5965184" y="4606338"/>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1512 w 52326"/>
                <a:gd name="connsiteY5" fmla="*/ 453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cubicBezTo>
                    <a:pt x="20582" y="0"/>
                    <a:pt x="15698" y="1744"/>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26" name="Freeform: Shape 325">
              <a:extLst>
                <a:ext uri="{FF2B5EF4-FFF2-40B4-BE49-F238E27FC236}">
                  <a16:creationId xmlns:a16="http://schemas.microsoft.com/office/drawing/2014/main" id="{C70EE71F-D606-EE90-B9F1-8F9145ACEABE}"/>
                </a:ext>
              </a:extLst>
            </p:cNvPr>
            <p:cNvSpPr/>
            <p:nvPr/>
          </p:nvSpPr>
          <p:spPr>
            <a:xfrm>
              <a:off x="59651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7" name="Freeform: Shape 326">
              <a:extLst>
                <a:ext uri="{FF2B5EF4-FFF2-40B4-BE49-F238E27FC236}">
                  <a16:creationId xmlns:a16="http://schemas.microsoft.com/office/drawing/2014/main" id="{E3CB60F5-DA08-B1F8-D024-6DF301DBBE31}"/>
                </a:ext>
              </a:extLst>
            </p:cNvPr>
            <p:cNvSpPr/>
            <p:nvPr/>
          </p:nvSpPr>
          <p:spPr>
            <a:xfrm>
              <a:off x="523261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8" name="Freeform: Shape 327">
              <a:extLst>
                <a:ext uri="{FF2B5EF4-FFF2-40B4-BE49-F238E27FC236}">
                  <a16:creationId xmlns:a16="http://schemas.microsoft.com/office/drawing/2014/main" id="{3504F06A-70F9-8E7E-D23D-3981AC1EAFE2}"/>
                </a:ext>
              </a:extLst>
            </p:cNvPr>
            <p:cNvSpPr/>
            <p:nvPr/>
          </p:nvSpPr>
          <p:spPr>
            <a:xfrm>
              <a:off x="460470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29" name="Freeform: Shape 328">
              <a:extLst>
                <a:ext uri="{FF2B5EF4-FFF2-40B4-BE49-F238E27FC236}">
                  <a16:creationId xmlns:a16="http://schemas.microsoft.com/office/drawing/2014/main" id="{7CD3FF43-4970-6828-EA90-89E26A595E69}"/>
                </a:ext>
              </a:extLst>
            </p:cNvPr>
            <p:cNvSpPr/>
            <p:nvPr/>
          </p:nvSpPr>
          <p:spPr>
            <a:xfrm>
              <a:off x="491866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0" name="Freeform: Shape 329">
              <a:extLst>
                <a:ext uri="{FF2B5EF4-FFF2-40B4-BE49-F238E27FC236}">
                  <a16:creationId xmlns:a16="http://schemas.microsoft.com/office/drawing/2014/main" id="{ED2394B9-386E-9E03-E9D1-8E0C6CF9A3EB}"/>
                </a:ext>
              </a:extLst>
            </p:cNvPr>
            <p:cNvSpPr/>
            <p:nvPr/>
          </p:nvSpPr>
          <p:spPr>
            <a:xfrm>
              <a:off x="4918660"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31" name="Freeform: Shape 330">
              <a:extLst>
                <a:ext uri="{FF2B5EF4-FFF2-40B4-BE49-F238E27FC236}">
                  <a16:creationId xmlns:a16="http://schemas.microsoft.com/office/drawing/2014/main" id="{372E6715-0BD2-C0EC-46D2-BDFDE142E232}"/>
                </a:ext>
              </a:extLst>
            </p:cNvPr>
            <p:cNvSpPr/>
            <p:nvPr/>
          </p:nvSpPr>
          <p:spPr>
            <a:xfrm>
              <a:off x="3872137"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32" name="Freeform: Shape 331">
              <a:extLst>
                <a:ext uri="{FF2B5EF4-FFF2-40B4-BE49-F238E27FC236}">
                  <a16:creationId xmlns:a16="http://schemas.microsoft.com/office/drawing/2014/main" id="{862C78D8-462A-96DA-3B77-D563985CD535}"/>
                </a:ext>
              </a:extLst>
            </p:cNvPr>
            <p:cNvSpPr/>
            <p:nvPr/>
          </p:nvSpPr>
          <p:spPr>
            <a:xfrm>
              <a:off x="334887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3" name="Freeform: Shape 332">
              <a:extLst>
                <a:ext uri="{FF2B5EF4-FFF2-40B4-BE49-F238E27FC236}">
                  <a16:creationId xmlns:a16="http://schemas.microsoft.com/office/drawing/2014/main" id="{3450A0FC-F5CB-1E22-85EE-AEA9C3E4D5E2}"/>
                </a:ext>
              </a:extLst>
            </p:cNvPr>
            <p:cNvSpPr/>
            <p:nvPr/>
          </p:nvSpPr>
          <p:spPr>
            <a:xfrm>
              <a:off x="282561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4" name="Freeform: Shape 333">
              <a:extLst>
                <a:ext uri="{FF2B5EF4-FFF2-40B4-BE49-F238E27FC236}">
                  <a16:creationId xmlns:a16="http://schemas.microsoft.com/office/drawing/2014/main" id="{E30C15C1-3DC2-9C4E-868F-104550C036A5}"/>
                </a:ext>
              </a:extLst>
            </p:cNvPr>
            <p:cNvSpPr/>
            <p:nvPr/>
          </p:nvSpPr>
          <p:spPr>
            <a:xfrm>
              <a:off x="272096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5" name="Freeform: Shape 334">
              <a:extLst>
                <a:ext uri="{FF2B5EF4-FFF2-40B4-BE49-F238E27FC236}">
                  <a16:creationId xmlns:a16="http://schemas.microsoft.com/office/drawing/2014/main" id="{9C169181-5C6D-3C81-377A-E8B31B726B2E}"/>
                </a:ext>
              </a:extLst>
            </p:cNvPr>
            <p:cNvSpPr/>
            <p:nvPr/>
          </p:nvSpPr>
          <p:spPr>
            <a:xfrm>
              <a:off x="272096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6" name="Freeform: Shape 335">
              <a:extLst>
                <a:ext uri="{FF2B5EF4-FFF2-40B4-BE49-F238E27FC236}">
                  <a16:creationId xmlns:a16="http://schemas.microsoft.com/office/drawing/2014/main" id="{82F2CF0D-6503-626E-E621-66D4F3F0DF91}"/>
                </a:ext>
              </a:extLst>
            </p:cNvPr>
            <p:cNvSpPr/>
            <p:nvPr/>
          </p:nvSpPr>
          <p:spPr>
            <a:xfrm>
              <a:off x="2511656"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7" name="Freeform: Shape 336">
              <a:extLst>
                <a:ext uri="{FF2B5EF4-FFF2-40B4-BE49-F238E27FC236}">
                  <a16:creationId xmlns:a16="http://schemas.microsoft.com/office/drawing/2014/main" id="{27D823AF-9C28-139D-8938-1B5BC4B33181}"/>
                </a:ext>
              </a:extLst>
            </p:cNvPr>
            <p:cNvSpPr/>
            <p:nvPr/>
          </p:nvSpPr>
          <p:spPr>
            <a:xfrm>
              <a:off x="251165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38" name="Freeform: Shape 337">
              <a:extLst>
                <a:ext uri="{FF2B5EF4-FFF2-40B4-BE49-F238E27FC236}">
                  <a16:creationId xmlns:a16="http://schemas.microsoft.com/office/drawing/2014/main" id="{78C27A86-CB16-4890-6E0F-B24CDF9FFAD6}"/>
                </a:ext>
              </a:extLst>
            </p:cNvPr>
            <p:cNvSpPr/>
            <p:nvPr/>
          </p:nvSpPr>
          <p:spPr>
            <a:xfrm>
              <a:off x="1779090"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39" name="Freeform: Shape 338">
              <a:extLst>
                <a:ext uri="{FF2B5EF4-FFF2-40B4-BE49-F238E27FC236}">
                  <a16:creationId xmlns:a16="http://schemas.microsoft.com/office/drawing/2014/main" id="{C6C2FE25-7BD6-7987-A8FC-D907E18B7BE9}"/>
                </a:ext>
              </a:extLst>
            </p:cNvPr>
            <p:cNvSpPr/>
            <p:nvPr/>
          </p:nvSpPr>
          <p:spPr>
            <a:xfrm>
              <a:off x="1674437"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1" y="0"/>
                    <a:pt x="0" y="11861"/>
                    <a:pt x="0" y="26163"/>
                  </a:cubicBezTo>
                  <a:cubicBezTo>
                    <a:pt x="0" y="40465"/>
                    <a:pt x="11861"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340" name="Freeform: Shape 339">
              <a:extLst>
                <a:ext uri="{FF2B5EF4-FFF2-40B4-BE49-F238E27FC236}">
                  <a16:creationId xmlns:a16="http://schemas.microsoft.com/office/drawing/2014/main" id="{90EADB55-FCF1-8806-4EC3-471B4A193BC5}"/>
                </a:ext>
              </a:extLst>
            </p:cNvPr>
            <p:cNvSpPr/>
            <p:nvPr/>
          </p:nvSpPr>
          <p:spPr>
            <a:xfrm>
              <a:off x="167443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1" name="Freeform: Shape 340">
              <a:extLst>
                <a:ext uri="{FF2B5EF4-FFF2-40B4-BE49-F238E27FC236}">
                  <a16:creationId xmlns:a16="http://schemas.microsoft.com/office/drawing/2014/main" id="{9A6BF0A4-6CE7-E5BB-AF9C-EAA765DD4381}"/>
                </a:ext>
              </a:extLst>
            </p:cNvPr>
            <p:cNvSpPr/>
            <p:nvPr/>
          </p:nvSpPr>
          <p:spPr>
            <a:xfrm>
              <a:off x="941871"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2" name="Freeform: Shape 341">
              <a:extLst>
                <a:ext uri="{FF2B5EF4-FFF2-40B4-BE49-F238E27FC236}">
                  <a16:creationId xmlns:a16="http://schemas.microsoft.com/office/drawing/2014/main" id="{51C14B31-399D-5071-97AD-29BBDF4402E5}"/>
                </a:ext>
              </a:extLst>
            </p:cNvPr>
            <p:cNvSpPr/>
            <p:nvPr/>
          </p:nvSpPr>
          <p:spPr>
            <a:xfrm>
              <a:off x="31395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3" name="Freeform: Shape 342">
              <a:extLst>
                <a:ext uri="{FF2B5EF4-FFF2-40B4-BE49-F238E27FC236}">
                  <a16:creationId xmlns:a16="http://schemas.microsoft.com/office/drawing/2014/main" id="{2830010D-5ADC-1425-4EAB-D6E23FAA208F}"/>
                </a:ext>
              </a:extLst>
            </p:cNvPr>
            <p:cNvSpPr/>
            <p:nvPr/>
          </p:nvSpPr>
          <p:spPr>
            <a:xfrm>
              <a:off x="31395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44" name="Freeform: Shape 343">
              <a:extLst>
                <a:ext uri="{FF2B5EF4-FFF2-40B4-BE49-F238E27FC236}">
                  <a16:creationId xmlns:a16="http://schemas.microsoft.com/office/drawing/2014/main" id="{24A65BC1-05B8-08C3-969E-DDA1FEF74BE0}"/>
                </a:ext>
              </a:extLst>
            </p:cNvPr>
            <p:cNvSpPr/>
            <p:nvPr/>
          </p:nvSpPr>
          <p:spPr>
            <a:xfrm>
              <a:off x="2616309" y="4083077"/>
              <a:ext cx="52326" cy="52326"/>
            </a:xfrm>
            <a:custGeom>
              <a:avLst/>
              <a:gdLst>
                <a:gd name="connsiteX0" fmla="*/ 52326 w 52326"/>
                <a:gd name="connsiteY0" fmla="*/ 26163 h 52326"/>
                <a:gd name="connsiteX1" fmla="*/ 26163 w 52326"/>
                <a:gd name="connsiteY1" fmla="*/ 0 h 52326"/>
                <a:gd name="connsiteX2" fmla="*/ 1046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ubicBezTo>
                    <a:pt x="35931" y="52326"/>
                    <a:pt x="44652" y="46745"/>
                    <a:pt x="49187" y="38721"/>
                  </a:cubicBezTo>
                  <a:cubicBezTo>
                    <a:pt x="51280"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345" name="Freeform: Shape 344">
              <a:extLst>
                <a:ext uri="{FF2B5EF4-FFF2-40B4-BE49-F238E27FC236}">
                  <a16:creationId xmlns:a16="http://schemas.microsoft.com/office/drawing/2014/main" id="{4FD2A823-2ECA-2975-2EA6-F038C663E7BC}"/>
                </a:ext>
              </a:extLst>
            </p:cNvPr>
            <p:cNvSpPr/>
            <p:nvPr/>
          </p:nvSpPr>
          <p:spPr>
            <a:xfrm>
              <a:off x="2197699" y="512960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lnTo>
                    <a:pt x="52326" y="26163"/>
                  </a:ln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46" name="Freeform: Shape 345">
              <a:extLst>
                <a:ext uri="{FF2B5EF4-FFF2-40B4-BE49-F238E27FC236}">
                  <a16:creationId xmlns:a16="http://schemas.microsoft.com/office/drawing/2014/main" id="{DD0D1A02-A116-150E-F63F-A18A6D642F20}"/>
                </a:ext>
              </a:extLst>
            </p:cNvPr>
            <p:cNvSpPr/>
            <p:nvPr/>
          </p:nvSpPr>
          <p:spPr>
            <a:xfrm>
              <a:off x="3976789"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47" name="Freeform: Shape 346">
              <a:extLst>
                <a:ext uri="{FF2B5EF4-FFF2-40B4-BE49-F238E27FC236}">
                  <a16:creationId xmlns:a16="http://schemas.microsoft.com/office/drawing/2014/main" id="{E4C1FCB7-B6CC-BCAC-D2B0-A3049B01736E}"/>
                </a:ext>
              </a:extLst>
            </p:cNvPr>
            <p:cNvSpPr/>
            <p:nvPr/>
          </p:nvSpPr>
          <p:spPr>
            <a:xfrm>
              <a:off x="3558180"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4" y="0"/>
                    <a:pt x="26163" y="0"/>
                  </a:cubicBezTo>
                  <a:cubicBezTo>
                    <a:pt x="11861" y="0"/>
                    <a:pt x="0" y="11861"/>
                    <a:pt x="0" y="26163"/>
                  </a:cubicBezTo>
                  <a:cubicBezTo>
                    <a:pt x="0" y="35233"/>
                    <a:pt x="4535" y="43256"/>
                    <a:pt x="11512" y="47791"/>
                  </a:cubicBezTo>
                  <a:cubicBezTo>
                    <a:pt x="15698" y="50582"/>
                    <a:pt x="20582" y="52326"/>
                    <a:pt x="26163" y="52326"/>
                  </a:cubicBezTo>
                  <a:lnTo>
                    <a:pt x="26163" y="52326"/>
                  </a:lnTo>
                  <a:cubicBezTo>
                    <a:pt x="40465"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348" name="Freeform: Shape 347">
              <a:extLst>
                <a:ext uri="{FF2B5EF4-FFF2-40B4-BE49-F238E27FC236}">
                  <a16:creationId xmlns:a16="http://schemas.microsoft.com/office/drawing/2014/main" id="{66999AE8-94BF-60FD-13B9-1151F3FB74A5}"/>
                </a:ext>
              </a:extLst>
            </p:cNvPr>
            <p:cNvSpPr/>
            <p:nvPr/>
          </p:nvSpPr>
          <p:spPr>
            <a:xfrm>
              <a:off x="554657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49" name="Freeform: Shape 348">
              <a:extLst>
                <a:ext uri="{FF2B5EF4-FFF2-40B4-BE49-F238E27FC236}">
                  <a16:creationId xmlns:a16="http://schemas.microsoft.com/office/drawing/2014/main" id="{4150C32C-5424-E457-BD15-0556412A6829}"/>
                </a:ext>
              </a:extLst>
            </p:cNvPr>
            <p:cNvSpPr/>
            <p:nvPr/>
          </p:nvSpPr>
          <p:spPr>
            <a:xfrm>
              <a:off x="3976789"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350" name="Freeform: Shape 349">
              <a:extLst>
                <a:ext uri="{FF2B5EF4-FFF2-40B4-BE49-F238E27FC236}">
                  <a16:creationId xmlns:a16="http://schemas.microsoft.com/office/drawing/2014/main" id="{2A859C84-C379-E017-CE2C-F7D28D106DAF}"/>
                </a:ext>
              </a:extLst>
            </p:cNvPr>
            <p:cNvSpPr/>
            <p:nvPr/>
          </p:nvSpPr>
          <p:spPr>
            <a:xfrm>
              <a:off x="4918660"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4" y="52326"/>
                    <a:pt x="47791" y="44652"/>
                    <a:pt x="51279" y="33838"/>
                  </a:cubicBezTo>
                  <a:cubicBezTo>
                    <a:pt x="51977" y="31396"/>
                    <a:pt x="52326" y="28605"/>
                    <a:pt x="52326" y="26163"/>
                  </a:cubicBezTo>
                  <a:cubicBezTo>
                    <a:pt x="52326" y="11861"/>
                    <a:pt x="40465" y="0"/>
                    <a:pt x="26163" y="0"/>
                  </a:cubicBezTo>
                  <a:cubicBezTo>
                    <a:pt x="15349" y="0"/>
                    <a:pt x="5930" y="6628"/>
                    <a:pt x="2093" y="16047"/>
                  </a:cubicBezTo>
                  <a:cubicBezTo>
                    <a:pt x="698" y="19186"/>
                    <a:pt x="0" y="22675"/>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1" name="Freeform: Shape 350">
              <a:extLst>
                <a:ext uri="{FF2B5EF4-FFF2-40B4-BE49-F238E27FC236}">
                  <a16:creationId xmlns:a16="http://schemas.microsoft.com/office/drawing/2014/main" id="{E05D4C0B-AE49-B84F-4B0D-BEFF93EA98A6}"/>
                </a:ext>
              </a:extLst>
            </p:cNvPr>
            <p:cNvSpPr/>
            <p:nvPr/>
          </p:nvSpPr>
          <p:spPr>
            <a:xfrm>
              <a:off x="408144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2" name="Freeform: Shape 351">
              <a:extLst>
                <a:ext uri="{FF2B5EF4-FFF2-40B4-BE49-F238E27FC236}">
                  <a16:creationId xmlns:a16="http://schemas.microsoft.com/office/drawing/2014/main" id="{FBADB1E3-ACAE-1EA0-BAB6-C0B2F5AD24F4}"/>
                </a:ext>
              </a:extLst>
            </p:cNvPr>
            <p:cNvSpPr/>
            <p:nvPr/>
          </p:nvSpPr>
          <p:spPr>
            <a:xfrm>
              <a:off x="38721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53" name="Freeform: Shape 352">
              <a:extLst>
                <a:ext uri="{FF2B5EF4-FFF2-40B4-BE49-F238E27FC236}">
                  <a16:creationId xmlns:a16="http://schemas.microsoft.com/office/drawing/2014/main" id="{37136CD9-1712-E474-D4D0-E2F3C04259B6}"/>
                </a:ext>
              </a:extLst>
            </p:cNvPr>
            <p:cNvSpPr/>
            <p:nvPr/>
          </p:nvSpPr>
          <p:spPr>
            <a:xfrm>
              <a:off x="355818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54" name="Freeform: Shape 353">
              <a:extLst>
                <a:ext uri="{FF2B5EF4-FFF2-40B4-BE49-F238E27FC236}">
                  <a16:creationId xmlns:a16="http://schemas.microsoft.com/office/drawing/2014/main" id="{2AB145BE-D445-50CE-3BDF-67C55DAA1E27}"/>
                </a:ext>
              </a:extLst>
            </p:cNvPr>
            <p:cNvSpPr/>
            <p:nvPr/>
          </p:nvSpPr>
          <p:spPr>
            <a:xfrm>
              <a:off x="345352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55" name="Freeform: Shape 354">
              <a:extLst>
                <a:ext uri="{FF2B5EF4-FFF2-40B4-BE49-F238E27FC236}">
                  <a16:creationId xmlns:a16="http://schemas.microsoft.com/office/drawing/2014/main" id="{1F8D7AB7-0824-8712-293A-9EDC06D8C95F}"/>
                </a:ext>
              </a:extLst>
            </p:cNvPr>
            <p:cNvSpPr/>
            <p:nvPr/>
          </p:nvSpPr>
          <p:spPr>
            <a:xfrm>
              <a:off x="3348875"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7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1" y="52326"/>
                    <a:pt x="26163" y="52326"/>
                  </a:cubicBezTo>
                  <a:cubicBezTo>
                    <a:pt x="32442" y="52326"/>
                    <a:pt x="38373" y="50233"/>
                    <a:pt x="42907"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56" name="Freeform: Shape 355">
              <a:extLst>
                <a:ext uri="{FF2B5EF4-FFF2-40B4-BE49-F238E27FC236}">
                  <a16:creationId xmlns:a16="http://schemas.microsoft.com/office/drawing/2014/main" id="{6252E75D-3D71-1A85-5900-9A4D7781BE7F}"/>
                </a:ext>
              </a:extLst>
            </p:cNvPr>
            <p:cNvSpPr/>
            <p:nvPr/>
          </p:nvSpPr>
          <p:spPr>
            <a:xfrm>
              <a:off x="2720961" y="4292381"/>
              <a:ext cx="52326" cy="52326"/>
            </a:xfrm>
            <a:custGeom>
              <a:avLst/>
              <a:gdLst>
                <a:gd name="connsiteX0" fmla="*/ 51280 w 52326"/>
                <a:gd name="connsiteY0" fmla="*/ 18489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1280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80" y="18489"/>
                  </a:moveTo>
                  <a:cubicBezTo>
                    <a:pt x="48140" y="7675"/>
                    <a:pt x="38024"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3372"/>
                    <a:pt x="51977" y="20930"/>
                    <a:pt x="51280" y="18489"/>
                  </a:cubicBezTo>
                  <a:close/>
                </a:path>
              </a:pathLst>
            </a:custGeom>
            <a:grpFill/>
            <a:ln w="3488" cap="flat">
              <a:noFill/>
              <a:prstDash val="solid"/>
              <a:miter/>
            </a:ln>
          </p:spPr>
          <p:txBody>
            <a:bodyPr rtlCol="0" anchor="ctr"/>
            <a:lstStyle/>
            <a:p>
              <a:endParaRPr lang="en-ID"/>
            </a:p>
          </p:txBody>
        </p:sp>
        <p:sp>
          <p:nvSpPr>
            <p:cNvPr id="357" name="Freeform: Shape 356">
              <a:extLst>
                <a:ext uri="{FF2B5EF4-FFF2-40B4-BE49-F238E27FC236}">
                  <a16:creationId xmlns:a16="http://schemas.microsoft.com/office/drawing/2014/main" id="{4A701D6B-E4D5-30D7-AAE8-637333978895}"/>
                </a:ext>
              </a:extLst>
            </p:cNvPr>
            <p:cNvSpPr/>
            <p:nvPr/>
          </p:nvSpPr>
          <p:spPr>
            <a:xfrm>
              <a:off x="240700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58" name="Freeform: Shape 357">
              <a:extLst>
                <a:ext uri="{FF2B5EF4-FFF2-40B4-BE49-F238E27FC236}">
                  <a16:creationId xmlns:a16="http://schemas.microsoft.com/office/drawing/2014/main" id="{5D9B4A7B-3319-D1CC-DFCC-D441A5223E47}"/>
                </a:ext>
              </a:extLst>
            </p:cNvPr>
            <p:cNvSpPr/>
            <p:nvPr/>
          </p:nvSpPr>
          <p:spPr>
            <a:xfrm>
              <a:off x="240700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59" name="Freeform: Shape 358">
              <a:extLst>
                <a:ext uri="{FF2B5EF4-FFF2-40B4-BE49-F238E27FC236}">
                  <a16:creationId xmlns:a16="http://schemas.microsoft.com/office/drawing/2014/main" id="{7534BBDA-5E57-D0C4-AF14-0848B34D9CC9}"/>
                </a:ext>
              </a:extLst>
            </p:cNvPr>
            <p:cNvSpPr/>
            <p:nvPr/>
          </p:nvSpPr>
          <p:spPr>
            <a:xfrm>
              <a:off x="136048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0" name="Freeform: Shape 359">
              <a:extLst>
                <a:ext uri="{FF2B5EF4-FFF2-40B4-BE49-F238E27FC236}">
                  <a16:creationId xmlns:a16="http://schemas.microsoft.com/office/drawing/2014/main" id="{D69C373B-7F12-3A68-16F8-D47A9955D1AD}"/>
                </a:ext>
              </a:extLst>
            </p:cNvPr>
            <p:cNvSpPr/>
            <p:nvPr/>
          </p:nvSpPr>
          <p:spPr>
            <a:xfrm>
              <a:off x="41860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1" name="Freeform: Shape 360">
              <a:extLst>
                <a:ext uri="{FF2B5EF4-FFF2-40B4-BE49-F238E27FC236}">
                  <a16:creationId xmlns:a16="http://schemas.microsoft.com/office/drawing/2014/main" id="{3BDF76AF-C99D-E626-66F9-5A4C8C2BF28A}"/>
                </a:ext>
              </a:extLst>
            </p:cNvPr>
            <p:cNvSpPr/>
            <p:nvPr/>
          </p:nvSpPr>
          <p:spPr>
            <a:xfrm>
              <a:off x="10465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62" name="Freeform: Shape 361">
              <a:extLst>
                <a:ext uri="{FF2B5EF4-FFF2-40B4-BE49-F238E27FC236}">
                  <a16:creationId xmlns:a16="http://schemas.microsoft.com/office/drawing/2014/main" id="{3A7BF81A-C37B-7586-B85A-D3F923ADCA6A}"/>
                </a:ext>
              </a:extLst>
            </p:cNvPr>
            <p:cNvSpPr/>
            <p:nvPr/>
          </p:nvSpPr>
          <p:spPr>
            <a:xfrm>
              <a:off x="0"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63" name="Freeform: Shape 362">
              <a:extLst>
                <a:ext uri="{FF2B5EF4-FFF2-40B4-BE49-F238E27FC236}">
                  <a16:creationId xmlns:a16="http://schemas.microsoft.com/office/drawing/2014/main" id="{3B34FBEB-945D-918C-B5EA-A0E7E15DC81A}"/>
                </a:ext>
              </a:extLst>
            </p:cNvPr>
            <p:cNvSpPr/>
            <p:nvPr/>
          </p:nvSpPr>
          <p:spPr>
            <a:xfrm>
              <a:off x="1465133" y="4083077"/>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7" y="52326"/>
                    <a:pt x="26163" y="52326"/>
                  </a:cubicBezTo>
                  <a:cubicBezTo>
                    <a:pt x="40466"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364" name="Freeform: Shape 363">
              <a:extLst>
                <a:ext uri="{FF2B5EF4-FFF2-40B4-BE49-F238E27FC236}">
                  <a16:creationId xmlns:a16="http://schemas.microsoft.com/office/drawing/2014/main" id="{FA6CBB76-D194-AF3F-7465-FB09C3D9F489}"/>
                </a:ext>
              </a:extLst>
            </p:cNvPr>
            <p:cNvSpPr/>
            <p:nvPr/>
          </p:nvSpPr>
          <p:spPr>
            <a:xfrm>
              <a:off x="4709356" y="4920296"/>
              <a:ext cx="52326" cy="52326"/>
            </a:xfrm>
            <a:custGeom>
              <a:avLst/>
              <a:gdLst>
                <a:gd name="connsiteX0" fmla="*/ 46745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5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5" y="10116"/>
                  </a:moveTo>
                  <a:cubicBezTo>
                    <a:pt x="41861" y="4186"/>
                    <a:pt x="34535" y="0"/>
                    <a:pt x="26163" y="0"/>
                  </a:cubicBezTo>
                  <a:cubicBezTo>
                    <a:pt x="11861" y="0"/>
                    <a:pt x="0" y="11861"/>
                    <a:pt x="0" y="26163"/>
                  </a:cubicBezTo>
                  <a:cubicBezTo>
                    <a:pt x="0" y="27907"/>
                    <a:pt x="349" y="29652"/>
                    <a:pt x="698" y="31396"/>
                  </a:cubicBezTo>
                  <a:cubicBezTo>
                    <a:pt x="3140" y="43256"/>
                    <a:pt x="13605" y="52326"/>
                    <a:pt x="26163" y="52326"/>
                  </a:cubicBezTo>
                  <a:cubicBezTo>
                    <a:pt x="34884" y="52326"/>
                    <a:pt x="42210" y="48140"/>
                    <a:pt x="47094" y="41861"/>
                  </a:cubicBezTo>
                  <a:cubicBezTo>
                    <a:pt x="50233" y="37326"/>
                    <a:pt x="52326" y="32093"/>
                    <a:pt x="52326" y="26163"/>
                  </a:cubicBezTo>
                  <a:cubicBezTo>
                    <a:pt x="52326" y="20233"/>
                    <a:pt x="50233" y="14302"/>
                    <a:pt x="46745" y="10116"/>
                  </a:cubicBezTo>
                  <a:close/>
                </a:path>
              </a:pathLst>
            </a:custGeom>
            <a:grpFill/>
            <a:ln w="3488" cap="flat">
              <a:noFill/>
              <a:prstDash val="solid"/>
              <a:miter/>
            </a:ln>
          </p:spPr>
          <p:txBody>
            <a:bodyPr rtlCol="0" anchor="ctr"/>
            <a:lstStyle/>
            <a:p>
              <a:endParaRPr lang="en-ID"/>
            </a:p>
          </p:txBody>
        </p:sp>
        <p:sp>
          <p:nvSpPr>
            <p:cNvPr id="365" name="Freeform: Shape 364">
              <a:extLst>
                <a:ext uri="{FF2B5EF4-FFF2-40B4-BE49-F238E27FC236}">
                  <a16:creationId xmlns:a16="http://schemas.microsoft.com/office/drawing/2014/main" id="{650BF21E-81D3-1BBF-87BC-D00C3C00BAA6}"/>
                </a:ext>
              </a:extLst>
            </p:cNvPr>
            <p:cNvSpPr/>
            <p:nvPr/>
          </p:nvSpPr>
          <p:spPr>
            <a:xfrm>
              <a:off x="5755879"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6" name="Freeform: Shape 365">
              <a:extLst>
                <a:ext uri="{FF2B5EF4-FFF2-40B4-BE49-F238E27FC236}">
                  <a16:creationId xmlns:a16="http://schemas.microsoft.com/office/drawing/2014/main" id="{94D9D724-8476-2D79-2FCD-9771A62F3E72}"/>
                </a:ext>
              </a:extLst>
            </p:cNvPr>
            <p:cNvSpPr/>
            <p:nvPr/>
          </p:nvSpPr>
          <p:spPr>
            <a:xfrm>
              <a:off x="596518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7" name="Freeform: Shape 366">
              <a:extLst>
                <a:ext uri="{FF2B5EF4-FFF2-40B4-BE49-F238E27FC236}">
                  <a16:creationId xmlns:a16="http://schemas.microsoft.com/office/drawing/2014/main" id="{5919C513-E6F9-E3DD-DADD-131CC70D078D}"/>
                </a:ext>
              </a:extLst>
            </p:cNvPr>
            <p:cNvSpPr/>
            <p:nvPr/>
          </p:nvSpPr>
          <p:spPr>
            <a:xfrm>
              <a:off x="481400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68" name="Freeform: Shape 367">
              <a:extLst>
                <a:ext uri="{FF2B5EF4-FFF2-40B4-BE49-F238E27FC236}">
                  <a16:creationId xmlns:a16="http://schemas.microsoft.com/office/drawing/2014/main" id="{EEEEDDBB-C6BA-080F-2985-866ACB7B0CAA}"/>
                </a:ext>
              </a:extLst>
            </p:cNvPr>
            <p:cNvSpPr/>
            <p:nvPr/>
          </p:nvSpPr>
          <p:spPr>
            <a:xfrm>
              <a:off x="397678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69" name="Freeform: Shape 368">
              <a:extLst>
                <a:ext uri="{FF2B5EF4-FFF2-40B4-BE49-F238E27FC236}">
                  <a16:creationId xmlns:a16="http://schemas.microsoft.com/office/drawing/2014/main" id="{7AA13AFD-D513-24FB-A26E-BBCCF04AA210}"/>
                </a:ext>
              </a:extLst>
            </p:cNvPr>
            <p:cNvSpPr/>
            <p:nvPr/>
          </p:nvSpPr>
          <p:spPr>
            <a:xfrm>
              <a:off x="376748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0" name="Freeform: Shape 369">
              <a:extLst>
                <a:ext uri="{FF2B5EF4-FFF2-40B4-BE49-F238E27FC236}">
                  <a16:creationId xmlns:a16="http://schemas.microsoft.com/office/drawing/2014/main" id="{5CB29163-0693-5BAC-6349-F1B06DDB5309}"/>
                </a:ext>
              </a:extLst>
            </p:cNvPr>
            <p:cNvSpPr/>
            <p:nvPr/>
          </p:nvSpPr>
          <p:spPr>
            <a:xfrm>
              <a:off x="5860532"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1" name="Freeform: Shape 370">
              <a:extLst>
                <a:ext uri="{FF2B5EF4-FFF2-40B4-BE49-F238E27FC236}">
                  <a16:creationId xmlns:a16="http://schemas.microsoft.com/office/drawing/2014/main" id="{BF855C32-65DA-B673-2BA0-1CBE0A9F0632}"/>
                </a:ext>
              </a:extLst>
            </p:cNvPr>
            <p:cNvSpPr/>
            <p:nvPr/>
          </p:nvSpPr>
          <p:spPr>
            <a:xfrm>
              <a:off x="491866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2" name="Freeform: Shape 371">
              <a:extLst>
                <a:ext uri="{FF2B5EF4-FFF2-40B4-BE49-F238E27FC236}">
                  <a16:creationId xmlns:a16="http://schemas.microsoft.com/office/drawing/2014/main" id="{B139F747-0E0B-5581-E90B-EC14D6D0A9A5}"/>
                </a:ext>
              </a:extLst>
            </p:cNvPr>
            <p:cNvSpPr/>
            <p:nvPr/>
          </p:nvSpPr>
          <p:spPr>
            <a:xfrm>
              <a:off x="387213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73" name="Freeform: Shape 372">
              <a:extLst>
                <a:ext uri="{FF2B5EF4-FFF2-40B4-BE49-F238E27FC236}">
                  <a16:creationId xmlns:a16="http://schemas.microsoft.com/office/drawing/2014/main" id="{C36580A1-5292-3D71-28F5-4680B571E095}"/>
                </a:ext>
              </a:extLst>
            </p:cNvPr>
            <p:cNvSpPr/>
            <p:nvPr/>
          </p:nvSpPr>
          <p:spPr>
            <a:xfrm>
              <a:off x="345352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4" name="Freeform: Shape 373">
              <a:extLst>
                <a:ext uri="{FF2B5EF4-FFF2-40B4-BE49-F238E27FC236}">
                  <a16:creationId xmlns:a16="http://schemas.microsoft.com/office/drawing/2014/main" id="{AEAD547A-CF01-FFFA-86EF-4FD7BB52F883}"/>
                </a:ext>
              </a:extLst>
            </p:cNvPr>
            <p:cNvSpPr/>
            <p:nvPr/>
          </p:nvSpPr>
          <p:spPr>
            <a:xfrm>
              <a:off x="3244223"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5" name="Freeform: Shape 374">
              <a:extLst>
                <a:ext uri="{FF2B5EF4-FFF2-40B4-BE49-F238E27FC236}">
                  <a16:creationId xmlns:a16="http://schemas.microsoft.com/office/drawing/2014/main" id="{17360020-9B88-B208-E3AB-161C810969C3}"/>
                </a:ext>
              </a:extLst>
            </p:cNvPr>
            <p:cNvSpPr/>
            <p:nvPr/>
          </p:nvSpPr>
          <p:spPr>
            <a:xfrm>
              <a:off x="324422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76" name="Freeform: Shape 375">
              <a:extLst>
                <a:ext uri="{FF2B5EF4-FFF2-40B4-BE49-F238E27FC236}">
                  <a16:creationId xmlns:a16="http://schemas.microsoft.com/office/drawing/2014/main" id="{1D207CEA-0E71-8665-5F4A-760D11DB763B}"/>
                </a:ext>
              </a:extLst>
            </p:cNvPr>
            <p:cNvSpPr/>
            <p:nvPr/>
          </p:nvSpPr>
          <p:spPr>
            <a:xfrm>
              <a:off x="272096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77" name="Freeform: Shape 376">
              <a:extLst>
                <a:ext uri="{FF2B5EF4-FFF2-40B4-BE49-F238E27FC236}">
                  <a16:creationId xmlns:a16="http://schemas.microsoft.com/office/drawing/2014/main" id="{9D1C2FA1-C6F6-8C59-7EA3-E888E4F8AE7E}"/>
                </a:ext>
              </a:extLst>
            </p:cNvPr>
            <p:cNvSpPr/>
            <p:nvPr/>
          </p:nvSpPr>
          <p:spPr>
            <a:xfrm>
              <a:off x="94187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8" name="Freeform: Shape 377">
              <a:extLst>
                <a:ext uri="{FF2B5EF4-FFF2-40B4-BE49-F238E27FC236}">
                  <a16:creationId xmlns:a16="http://schemas.microsoft.com/office/drawing/2014/main" id="{D00A28D4-D472-A4F8-1BB0-16DF105F00E7}"/>
                </a:ext>
              </a:extLst>
            </p:cNvPr>
            <p:cNvSpPr/>
            <p:nvPr/>
          </p:nvSpPr>
          <p:spPr>
            <a:xfrm>
              <a:off x="627914"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79" name="Freeform: Shape 378">
              <a:extLst>
                <a:ext uri="{FF2B5EF4-FFF2-40B4-BE49-F238E27FC236}">
                  <a16:creationId xmlns:a16="http://schemas.microsoft.com/office/drawing/2014/main" id="{3BABA4DC-3D6D-0901-B458-1853A2804D19}"/>
                </a:ext>
              </a:extLst>
            </p:cNvPr>
            <p:cNvSpPr/>
            <p:nvPr/>
          </p:nvSpPr>
          <p:spPr>
            <a:xfrm>
              <a:off x="41860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0" name="Freeform: Shape 379">
              <a:extLst>
                <a:ext uri="{FF2B5EF4-FFF2-40B4-BE49-F238E27FC236}">
                  <a16:creationId xmlns:a16="http://schemas.microsoft.com/office/drawing/2014/main" id="{6AD40AF1-7C9B-CD21-CF19-22DE3B51D2C5}"/>
                </a:ext>
              </a:extLst>
            </p:cNvPr>
            <p:cNvSpPr/>
            <p:nvPr/>
          </p:nvSpPr>
          <p:spPr>
            <a:xfrm>
              <a:off x="418609"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1" name="Freeform: Shape 380">
              <a:extLst>
                <a:ext uri="{FF2B5EF4-FFF2-40B4-BE49-F238E27FC236}">
                  <a16:creationId xmlns:a16="http://schemas.microsoft.com/office/drawing/2014/main" id="{70A2BB82-E9DF-D5D9-CDC6-AC2970A69637}"/>
                </a:ext>
              </a:extLst>
            </p:cNvPr>
            <p:cNvSpPr/>
            <p:nvPr/>
          </p:nvSpPr>
          <p:spPr>
            <a:xfrm>
              <a:off x="41860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82" name="Freeform: Shape 381">
              <a:extLst>
                <a:ext uri="{FF2B5EF4-FFF2-40B4-BE49-F238E27FC236}">
                  <a16:creationId xmlns:a16="http://schemas.microsoft.com/office/drawing/2014/main" id="{07092545-07EB-B117-EFAE-CBF480E786D8}"/>
                </a:ext>
              </a:extLst>
            </p:cNvPr>
            <p:cNvSpPr/>
            <p:nvPr/>
          </p:nvSpPr>
          <p:spPr>
            <a:xfrm>
              <a:off x="3767484"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1" y="52326"/>
                    <a:pt x="26163" y="52326"/>
                  </a:cubicBezTo>
                  <a:lnTo>
                    <a:pt x="26163" y="52326"/>
                  </a:ln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83" name="Freeform: Shape 382">
              <a:extLst>
                <a:ext uri="{FF2B5EF4-FFF2-40B4-BE49-F238E27FC236}">
                  <a16:creationId xmlns:a16="http://schemas.microsoft.com/office/drawing/2014/main" id="{12B27079-DEBF-E1B0-A546-1A9428508690}"/>
                </a:ext>
              </a:extLst>
            </p:cNvPr>
            <p:cNvSpPr/>
            <p:nvPr/>
          </p:nvSpPr>
          <p:spPr>
            <a:xfrm>
              <a:off x="3453527"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384" name="Freeform: Shape 383">
              <a:extLst>
                <a:ext uri="{FF2B5EF4-FFF2-40B4-BE49-F238E27FC236}">
                  <a16:creationId xmlns:a16="http://schemas.microsoft.com/office/drawing/2014/main" id="{CCD28FCB-6F57-FDB9-740F-0ECC9CDF5087}"/>
                </a:ext>
              </a:extLst>
            </p:cNvPr>
            <p:cNvSpPr/>
            <p:nvPr/>
          </p:nvSpPr>
          <p:spPr>
            <a:xfrm>
              <a:off x="2197699"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7" y="52326"/>
                    <a:pt x="46396" y="45698"/>
                    <a:pt x="50233" y="36280"/>
                  </a:cubicBezTo>
                  <a:cubicBezTo>
                    <a:pt x="51628" y="33140"/>
                    <a:pt x="52326" y="29652"/>
                    <a:pt x="52326" y="26163"/>
                  </a:cubicBezTo>
                  <a:cubicBezTo>
                    <a:pt x="52326" y="11861"/>
                    <a:pt x="40465" y="0"/>
                    <a:pt x="26163" y="0"/>
                  </a:cubicBezTo>
                  <a:lnTo>
                    <a:pt x="26163" y="0"/>
                  </a:lnTo>
                  <a:cubicBezTo>
                    <a:pt x="15349" y="0"/>
                    <a:pt x="5930" y="6628"/>
                    <a:pt x="2093" y="16047"/>
                  </a:cubicBezTo>
                  <a:cubicBezTo>
                    <a:pt x="698" y="19186"/>
                    <a:pt x="0" y="22675"/>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85" name="Freeform: Shape 384">
              <a:extLst>
                <a:ext uri="{FF2B5EF4-FFF2-40B4-BE49-F238E27FC236}">
                  <a16:creationId xmlns:a16="http://schemas.microsoft.com/office/drawing/2014/main" id="{B5DBD8F6-F011-26A0-0FE5-D5832D711181}"/>
                </a:ext>
              </a:extLst>
            </p:cNvPr>
            <p:cNvSpPr/>
            <p:nvPr/>
          </p:nvSpPr>
          <p:spPr>
            <a:xfrm>
              <a:off x="523261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6" name="Freeform: Shape 385">
              <a:extLst>
                <a:ext uri="{FF2B5EF4-FFF2-40B4-BE49-F238E27FC236}">
                  <a16:creationId xmlns:a16="http://schemas.microsoft.com/office/drawing/2014/main" id="{7AB6E461-B297-C3A7-7BEF-88AA8A053DFF}"/>
                </a:ext>
              </a:extLst>
            </p:cNvPr>
            <p:cNvSpPr/>
            <p:nvPr/>
          </p:nvSpPr>
          <p:spPr>
            <a:xfrm>
              <a:off x="481400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87" name="Freeform: Shape 386">
              <a:extLst>
                <a:ext uri="{FF2B5EF4-FFF2-40B4-BE49-F238E27FC236}">
                  <a16:creationId xmlns:a16="http://schemas.microsoft.com/office/drawing/2014/main" id="{F8F6F280-0451-02BF-497C-9FDEF68099B1}"/>
                </a:ext>
              </a:extLst>
            </p:cNvPr>
            <p:cNvSpPr/>
            <p:nvPr/>
          </p:nvSpPr>
          <p:spPr>
            <a:xfrm>
              <a:off x="4604703" y="4606338"/>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cubicBezTo>
                    <a:pt x="52326" y="11861"/>
                    <a:pt x="40465"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388" name="Freeform: Shape 387">
              <a:extLst>
                <a:ext uri="{FF2B5EF4-FFF2-40B4-BE49-F238E27FC236}">
                  <a16:creationId xmlns:a16="http://schemas.microsoft.com/office/drawing/2014/main" id="{F722C4CB-8CBF-ED53-31A3-EE776D4EE2C0}"/>
                </a:ext>
              </a:extLst>
            </p:cNvPr>
            <p:cNvSpPr/>
            <p:nvPr/>
          </p:nvSpPr>
          <p:spPr>
            <a:xfrm>
              <a:off x="418609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89" name="Freeform: Shape 388">
              <a:extLst>
                <a:ext uri="{FF2B5EF4-FFF2-40B4-BE49-F238E27FC236}">
                  <a16:creationId xmlns:a16="http://schemas.microsoft.com/office/drawing/2014/main" id="{591A698B-F51B-0FB4-EC04-6C14CFF50025}"/>
                </a:ext>
              </a:extLst>
            </p:cNvPr>
            <p:cNvSpPr/>
            <p:nvPr/>
          </p:nvSpPr>
          <p:spPr>
            <a:xfrm>
              <a:off x="37674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0" name="Freeform: Shape 389">
              <a:extLst>
                <a:ext uri="{FF2B5EF4-FFF2-40B4-BE49-F238E27FC236}">
                  <a16:creationId xmlns:a16="http://schemas.microsoft.com/office/drawing/2014/main" id="{5A2D4AB6-3846-6B79-D730-E33EF213CDD1}"/>
                </a:ext>
              </a:extLst>
            </p:cNvPr>
            <p:cNvSpPr/>
            <p:nvPr/>
          </p:nvSpPr>
          <p:spPr>
            <a:xfrm>
              <a:off x="387213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91" name="Freeform: Shape 390">
              <a:extLst>
                <a:ext uri="{FF2B5EF4-FFF2-40B4-BE49-F238E27FC236}">
                  <a16:creationId xmlns:a16="http://schemas.microsoft.com/office/drawing/2014/main" id="{CD4A6F40-3197-D0E3-84E1-D5317211D9D9}"/>
                </a:ext>
              </a:extLst>
            </p:cNvPr>
            <p:cNvSpPr/>
            <p:nvPr/>
          </p:nvSpPr>
          <p:spPr>
            <a:xfrm>
              <a:off x="387213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392" name="Freeform: Shape 391">
              <a:extLst>
                <a:ext uri="{FF2B5EF4-FFF2-40B4-BE49-F238E27FC236}">
                  <a16:creationId xmlns:a16="http://schemas.microsoft.com/office/drawing/2014/main" id="{9671BFA5-D31C-43AD-5257-C2CF2F566793}"/>
                </a:ext>
              </a:extLst>
            </p:cNvPr>
            <p:cNvSpPr/>
            <p:nvPr/>
          </p:nvSpPr>
          <p:spPr>
            <a:xfrm>
              <a:off x="303491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393" name="Freeform: Shape 392">
              <a:extLst>
                <a:ext uri="{FF2B5EF4-FFF2-40B4-BE49-F238E27FC236}">
                  <a16:creationId xmlns:a16="http://schemas.microsoft.com/office/drawing/2014/main" id="{C7E9C135-1476-C684-1BCC-295728234F03}"/>
                </a:ext>
              </a:extLst>
            </p:cNvPr>
            <p:cNvSpPr/>
            <p:nvPr/>
          </p:nvSpPr>
          <p:spPr>
            <a:xfrm>
              <a:off x="261630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4" name="Freeform: Shape 393">
              <a:extLst>
                <a:ext uri="{FF2B5EF4-FFF2-40B4-BE49-F238E27FC236}">
                  <a16:creationId xmlns:a16="http://schemas.microsoft.com/office/drawing/2014/main" id="{BA74D265-6958-0ABB-34CB-F94D650B6661}"/>
                </a:ext>
              </a:extLst>
            </p:cNvPr>
            <p:cNvSpPr/>
            <p:nvPr/>
          </p:nvSpPr>
          <p:spPr>
            <a:xfrm>
              <a:off x="2511656"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5" name="Freeform: Shape 394">
              <a:extLst>
                <a:ext uri="{FF2B5EF4-FFF2-40B4-BE49-F238E27FC236}">
                  <a16:creationId xmlns:a16="http://schemas.microsoft.com/office/drawing/2014/main" id="{624D7B64-11D7-C105-BB86-E3629E36FE0F}"/>
                </a:ext>
              </a:extLst>
            </p:cNvPr>
            <p:cNvSpPr/>
            <p:nvPr/>
          </p:nvSpPr>
          <p:spPr>
            <a:xfrm>
              <a:off x="23023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6" name="Freeform: Shape 395">
              <a:extLst>
                <a:ext uri="{FF2B5EF4-FFF2-40B4-BE49-F238E27FC236}">
                  <a16:creationId xmlns:a16="http://schemas.microsoft.com/office/drawing/2014/main" id="{24D59DEB-FFEF-9795-3C0E-28F318E43CE9}"/>
                </a:ext>
              </a:extLst>
            </p:cNvPr>
            <p:cNvSpPr/>
            <p:nvPr/>
          </p:nvSpPr>
          <p:spPr>
            <a:xfrm>
              <a:off x="230235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7" name="Freeform: Shape 396">
              <a:extLst>
                <a:ext uri="{FF2B5EF4-FFF2-40B4-BE49-F238E27FC236}">
                  <a16:creationId xmlns:a16="http://schemas.microsoft.com/office/drawing/2014/main" id="{222D45F3-A62B-48E1-DCEB-94C9B97AB94F}"/>
                </a:ext>
              </a:extLst>
            </p:cNvPr>
            <p:cNvSpPr/>
            <p:nvPr/>
          </p:nvSpPr>
          <p:spPr>
            <a:xfrm>
              <a:off x="125582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8" name="Freeform: Shape 397">
              <a:extLst>
                <a:ext uri="{FF2B5EF4-FFF2-40B4-BE49-F238E27FC236}">
                  <a16:creationId xmlns:a16="http://schemas.microsoft.com/office/drawing/2014/main" id="{34614F12-F806-AE46-47E8-D66F981EE896}"/>
                </a:ext>
              </a:extLst>
            </p:cNvPr>
            <p:cNvSpPr/>
            <p:nvPr/>
          </p:nvSpPr>
          <p:spPr>
            <a:xfrm>
              <a:off x="83721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399" name="Freeform: Shape 398">
              <a:extLst>
                <a:ext uri="{FF2B5EF4-FFF2-40B4-BE49-F238E27FC236}">
                  <a16:creationId xmlns:a16="http://schemas.microsoft.com/office/drawing/2014/main" id="{0E245959-4312-64F0-D979-7A57FE909711}"/>
                </a:ext>
              </a:extLst>
            </p:cNvPr>
            <p:cNvSpPr/>
            <p:nvPr/>
          </p:nvSpPr>
          <p:spPr>
            <a:xfrm>
              <a:off x="62791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0" name="Freeform: Shape 399">
              <a:extLst>
                <a:ext uri="{FF2B5EF4-FFF2-40B4-BE49-F238E27FC236}">
                  <a16:creationId xmlns:a16="http://schemas.microsoft.com/office/drawing/2014/main" id="{3CD1BDF6-FD27-093F-780D-7935C5521022}"/>
                </a:ext>
              </a:extLst>
            </p:cNvPr>
            <p:cNvSpPr/>
            <p:nvPr/>
          </p:nvSpPr>
          <p:spPr>
            <a:xfrm>
              <a:off x="209304"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1" name="Freeform: Shape 400">
              <a:extLst>
                <a:ext uri="{FF2B5EF4-FFF2-40B4-BE49-F238E27FC236}">
                  <a16:creationId xmlns:a16="http://schemas.microsoft.com/office/drawing/2014/main" id="{A69BFDBA-2EDD-74F9-1077-27F4D54B1C07}"/>
                </a:ext>
              </a:extLst>
            </p:cNvPr>
            <p:cNvSpPr/>
            <p:nvPr/>
          </p:nvSpPr>
          <p:spPr>
            <a:xfrm>
              <a:off x="209304"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02" name="Freeform: Shape 401">
              <a:extLst>
                <a:ext uri="{FF2B5EF4-FFF2-40B4-BE49-F238E27FC236}">
                  <a16:creationId xmlns:a16="http://schemas.microsoft.com/office/drawing/2014/main" id="{87DA3672-68B0-D2C6-5B42-EE40CDEEFF34}"/>
                </a:ext>
              </a:extLst>
            </p:cNvPr>
            <p:cNvSpPr/>
            <p:nvPr/>
          </p:nvSpPr>
          <p:spPr>
            <a:xfrm>
              <a:off x="2511656"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5" y="52326"/>
                    <a:pt x="52326" y="40466"/>
                    <a:pt x="52326" y="26163"/>
                  </a:cubicBezTo>
                  <a:cubicBezTo>
                    <a:pt x="52326" y="13605"/>
                    <a:pt x="43256" y="3140"/>
                    <a:pt x="31396" y="698"/>
                  </a:cubicBezTo>
                  <a:cubicBezTo>
                    <a:pt x="29652" y="349"/>
                    <a:pt x="27907" y="0"/>
                    <a:pt x="26163" y="0"/>
                  </a:cubicBezTo>
                  <a:cubicBezTo>
                    <a:pt x="11861" y="0"/>
                    <a:pt x="0" y="11861"/>
                    <a:pt x="0" y="26163"/>
                  </a:cubicBezTo>
                  <a:cubicBezTo>
                    <a:pt x="0" y="38024"/>
                    <a:pt x="7675" y="47791"/>
                    <a:pt x="18489" y="51280"/>
                  </a:cubicBezTo>
                  <a:close/>
                </a:path>
              </a:pathLst>
            </a:custGeom>
            <a:grpFill/>
            <a:ln w="3488" cap="flat">
              <a:noFill/>
              <a:prstDash val="solid"/>
              <a:miter/>
            </a:ln>
          </p:spPr>
          <p:txBody>
            <a:bodyPr rtlCol="0" anchor="ctr"/>
            <a:lstStyle/>
            <a:p>
              <a:endParaRPr lang="en-ID"/>
            </a:p>
          </p:txBody>
        </p:sp>
        <p:sp>
          <p:nvSpPr>
            <p:cNvPr id="403" name="Freeform: Shape 402">
              <a:extLst>
                <a:ext uri="{FF2B5EF4-FFF2-40B4-BE49-F238E27FC236}">
                  <a16:creationId xmlns:a16="http://schemas.microsoft.com/office/drawing/2014/main" id="{EBF1AF73-67A5-12F5-C74C-8C5E49229E2E}"/>
                </a:ext>
              </a:extLst>
            </p:cNvPr>
            <p:cNvSpPr/>
            <p:nvPr/>
          </p:nvSpPr>
          <p:spPr>
            <a:xfrm>
              <a:off x="3244223" y="3036553"/>
              <a:ext cx="52326" cy="52326"/>
            </a:xfrm>
            <a:custGeom>
              <a:avLst/>
              <a:gdLst>
                <a:gd name="connsiteX0" fmla="*/ 26163 w 52326"/>
                <a:gd name="connsiteY0" fmla="*/ 52326 h 52326"/>
                <a:gd name="connsiteX1" fmla="*/ 26163 w 52326"/>
                <a:gd name="connsiteY1" fmla="*/ 52326 h 52326"/>
                <a:gd name="connsiteX2" fmla="*/ 42210 w 52326"/>
                <a:gd name="connsiteY2" fmla="*/ 46745 h 52326"/>
                <a:gd name="connsiteX3" fmla="*/ 52326 w 52326"/>
                <a:gd name="connsiteY3" fmla="*/ 26163 h 52326"/>
                <a:gd name="connsiteX4" fmla="*/ 26163 w 52326"/>
                <a:gd name="connsiteY4" fmla="*/ 0 h 52326"/>
                <a:gd name="connsiteX5" fmla="*/ 7675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2093" y="52326"/>
                    <a:pt x="38024" y="50233"/>
                    <a:pt x="42210" y="46745"/>
                  </a:cubicBezTo>
                  <a:cubicBezTo>
                    <a:pt x="48140" y="41861"/>
                    <a:pt x="52326" y="34535"/>
                    <a:pt x="52326" y="26163"/>
                  </a:cubicBezTo>
                  <a:cubicBezTo>
                    <a:pt x="52326" y="11861"/>
                    <a:pt x="40465" y="0"/>
                    <a:pt x="26163" y="0"/>
                  </a:cubicBezTo>
                  <a:cubicBezTo>
                    <a:pt x="18838" y="0"/>
                    <a:pt x="12558" y="2791"/>
                    <a:pt x="7675"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04" name="Freeform: Shape 403">
              <a:extLst>
                <a:ext uri="{FF2B5EF4-FFF2-40B4-BE49-F238E27FC236}">
                  <a16:creationId xmlns:a16="http://schemas.microsoft.com/office/drawing/2014/main" id="{46C8EA18-3F51-4EF2-C5CE-2B2098D67F93}"/>
                </a:ext>
              </a:extLst>
            </p:cNvPr>
            <p:cNvSpPr/>
            <p:nvPr/>
          </p:nvSpPr>
          <p:spPr>
            <a:xfrm>
              <a:off x="5023313"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1" y="52326"/>
                    <a:pt x="26163" y="52326"/>
                  </a:cubicBezTo>
                  <a:lnTo>
                    <a:pt x="26163" y="52326"/>
                  </a:lnTo>
                  <a:cubicBezTo>
                    <a:pt x="38024" y="52326"/>
                    <a:pt x="47791" y="44652"/>
                    <a:pt x="51279"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05" name="Freeform: Shape 404">
              <a:extLst>
                <a:ext uri="{FF2B5EF4-FFF2-40B4-BE49-F238E27FC236}">
                  <a16:creationId xmlns:a16="http://schemas.microsoft.com/office/drawing/2014/main" id="{A6061220-830B-319D-62CA-CC208DDA3B5C}"/>
                </a:ext>
              </a:extLst>
            </p:cNvPr>
            <p:cNvSpPr/>
            <p:nvPr/>
          </p:nvSpPr>
          <p:spPr>
            <a:xfrm>
              <a:off x="5023313"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40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5" y="0"/>
                    <a:pt x="26163" y="0"/>
                  </a:cubicBezTo>
                  <a:cubicBezTo>
                    <a:pt x="16395" y="0"/>
                    <a:pt x="7674" y="5581"/>
                    <a:pt x="3140" y="13605"/>
                  </a:cubicBezTo>
                  <a:cubicBezTo>
                    <a:pt x="1047" y="17442"/>
                    <a:pt x="0" y="2162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06" name="Freeform: Shape 405">
              <a:extLst>
                <a:ext uri="{FF2B5EF4-FFF2-40B4-BE49-F238E27FC236}">
                  <a16:creationId xmlns:a16="http://schemas.microsoft.com/office/drawing/2014/main" id="{470A6C2B-54C7-26BC-559C-04D91F9392C3}"/>
                </a:ext>
              </a:extLst>
            </p:cNvPr>
            <p:cNvSpPr/>
            <p:nvPr/>
          </p:nvSpPr>
          <p:spPr>
            <a:xfrm>
              <a:off x="2930266"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407" name="Freeform: Shape 406">
              <a:extLst>
                <a:ext uri="{FF2B5EF4-FFF2-40B4-BE49-F238E27FC236}">
                  <a16:creationId xmlns:a16="http://schemas.microsoft.com/office/drawing/2014/main" id="{076CC033-917C-CC82-5AE9-81373ACF2F82}"/>
                </a:ext>
              </a:extLst>
            </p:cNvPr>
            <p:cNvSpPr/>
            <p:nvPr/>
          </p:nvSpPr>
          <p:spPr>
            <a:xfrm>
              <a:off x="251165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08" name="Freeform: Shape 407">
              <a:extLst>
                <a:ext uri="{FF2B5EF4-FFF2-40B4-BE49-F238E27FC236}">
                  <a16:creationId xmlns:a16="http://schemas.microsoft.com/office/drawing/2014/main" id="{CC32AD33-3BBD-D5F6-CD17-11CFBF97F6B3}"/>
                </a:ext>
              </a:extLst>
            </p:cNvPr>
            <p:cNvSpPr/>
            <p:nvPr/>
          </p:nvSpPr>
          <p:spPr>
            <a:xfrm>
              <a:off x="4186094" y="3350510"/>
              <a:ext cx="52326" cy="52326"/>
            </a:xfrm>
            <a:custGeom>
              <a:avLst/>
              <a:gdLst>
                <a:gd name="connsiteX0" fmla="*/ 26163 w 52326"/>
                <a:gd name="connsiteY0" fmla="*/ 52326 h 52326"/>
                <a:gd name="connsiteX1" fmla="*/ 26163 w 52326"/>
                <a:gd name="connsiteY1" fmla="*/ 52326 h 52326"/>
                <a:gd name="connsiteX2" fmla="*/ 36280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80" y="50233"/>
                  </a:cubicBezTo>
                  <a:cubicBezTo>
                    <a:pt x="45698" y="46396"/>
                    <a:pt x="52326" y="36977"/>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09" name="Freeform: Shape 408">
              <a:extLst>
                <a:ext uri="{FF2B5EF4-FFF2-40B4-BE49-F238E27FC236}">
                  <a16:creationId xmlns:a16="http://schemas.microsoft.com/office/drawing/2014/main" id="{D9601AE0-7AAC-59D0-852A-7A52BCF5008A}"/>
                </a:ext>
              </a:extLst>
            </p:cNvPr>
            <p:cNvSpPr/>
            <p:nvPr/>
          </p:nvSpPr>
          <p:spPr>
            <a:xfrm>
              <a:off x="502331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10" name="Freeform: Shape 409">
              <a:extLst>
                <a:ext uri="{FF2B5EF4-FFF2-40B4-BE49-F238E27FC236}">
                  <a16:creationId xmlns:a16="http://schemas.microsoft.com/office/drawing/2014/main" id="{1DF74966-84F3-D745-9954-7A10292785CF}"/>
                </a:ext>
              </a:extLst>
            </p:cNvPr>
            <p:cNvSpPr/>
            <p:nvPr/>
          </p:nvSpPr>
          <p:spPr>
            <a:xfrm>
              <a:off x="481400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1" name="Freeform: Shape 410">
              <a:extLst>
                <a:ext uri="{FF2B5EF4-FFF2-40B4-BE49-F238E27FC236}">
                  <a16:creationId xmlns:a16="http://schemas.microsoft.com/office/drawing/2014/main" id="{D424EF48-58D5-C486-15FB-4C99373AF2EE}"/>
                </a:ext>
              </a:extLst>
            </p:cNvPr>
            <p:cNvSpPr/>
            <p:nvPr/>
          </p:nvSpPr>
          <p:spPr>
            <a:xfrm>
              <a:off x="4604703"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5" y="51977"/>
                    <a:pt x="52326" y="40117"/>
                    <a:pt x="52326" y="25814"/>
                  </a:cubicBezTo>
                  <a:cubicBezTo>
                    <a:pt x="52326" y="13256"/>
                    <a:pt x="43256" y="2791"/>
                    <a:pt x="31396" y="349"/>
                  </a:cubicBezTo>
                  <a:cubicBezTo>
                    <a:pt x="31047" y="349"/>
                    <a:pt x="31047" y="349"/>
                    <a:pt x="30698" y="349"/>
                  </a:cubicBezTo>
                  <a:cubicBezTo>
                    <a:pt x="29303" y="0"/>
                    <a:pt x="27559" y="0"/>
                    <a:pt x="26163" y="0"/>
                  </a:cubicBezTo>
                  <a:cubicBezTo>
                    <a:pt x="26163" y="0"/>
                    <a:pt x="26163" y="0"/>
                    <a:pt x="26163" y="0"/>
                  </a:cubicBezTo>
                  <a:cubicBezTo>
                    <a:pt x="11861" y="0"/>
                    <a:pt x="0" y="11861"/>
                    <a:pt x="0" y="26163"/>
                  </a:cubicBezTo>
                  <a:cubicBezTo>
                    <a:pt x="0" y="40117"/>
                    <a:pt x="11861" y="51977"/>
                    <a:pt x="26163" y="51977"/>
                  </a:cubicBezTo>
                  <a:close/>
                </a:path>
              </a:pathLst>
            </a:custGeom>
            <a:grpFill/>
            <a:ln w="3488" cap="flat">
              <a:noFill/>
              <a:prstDash val="solid"/>
              <a:miter/>
            </a:ln>
          </p:spPr>
          <p:txBody>
            <a:bodyPr rtlCol="0" anchor="ctr"/>
            <a:lstStyle/>
            <a:p>
              <a:endParaRPr lang="en-ID"/>
            </a:p>
          </p:txBody>
        </p:sp>
        <p:sp>
          <p:nvSpPr>
            <p:cNvPr id="412" name="Freeform: Shape 411">
              <a:extLst>
                <a:ext uri="{FF2B5EF4-FFF2-40B4-BE49-F238E27FC236}">
                  <a16:creationId xmlns:a16="http://schemas.microsoft.com/office/drawing/2014/main" id="{098E5F85-9871-9B8A-1C82-27F0F6AAAE22}"/>
                </a:ext>
              </a:extLst>
            </p:cNvPr>
            <p:cNvSpPr/>
            <p:nvPr/>
          </p:nvSpPr>
          <p:spPr>
            <a:xfrm>
              <a:off x="3976789"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cubicBezTo>
                    <a:pt x="0" y="26163"/>
                    <a:pt x="0" y="26163"/>
                    <a:pt x="0" y="26163"/>
                  </a:cubicBezTo>
                  <a:cubicBezTo>
                    <a:pt x="0" y="40465"/>
                    <a:pt x="11861" y="52326"/>
                    <a:pt x="26163" y="52326"/>
                  </a:cubicBezTo>
                  <a:cubicBezTo>
                    <a:pt x="40465"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413" name="Freeform: Shape 412">
              <a:extLst>
                <a:ext uri="{FF2B5EF4-FFF2-40B4-BE49-F238E27FC236}">
                  <a16:creationId xmlns:a16="http://schemas.microsoft.com/office/drawing/2014/main" id="{B6CBCA44-13C5-8CD6-5150-2D2E9F188FBC}"/>
                </a:ext>
              </a:extLst>
            </p:cNvPr>
            <p:cNvSpPr/>
            <p:nvPr/>
          </p:nvSpPr>
          <p:spPr>
            <a:xfrm>
              <a:off x="512796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4" name="Freeform: Shape 413">
              <a:extLst>
                <a:ext uri="{FF2B5EF4-FFF2-40B4-BE49-F238E27FC236}">
                  <a16:creationId xmlns:a16="http://schemas.microsoft.com/office/drawing/2014/main" id="{F0AA79A7-E36C-C52D-D95A-E8582DFD16D5}"/>
                </a:ext>
              </a:extLst>
            </p:cNvPr>
            <p:cNvSpPr/>
            <p:nvPr/>
          </p:nvSpPr>
          <p:spPr>
            <a:xfrm>
              <a:off x="470935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5" name="Freeform: Shape 414">
              <a:extLst>
                <a:ext uri="{FF2B5EF4-FFF2-40B4-BE49-F238E27FC236}">
                  <a16:creationId xmlns:a16="http://schemas.microsoft.com/office/drawing/2014/main" id="{A3A836CD-EB33-5C83-1011-502B9A9FFB32}"/>
                </a:ext>
              </a:extLst>
            </p:cNvPr>
            <p:cNvSpPr/>
            <p:nvPr/>
          </p:nvSpPr>
          <p:spPr>
            <a:xfrm>
              <a:off x="408144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6" name="Freeform: Shape 415">
              <a:extLst>
                <a:ext uri="{FF2B5EF4-FFF2-40B4-BE49-F238E27FC236}">
                  <a16:creationId xmlns:a16="http://schemas.microsoft.com/office/drawing/2014/main" id="{B1DBFA10-ED95-625D-44B9-5DB89184A29B}"/>
                </a:ext>
              </a:extLst>
            </p:cNvPr>
            <p:cNvSpPr/>
            <p:nvPr/>
          </p:nvSpPr>
          <p:spPr>
            <a:xfrm>
              <a:off x="35581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17" name="Freeform: Shape 416">
              <a:extLst>
                <a:ext uri="{FF2B5EF4-FFF2-40B4-BE49-F238E27FC236}">
                  <a16:creationId xmlns:a16="http://schemas.microsoft.com/office/drawing/2014/main" id="{8EF66E55-1BC5-58C5-BDD8-A029965827EB}"/>
                </a:ext>
              </a:extLst>
            </p:cNvPr>
            <p:cNvSpPr/>
            <p:nvPr/>
          </p:nvSpPr>
          <p:spPr>
            <a:xfrm>
              <a:off x="345352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18" name="Freeform: Shape 417">
              <a:extLst>
                <a:ext uri="{FF2B5EF4-FFF2-40B4-BE49-F238E27FC236}">
                  <a16:creationId xmlns:a16="http://schemas.microsoft.com/office/drawing/2014/main" id="{D78231F0-3852-419D-F0CC-4046B8A1C93D}"/>
                </a:ext>
              </a:extLst>
            </p:cNvPr>
            <p:cNvSpPr/>
            <p:nvPr/>
          </p:nvSpPr>
          <p:spPr>
            <a:xfrm>
              <a:off x="136048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1" y="0"/>
                    <a:pt x="0" y="11861"/>
                    <a:pt x="0" y="26163"/>
                  </a:cubicBezTo>
                  <a:cubicBezTo>
                    <a:pt x="0" y="40465"/>
                    <a:pt x="11861"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19" name="Freeform: Shape 418">
              <a:extLst>
                <a:ext uri="{FF2B5EF4-FFF2-40B4-BE49-F238E27FC236}">
                  <a16:creationId xmlns:a16="http://schemas.microsoft.com/office/drawing/2014/main" id="{2D9C2DDF-ECD2-CEE0-D1E4-EB083DAF3D97}"/>
                </a:ext>
              </a:extLst>
            </p:cNvPr>
            <p:cNvSpPr/>
            <p:nvPr/>
          </p:nvSpPr>
          <p:spPr>
            <a:xfrm rot="17550026">
              <a:off x="1151243" y="3873792"/>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420" name="Freeform: Shape 419">
              <a:extLst>
                <a:ext uri="{FF2B5EF4-FFF2-40B4-BE49-F238E27FC236}">
                  <a16:creationId xmlns:a16="http://schemas.microsoft.com/office/drawing/2014/main" id="{594435E1-13F9-DE51-2E9B-9A229FFE7D31}"/>
                </a:ext>
              </a:extLst>
            </p:cNvPr>
            <p:cNvSpPr/>
            <p:nvPr/>
          </p:nvSpPr>
          <p:spPr>
            <a:xfrm>
              <a:off x="732566"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21" name="Freeform: Shape 420">
              <a:extLst>
                <a:ext uri="{FF2B5EF4-FFF2-40B4-BE49-F238E27FC236}">
                  <a16:creationId xmlns:a16="http://schemas.microsoft.com/office/drawing/2014/main" id="{D959D3C6-BB22-5052-7C36-FD72AE797C9F}"/>
                </a:ext>
              </a:extLst>
            </p:cNvPr>
            <p:cNvSpPr/>
            <p:nvPr/>
          </p:nvSpPr>
          <p:spPr>
            <a:xfrm>
              <a:off x="313957"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22" name="Freeform: Shape 421">
              <a:extLst>
                <a:ext uri="{FF2B5EF4-FFF2-40B4-BE49-F238E27FC236}">
                  <a16:creationId xmlns:a16="http://schemas.microsoft.com/office/drawing/2014/main" id="{67D0A182-CDC1-308C-4BB0-8E63D3A451EF}"/>
                </a:ext>
              </a:extLst>
            </p:cNvPr>
            <p:cNvSpPr/>
            <p:nvPr/>
          </p:nvSpPr>
          <p:spPr>
            <a:xfrm>
              <a:off x="31395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3" name="Freeform: Shape 422">
              <a:extLst>
                <a:ext uri="{FF2B5EF4-FFF2-40B4-BE49-F238E27FC236}">
                  <a16:creationId xmlns:a16="http://schemas.microsoft.com/office/drawing/2014/main" id="{20BFCEC1-CF22-7FA7-05F0-BB24A6CC4AFD}"/>
                </a:ext>
              </a:extLst>
            </p:cNvPr>
            <p:cNvSpPr/>
            <p:nvPr/>
          </p:nvSpPr>
          <p:spPr>
            <a:xfrm>
              <a:off x="0"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24" name="Freeform: Shape 423">
              <a:extLst>
                <a:ext uri="{FF2B5EF4-FFF2-40B4-BE49-F238E27FC236}">
                  <a16:creationId xmlns:a16="http://schemas.microsoft.com/office/drawing/2014/main" id="{F68A8B33-D747-E52C-EBD1-5FA3DA583904}"/>
                </a:ext>
              </a:extLst>
            </p:cNvPr>
            <p:cNvSpPr/>
            <p:nvPr/>
          </p:nvSpPr>
          <p:spPr>
            <a:xfrm>
              <a:off x="3034918"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6"/>
                    <a:pt x="52326" y="26163"/>
                  </a:cubicBezTo>
                  <a:lnTo>
                    <a:pt x="52326" y="26163"/>
                  </a:lnTo>
                  <a:cubicBezTo>
                    <a:pt x="52326" y="11861"/>
                    <a:pt x="40465" y="0"/>
                    <a:pt x="26163" y="0"/>
                  </a:cubicBezTo>
                  <a:lnTo>
                    <a:pt x="26163" y="0"/>
                  </a:ln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25" name="Freeform: Shape 424">
              <a:extLst>
                <a:ext uri="{FF2B5EF4-FFF2-40B4-BE49-F238E27FC236}">
                  <a16:creationId xmlns:a16="http://schemas.microsoft.com/office/drawing/2014/main" id="{584A2CBC-A3C5-041D-AD7A-6ADFF56002D9}"/>
                </a:ext>
              </a:extLst>
            </p:cNvPr>
            <p:cNvSpPr/>
            <p:nvPr/>
          </p:nvSpPr>
          <p:spPr>
            <a:xfrm>
              <a:off x="5546575"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lnTo>
                    <a:pt x="52326" y="26163"/>
                  </a:lnTo>
                  <a:cubicBezTo>
                    <a:pt x="52326" y="11861"/>
                    <a:pt x="4046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26" name="Freeform: Shape 425">
              <a:extLst>
                <a:ext uri="{FF2B5EF4-FFF2-40B4-BE49-F238E27FC236}">
                  <a16:creationId xmlns:a16="http://schemas.microsoft.com/office/drawing/2014/main" id="{0E29C10F-5591-A81A-2166-4CAABEC687D1}"/>
                </a:ext>
              </a:extLst>
            </p:cNvPr>
            <p:cNvSpPr/>
            <p:nvPr/>
          </p:nvSpPr>
          <p:spPr>
            <a:xfrm>
              <a:off x="732566"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6" y="52326"/>
                    <a:pt x="52326" y="40465"/>
                    <a:pt x="52326" y="26163"/>
                  </a:cubicBez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427" name="Freeform: Shape 426">
              <a:extLst>
                <a:ext uri="{FF2B5EF4-FFF2-40B4-BE49-F238E27FC236}">
                  <a16:creationId xmlns:a16="http://schemas.microsoft.com/office/drawing/2014/main" id="{3873E343-DF76-395D-7781-8E4143B85ACD}"/>
                </a:ext>
              </a:extLst>
            </p:cNvPr>
            <p:cNvSpPr/>
            <p:nvPr/>
          </p:nvSpPr>
          <p:spPr>
            <a:xfrm>
              <a:off x="5023313" y="4710991"/>
              <a:ext cx="52326" cy="52326"/>
            </a:xfrm>
            <a:custGeom>
              <a:avLst/>
              <a:gdLst>
                <a:gd name="connsiteX0" fmla="*/ 36280 w 52326"/>
                <a:gd name="connsiteY0" fmla="*/ 2093 h 52326"/>
                <a:gd name="connsiteX1" fmla="*/ 26163 w 52326"/>
                <a:gd name="connsiteY1" fmla="*/ 0 h 52326"/>
                <a:gd name="connsiteX2" fmla="*/ 16047 w 52326"/>
                <a:gd name="connsiteY2" fmla="*/ 2093 h 52326"/>
                <a:gd name="connsiteX3" fmla="*/ 0 w 52326"/>
                <a:gd name="connsiteY3" fmla="*/ 26163 h 52326"/>
                <a:gd name="connsiteX4" fmla="*/ 16047 w 52326"/>
                <a:gd name="connsiteY4" fmla="*/ 50233 h 52326"/>
                <a:gd name="connsiteX5" fmla="*/ 26163 w 52326"/>
                <a:gd name="connsiteY5" fmla="*/ 52326 h 52326"/>
                <a:gd name="connsiteX6" fmla="*/ 36280 w 52326"/>
                <a:gd name="connsiteY6" fmla="*/ 50233 h 52326"/>
                <a:gd name="connsiteX7" fmla="*/ 52326 w 52326"/>
                <a:gd name="connsiteY7" fmla="*/ 26163 h 52326"/>
                <a:gd name="connsiteX8" fmla="*/ 36280 w 52326"/>
                <a:gd name="connsiteY8"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280" y="2093"/>
                  </a:moveTo>
                  <a:cubicBezTo>
                    <a:pt x="33140" y="698"/>
                    <a:pt x="29652" y="0"/>
                    <a:pt x="26163" y="0"/>
                  </a:cubicBezTo>
                  <a:cubicBezTo>
                    <a:pt x="22675" y="0"/>
                    <a:pt x="19186" y="698"/>
                    <a:pt x="16047" y="2093"/>
                  </a:cubicBezTo>
                  <a:cubicBezTo>
                    <a:pt x="6628" y="5930"/>
                    <a:pt x="0" y="15349"/>
                    <a:pt x="0" y="26163"/>
                  </a:cubicBezTo>
                  <a:cubicBezTo>
                    <a:pt x="0" y="36977"/>
                    <a:pt x="6628" y="46396"/>
                    <a:pt x="16047" y="50233"/>
                  </a:cubicBezTo>
                  <a:cubicBezTo>
                    <a:pt x="19186" y="51628"/>
                    <a:pt x="22675" y="52326"/>
                    <a:pt x="26163" y="52326"/>
                  </a:cubicBezTo>
                  <a:cubicBezTo>
                    <a:pt x="29652" y="52326"/>
                    <a:pt x="33140" y="51628"/>
                    <a:pt x="36280" y="50233"/>
                  </a:cubicBezTo>
                  <a:cubicBezTo>
                    <a:pt x="45698" y="46396"/>
                    <a:pt x="52326" y="36977"/>
                    <a:pt x="52326" y="26163"/>
                  </a:cubicBezTo>
                  <a:cubicBezTo>
                    <a:pt x="52326" y="15349"/>
                    <a:pt x="45698" y="5930"/>
                    <a:pt x="36280" y="2093"/>
                  </a:cubicBezTo>
                  <a:close/>
                </a:path>
              </a:pathLst>
            </a:custGeom>
            <a:grpFill/>
            <a:ln w="3488" cap="flat">
              <a:noFill/>
              <a:prstDash val="solid"/>
              <a:miter/>
            </a:ln>
          </p:spPr>
          <p:txBody>
            <a:bodyPr rtlCol="0" anchor="ctr"/>
            <a:lstStyle/>
            <a:p>
              <a:endParaRPr lang="en-ID"/>
            </a:p>
          </p:txBody>
        </p:sp>
        <p:sp>
          <p:nvSpPr>
            <p:cNvPr id="428" name="Freeform: Shape 427">
              <a:extLst>
                <a:ext uri="{FF2B5EF4-FFF2-40B4-BE49-F238E27FC236}">
                  <a16:creationId xmlns:a16="http://schemas.microsoft.com/office/drawing/2014/main" id="{79D19173-92ED-2C42-15BD-5AEEC5F4FC7B}"/>
                </a:ext>
              </a:extLst>
            </p:cNvPr>
            <p:cNvSpPr/>
            <p:nvPr/>
          </p:nvSpPr>
          <p:spPr>
            <a:xfrm>
              <a:off x="4918660"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2" y="52326"/>
                    <a:pt x="26163" y="52326"/>
                  </a:cubicBezTo>
                  <a:lnTo>
                    <a:pt x="26163" y="52326"/>
                  </a:lnTo>
                  <a:cubicBezTo>
                    <a:pt x="35931" y="52326"/>
                    <a:pt x="44652" y="46745"/>
                    <a:pt x="49187" y="38721"/>
                  </a:cubicBezTo>
                  <a:cubicBezTo>
                    <a:pt x="51279" y="34884"/>
                    <a:pt x="52326" y="30698"/>
                    <a:pt x="52326" y="26163"/>
                  </a:cubicBezTo>
                  <a:cubicBezTo>
                    <a:pt x="52326" y="11861"/>
                    <a:pt x="40465" y="0"/>
                    <a:pt x="26163" y="0"/>
                  </a:cubicBezTo>
                  <a:cubicBezTo>
                    <a:pt x="21279" y="0"/>
                    <a:pt x="16745"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429" name="Freeform: Shape 428">
              <a:extLst>
                <a:ext uri="{FF2B5EF4-FFF2-40B4-BE49-F238E27FC236}">
                  <a16:creationId xmlns:a16="http://schemas.microsoft.com/office/drawing/2014/main" id="{E0DB79FA-D4F4-74B3-395A-3217BA01965F}"/>
                </a:ext>
              </a:extLst>
            </p:cNvPr>
            <p:cNvSpPr/>
            <p:nvPr/>
          </p:nvSpPr>
          <p:spPr>
            <a:xfrm>
              <a:off x="565122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0" name="Freeform: Shape 429">
              <a:extLst>
                <a:ext uri="{FF2B5EF4-FFF2-40B4-BE49-F238E27FC236}">
                  <a16:creationId xmlns:a16="http://schemas.microsoft.com/office/drawing/2014/main" id="{22BE280A-7B7A-AB5B-AEF4-B10F418BFD03}"/>
                </a:ext>
              </a:extLst>
            </p:cNvPr>
            <p:cNvSpPr/>
            <p:nvPr/>
          </p:nvSpPr>
          <p:spPr>
            <a:xfrm>
              <a:off x="5232618"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3" y="0"/>
                    <a:pt x="21628" y="349"/>
                  </a:cubicBezTo>
                  <a:cubicBezTo>
                    <a:pt x="21279" y="349"/>
                    <a:pt x="21279" y="349"/>
                    <a:pt x="20930" y="349"/>
                  </a:cubicBezTo>
                  <a:cubicBezTo>
                    <a:pt x="9070" y="2791"/>
                    <a:pt x="0" y="13256"/>
                    <a:pt x="0" y="25814"/>
                  </a:cubicBezTo>
                  <a:cubicBezTo>
                    <a:pt x="0" y="40117"/>
                    <a:pt x="11861" y="51977"/>
                    <a:pt x="26163" y="51977"/>
                  </a:cubicBezTo>
                  <a:cubicBezTo>
                    <a:pt x="26163" y="51977"/>
                    <a:pt x="26163" y="51977"/>
                    <a:pt x="26163" y="51977"/>
                  </a:cubicBez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31" name="Freeform: Shape 430">
              <a:extLst>
                <a:ext uri="{FF2B5EF4-FFF2-40B4-BE49-F238E27FC236}">
                  <a16:creationId xmlns:a16="http://schemas.microsoft.com/office/drawing/2014/main" id="{8C345CEA-1E1C-CBEF-FD27-1E5BDBCD8CF2}"/>
                </a:ext>
              </a:extLst>
            </p:cNvPr>
            <p:cNvSpPr/>
            <p:nvPr/>
          </p:nvSpPr>
          <p:spPr>
            <a:xfrm>
              <a:off x="460470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2" name="Freeform: Shape 431">
              <a:extLst>
                <a:ext uri="{FF2B5EF4-FFF2-40B4-BE49-F238E27FC236}">
                  <a16:creationId xmlns:a16="http://schemas.microsoft.com/office/drawing/2014/main" id="{9F3FFA53-C816-12E2-21CC-6C07EE2AEB80}"/>
                </a:ext>
              </a:extLst>
            </p:cNvPr>
            <p:cNvSpPr/>
            <p:nvPr/>
          </p:nvSpPr>
          <p:spPr>
            <a:xfrm>
              <a:off x="46047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3" name="Freeform: Shape 432">
              <a:extLst>
                <a:ext uri="{FF2B5EF4-FFF2-40B4-BE49-F238E27FC236}">
                  <a16:creationId xmlns:a16="http://schemas.microsoft.com/office/drawing/2014/main" id="{79A23D0E-DC49-A9CB-ED3E-F64173739988}"/>
                </a:ext>
              </a:extLst>
            </p:cNvPr>
            <p:cNvSpPr/>
            <p:nvPr/>
          </p:nvSpPr>
          <p:spPr>
            <a:xfrm>
              <a:off x="4395399"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34" name="Freeform: Shape 433">
              <a:extLst>
                <a:ext uri="{FF2B5EF4-FFF2-40B4-BE49-F238E27FC236}">
                  <a16:creationId xmlns:a16="http://schemas.microsoft.com/office/drawing/2014/main" id="{5D497BD5-FBAA-9DD6-3598-AAB13E69FA82}"/>
                </a:ext>
              </a:extLst>
            </p:cNvPr>
            <p:cNvSpPr/>
            <p:nvPr/>
          </p:nvSpPr>
          <p:spPr>
            <a:xfrm>
              <a:off x="3976789"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5" name="Freeform: Shape 434">
              <a:extLst>
                <a:ext uri="{FF2B5EF4-FFF2-40B4-BE49-F238E27FC236}">
                  <a16:creationId xmlns:a16="http://schemas.microsoft.com/office/drawing/2014/main" id="{A6471476-3A01-E3F2-E2F0-6303121303B2}"/>
                </a:ext>
              </a:extLst>
            </p:cNvPr>
            <p:cNvSpPr/>
            <p:nvPr/>
          </p:nvSpPr>
          <p:spPr>
            <a:xfrm>
              <a:off x="5441922"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6" name="Freeform: Shape 435">
              <a:extLst>
                <a:ext uri="{FF2B5EF4-FFF2-40B4-BE49-F238E27FC236}">
                  <a16:creationId xmlns:a16="http://schemas.microsoft.com/office/drawing/2014/main" id="{117E3F2D-088A-2FC4-48EA-77384131DB7B}"/>
                </a:ext>
              </a:extLst>
            </p:cNvPr>
            <p:cNvSpPr/>
            <p:nvPr/>
          </p:nvSpPr>
          <p:spPr>
            <a:xfrm>
              <a:off x="5127965"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7" name="Freeform: Shape 436">
              <a:extLst>
                <a:ext uri="{FF2B5EF4-FFF2-40B4-BE49-F238E27FC236}">
                  <a16:creationId xmlns:a16="http://schemas.microsoft.com/office/drawing/2014/main" id="{190D1146-E383-905C-09FA-90C895090B39}"/>
                </a:ext>
              </a:extLst>
            </p:cNvPr>
            <p:cNvSpPr/>
            <p:nvPr/>
          </p:nvSpPr>
          <p:spPr>
            <a:xfrm>
              <a:off x="5127965"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38" name="Freeform: Shape 437">
              <a:extLst>
                <a:ext uri="{FF2B5EF4-FFF2-40B4-BE49-F238E27FC236}">
                  <a16:creationId xmlns:a16="http://schemas.microsoft.com/office/drawing/2014/main" id="{9A48377B-4DB7-67A3-C916-155EEFDE01ED}"/>
                </a:ext>
              </a:extLst>
            </p:cNvPr>
            <p:cNvSpPr/>
            <p:nvPr/>
          </p:nvSpPr>
          <p:spPr>
            <a:xfrm>
              <a:off x="49186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39" name="Freeform: Shape 438">
              <a:extLst>
                <a:ext uri="{FF2B5EF4-FFF2-40B4-BE49-F238E27FC236}">
                  <a16:creationId xmlns:a16="http://schemas.microsoft.com/office/drawing/2014/main" id="{49770B94-B702-1797-83D9-DDFB2E466F50}"/>
                </a:ext>
              </a:extLst>
            </p:cNvPr>
            <p:cNvSpPr/>
            <p:nvPr/>
          </p:nvSpPr>
          <p:spPr>
            <a:xfrm>
              <a:off x="3872137"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40" name="Freeform: Shape 439">
              <a:extLst>
                <a:ext uri="{FF2B5EF4-FFF2-40B4-BE49-F238E27FC236}">
                  <a16:creationId xmlns:a16="http://schemas.microsoft.com/office/drawing/2014/main" id="{8871A566-2A86-840D-73E5-0A1130B59EF5}"/>
                </a:ext>
              </a:extLst>
            </p:cNvPr>
            <p:cNvSpPr/>
            <p:nvPr/>
          </p:nvSpPr>
          <p:spPr>
            <a:xfrm>
              <a:off x="303491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1" name="Freeform: Shape 440">
              <a:extLst>
                <a:ext uri="{FF2B5EF4-FFF2-40B4-BE49-F238E27FC236}">
                  <a16:creationId xmlns:a16="http://schemas.microsoft.com/office/drawing/2014/main" id="{5C54C396-ED85-D8D1-564E-52B165601E41}"/>
                </a:ext>
              </a:extLst>
            </p:cNvPr>
            <p:cNvSpPr/>
            <p:nvPr/>
          </p:nvSpPr>
          <p:spPr>
            <a:xfrm>
              <a:off x="2930266"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2" name="Freeform: Shape 441">
              <a:extLst>
                <a:ext uri="{FF2B5EF4-FFF2-40B4-BE49-F238E27FC236}">
                  <a16:creationId xmlns:a16="http://schemas.microsoft.com/office/drawing/2014/main" id="{14DF1183-DCA9-2A7E-F9B3-9F8BF44C55E2}"/>
                </a:ext>
              </a:extLst>
            </p:cNvPr>
            <p:cNvSpPr/>
            <p:nvPr/>
          </p:nvSpPr>
          <p:spPr>
            <a:xfrm>
              <a:off x="293026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3" name="Freeform: Shape 442">
              <a:extLst>
                <a:ext uri="{FF2B5EF4-FFF2-40B4-BE49-F238E27FC236}">
                  <a16:creationId xmlns:a16="http://schemas.microsoft.com/office/drawing/2014/main" id="{8739235A-1103-1734-AE22-E60DC568654E}"/>
                </a:ext>
              </a:extLst>
            </p:cNvPr>
            <p:cNvSpPr/>
            <p:nvPr/>
          </p:nvSpPr>
          <p:spPr>
            <a:xfrm>
              <a:off x="272096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4" name="Freeform: Shape 443">
              <a:extLst>
                <a:ext uri="{FF2B5EF4-FFF2-40B4-BE49-F238E27FC236}">
                  <a16:creationId xmlns:a16="http://schemas.microsoft.com/office/drawing/2014/main" id="{11925F81-D05A-9F18-0979-C72540D29BA3}"/>
                </a:ext>
              </a:extLst>
            </p:cNvPr>
            <p:cNvSpPr/>
            <p:nvPr/>
          </p:nvSpPr>
          <p:spPr>
            <a:xfrm>
              <a:off x="2511656"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5" name="Freeform: Shape 444">
              <a:extLst>
                <a:ext uri="{FF2B5EF4-FFF2-40B4-BE49-F238E27FC236}">
                  <a16:creationId xmlns:a16="http://schemas.microsoft.com/office/drawing/2014/main" id="{36161C1E-2EB9-CEDB-EB53-35388F33510B}"/>
                </a:ext>
              </a:extLst>
            </p:cNvPr>
            <p:cNvSpPr/>
            <p:nvPr/>
          </p:nvSpPr>
          <p:spPr>
            <a:xfrm>
              <a:off x="209304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6" name="Freeform: Shape 445">
              <a:extLst>
                <a:ext uri="{FF2B5EF4-FFF2-40B4-BE49-F238E27FC236}">
                  <a16:creationId xmlns:a16="http://schemas.microsoft.com/office/drawing/2014/main" id="{DC375750-EA81-CB9C-F64A-6FB271004C09}"/>
                </a:ext>
              </a:extLst>
            </p:cNvPr>
            <p:cNvSpPr/>
            <p:nvPr/>
          </p:nvSpPr>
          <p:spPr>
            <a:xfrm>
              <a:off x="188374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7" name="Freeform: Shape 446">
              <a:extLst>
                <a:ext uri="{FF2B5EF4-FFF2-40B4-BE49-F238E27FC236}">
                  <a16:creationId xmlns:a16="http://schemas.microsoft.com/office/drawing/2014/main" id="{DF4E1C04-B767-FB47-D0DE-2749329F141F}"/>
                </a:ext>
              </a:extLst>
            </p:cNvPr>
            <p:cNvSpPr/>
            <p:nvPr/>
          </p:nvSpPr>
          <p:spPr>
            <a:xfrm>
              <a:off x="167443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48" name="Freeform: Shape 447">
              <a:extLst>
                <a:ext uri="{FF2B5EF4-FFF2-40B4-BE49-F238E27FC236}">
                  <a16:creationId xmlns:a16="http://schemas.microsoft.com/office/drawing/2014/main" id="{82581929-E099-CB5F-CE0D-0CCD67870408}"/>
                </a:ext>
              </a:extLst>
            </p:cNvPr>
            <p:cNvSpPr/>
            <p:nvPr/>
          </p:nvSpPr>
          <p:spPr>
            <a:xfrm>
              <a:off x="13604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49" name="Freeform: Shape 448">
              <a:extLst>
                <a:ext uri="{FF2B5EF4-FFF2-40B4-BE49-F238E27FC236}">
                  <a16:creationId xmlns:a16="http://schemas.microsoft.com/office/drawing/2014/main" id="{D1232FE9-84F5-A16E-8A16-634AE27DBE48}"/>
                </a:ext>
              </a:extLst>
            </p:cNvPr>
            <p:cNvSpPr/>
            <p:nvPr/>
          </p:nvSpPr>
          <p:spPr>
            <a:xfrm>
              <a:off x="136048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0" name="Freeform: Shape 449">
              <a:extLst>
                <a:ext uri="{FF2B5EF4-FFF2-40B4-BE49-F238E27FC236}">
                  <a16:creationId xmlns:a16="http://schemas.microsoft.com/office/drawing/2014/main" id="{EDED183C-59BB-1F9F-94B9-5CD161CCEED7}"/>
                </a:ext>
              </a:extLst>
            </p:cNvPr>
            <p:cNvSpPr/>
            <p:nvPr/>
          </p:nvSpPr>
          <p:spPr>
            <a:xfrm>
              <a:off x="4081442"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4" y="52326"/>
                    <a:pt x="47791" y="44652"/>
                    <a:pt x="51279" y="33838"/>
                  </a:cubicBezTo>
                  <a:cubicBezTo>
                    <a:pt x="51977" y="31396"/>
                    <a:pt x="52326" y="28605"/>
                    <a:pt x="52326" y="26163"/>
                  </a:cubicBezTo>
                  <a:cubicBezTo>
                    <a:pt x="52326" y="11861"/>
                    <a:pt x="40465" y="0"/>
                    <a:pt x="26163" y="0"/>
                  </a:cubicBezTo>
                  <a:lnTo>
                    <a:pt x="26163" y="0"/>
                  </a:lnTo>
                  <a:cubicBezTo>
                    <a:pt x="15698" y="0"/>
                    <a:pt x="6977" y="5930"/>
                    <a:pt x="2791" y="14651"/>
                  </a:cubicBezTo>
                  <a:cubicBezTo>
                    <a:pt x="1047" y="18140"/>
                    <a:pt x="0" y="2197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51" name="Freeform: Shape 450">
              <a:extLst>
                <a:ext uri="{FF2B5EF4-FFF2-40B4-BE49-F238E27FC236}">
                  <a16:creationId xmlns:a16="http://schemas.microsoft.com/office/drawing/2014/main" id="{D536FC21-E9C4-8B2C-A5E3-ADB8A2E9FC6A}"/>
                </a:ext>
              </a:extLst>
            </p:cNvPr>
            <p:cNvSpPr/>
            <p:nvPr/>
          </p:nvSpPr>
          <p:spPr>
            <a:xfrm>
              <a:off x="3244560" y="3873772"/>
              <a:ext cx="52337" cy="52326"/>
            </a:xfrm>
            <a:custGeom>
              <a:avLst/>
              <a:gdLst>
                <a:gd name="connsiteX0" fmla="*/ 18151 w 52337"/>
                <a:gd name="connsiteY0" fmla="*/ 51280 h 52326"/>
                <a:gd name="connsiteX1" fmla="*/ 23035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1" y="51977"/>
                    <a:pt x="23035" y="52326"/>
                  </a:cubicBezTo>
                  <a:cubicBezTo>
                    <a:pt x="23035" y="52326"/>
                    <a:pt x="23035" y="52326"/>
                    <a:pt x="23384" y="52326"/>
                  </a:cubicBezTo>
                  <a:cubicBezTo>
                    <a:pt x="24430" y="52326"/>
                    <a:pt x="25128" y="52326"/>
                    <a:pt x="26175" y="52326"/>
                  </a:cubicBezTo>
                  <a:cubicBezTo>
                    <a:pt x="40477" y="52326"/>
                    <a:pt x="52338" y="40465"/>
                    <a:pt x="52338" y="26163"/>
                  </a:cubicBezTo>
                  <a:cubicBezTo>
                    <a:pt x="52338" y="14302"/>
                    <a:pt x="44663" y="4535"/>
                    <a:pt x="33849" y="1046"/>
                  </a:cubicBezTo>
                  <a:cubicBezTo>
                    <a:pt x="31407" y="349"/>
                    <a:pt x="28616" y="0"/>
                    <a:pt x="26175" y="0"/>
                  </a:cubicBezTo>
                  <a:lnTo>
                    <a:pt x="26175" y="0"/>
                  </a:lnTo>
                  <a:cubicBezTo>
                    <a:pt x="11872" y="0"/>
                    <a:pt x="11" y="11861"/>
                    <a:pt x="11" y="26163"/>
                  </a:cubicBezTo>
                  <a:cubicBezTo>
                    <a:pt x="-337" y="38024"/>
                    <a:pt x="7337" y="47791"/>
                    <a:pt x="18151" y="51280"/>
                  </a:cubicBezTo>
                  <a:close/>
                </a:path>
              </a:pathLst>
            </a:custGeom>
            <a:grpFill/>
            <a:ln w="3488" cap="flat">
              <a:noFill/>
              <a:prstDash val="solid"/>
              <a:miter/>
            </a:ln>
          </p:spPr>
          <p:txBody>
            <a:bodyPr rtlCol="0" anchor="ctr"/>
            <a:lstStyle/>
            <a:p>
              <a:endParaRPr lang="en-ID"/>
            </a:p>
          </p:txBody>
        </p:sp>
        <p:sp>
          <p:nvSpPr>
            <p:cNvPr id="452" name="Freeform: Shape 451">
              <a:extLst>
                <a:ext uri="{FF2B5EF4-FFF2-40B4-BE49-F238E27FC236}">
                  <a16:creationId xmlns:a16="http://schemas.microsoft.com/office/drawing/2014/main" id="{7226C6B7-4EA0-B587-8257-8A7D12C5B886}"/>
                </a:ext>
              </a:extLst>
            </p:cNvPr>
            <p:cNvSpPr/>
            <p:nvPr/>
          </p:nvSpPr>
          <p:spPr>
            <a:xfrm>
              <a:off x="1151175"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53" name="Freeform: Shape 452">
              <a:extLst>
                <a:ext uri="{FF2B5EF4-FFF2-40B4-BE49-F238E27FC236}">
                  <a16:creationId xmlns:a16="http://schemas.microsoft.com/office/drawing/2014/main" id="{44E94F9E-6D79-44B4-ED3B-4C8484A51A10}"/>
                </a:ext>
              </a:extLst>
            </p:cNvPr>
            <p:cNvSpPr/>
            <p:nvPr/>
          </p:nvSpPr>
          <p:spPr>
            <a:xfrm>
              <a:off x="1465133" y="293190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54" name="Freeform: Shape 453">
              <a:extLst>
                <a:ext uri="{FF2B5EF4-FFF2-40B4-BE49-F238E27FC236}">
                  <a16:creationId xmlns:a16="http://schemas.microsoft.com/office/drawing/2014/main" id="{2D00C4E5-F289-D800-45EF-CFD91C6EE198}"/>
                </a:ext>
              </a:extLst>
            </p:cNvPr>
            <p:cNvSpPr/>
            <p:nvPr/>
          </p:nvSpPr>
          <p:spPr>
            <a:xfrm>
              <a:off x="5965184"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40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5"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1" y="0"/>
                    <a:pt x="0" y="11861"/>
                    <a:pt x="0" y="26163"/>
                  </a:cubicBez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455" name="Freeform: Shape 454">
              <a:extLst>
                <a:ext uri="{FF2B5EF4-FFF2-40B4-BE49-F238E27FC236}">
                  <a16:creationId xmlns:a16="http://schemas.microsoft.com/office/drawing/2014/main" id="{16A46918-34AA-772C-AEFA-758B99675CB5}"/>
                </a:ext>
              </a:extLst>
            </p:cNvPr>
            <p:cNvSpPr/>
            <p:nvPr/>
          </p:nvSpPr>
          <p:spPr>
            <a:xfrm>
              <a:off x="460470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6" name="Freeform: Shape 455">
              <a:extLst>
                <a:ext uri="{FF2B5EF4-FFF2-40B4-BE49-F238E27FC236}">
                  <a16:creationId xmlns:a16="http://schemas.microsoft.com/office/drawing/2014/main" id="{1BC002BE-643F-9547-60E0-38F9CB32F475}"/>
                </a:ext>
              </a:extLst>
            </p:cNvPr>
            <p:cNvSpPr/>
            <p:nvPr/>
          </p:nvSpPr>
          <p:spPr>
            <a:xfrm>
              <a:off x="4395399" y="439703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57" name="Freeform: Shape 456">
              <a:extLst>
                <a:ext uri="{FF2B5EF4-FFF2-40B4-BE49-F238E27FC236}">
                  <a16:creationId xmlns:a16="http://schemas.microsoft.com/office/drawing/2014/main" id="{E3312074-0C6F-C512-0165-9E443ED75680}"/>
                </a:ext>
              </a:extLst>
            </p:cNvPr>
            <p:cNvSpPr/>
            <p:nvPr/>
          </p:nvSpPr>
          <p:spPr>
            <a:xfrm>
              <a:off x="418609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8" name="Freeform: Shape 457">
              <a:extLst>
                <a:ext uri="{FF2B5EF4-FFF2-40B4-BE49-F238E27FC236}">
                  <a16:creationId xmlns:a16="http://schemas.microsoft.com/office/drawing/2014/main" id="{79AB3EEE-873F-6AB6-9EF7-53A3C2CE2405}"/>
                </a:ext>
              </a:extLst>
            </p:cNvPr>
            <p:cNvSpPr/>
            <p:nvPr/>
          </p:nvSpPr>
          <p:spPr>
            <a:xfrm>
              <a:off x="397678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59" name="Freeform: Shape 458">
              <a:extLst>
                <a:ext uri="{FF2B5EF4-FFF2-40B4-BE49-F238E27FC236}">
                  <a16:creationId xmlns:a16="http://schemas.microsoft.com/office/drawing/2014/main" id="{4A0089D6-536C-9DC7-F073-FBCD8C6043F6}"/>
                </a:ext>
              </a:extLst>
            </p:cNvPr>
            <p:cNvSpPr/>
            <p:nvPr/>
          </p:nvSpPr>
          <p:spPr>
            <a:xfrm>
              <a:off x="5441922"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60" name="Freeform: Shape 459">
              <a:extLst>
                <a:ext uri="{FF2B5EF4-FFF2-40B4-BE49-F238E27FC236}">
                  <a16:creationId xmlns:a16="http://schemas.microsoft.com/office/drawing/2014/main" id="{C51C38A9-BFB9-6226-90D3-F9137AE0E138}"/>
                </a:ext>
              </a:extLst>
            </p:cNvPr>
            <p:cNvSpPr/>
            <p:nvPr/>
          </p:nvSpPr>
          <p:spPr>
            <a:xfrm>
              <a:off x="5127965"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61" name="Freeform: Shape 460">
              <a:extLst>
                <a:ext uri="{FF2B5EF4-FFF2-40B4-BE49-F238E27FC236}">
                  <a16:creationId xmlns:a16="http://schemas.microsoft.com/office/drawing/2014/main" id="{3F6FDD72-E97B-6FD6-9137-265108AB1304}"/>
                </a:ext>
              </a:extLst>
            </p:cNvPr>
            <p:cNvSpPr/>
            <p:nvPr/>
          </p:nvSpPr>
          <p:spPr>
            <a:xfrm>
              <a:off x="40814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62" name="Freeform: Shape 461">
              <a:extLst>
                <a:ext uri="{FF2B5EF4-FFF2-40B4-BE49-F238E27FC236}">
                  <a16:creationId xmlns:a16="http://schemas.microsoft.com/office/drawing/2014/main" id="{78923867-FE5E-8BFF-264F-53F75B6CEFDD}"/>
                </a:ext>
              </a:extLst>
            </p:cNvPr>
            <p:cNvSpPr/>
            <p:nvPr/>
          </p:nvSpPr>
          <p:spPr>
            <a:xfrm>
              <a:off x="355818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463" name="Freeform: Shape 462">
              <a:extLst>
                <a:ext uri="{FF2B5EF4-FFF2-40B4-BE49-F238E27FC236}">
                  <a16:creationId xmlns:a16="http://schemas.microsoft.com/office/drawing/2014/main" id="{4A4EC55D-1CEB-5374-2A9C-41D70D8CA80A}"/>
                </a:ext>
              </a:extLst>
            </p:cNvPr>
            <p:cNvSpPr/>
            <p:nvPr/>
          </p:nvSpPr>
          <p:spPr>
            <a:xfrm>
              <a:off x="188374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4" name="Freeform: Shape 463">
              <a:extLst>
                <a:ext uri="{FF2B5EF4-FFF2-40B4-BE49-F238E27FC236}">
                  <a16:creationId xmlns:a16="http://schemas.microsoft.com/office/drawing/2014/main" id="{DA5BB2B7-4A89-64BF-B4E7-A0100C7082ED}"/>
                </a:ext>
              </a:extLst>
            </p:cNvPr>
            <p:cNvSpPr/>
            <p:nvPr/>
          </p:nvSpPr>
          <p:spPr>
            <a:xfrm>
              <a:off x="1151175"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65" name="Freeform: Shape 464">
              <a:extLst>
                <a:ext uri="{FF2B5EF4-FFF2-40B4-BE49-F238E27FC236}">
                  <a16:creationId xmlns:a16="http://schemas.microsoft.com/office/drawing/2014/main" id="{5F4D0134-E6CF-81EB-04F2-846C702D55FF}"/>
                </a:ext>
              </a:extLst>
            </p:cNvPr>
            <p:cNvSpPr/>
            <p:nvPr/>
          </p:nvSpPr>
          <p:spPr>
            <a:xfrm>
              <a:off x="11511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66" name="Freeform: Shape 465">
              <a:extLst>
                <a:ext uri="{FF2B5EF4-FFF2-40B4-BE49-F238E27FC236}">
                  <a16:creationId xmlns:a16="http://schemas.microsoft.com/office/drawing/2014/main" id="{C294E339-5F9D-5771-1251-14B63AAC041D}"/>
                </a:ext>
              </a:extLst>
            </p:cNvPr>
            <p:cNvSpPr/>
            <p:nvPr/>
          </p:nvSpPr>
          <p:spPr>
            <a:xfrm>
              <a:off x="83721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67" name="Freeform: Shape 466">
              <a:extLst>
                <a:ext uri="{FF2B5EF4-FFF2-40B4-BE49-F238E27FC236}">
                  <a16:creationId xmlns:a16="http://schemas.microsoft.com/office/drawing/2014/main" id="{DD629288-12B9-1934-C33D-0EFC5FD4C3EE}"/>
                </a:ext>
              </a:extLst>
            </p:cNvPr>
            <p:cNvSpPr/>
            <p:nvPr/>
          </p:nvSpPr>
          <p:spPr>
            <a:xfrm>
              <a:off x="62791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68" name="Freeform: Shape 467">
              <a:extLst>
                <a:ext uri="{FF2B5EF4-FFF2-40B4-BE49-F238E27FC236}">
                  <a16:creationId xmlns:a16="http://schemas.microsoft.com/office/drawing/2014/main" id="{5EC96AEC-8823-03FE-53BF-C7A7ADB3859C}"/>
                </a:ext>
              </a:extLst>
            </p:cNvPr>
            <p:cNvSpPr/>
            <p:nvPr/>
          </p:nvSpPr>
          <p:spPr>
            <a:xfrm>
              <a:off x="62791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69" name="Freeform: Shape 468">
              <a:extLst>
                <a:ext uri="{FF2B5EF4-FFF2-40B4-BE49-F238E27FC236}">
                  <a16:creationId xmlns:a16="http://schemas.microsoft.com/office/drawing/2014/main" id="{26299F8A-DD35-9C41-3DB2-E0B5B5F9D704}"/>
                </a:ext>
              </a:extLst>
            </p:cNvPr>
            <p:cNvSpPr/>
            <p:nvPr/>
          </p:nvSpPr>
          <p:spPr>
            <a:xfrm>
              <a:off x="313957"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0" name="Freeform: Shape 469">
              <a:extLst>
                <a:ext uri="{FF2B5EF4-FFF2-40B4-BE49-F238E27FC236}">
                  <a16:creationId xmlns:a16="http://schemas.microsoft.com/office/drawing/2014/main" id="{9A95A3EE-9968-8202-9DD2-90095A44EE30}"/>
                </a:ext>
              </a:extLst>
            </p:cNvPr>
            <p:cNvSpPr/>
            <p:nvPr/>
          </p:nvSpPr>
          <p:spPr>
            <a:xfrm>
              <a:off x="313957"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1" name="Freeform: Shape 470">
              <a:extLst>
                <a:ext uri="{FF2B5EF4-FFF2-40B4-BE49-F238E27FC236}">
                  <a16:creationId xmlns:a16="http://schemas.microsoft.com/office/drawing/2014/main" id="{9439F90C-03AF-690D-6232-5EBFB530DD4A}"/>
                </a:ext>
              </a:extLst>
            </p:cNvPr>
            <p:cNvSpPr/>
            <p:nvPr/>
          </p:nvSpPr>
          <p:spPr>
            <a:xfrm>
              <a:off x="104652"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2" name="Freeform: Shape 471">
              <a:extLst>
                <a:ext uri="{FF2B5EF4-FFF2-40B4-BE49-F238E27FC236}">
                  <a16:creationId xmlns:a16="http://schemas.microsoft.com/office/drawing/2014/main" id="{96ABB46B-B34A-1F71-4FF0-F26F89B8BDF2}"/>
                </a:ext>
              </a:extLst>
            </p:cNvPr>
            <p:cNvSpPr/>
            <p:nvPr/>
          </p:nvSpPr>
          <p:spPr>
            <a:xfrm>
              <a:off x="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73" name="Freeform: Shape 472">
              <a:extLst>
                <a:ext uri="{FF2B5EF4-FFF2-40B4-BE49-F238E27FC236}">
                  <a16:creationId xmlns:a16="http://schemas.microsoft.com/office/drawing/2014/main" id="{CED77EAE-AE00-FD38-0B42-AA5FB72EF720}"/>
                </a:ext>
              </a:extLst>
            </p:cNvPr>
            <p:cNvSpPr/>
            <p:nvPr/>
          </p:nvSpPr>
          <p:spPr>
            <a:xfrm>
              <a:off x="3767484" y="4292381"/>
              <a:ext cx="52326" cy="52326"/>
            </a:xfrm>
            <a:custGeom>
              <a:avLst/>
              <a:gdLst>
                <a:gd name="connsiteX0" fmla="*/ 26163 w 52326"/>
                <a:gd name="connsiteY0" fmla="*/ 0 h 52326"/>
                <a:gd name="connsiteX1" fmla="*/ 26163 w 52326"/>
                <a:gd name="connsiteY1" fmla="*/ 0 h 52326"/>
                <a:gd name="connsiteX2" fmla="*/ 13605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5" y="3140"/>
                  </a:cubicBezTo>
                  <a:cubicBezTo>
                    <a:pt x="12907" y="3488"/>
                    <a:pt x="12209" y="3837"/>
                    <a:pt x="11512" y="4535"/>
                  </a:cubicBezTo>
                  <a:cubicBezTo>
                    <a:pt x="4535" y="9070"/>
                    <a:pt x="0" y="17093"/>
                    <a:pt x="0" y="26163"/>
                  </a:cubicBezTo>
                  <a:cubicBezTo>
                    <a:pt x="0" y="40465"/>
                    <a:pt x="11861" y="52326"/>
                    <a:pt x="26163" y="52326"/>
                  </a:cubicBezTo>
                  <a:lnTo>
                    <a:pt x="26163" y="52326"/>
                  </a:lnTo>
                  <a:cubicBezTo>
                    <a:pt x="31744" y="52326"/>
                    <a:pt x="36628" y="50582"/>
                    <a:pt x="40814" y="47791"/>
                  </a:cubicBezTo>
                  <a:cubicBezTo>
                    <a:pt x="47791" y="43256"/>
                    <a:pt x="52326" y="35233"/>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4" name="Freeform: Shape 473">
              <a:extLst>
                <a:ext uri="{FF2B5EF4-FFF2-40B4-BE49-F238E27FC236}">
                  <a16:creationId xmlns:a16="http://schemas.microsoft.com/office/drawing/2014/main" id="{54F08001-B9A7-06D8-2B9B-87F069D66393}"/>
                </a:ext>
              </a:extLst>
            </p:cNvPr>
            <p:cNvSpPr/>
            <p:nvPr/>
          </p:nvSpPr>
          <p:spPr>
            <a:xfrm>
              <a:off x="3558180" y="408307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26163" y="0"/>
                    <a:pt x="26163" y="0"/>
                    <a:pt x="26163" y="0"/>
                  </a:cubicBezTo>
                  <a:cubicBezTo>
                    <a:pt x="11861" y="0"/>
                    <a:pt x="0" y="11861"/>
                    <a:pt x="0" y="26163"/>
                  </a:cubicBezTo>
                  <a:cubicBezTo>
                    <a:pt x="0" y="40465"/>
                    <a:pt x="11861" y="52326"/>
                    <a:pt x="26163" y="52326"/>
                  </a:cubicBezTo>
                  <a:cubicBezTo>
                    <a:pt x="26163" y="52326"/>
                    <a:pt x="26163"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5" name="Freeform: Shape 474">
              <a:extLst>
                <a:ext uri="{FF2B5EF4-FFF2-40B4-BE49-F238E27FC236}">
                  <a16:creationId xmlns:a16="http://schemas.microsoft.com/office/drawing/2014/main" id="{EAFAF44B-A283-4FC8-A584-43DAEC32847F}"/>
                </a:ext>
              </a:extLst>
            </p:cNvPr>
            <p:cNvSpPr/>
            <p:nvPr/>
          </p:nvSpPr>
          <p:spPr>
            <a:xfrm>
              <a:off x="313957" y="3350510"/>
              <a:ext cx="52326" cy="52326"/>
            </a:xfrm>
            <a:custGeom>
              <a:avLst/>
              <a:gdLst>
                <a:gd name="connsiteX0" fmla="*/ 26163 w 52326"/>
                <a:gd name="connsiteY0" fmla="*/ 52326 h 52326"/>
                <a:gd name="connsiteX1" fmla="*/ 26163 w 52326"/>
                <a:gd name="connsiteY1" fmla="*/ 52326 h 52326"/>
                <a:gd name="connsiteX2" fmla="*/ 33838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8" y="51280"/>
                  </a:cubicBezTo>
                  <a:cubicBezTo>
                    <a:pt x="44652" y="48140"/>
                    <a:pt x="52326" y="38024"/>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76" name="Freeform: Shape 475">
              <a:extLst>
                <a:ext uri="{FF2B5EF4-FFF2-40B4-BE49-F238E27FC236}">
                  <a16:creationId xmlns:a16="http://schemas.microsoft.com/office/drawing/2014/main" id="{54FF106D-2AB6-440E-78DC-0985E31FCBBA}"/>
                </a:ext>
              </a:extLst>
            </p:cNvPr>
            <p:cNvSpPr/>
            <p:nvPr/>
          </p:nvSpPr>
          <p:spPr>
            <a:xfrm>
              <a:off x="1255828"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1" y="52326"/>
                    <a:pt x="26163" y="52326"/>
                  </a:cubicBezTo>
                  <a:cubicBezTo>
                    <a:pt x="36977" y="52326"/>
                    <a:pt x="46396" y="45698"/>
                    <a:pt x="50233" y="36280"/>
                  </a:cubicBezTo>
                  <a:cubicBezTo>
                    <a:pt x="51628"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477" name="Freeform: Shape 476">
              <a:extLst>
                <a:ext uri="{FF2B5EF4-FFF2-40B4-BE49-F238E27FC236}">
                  <a16:creationId xmlns:a16="http://schemas.microsoft.com/office/drawing/2014/main" id="{7A105796-CB1F-CDAC-52F8-1527272A3F31}"/>
                </a:ext>
              </a:extLst>
            </p:cNvPr>
            <p:cNvSpPr/>
            <p:nvPr/>
          </p:nvSpPr>
          <p:spPr>
            <a:xfrm>
              <a:off x="52326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78" name="Freeform: Shape 477">
              <a:extLst>
                <a:ext uri="{FF2B5EF4-FFF2-40B4-BE49-F238E27FC236}">
                  <a16:creationId xmlns:a16="http://schemas.microsoft.com/office/drawing/2014/main" id="{D605E442-1830-6D27-657F-5FBE1744492C}"/>
                </a:ext>
              </a:extLst>
            </p:cNvPr>
            <p:cNvSpPr/>
            <p:nvPr/>
          </p:nvSpPr>
          <p:spPr>
            <a:xfrm>
              <a:off x="4604703"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79" name="Freeform: Shape 478">
              <a:extLst>
                <a:ext uri="{FF2B5EF4-FFF2-40B4-BE49-F238E27FC236}">
                  <a16:creationId xmlns:a16="http://schemas.microsoft.com/office/drawing/2014/main" id="{9BAE4949-E106-7671-7EF4-3FBC05806EDB}"/>
                </a:ext>
              </a:extLst>
            </p:cNvPr>
            <p:cNvSpPr/>
            <p:nvPr/>
          </p:nvSpPr>
          <p:spPr>
            <a:xfrm>
              <a:off x="41860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0" name="Freeform: Shape 479">
              <a:extLst>
                <a:ext uri="{FF2B5EF4-FFF2-40B4-BE49-F238E27FC236}">
                  <a16:creationId xmlns:a16="http://schemas.microsoft.com/office/drawing/2014/main" id="{23A18E8C-DB80-0E00-5C85-9EA1CEB48072}"/>
                </a:ext>
              </a:extLst>
            </p:cNvPr>
            <p:cNvSpPr/>
            <p:nvPr/>
          </p:nvSpPr>
          <p:spPr>
            <a:xfrm>
              <a:off x="418609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1" name="Freeform: Shape 480">
              <a:extLst>
                <a:ext uri="{FF2B5EF4-FFF2-40B4-BE49-F238E27FC236}">
                  <a16:creationId xmlns:a16="http://schemas.microsoft.com/office/drawing/2014/main" id="{892833C1-5743-639C-6D4C-0A8AE5D3CC3D}"/>
                </a:ext>
              </a:extLst>
            </p:cNvPr>
            <p:cNvSpPr/>
            <p:nvPr/>
          </p:nvSpPr>
          <p:spPr>
            <a:xfrm>
              <a:off x="376748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82" name="Freeform: Shape 481">
              <a:extLst>
                <a:ext uri="{FF2B5EF4-FFF2-40B4-BE49-F238E27FC236}">
                  <a16:creationId xmlns:a16="http://schemas.microsoft.com/office/drawing/2014/main" id="{C01E699C-0526-F63D-B2AF-A428AFD8ED5A}"/>
                </a:ext>
              </a:extLst>
            </p:cNvPr>
            <p:cNvSpPr/>
            <p:nvPr/>
          </p:nvSpPr>
          <p:spPr>
            <a:xfrm>
              <a:off x="345352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3" name="Freeform: Shape 482">
              <a:extLst>
                <a:ext uri="{FF2B5EF4-FFF2-40B4-BE49-F238E27FC236}">
                  <a16:creationId xmlns:a16="http://schemas.microsoft.com/office/drawing/2014/main" id="{D413136D-945F-128D-9AF8-FD77194C99B8}"/>
                </a:ext>
              </a:extLst>
            </p:cNvPr>
            <p:cNvSpPr/>
            <p:nvPr/>
          </p:nvSpPr>
          <p:spPr>
            <a:xfrm>
              <a:off x="3348875"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5"/>
                    <a:pt x="52326" y="26163"/>
                  </a:cubicBezTo>
                  <a:lnTo>
                    <a:pt x="52326" y="26163"/>
                  </a:lnTo>
                  <a:cubicBezTo>
                    <a:pt x="52326" y="11861"/>
                    <a:pt x="40465" y="0"/>
                    <a:pt x="26163" y="0"/>
                  </a:cubicBez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84" name="Freeform: Shape 483">
              <a:extLst>
                <a:ext uri="{FF2B5EF4-FFF2-40B4-BE49-F238E27FC236}">
                  <a16:creationId xmlns:a16="http://schemas.microsoft.com/office/drawing/2014/main" id="{7530791B-AE12-3A8F-5F09-CACDF202541C}"/>
                </a:ext>
              </a:extLst>
            </p:cNvPr>
            <p:cNvSpPr/>
            <p:nvPr/>
          </p:nvSpPr>
          <p:spPr>
            <a:xfrm>
              <a:off x="324422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5" name="Freeform: Shape 484">
              <a:extLst>
                <a:ext uri="{FF2B5EF4-FFF2-40B4-BE49-F238E27FC236}">
                  <a16:creationId xmlns:a16="http://schemas.microsoft.com/office/drawing/2014/main" id="{464CA36F-7CE5-92EF-C23E-F9558EB8C9E2}"/>
                </a:ext>
              </a:extLst>
            </p:cNvPr>
            <p:cNvSpPr/>
            <p:nvPr/>
          </p:nvSpPr>
          <p:spPr>
            <a:xfrm>
              <a:off x="3034918"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6" name="Freeform: Shape 485">
              <a:extLst>
                <a:ext uri="{FF2B5EF4-FFF2-40B4-BE49-F238E27FC236}">
                  <a16:creationId xmlns:a16="http://schemas.microsoft.com/office/drawing/2014/main" id="{9ED20129-000A-4139-3F59-5145BCCC0DE9}"/>
                </a:ext>
              </a:extLst>
            </p:cNvPr>
            <p:cNvSpPr/>
            <p:nvPr/>
          </p:nvSpPr>
          <p:spPr>
            <a:xfrm>
              <a:off x="303491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7" name="Freeform: Shape 486">
              <a:extLst>
                <a:ext uri="{FF2B5EF4-FFF2-40B4-BE49-F238E27FC236}">
                  <a16:creationId xmlns:a16="http://schemas.microsoft.com/office/drawing/2014/main" id="{8C4C6C0D-F147-DDA4-AE37-5BC0DBBCCF3A}"/>
                </a:ext>
              </a:extLst>
            </p:cNvPr>
            <p:cNvSpPr/>
            <p:nvPr/>
          </p:nvSpPr>
          <p:spPr>
            <a:xfrm>
              <a:off x="167443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88" name="Freeform: Shape 487">
              <a:extLst>
                <a:ext uri="{FF2B5EF4-FFF2-40B4-BE49-F238E27FC236}">
                  <a16:creationId xmlns:a16="http://schemas.microsoft.com/office/drawing/2014/main" id="{4149E090-9077-6BF2-7A56-211D507FD58F}"/>
                </a:ext>
              </a:extLst>
            </p:cNvPr>
            <p:cNvSpPr/>
            <p:nvPr/>
          </p:nvSpPr>
          <p:spPr>
            <a:xfrm>
              <a:off x="941871"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89" name="Freeform: Shape 488">
              <a:extLst>
                <a:ext uri="{FF2B5EF4-FFF2-40B4-BE49-F238E27FC236}">
                  <a16:creationId xmlns:a16="http://schemas.microsoft.com/office/drawing/2014/main" id="{41363D5F-3841-87D7-B301-56F08CB147E8}"/>
                </a:ext>
              </a:extLst>
            </p:cNvPr>
            <p:cNvSpPr/>
            <p:nvPr/>
          </p:nvSpPr>
          <p:spPr>
            <a:xfrm>
              <a:off x="94187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490" name="Freeform: Shape 489">
              <a:extLst>
                <a:ext uri="{FF2B5EF4-FFF2-40B4-BE49-F238E27FC236}">
                  <a16:creationId xmlns:a16="http://schemas.microsoft.com/office/drawing/2014/main" id="{DBB3CC84-1B3F-D3B5-3826-BE89203DF820}"/>
                </a:ext>
              </a:extLst>
            </p:cNvPr>
            <p:cNvSpPr/>
            <p:nvPr/>
          </p:nvSpPr>
          <p:spPr>
            <a:xfrm>
              <a:off x="627914"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1" name="Freeform: Shape 490">
              <a:extLst>
                <a:ext uri="{FF2B5EF4-FFF2-40B4-BE49-F238E27FC236}">
                  <a16:creationId xmlns:a16="http://schemas.microsoft.com/office/drawing/2014/main" id="{BA1C7DA7-975A-0244-50F9-079513FC1FFB}"/>
                </a:ext>
              </a:extLst>
            </p:cNvPr>
            <p:cNvSpPr/>
            <p:nvPr/>
          </p:nvSpPr>
          <p:spPr>
            <a:xfrm>
              <a:off x="104652"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492" name="Freeform: Shape 491">
              <a:extLst>
                <a:ext uri="{FF2B5EF4-FFF2-40B4-BE49-F238E27FC236}">
                  <a16:creationId xmlns:a16="http://schemas.microsoft.com/office/drawing/2014/main" id="{FC147506-5FFE-EAAF-EFA1-4FDD0571FDB0}"/>
                </a:ext>
              </a:extLst>
            </p:cNvPr>
            <p:cNvSpPr/>
            <p:nvPr/>
          </p:nvSpPr>
          <p:spPr>
            <a:xfrm>
              <a:off x="2615960" y="4606338"/>
              <a:ext cx="52370" cy="52326"/>
            </a:xfrm>
            <a:custGeom>
              <a:avLst/>
              <a:gdLst>
                <a:gd name="connsiteX0" fmla="*/ 48140 w 52370"/>
                <a:gd name="connsiteY0" fmla="*/ 11512 h 52326"/>
                <a:gd name="connsiteX1" fmla="*/ 41163 w 52370"/>
                <a:gd name="connsiteY1" fmla="*/ 4535 h 52326"/>
                <a:gd name="connsiteX2" fmla="*/ 39070 w 52370"/>
                <a:gd name="connsiteY2" fmla="*/ 3140 h 52326"/>
                <a:gd name="connsiteX3" fmla="*/ 29303 w 52370"/>
                <a:gd name="connsiteY3" fmla="*/ 0 h 52326"/>
                <a:gd name="connsiteX4" fmla="*/ 26512 w 52370"/>
                <a:gd name="connsiteY4" fmla="*/ 0 h 52326"/>
                <a:gd name="connsiteX5" fmla="*/ 23372 w 52370"/>
                <a:gd name="connsiteY5" fmla="*/ 349 h 52326"/>
                <a:gd name="connsiteX6" fmla="*/ 14651 w 52370"/>
                <a:gd name="connsiteY6" fmla="*/ 2791 h 52326"/>
                <a:gd name="connsiteX7" fmla="*/ 10116 w 52370"/>
                <a:gd name="connsiteY7" fmla="*/ 5581 h 52326"/>
                <a:gd name="connsiteX8" fmla="*/ 7674 w 52370"/>
                <a:gd name="connsiteY8" fmla="*/ 7675 h 52326"/>
                <a:gd name="connsiteX9" fmla="*/ 2442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1 w 52370"/>
                <a:gd name="connsiteY15" fmla="*/ 49187 h 52326"/>
                <a:gd name="connsiteX16" fmla="*/ 42210 w 52370"/>
                <a:gd name="connsiteY16" fmla="*/ 46745 h 52326"/>
                <a:gd name="connsiteX17" fmla="*/ 44652 w 52370"/>
                <a:gd name="connsiteY17" fmla="*/ 44652 h 52326"/>
                <a:gd name="connsiteX18" fmla="*/ 47791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5" y="4186"/>
                    <a:pt x="39768" y="3488"/>
                    <a:pt x="39070" y="3140"/>
                  </a:cubicBezTo>
                  <a:cubicBezTo>
                    <a:pt x="35931" y="1395"/>
                    <a:pt x="32791" y="349"/>
                    <a:pt x="29303" y="0"/>
                  </a:cubicBezTo>
                  <a:cubicBezTo>
                    <a:pt x="28256" y="0"/>
                    <a:pt x="27558" y="0"/>
                    <a:pt x="26512" y="0"/>
                  </a:cubicBezTo>
                  <a:cubicBezTo>
                    <a:pt x="25465" y="0"/>
                    <a:pt x="24419" y="0"/>
                    <a:pt x="23372" y="349"/>
                  </a:cubicBezTo>
                  <a:cubicBezTo>
                    <a:pt x="20233" y="698"/>
                    <a:pt x="17442" y="1744"/>
                    <a:pt x="14651" y="2791"/>
                  </a:cubicBezTo>
                  <a:cubicBezTo>
                    <a:pt x="13256" y="3488"/>
                    <a:pt x="11512" y="4535"/>
                    <a:pt x="10116" y="5581"/>
                  </a:cubicBezTo>
                  <a:cubicBezTo>
                    <a:pt x="9419" y="6279"/>
                    <a:pt x="8372" y="6977"/>
                    <a:pt x="7674" y="7675"/>
                  </a:cubicBezTo>
                  <a:cubicBezTo>
                    <a:pt x="5581" y="9768"/>
                    <a:pt x="3837" y="12558"/>
                    <a:pt x="2442" y="15349"/>
                  </a:cubicBezTo>
                  <a:cubicBezTo>
                    <a:pt x="1744" y="17093"/>
                    <a:pt x="1046" y="19186"/>
                    <a:pt x="349" y="21279"/>
                  </a:cubicBezTo>
                  <a:cubicBezTo>
                    <a:pt x="0" y="23023"/>
                    <a:pt x="0" y="24419"/>
                    <a:pt x="0" y="26163"/>
                  </a:cubicBezTo>
                  <a:lnTo>
                    <a:pt x="0" y="26163"/>
                  </a:lnTo>
                  <a:cubicBezTo>
                    <a:pt x="0" y="40465"/>
                    <a:pt x="11860" y="52326"/>
                    <a:pt x="26163" y="52326"/>
                  </a:cubicBezTo>
                  <a:cubicBezTo>
                    <a:pt x="27210" y="52326"/>
                    <a:pt x="27907" y="52326"/>
                    <a:pt x="28954" y="52326"/>
                  </a:cubicBezTo>
                  <a:cubicBezTo>
                    <a:pt x="32442" y="51977"/>
                    <a:pt x="35931" y="50931"/>
                    <a:pt x="38721" y="49187"/>
                  </a:cubicBezTo>
                  <a:cubicBezTo>
                    <a:pt x="40117" y="48489"/>
                    <a:pt x="41163" y="47791"/>
                    <a:pt x="42210" y="46745"/>
                  </a:cubicBezTo>
                  <a:cubicBezTo>
                    <a:pt x="42907" y="46047"/>
                    <a:pt x="43954" y="45349"/>
                    <a:pt x="44652" y="44652"/>
                  </a:cubicBezTo>
                  <a:cubicBezTo>
                    <a:pt x="45698" y="43605"/>
                    <a:pt x="46745" y="42210"/>
                    <a:pt x="47791"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493" name="Freeform: Shape 492">
              <a:extLst>
                <a:ext uri="{FF2B5EF4-FFF2-40B4-BE49-F238E27FC236}">
                  <a16:creationId xmlns:a16="http://schemas.microsoft.com/office/drawing/2014/main" id="{20AE7F82-9CE5-DD36-C552-56C8265829B8}"/>
                </a:ext>
              </a:extLst>
            </p:cNvPr>
            <p:cNvSpPr/>
            <p:nvPr/>
          </p:nvSpPr>
          <p:spPr>
            <a:xfrm>
              <a:off x="4709356" y="4397034"/>
              <a:ext cx="52326" cy="52326"/>
            </a:xfrm>
            <a:custGeom>
              <a:avLst/>
              <a:gdLst>
                <a:gd name="connsiteX0" fmla="*/ 26163 w 52326"/>
                <a:gd name="connsiteY0" fmla="*/ 0 h 52326"/>
                <a:gd name="connsiteX1" fmla="*/ 3140 w 52326"/>
                <a:gd name="connsiteY1" fmla="*/ 13605 h 52326"/>
                <a:gd name="connsiteX2" fmla="*/ 3140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40" y="13605"/>
                  </a:cubicBezTo>
                  <a:cubicBezTo>
                    <a:pt x="3140" y="13605"/>
                    <a:pt x="3140" y="13605"/>
                    <a:pt x="3140" y="13605"/>
                  </a:cubicBezTo>
                  <a:cubicBezTo>
                    <a:pt x="1744" y="16047"/>
                    <a:pt x="1047" y="18838"/>
                    <a:pt x="349" y="21628"/>
                  </a:cubicBezTo>
                  <a:cubicBezTo>
                    <a:pt x="0" y="23023"/>
                    <a:pt x="0" y="24419"/>
                    <a:pt x="0" y="26163"/>
                  </a:cubicBezTo>
                  <a:cubicBezTo>
                    <a:pt x="0" y="40465"/>
                    <a:pt x="11861" y="52326"/>
                    <a:pt x="26163" y="52326"/>
                  </a:cubicBezTo>
                  <a:cubicBezTo>
                    <a:pt x="35931" y="52326"/>
                    <a:pt x="44652" y="46745"/>
                    <a:pt x="49187" y="38721"/>
                  </a:cubicBezTo>
                  <a:cubicBezTo>
                    <a:pt x="51279" y="34884"/>
                    <a:pt x="52326" y="30698"/>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94" name="Freeform: Shape 493">
              <a:extLst>
                <a:ext uri="{FF2B5EF4-FFF2-40B4-BE49-F238E27FC236}">
                  <a16:creationId xmlns:a16="http://schemas.microsoft.com/office/drawing/2014/main" id="{923B8FC5-F667-530A-533A-3CD736888D8F}"/>
                </a:ext>
              </a:extLst>
            </p:cNvPr>
            <p:cNvSpPr/>
            <p:nvPr/>
          </p:nvSpPr>
          <p:spPr>
            <a:xfrm>
              <a:off x="5546575"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4"/>
                  </a:cubicBezTo>
                  <a:cubicBezTo>
                    <a:pt x="2791" y="12558"/>
                    <a:pt x="0" y="18838"/>
                    <a:pt x="0" y="26163"/>
                  </a:cubicBezTo>
                  <a:cubicBezTo>
                    <a:pt x="0" y="40465"/>
                    <a:pt x="11861" y="52326"/>
                    <a:pt x="26163" y="52326"/>
                  </a:cubicBezTo>
                  <a:cubicBezTo>
                    <a:pt x="32442" y="52326"/>
                    <a:pt x="38373" y="50233"/>
                    <a:pt x="42908" y="46396"/>
                  </a:cubicBezTo>
                  <a:cubicBezTo>
                    <a:pt x="48838" y="41512"/>
                    <a:pt x="52326" y="34187"/>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495" name="Freeform: Shape 494">
              <a:extLst>
                <a:ext uri="{FF2B5EF4-FFF2-40B4-BE49-F238E27FC236}">
                  <a16:creationId xmlns:a16="http://schemas.microsoft.com/office/drawing/2014/main" id="{0FB414EA-36FA-C162-3CBE-6A7DAA93E507}"/>
                </a:ext>
              </a:extLst>
            </p:cNvPr>
            <p:cNvSpPr/>
            <p:nvPr/>
          </p:nvSpPr>
          <p:spPr>
            <a:xfrm>
              <a:off x="59651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cubicBezTo>
                    <a:pt x="52326" y="11861"/>
                    <a:pt x="40465"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6" name="Freeform: Shape 495">
              <a:extLst>
                <a:ext uri="{FF2B5EF4-FFF2-40B4-BE49-F238E27FC236}">
                  <a16:creationId xmlns:a16="http://schemas.microsoft.com/office/drawing/2014/main" id="{AC70C635-491A-1103-FB99-83BD8B07B8AC}"/>
                </a:ext>
              </a:extLst>
            </p:cNvPr>
            <p:cNvSpPr/>
            <p:nvPr/>
          </p:nvSpPr>
          <p:spPr>
            <a:xfrm>
              <a:off x="55465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7" name="Freeform: Shape 496">
              <a:extLst>
                <a:ext uri="{FF2B5EF4-FFF2-40B4-BE49-F238E27FC236}">
                  <a16:creationId xmlns:a16="http://schemas.microsoft.com/office/drawing/2014/main" id="{B20B7767-E05D-E08B-0BC6-8C0B97AA34CE}"/>
                </a:ext>
              </a:extLst>
            </p:cNvPr>
            <p:cNvSpPr/>
            <p:nvPr/>
          </p:nvSpPr>
          <p:spPr>
            <a:xfrm>
              <a:off x="4395399"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498" name="Freeform: Shape 497">
              <a:extLst>
                <a:ext uri="{FF2B5EF4-FFF2-40B4-BE49-F238E27FC236}">
                  <a16:creationId xmlns:a16="http://schemas.microsoft.com/office/drawing/2014/main" id="{A337DF73-1259-4C9E-C554-7DE7203CFB8D}"/>
                </a:ext>
              </a:extLst>
            </p:cNvPr>
            <p:cNvSpPr/>
            <p:nvPr/>
          </p:nvSpPr>
          <p:spPr>
            <a:xfrm>
              <a:off x="544192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499" name="Freeform: Shape 498">
              <a:extLst>
                <a:ext uri="{FF2B5EF4-FFF2-40B4-BE49-F238E27FC236}">
                  <a16:creationId xmlns:a16="http://schemas.microsoft.com/office/drawing/2014/main" id="{237388E1-B798-BC4D-2EA8-8CE6ABE901E7}"/>
                </a:ext>
              </a:extLst>
            </p:cNvPr>
            <p:cNvSpPr/>
            <p:nvPr/>
          </p:nvSpPr>
          <p:spPr>
            <a:xfrm>
              <a:off x="387213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00" name="Freeform: Shape 499">
              <a:extLst>
                <a:ext uri="{FF2B5EF4-FFF2-40B4-BE49-F238E27FC236}">
                  <a16:creationId xmlns:a16="http://schemas.microsoft.com/office/drawing/2014/main" id="{26AF4679-8184-DE56-98D8-A5D187640245}"/>
                </a:ext>
              </a:extLst>
            </p:cNvPr>
            <p:cNvSpPr/>
            <p:nvPr/>
          </p:nvSpPr>
          <p:spPr>
            <a:xfrm>
              <a:off x="366283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01" name="Freeform: Shape 500">
              <a:extLst>
                <a:ext uri="{FF2B5EF4-FFF2-40B4-BE49-F238E27FC236}">
                  <a16:creationId xmlns:a16="http://schemas.microsoft.com/office/drawing/2014/main" id="{5049D83E-FB5D-DD02-3FCC-085CE4C202B6}"/>
                </a:ext>
              </a:extLst>
            </p:cNvPr>
            <p:cNvSpPr/>
            <p:nvPr/>
          </p:nvSpPr>
          <p:spPr>
            <a:xfrm>
              <a:off x="240700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2" name="Freeform: Shape 501">
              <a:extLst>
                <a:ext uri="{FF2B5EF4-FFF2-40B4-BE49-F238E27FC236}">
                  <a16:creationId xmlns:a16="http://schemas.microsoft.com/office/drawing/2014/main" id="{D682B333-8FBF-2912-6214-4303360553F3}"/>
                </a:ext>
              </a:extLst>
            </p:cNvPr>
            <p:cNvSpPr/>
            <p:nvPr/>
          </p:nvSpPr>
          <p:spPr>
            <a:xfrm>
              <a:off x="240700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3" name="Freeform: Shape 502">
              <a:extLst>
                <a:ext uri="{FF2B5EF4-FFF2-40B4-BE49-F238E27FC236}">
                  <a16:creationId xmlns:a16="http://schemas.microsoft.com/office/drawing/2014/main" id="{72E3398B-28E5-85F3-0E1F-0B670016CDD8}"/>
                </a:ext>
              </a:extLst>
            </p:cNvPr>
            <p:cNvSpPr/>
            <p:nvPr/>
          </p:nvSpPr>
          <p:spPr>
            <a:xfrm>
              <a:off x="18837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4" name="Freeform: Shape 503">
              <a:extLst>
                <a:ext uri="{FF2B5EF4-FFF2-40B4-BE49-F238E27FC236}">
                  <a16:creationId xmlns:a16="http://schemas.microsoft.com/office/drawing/2014/main" id="{72134AAC-EDCB-0521-FFB6-297C3F1D5F9B}"/>
                </a:ext>
              </a:extLst>
            </p:cNvPr>
            <p:cNvSpPr/>
            <p:nvPr/>
          </p:nvSpPr>
          <p:spPr>
            <a:xfrm>
              <a:off x="188374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5" name="Freeform: Shape 504">
              <a:extLst>
                <a:ext uri="{FF2B5EF4-FFF2-40B4-BE49-F238E27FC236}">
                  <a16:creationId xmlns:a16="http://schemas.microsoft.com/office/drawing/2014/main" id="{7F3617BC-BB50-5241-C691-271EAE55BB8D}"/>
                </a:ext>
              </a:extLst>
            </p:cNvPr>
            <p:cNvSpPr/>
            <p:nvPr/>
          </p:nvSpPr>
          <p:spPr>
            <a:xfrm>
              <a:off x="156978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06" name="Freeform: Shape 505">
              <a:extLst>
                <a:ext uri="{FF2B5EF4-FFF2-40B4-BE49-F238E27FC236}">
                  <a16:creationId xmlns:a16="http://schemas.microsoft.com/office/drawing/2014/main" id="{4672AF95-46D4-D2F4-5CDC-21C5588829DB}"/>
                </a:ext>
              </a:extLst>
            </p:cNvPr>
            <p:cNvSpPr/>
            <p:nvPr/>
          </p:nvSpPr>
          <p:spPr>
            <a:xfrm>
              <a:off x="125582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7" name="Freeform: Shape 506">
              <a:extLst>
                <a:ext uri="{FF2B5EF4-FFF2-40B4-BE49-F238E27FC236}">
                  <a16:creationId xmlns:a16="http://schemas.microsoft.com/office/drawing/2014/main" id="{84945E9F-6C8A-C002-7239-5DD7DFC8BAB5}"/>
                </a:ext>
              </a:extLst>
            </p:cNvPr>
            <p:cNvSpPr/>
            <p:nvPr/>
          </p:nvSpPr>
          <p:spPr>
            <a:xfrm>
              <a:off x="732566"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08" name="Freeform: Shape 507">
              <a:extLst>
                <a:ext uri="{FF2B5EF4-FFF2-40B4-BE49-F238E27FC236}">
                  <a16:creationId xmlns:a16="http://schemas.microsoft.com/office/drawing/2014/main" id="{8B5F740B-E543-8B6A-47FC-7D663BCDDA84}"/>
                </a:ext>
              </a:extLst>
            </p:cNvPr>
            <p:cNvSpPr/>
            <p:nvPr/>
          </p:nvSpPr>
          <p:spPr>
            <a:xfrm>
              <a:off x="62791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09" name="Freeform: Shape 508">
              <a:extLst>
                <a:ext uri="{FF2B5EF4-FFF2-40B4-BE49-F238E27FC236}">
                  <a16:creationId xmlns:a16="http://schemas.microsoft.com/office/drawing/2014/main" id="{9400669A-0E00-3E8F-AF7D-5C7D62DDF676}"/>
                </a:ext>
              </a:extLst>
            </p:cNvPr>
            <p:cNvSpPr/>
            <p:nvPr/>
          </p:nvSpPr>
          <p:spPr>
            <a:xfrm>
              <a:off x="41860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10" name="Freeform: Shape 509">
              <a:extLst>
                <a:ext uri="{FF2B5EF4-FFF2-40B4-BE49-F238E27FC236}">
                  <a16:creationId xmlns:a16="http://schemas.microsoft.com/office/drawing/2014/main" id="{61493174-3B20-7FF4-A829-57712840CAA9}"/>
                </a:ext>
              </a:extLst>
            </p:cNvPr>
            <p:cNvSpPr/>
            <p:nvPr/>
          </p:nvSpPr>
          <p:spPr>
            <a:xfrm>
              <a:off x="5546575"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40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5" y="42210"/>
                    <a:pt x="47094" y="41861"/>
                  </a:cubicBezTo>
                  <a:cubicBezTo>
                    <a:pt x="47791" y="40814"/>
                    <a:pt x="48489" y="39768"/>
                    <a:pt x="49187" y="38721"/>
                  </a:cubicBezTo>
                  <a:cubicBezTo>
                    <a:pt x="51279" y="34884"/>
                    <a:pt x="52326" y="30698"/>
                    <a:pt x="52326" y="26163"/>
                  </a:cubicBezTo>
                  <a:cubicBezTo>
                    <a:pt x="52326" y="11861"/>
                    <a:pt x="40465" y="0"/>
                    <a:pt x="26163" y="0"/>
                  </a:cubicBezTo>
                  <a:lnTo>
                    <a:pt x="26163" y="0"/>
                  </a:lnTo>
                  <a:cubicBezTo>
                    <a:pt x="16395" y="0"/>
                    <a:pt x="7674" y="5581"/>
                    <a:pt x="3140" y="13605"/>
                  </a:cubicBezTo>
                  <a:cubicBezTo>
                    <a:pt x="1047" y="17442"/>
                    <a:pt x="0" y="21628"/>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1" name="Freeform: Shape 510">
              <a:extLst>
                <a:ext uri="{FF2B5EF4-FFF2-40B4-BE49-F238E27FC236}">
                  <a16:creationId xmlns:a16="http://schemas.microsoft.com/office/drawing/2014/main" id="{452E9AF4-9022-FE67-F93B-E12B895C876A}"/>
                </a:ext>
              </a:extLst>
            </p:cNvPr>
            <p:cNvSpPr/>
            <p:nvPr/>
          </p:nvSpPr>
          <p:spPr>
            <a:xfrm>
              <a:off x="1360480" y="3559815"/>
              <a:ext cx="52326" cy="52674"/>
            </a:xfrm>
            <a:custGeom>
              <a:avLst/>
              <a:gdLst>
                <a:gd name="connsiteX0" fmla="*/ 52326 w 52326"/>
                <a:gd name="connsiteY0" fmla="*/ 26163 h 52674"/>
                <a:gd name="connsiteX1" fmla="*/ 26163 w 52326"/>
                <a:gd name="connsiteY1" fmla="*/ 0 h 52674"/>
                <a:gd name="connsiteX2" fmla="*/ 26163 w 52326"/>
                <a:gd name="connsiteY2" fmla="*/ 0 h 52674"/>
                <a:gd name="connsiteX3" fmla="*/ 7675 w 52326"/>
                <a:gd name="connsiteY3" fmla="*/ 7675 h 52674"/>
                <a:gd name="connsiteX4" fmla="*/ 5233 w 52326"/>
                <a:gd name="connsiteY4" fmla="*/ 10814 h 52674"/>
                <a:gd name="connsiteX5" fmla="*/ 4535 w 52326"/>
                <a:gd name="connsiteY5" fmla="*/ 11861 h 52674"/>
                <a:gd name="connsiteX6" fmla="*/ 0 w 52326"/>
                <a:gd name="connsiteY6" fmla="*/ 26512 h 52674"/>
                <a:gd name="connsiteX7" fmla="*/ 26163 w 52326"/>
                <a:gd name="connsiteY7" fmla="*/ 52675 h 52674"/>
                <a:gd name="connsiteX8" fmla="*/ 46396 w 52326"/>
                <a:gd name="connsiteY8" fmla="*/ 43256 h 52674"/>
                <a:gd name="connsiteX9" fmla="*/ 52326 w 52326"/>
                <a:gd name="connsiteY9" fmla="*/ 26163 h 52674"/>
                <a:gd name="connsiteX10" fmla="*/ 52326 w 52326"/>
                <a:gd name="connsiteY10"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674">
                  <a:moveTo>
                    <a:pt x="52326" y="26163"/>
                  </a:moveTo>
                  <a:cubicBezTo>
                    <a:pt x="52326" y="11861"/>
                    <a:pt x="40466" y="0"/>
                    <a:pt x="26163" y="0"/>
                  </a:cubicBezTo>
                  <a:lnTo>
                    <a:pt x="26163" y="0"/>
                  </a:lnTo>
                  <a:cubicBezTo>
                    <a:pt x="18837" y="0"/>
                    <a:pt x="12558" y="2791"/>
                    <a:pt x="7675" y="7675"/>
                  </a:cubicBezTo>
                  <a:cubicBezTo>
                    <a:pt x="6628" y="8721"/>
                    <a:pt x="5930" y="9768"/>
                    <a:pt x="5233" y="10814"/>
                  </a:cubicBezTo>
                  <a:cubicBezTo>
                    <a:pt x="4884" y="11163"/>
                    <a:pt x="4884" y="11512"/>
                    <a:pt x="4535" y="11861"/>
                  </a:cubicBezTo>
                  <a:cubicBezTo>
                    <a:pt x="1744" y="16047"/>
                    <a:pt x="0" y="20930"/>
                    <a:pt x="0" y="26512"/>
                  </a:cubicBezTo>
                  <a:cubicBezTo>
                    <a:pt x="0" y="40814"/>
                    <a:pt x="11861" y="52675"/>
                    <a:pt x="26163" y="52675"/>
                  </a:cubicBezTo>
                  <a:cubicBezTo>
                    <a:pt x="34186" y="52675"/>
                    <a:pt x="41512" y="48838"/>
                    <a:pt x="46396" y="43256"/>
                  </a:cubicBezTo>
                  <a:cubicBezTo>
                    <a:pt x="50233" y="38373"/>
                    <a:pt x="52326" y="32442"/>
                    <a:pt x="52326" y="26163"/>
                  </a:cubicBezTo>
                  <a:lnTo>
                    <a:pt x="52326" y="26163"/>
                  </a:lnTo>
                  <a:close/>
                </a:path>
              </a:pathLst>
            </a:custGeom>
            <a:grpFill/>
            <a:ln w="3488" cap="flat">
              <a:noFill/>
              <a:prstDash val="solid"/>
              <a:miter/>
            </a:ln>
          </p:spPr>
          <p:txBody>
            <a:bodyPr rtlCol="0" anchor="ctr"/>
            <a:lstStyle/>
            <a:p>
              <a:endParaRPr lang="en-ID"/>
            </a:p>
          </p:txBody>
        </p:sp>
        <p:sp>
          <p:nvSpPr>
            <p:cNvPr id="512" name="Freeform: Shape 511">
              <a:extLst>
                <a:ext uri="{FF2B5EF4-FFF2-40B4-BE49-F238E27FC236}">
                  <a16:creationId xmlns:a16="http://schemas.microsoft.com/office/drawing/2014/main" id="{9B61ECF0-7701-B91B-0B90-2981CBEE134A}"/>
                </a:ext>
              </a:extLst>
            </p:cNvPr>
            <p:cNvSpPr/>
            <p:nvPr/>
          </p:nvSpPr>
          <p:spPr>
            <a:xfrm>
              <a:off x="627914"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3" y="52326"/>
                    <a:pt x="26163" y="52326"/>
                  </a:cubicBezTo>
                  <a:lnTo>
                    <a:pt x="26163" y="52326"/>
                  </a:lnTo>
                  <a:cubicBezTo>
                    <a:pt x="40466"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513" name="Freeform: Shape 512">
              <a:extLst>
                <a:ext uri="{FF2B5EF4-FFF2-40B4-BE49-F238E27FC236}">
                  <a16:creationId xmlns:a16="http://schemas.microsoft.com/office/drawing/2014/main" id="{17DAAA1C-274A-18D5-7B2D-87DA758A5A04}"/>
                </a:ext>
              </a:extLst>
            </p:cNvPr>
            <p:cNvSpPr/>
            <p:nvPr/>
          </p:nvSpPr>
          <p:spPr>
            <a:xfrm>
              <a:off x="533727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14" name="Freeform: Shape 513">
              <a:extLst>
                <a:ext uri="{FF2B5EF4-FFF2-40B4-BE49-F238E27FC236}">
                  <a16:creationId xmlns:a16="http://schemas.microsoft.com/office/drawing/2014/main" id="{24C71E58-504D-9142-9DFA-90835BC89802}"/>
                </a:ext>
              </a:extLst>
            </p:cNvPr>
            <p:cNvSpPr/>
            <p:nvPr/>
          </p:nvSpPr>
          <p:spPr>
            <a:xfrm>
              <a:off x="596518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5" name="Freeform: Shape 514">
              <a:extLst>
                <a:ext uri="{FF2B5EF4-FFF2-40B4-BE49-F238E27FC236}">
                  <a16:creationId xmlns:a16="http://schemas.microsoft.com/office/drawing/2014/main" id="{7B340C70-B03F-6B24-2A72-DB76F240736D}"/>
                </a:ext>
              </a:extLst>
            </p:cNvPr>
            <p:cNvSpPr/>
            <p:nvPr/>
          </p:nvSpPr>
          <p:spPr>
            <a:xfrm>
              <a:off x="56512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6" name="Freeform: Shape 515">
              <a:extLst>
                <a:ext uri="{FF2B5EF4-FFF2-40B4-BE49-F238E27FC236}">
                  <a16:creationId xmlns:a16="http://schemas.microsoft.com/office/drawing/2014/main" id="{37E1CD23-2532-BDC3-CCC6-EDDB7D24423F}"/>
                </a:ext>
              </a:extLst>
            </p:cNvPr>
            <p:cNvSpPr/>
            <p:nvPr/>
          </p:nvSpPr>
          <p:spPr>
            <a:xfrm>
              <a:off x="418609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7" name="Freeform: Shape 516">
              <a:extLst>
                <a:ext uri="{FF2B5EF4-FFF2-40B4-BE49-F238E27FC236}">
                  <a16:creationId xmlns:a16="http://schemas.microsoft.com/office/drawing/2014/main" id="{D78D6C8A-8961-FF84-7058-53986A1704BB}"/>
                </a:ext>
              </a:extLst>
            </p:cNvPr>
            <p:cNvSpPr/>
            <p:nvPr/>
          </p:nvSpPr>
          <p:spPr>
            <a:xfrm>
              <a:off x="39767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18" name="Freeform: Shape 517">
              <a:extLst>
                <a:ext uri="{FF2B5EF4-FFF2-40B4-BE49-F238E27FC236}">
                  <a16:creationId xmlns:a16="http://schemas.microsoft.com/office/drawing/2014/main" id="{29476061-F185-A03A-E2EC-B6399D3B5913}"/>
                </a:ext>
              </a:extLst>
            </p:cNvPr>
            <p:cNvSpPr/>
            <p:nvPr/>
          </p:nvSpPr>
          <p:spPr>
            <a:xfrm>
              <a:off x="5441922"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5" y="0"/>
                    <a:pt x="26163" y="0"/>
                  </a:cubicBezTo>
                  <a:lnTo>
                    <a:pt x="26163" y="0"/>
                  </a:lnTo>
                  <a:cubicBezTo>
                    <a:pt x="18838" y="0"/>
                    <a:pt x="12558" y="2791"/>
                    <a:pt x="7674" y="7675"/>
                  </a:cubicBezTo>
                  <a:cubicBezTo>
                    <a:pt x="2791" y="12558"/>
                    <a:pt x="0" y="18837"/>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19" name="Freeform: Shape 518">
              <a:extLst>
                <a:ext uri="{FF2B5EF4-FFF2-40B4-BE49-F238E27FC236}">
                  <a16:creationId xmlns:a16="http://schemas.microsoft.com/office/drawing/2014/main" id="{AC9007A8-D175-EC37-AF1D-67CB1A6D9AFD}"/>
                </a:ext>
              </a:extLst>
            </p:cNvPr>
            <p:cNvSpPr/>
            <p:nvPr/>
          </p:nvSpPr>
          <p:spPr>
            <a:xfrm>
              <a:off x="491866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0" name="Freeform: Shape 519">
              <a:extLst>
                <a:ext uri="{FF2B5EF4-FFF2-40B4-BE49-F238E27FC236}">
                  <a16:creationId xmlns:a16="http://schemas.microsoft.com/office/drawing/2014/main" id="{CB53013D-8285-6C34-6646-6326DC79BA8D}"/>
                </a:ext>
              </a:extLst>
            </p:cNvPr>
            <p:cNvSpPr/>
            <p:nvPr/>
          </p:nvSpPr>
          <p:spPr>
            <a:xfrm>
              <a:off x="387213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1" name="Freeform: Shape 520">
              <a:extLst>
                <a:ext uri="{FF2B5EF4-FFF2-40B4-BE49-F238E27FC236}">
                  <a16:creationId xmlns:a16="http://schemas.microsoft.com/office/drawing/2014/main" id="{C4C8E4C0-0A8D-A900-4BF8-0319427A128A}"/>
                </a:ext>
              </a:extLst>
            </p:cNvPr>
            <p:cNvSpPr/>
            <p:nvPr/>
          </p:nvSpPr>
          <p:spPr>
            <a:xfrm>
              <a:off x="355818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22" name="Freeform: Shape 521">
              <a:extLst>
                <a:ext uri="{FF2B5EF4-FFF2-40B4-BE49-F238E27FC236}">
                  <a16:creationId xmlns:a16="http://schemas.microsoft.com/office/drawing/2014/main" id="{5597F6B6-3AF9-458F-9E7A-F78433A32AB1}"/>
                </a:ext>
              </a:extLst>
            </p:cNvPr>
            <p:cNvSpPr/>
            <p:nvPr/>
          </p:nvSpPr>
          <p:spPr>
            <a:xfrm>
              <a:off x="303491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3" name="Freeform: Shape 522">
              <a:extLst>
                <a:ext uri="{FF2B5EF4-FFF2-40B4-BE49-F238E27FC236}">
                  <a16:creationId xmlns:a16="http://schemas.microsoft.com/office/drawing/2014/main" id="{B0F52B92-6D8A-2B3A-2A41-38B3BD2CE818}"/>
                </a:ext>
              </a:extLst>
            </p:cNvPr>
            <p:cNvSpPr/>
            <p:nvPr/>
          </p:nvSpPr>
          <p:spPr>
            <a:xfrm>
              <a:off x="272096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4" name="Freeform: Shape 523">
              <a:extLst>
                <a:ext uri="{FF2B5EF4-FFF2-40B4-BE49-F238E27FC236}">
                  <a16:creationId xmlns:a16="http://schemas.microsoft.com/office/drawing/2014/main" id="{89CF49BC-73CD-5431-6E47-8881BA2C37DD}"/>
                </a:ext>
              </a:extLst>
            </p:cNvPr>
            <p:cNvSpPr/>
            <p:nvPr/>
          </p:nvSpPr>
          <p:spPr>
            <a:xfrm>
              <a:off x="167443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5" name="Freeform: Shape 524">
              <a:extLst>
                <a:ext uri="{FF2B5EF4-FFF2-40B4-BE49-F238E27FC236}">
                  <a16:creationId xmlns:a16="http://schemas.microsoft.com/office/drawing/2014/main" id="{34C19626-FE21-E6B5-D947-63720105FC31}"/>
                </a:ext>
              </a:extLst>
            </p:cNvPr>
            <p:cNvSpPr/>
            <p:nvPr/>
          </p:nvSpPr>
          <p:spPr>
            <a:xfrm>
              <a:off x="146513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26" name="Freeform: Shape 525">
              <a:extLst>
                <a:ext uri="{FF2B5EF4-FFF2-40B4-BE49-F238E27FC236}">
                  <a16:creationId xmlns:a16="http://schemas.microsoft.com/office/drawing/2014/main" id="{F01CE5F8-5EEB-0DF8-B559-F143232E4E14}"/>
                </a:ext>
              </a:extLst>
            </p:cNvPr>
            <p:cNvSpPr/>
            <p:nvPr/>
          </p:nvSpPr>
          <p:spPr>
            <a:xfrm>
              <a:off x="523261"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8" y="52326"/>
                    <a:pt x="28954" y="52326"/>
                    <a:pt x="30349" y="51977"/>
                  </a:cubicBezTo>
                  <a:cubicBezTo>
                    <a:pt x="42907" y="49884"/>
                    <a:pt x="52326" y="39070"/>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27" name="Freeform: Shape 526">
              <a:extLst>
                <a:ext uri="{FF2B5EF4-FFF2-40B4-BE49-F238E27FC236}">
                  <a16:creationId xmlns:a16="http://schemas.microsoft.com/office/drawing/2014/main" id="{C3D2DC5F-8B6E-DB7B-80B2-DEBE351296A1}"/>
                </a:ext>
              </a:extLst>
            </p:cNvPr>
            <p:cNvSpPr/>
            <p:nvPr/>
          </p:nvSpPr>
          <p:spPr>
            <a:xfrm>
              <a:off x="31395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28" name="Freeform: Shape 527">
              <a:extLst>
                <a:ext uri="{FF2B5EF4-FFF2-40B4-BE49-F238E27FC236}">
                  <a16:creationId xmlns:a16="http://schemas.microsoft.com/office/drawing/2014/main" id="{41872992-9624-BE10-0E91-838EF177A277}"/>
                </a:ext>
              </a:extLst>
            </p:cNvPr>
            <p:cNvSpPr/>
            <p:nvPr/>
          </p:nvSpPr>
          <p:spPr>
            <a:xfrm>
              <a:off x="470935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lnTo>
                    <a:pt x="52326" y="26163"/>
                  </a:ln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29" name="Freeform: Shape 528">
              <a:extLst>
                <a:ext uri="{FF2B5EF4-FFF2-40B4-BE49-F238E27FC236}">
                  <a16:creationId xmlns:a16="http://schemas.microsoft.com/office/drawing/2014/main" id="{D47C86AA-328B-C698-EF7C-273B09160349}"/>
                </a:ext>
              </a:extLst>
            </p:cNvPr>
            <p:cNvSpPr/>
            <p:nvPr/>
          </p:nvSpPr>
          <p:spPr>
            <a:xfrm>
              <a:off x="4081442"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5"/>
                    <a:pt x="52326" y="26163"/>
                  </a:cubicBezTo>
                  <a:cubicBezTo>
                    <a:pt x="52326" y="18838"/>
                    <a:pt x="49535" y="12558"/>
                    <a:pt x="44652" y="7675"/>
                  </a:cubicBezTo>
                  <a:cubicBezTo>
                    <a:pt x="39768" y="2791"/>
                    <a:pt x="33489" y="0"/>
                    <a:pt x="26163" y="0"/>
                  </a:cubicBezTo>
                  <a:lnTo>
                    <a:pt x="26163" y="0"/>
                  </a:lnTo>
                  <a:cubicBezTo>
                    <a:pt x="11861" y="0"/>
                    <a:pt x="0" y="11861"/>
                    <a:pt x="0" y="26163"/>
                  </a:cubicBezTo>
                  <a:cubicBezTo>
                    <a:pt x="0" y="33489"/>
                    <a:pt x="2791" y="39768"/>
                    <a:pt x="7674" y="44652"/>
                  </a:cubicBezTo>
                  <a:cubicBezTo>
                    <a:pt x="12558" y="49535"/>
                    <a:pt x="18838" y="52326"/>
                    <a:pt x="26163" y="52326"/>
                  </a:cubicBezTo>
                  <a:close/>
                </a:path>
              </a:pathLst>
            </a:custGeom>
            <a:grpFill/>
            <a:ln w="3488" cap="flat">
              <a:noFill/>
              <a:prstDash val="solid"/>
              <a:miter/>
            </a:ln>
          </p:spPr>
          <p:txBody>
            <a:bodyPr rtlCol="0" anchor="ctr"/>
            <a:lstStyle/>
            <a:p>
              <a:endParaRPr lang="en-ID"/>
            </a:p>
          </p:txBody>
        </p:sp>
        <p:sp>
          <p:nvSpPr>
            <p:cNvPr id="530" name="Freeform: Shape 529">
              <a:extLst>
                <a:ext uri="{FF2B5EF4-FFF2-40B4-BE49-F238E27FC236}">
                  <a16:creationId xmlns:a16="http://schemas.microsoft.com/office/drawing/2014/main" id="{8FA600C9-62F0-FDF1-03F0-3EC47DA7395D}"/>
                </a:ext>
              </a:extLst>
            </p:cNvPr>
            <p:cNvSpPr/>
            <p:nvPr/>
          </p:nvSpPr>
          <p:spPr>
            <a:xfrm>
              <a:off x="3034918" y="2722596"/>
              <a:ext cx="52326" cy="52326"/>
            </a:xfrm>
            <a:custGeom>
              <a:avLst/>
              <a:gdLst>
                <a:gd name="connsiteX0" fmla="*/ 26163 w 52326"/>
                <a:gd name="connsiteY0" fmla="*/ 52326 h 52326"/>
                <a:gd name="connsiteX1" fmla="*/ 52326 w 52326"/>
                <a:gd name="connsiteY1" fmla="*/ 26163 h 52326"/>
                <a:gd name="connsiteX2" fmla="*/ 49187 w 52326"/>
                <a:gd name="connsiteY2" fmla="*/ 13605 h 52326"/>
                <a:gd name="connsiteX3" fmla="*/ 26163 w 52326"/>
                <a:gd name="connsiteY3" fmla="*/ 0 h 52326"/>
                <a:gd name="connsiteX4" fmla="*/ 26163 w 52326"/>
                <a:gd name="connsiteY4" fmla="*/ 0 h 52326"/>
                <a:gd name="connsiteX5" fmla="*/ 0 w 52326"/>
                <a:gd name="connsiteY5" fmla="*/ 26163 h 52326"/>
                <a:gd name="connsiteX6" fmla="*/ 3140 w 52326"/>
                <a:gd name="connsiteY6" fmla="*/ 38721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5" y="52326"/>
                    <a:pt x="52326" y="40466"/>
                    <a:pt x="52326" y="26163"/>
                  </a:cubicBezTo>
                  <a:cubicBezTo>
                    <a:pt x="52326" y="21628"/>
                    <a:pt x="51280" y="17442"/>
                    <a:pt x="49187" y="13605"/>
                  </a:cubicBezTo>
                  <a:cubicBezTo>
                    <a:pt x="44652" y="5581"/>
                    <a:pt x="36280" y="0"/>
                    <a:pt x="26163" y="0"/>
                  </a:cubicBezTo>
                  <a:lnTo>
                    <a:pt x="26163" y="0"/>
                  </a:lnTo>
                  <a:cubicBezTo>
                    <a:pt x="11861" y="0"/>
                    <a:pt x="0" y="11861"/>
                    <a:pt x="0" y="26163"/>
                  </a:cubicBezTo>
                  <a:cubicBezTo>
                    <a:pt x="0" y="30698"/>
                    <a:pt x="1046" y="34884"/>
                    <a:pt x="3140" y="38721"/>
                  </a:cubicBezTo>
                  <a:cubicBezTo>
                    <a:pt x="7675" y="46745"/>
                    <a:pt x="16396" y="52326"/>
                    <a:pt x="26163" y="52326"/>
                  </a:cubicBezTo>
                  <a:close/>
                </a:path>
              </a:pathLst>
            </a:custGeom>
            <a:grpFill/>
            <a:ln w="3488" cap="flat">
              <a:noFill/>
              <a:prstDash val="solid"/>
              <a:miter/>
            </a:ln>
          </p:spPr>
          <p:txBody>
            <a:bodyPr rtlCol="0" anchor="ctr"/>
            <a:lstStyle/>
            <a:p>
              <a:endParaRPr lang="en-ID"/>
            </a:p>
          </p:txBody>
        </p:sp>
        <p:sp>
          <p:nvSpPr>
            <p:cNvPr id="531" name="Freeform: Shape 530">
              <a:extLst>
                <a:ext uri="{FF2B5EF4-FFF2-40B4-BE49-F238E27FC236}">
                  <a16:creationId xmlns:a16="http://schemas.microsoft.com/office/drawing/2014/main" id="{6AAEE6D2-11A8-25C8-8B23-15490AA56566}"/>
                </a:ext>
              </a:extLst>
            </p:cNvPr>
            <p:cNvSpPr/>
            <p:nvPr/>
          </p:nvSpPr>
          <p:spPr>
            <a:xfrm>
              <a:off x="387213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0 w 52326"/>
                <a:gd name="connsiteY6" fmla="*/ 26163 h 52326"/>
                <a:gd name="connsiteX7" fmla="*/ 3140 w 52326"/>
                <a:gd name="connsiteY7" fmla="*/ 38721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30698"/>
                    <a:pt x="1047" y="34884"/>
                    <a:pt x="3140"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532" name="Freeform: Shape 531">
              <a:extLst>
                <a:ext uri="{FF2B5EF4-FFF2-40B4-BE49-F238E27FC236}">
                  <a16:creationId xmlns:a16="http://schemas.microsoft.com/office/drawing/2014/main" id="{E46FD368-F0F0-E783-BD6B-7EF33FD12453}"/>
                </a:ext>
              </a:extLst>
            </p:cNvPr>
            <p:cNvSpPr/>
            <p:nvPr/>
          </p:nvSpPr>
          <p:spPr>
            <a:xfrm>
              <a:off x="1883742" y="5234253"/>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1" y="52326"/>
                    <a:pt x="26163" y="52326"/>
                  </a:cubicBezTo>
                  <a:cubicBezTo>
                    <a:pt x="35233" y="52326"/>
                    <a:pt x="43256" y="47791"/>
                    <a:pt x="47791" y="40814"/>
                  </a:cubicBezTo>
                  <a:cubicBezTo>
                    <a:pt x="50582" y="36628"/>
                    <a:pt x="52326" y="3174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33" name="Freeform: Shape 532">
              <a:extLst>
                <a:ext uri="{FF2B5EF4-FFF2-40B4-BE49-F238E27FC236}">
                  <a16:creationId xmlns:a16="http://schemas.microsoft.com/office/drawing/2014/main" id="{B46B332C-C77E-FBFF-9BB0-EBCB6CB7E528}"/>
                </a:ext>
              </a:extLst>
            </p:cNvPr>
            <p:cNvSpPr/>
            <p:nvPr/>
          </p:nvSpPr>
          <p:spPr>
            <a:xfrm>
              <a:off x="5755879"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5" y="52326"/>
                    <a:pt x="52326" y="40465"/>
                    <a:pt x="52326" y="26163"/>
                  </a:cubicBezTo>
                  <a:cubicBezTo>
                    <a:pt x="52326" y="11861"/>
                    <a:pt x="40465" y="0"/>
                    <a:pt x="26163" y="0"/>
                  </a:cubicBezTo>
                  <a:cubicBezTo>
                    <a:pt x="26163" y="0"/>
                    <a:pt x="26163"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4" name="Freeform: Shape 533">
              <a:extLst>
                <a:ext uri="{FF2B5EF4-FFF2-40B4-BE49-F238E27FC236}">
                  <a16:creationId xmlns:a16="http://schemas.microsoft.com/office/drawing/2014/main" id="{461E0517-FCCF-0955-195F-6E0A72324A09}"/>
                </a:ext>
              </a:extLst>
            </p:cNvPr>
            <p:cNvSpPr/>
            <p:nvPr/>
          </p:nvSpPr>
          <p:spPr>
            <a:xfrm>
              <a:off x="596518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5" name="Freeform: Shape 534">
              <a:extLst>
                <a:ext uri="{FF2B5EF4-FFF2-40B4-BE49-F238E27FC236}">
                  <a16:creationId xmlns:a16="http://schemas.microsoft.com/office/drawing/2014/main" id="{CC4B79E7-8697-3A47-BBB4-2517D9A72B7C}"/>
                </a:ext>
              </a:extLst>
            </p:cNvPr>
            <p:cNvSpPr/>
            <p:nvPr/>
          </p:nvSpPr>
          <p:spPr>
            <a:xfrm>
              <a:off x="5546575"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36" name="Freeform: Shape 535">
              <a:extLst>
                <a:ext uri="{FF2B5EF4-FFF2-40B4-BE49-F238E27FC236}">
                  <a16:creationId xmlns:a16="http://schemas.microsoft.com/office/drawing/2014/main" id="{0879F670-C084-E668-019E-274AAD28B0C3}"/>
                </a:ext>
              </a:extLst>
            </p:cNvPr>
            <p:cNvSpPr/>
            <p:nvPr/>
          </p:nvSpPr>
          <p:spPr>
            <a:xfrm>
              <a:off x="46047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7" name="Freeform: Shape 536">
              <a:extLst>
                <a:ext uri="{FF2B5EF4-FFF2-40B4-BE49-F238E27FC236}">
                  <a16:creationId xmlns:a16="http://schemas.microsoft.com/office/drawing/2014/main" id="{B43EE915-8842-8805-EB30-5694109E87E5}"/>
                </a:ext>
              </a:extLst>
            </p:cNvPr>
            <p:cNvSpPr/>
            <p:nvPr/>
          </p:nvSpPr>
          <p:spPr>
            <a:xfrm>
              <a:off x="3872137"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8" name="Freeform: Shape 537">
              <a:extLst>
                <a:ext uri="{FF2B5EF4-FFF2-40B4-BE49-F238E27FC236}">
                  <a16:creationId xmlns:a16="http://schemas.microsoft.com/office/drawing/2014/main" id="{40505B04-808E-F3E9-272F-554B00913ABA}"/>
                </a:ext>
              </a:extLst>
            </p:cNvPr>
            <p:cNvSpPr/>
            <p:nvPr/>
          </p:nvSpPr>
          <p:spPr>
            <a:xfrm>
              <a:off x="3662832"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39" name="Freeform: Shape 538">
              <a:extLst>
                <a:ext uri="{FF2B5EF4-FFF2-40B4-BE49-F238E27FC236}">
                  <a16:creationId xmlns:a16="http://schemas.microsoft.com/office/drawing/2014/main" id="{3C5C1E33-8E07-56B8-B572-7861CEA76FB6}"/>
                </a:ext>
              </a:extLst>
            </p:cNvPr>
            <p:cNvSpPr/>
            <p:nvPr/>
          </p:nvSpPr>
          <p:spPr>
            <a:xfrm>
              <a:off x="34535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0" name="Freeform: Shape 539">
              <a:extLst>
                <a:ext uri="{FF2B5EF4-FFF2-40B4-BE49-F238E27FC236}">
                  <a16:creationId xmlns:a16="http://schemas.microsoft.com/office/drawing/2014/main" id="{726E42C2-0965-3112-7E07-20761ED2FDA4}"/>
                </a:ext>
              </a:extLst>
            </p:cNvPr>
            <p:cNvSpPr/>
            <p:nvPr/>
          </p:nvSpPr>
          <p:spPr>
            <a:xfrm>
              <a:off x="324422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22326 w 52326"/>
                <a:gd name="connsiteY5" fmla="*/ 349 h 52326"/>
                <a:gd name="connsiteX6" fmla="*/ 18489 w 52326"/>
                <a:gd name="connsiteY6" fmla="*/ 1046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24768" y="0"/>
                    <a:pt x="23721" y="0"/>
                    <a:pt x="22326" y="349"/>
                  </a:cubicBezTo>
                  <a:cubicBezTo>
                    <a:pt x="20930" y="698"/>
                    <a:pt x="19535" y="698"/>
                    <a:pt x="18489" y="1046"/>
                  </a:cubicBezTo>
                  <a:cubicBezTo>
                    <a:pt x="7675" y="4186"/>
                    <a:pt x="0" y="14302"/>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1" name="Freeform: Shape 540">
              <a:extLst>
                <a:ext uri="{FF2B5EF4-FFF2-40B4-BE49-F238E27FC236}">
                  <a16:creationId xmlns:a16="http://schemas.microsoft.com/office/drawing/2014/main" id="{CE291C31-3646-D48E-D4BC-81A506C00C13}"/>
                </a:ext>
              </a:extLst>
            </p:cNvPr>
            <p:cNvSpPr/>
            <p:nvPr/>
          </p:nvSpPr>
          <p:spPr>
            <a:xfrm>
              <a:off x="303491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2" name="Freeform: Shape 541">
              <a:extLst>
                <a:ext uri="{FF2B5EF4-FFF2-40B4-BE49-F238E27FC236}">
                  <a16:creationId xmlns:a16="http://schemas.microsoft.com/office/drawing/2014/main" id="{5D6E5B48-BBBA-72D5-5A76-20B7239A7831}"/>
                </a:ext>
              </a:extLst>
            </p:cNvPr>
            <p:cNvSpPr/>
            <p:nvPr/>
          </p:nvSpPr>
          <p:spPr>
            <a:xfrm>
              <a:off x="2930266"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3" name="Freeform: Shape 542">
              <a:extLst>
                <a:ext uri="{FF2B5EF4-FFF2-40B4-BE49-F238E27FC236}">
                  <a16:creationId xmlns:a16="http://schemas.microsoft.com/office/drawing/2014/main" id="{169A232B-FB46-FFA9-23C2-E0204B672040}"/>
                </a:ext>
              </a:extLst>
            </p:cNvPr>
            <p:cNvSpPr/>
            <p:nvPr/>
          </p:nvSpPr>
          <p:spPr>
            <a:xfrm>
              <a:off x="2407004"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1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5" y="52326"/>
                    <a:pt x="52326" y="40465"/>
                    <a:pt x="52326" y="26163"/>
                  </a:cubicBezTo>
                  <a:cubicBezTo>
                    <a:pt x="52326" y="16396"/>
                    <a:pt x="46745" y="7675"/>
                    <a:pt x="38721" y="3140"/>
                  </a:cubicBezTo>
                  <a:cubicBezTo>
                    <a:pt x="34884" y="1046"/>
                    <a:pt x="30698" y="0"/>
                    <a:pt x="26163" y="0"/>
                  </a:cubicBezTo>
                  <a:cubicBezTo>
                    <a:pt x="11861"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544" name="Freeform: Shape 543">
              <a:extLst>
                <a:ext uri="{FF2B5EF4-FFF2-40B4-BE49-F238E27FC236}">
                  <a16:creationId xmlns:a16="http://schemas.microsoft.com/office/drawing/2014/main" id="{FE33F72B-C4DA-1A26-863C-3CDC119C337D}"/>
                </a:ext>
              </a:extLst>
            </p:cNvPr>
            <p:cNvSpPr/>
            <p:nvPr/>
          </p:nvSpPr>
          <p:spPr>
            <a:xfrm>
              <a:off x="230235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5" name="Freeform: Shape 544">
              <a:extLst>
                <a:ext uri="{FF2B5EF4-FFF2-40B4-BE49-F238E27FC236}">
                  <a16:creationId xmlns:a16="http://schemas.microsoft.com/office/drawing/2014/main" id="{3E87F4A0-2885-14E2-6AF2-E4BDC417CD4A}"/>
                </a:ext>
              </a:extLst>
            </p:cNvPr>
            <p:cNvSpPr/>
            <p:nvPr/>
          </p:nvSpPr>
          <p:spPr>
            <a:xfrm>
              <a:off x="1883742"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6" name="Freeform: Shape 545">
              <a:extLst>
                <a:ext uri="{FF2B5EF4-FFF2-40B4-BE49-F238E27FC236}">
                  <a16:creationId xmlns:a16="http://schemas.microsoft.com/office/drawing/2014/main" id="{A12DA680-0FBB-DB9A-1574-AACA66AAC7F9}"/>
                </a:ext>
              </a:extLst>
            </p:cNvPr>
            <p:cNvSpPr/>
            <p:nvPr/>
          </p:nvSpPr>
          <p:spPr>
            <a:xfrm>
              <a:off x="94187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47" name="Freeform: Shape 546">
              <a:extLst>
                <a:ext uri="{FF2B5EF4-FFF2-40B4-BE49-F238E27FC236}">
                  <a16:creationId xmlns:a16="http://schemas.microsoft.com/office/drawing/2014/main" id="{E6695364-4C36-2FB2-013D-354FD1E70734}"/>
                </a:ext>
              </a:extLst>
            </p:cNvPr>
            <p:cNvSpPr/>
            <p:nvPr/>
          </p:nvSpPr>
          <p:spPr>
            <a:xfrm>
              <a:off x="418609"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48" name="Freeform: Shape 547">
              <a:extLst>
                <a:ext uri="{FF2B5EF4-FFF2-40B4-BE49-F238E27FC236}">
                  <a16:creationId xmlns:a16="http://schemas.microsoft.com/office/drawing/2014/main" id="{36863BA5-51F2-B417-BA5A-CDEF7C74A6FE}"/>
                </a:ext>
              </a:extLst>
            </p:cNvPr>
            <p:cNvSpPr/>
            <p:nvPr/>
          </p:nvSpPr>
          <p:spPr>
            <a:xfrm>
              <a:off x="209304"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549" name="Freeform: Shape 548">
              <a:extLst>
                <a:ext uri="{FF2B5EF4-FFF2-40B4-BE49-F238E27FC236}">
                  <a16:creationId xmlns:a16="http://schemas.microsoft.com/office/drawing/2014/main" id="{431E1603-369D-55EA-B055-C4C59DDB0EF9}"/>
                </a:ext>
              </a:extLst>
            </p:cNvPr>
            <p:cNvSpPr/>
            <p:nvPr/>
          </p:nvSpPr>
          <p:spPr>
            <a:xfrm>
              <a:off x="2616309" y="4710991"/>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5" y="0"/>
                    <a:pt x="26163" y="0"/>
                  </a:cubicBezTo>
                  <a:cubicBezTo>
                    <a:pt x="11861" y="0"/>
                    <a:pt x="0" y="11861"/>
                    <a:pt x="0" y="26163"/>
                  </a:cubicBezTo>
                  <a:lnTo>
                    <a:pt x="0" y="26163"/>
                  </a:ln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550" name="Freeform: Shape 549">
              <a:extLst>
                <a:ext uri="{FF2B5EF4-FFF2-40B4-BE49-F238E27FC236}">
                  <a16:creationId xmlns:a16="http://schemas.microsoft.com/office/drawing/2014/main" id="{F6E5BC63-F5F9-AF13-8C38-FC0E7A92B1EA}"/>
                </a:ext>
              </a:extLst>
            </p:cNvPr>
            <p:cNvSpPr/>
            <p:nvPr/>
          </p:nvSpPr>
          <p:spPr>
            <a:xfrm>
              <a:off x="3453527" y="397842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26163 w 52326"/>
                <a:gd name="connsiteY3" fmla="*/ 52326 h 52326"/>
                <a:gd name="connsiteX4" fmla="*/ 52326 w 52326"/>
                <a:gd name="connsiteY4" fmla="*/ 26163 h 52326"/>
                <a:gd name="connsiteX5" fmla="*/ 33838 w 52326"/>
                <a:gd name="connsiteY5" fmla="*/ 1046 h 52326"/>
                <a:gd name="connsiteX6" fmla="*/ 26163 w 52326"/>
                <a:gd name="connsiteY6" fmla="*/ 0 h 52326"/>
                <a:gd name="connsiteX7" fmla="*/ 26163 w 52326"/>
                <a:gd name="connsiteY7" fmla="*/ 0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26163" y="52326"/>
                    <a:pt x="26163" y="52326"/>
                    <a:pt x="26163" y="52326"/>
                  </a:cubicBezTo>
                  <a:cubicBezTo>
                    <a:pt x="26163" y="52326"/>
                    <a:pt x="26163" y="52326"/>
                    <a:pt x="26163" y="52326"/>
                  </a:cubicBezTo>
                  <a:cubicBezTo>
                    <a:pt x="40465" y="52326"/>
                    <a:pt x="52326" y="40465"/>
                    <a:pt x="52326" y="26163"/>
                  </a:cubicBezTo>
                  <a:cubicBezTo>
                    <a:pt x="52326" y="14302"/>
                    <a:pt x="44652" y="4535"/>
                    <a:pt x="33838" y="1046"/>
                  </a:cubicBezTo>
                  <a:cubicBezTo>
                    <a:pt x="31396" y="349"/>
                    <a:pt x="28605" y="0"/>
                    <a:pt x="26163" y="0"/>
                  </a:cubicBezTo>
                  <a:lnTo>
                    <a:pt x="26163" y="0"/>
                  </a:lnTo>
                  <a:cubicBezTo>
                    <a:pt x="11861" y="0"/>
                    <a:pt x="0" y="11861"/>
                    <a:pt x="0" y="26163"/>
                  </a:cubicBezTo>
                  <a:lnTo>
                    <a:pt x="0" y="26163"/>
                  </a:ln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1" name="Freeform: Shape 550">
              <a:extLst>
                <a:ext uri="{FF2B5EF4-FFF2-40B4-BE49-F238E27FC236}">
                  <a16:creationId xmlns:a16="http://schemas.microsoft.com/office/drawing/2014/main" id="{4E0BD78B-F3A8-FFF1-1287-91A9769D89D1}"/>
                </a:ext>
              </a:extLst>
            </p:cNvPr>
            <p:cNvSpPr/>
            <p:nvPr/>
          </p:nvSpPr>
          <p:spPr>
            <a:xfrm>
              <a:off x="2720961" y="4187729"/>
              <a:ext cx="52326" cy="52326"/>
            </a:xfrm>
            <a:custGeom>
              <a:avLst/>
              <a:gdLst>
                <a:gd name="connsiteX0" fmla="*/ 26163 w 52326"/>
                <a:gd name="connsiteY0" fmla="*/ 0 h 52326"/>
                <a:gd name="connsiteX1" fmla="*/ 26163 w 52326"/>
                <a:gd name="connsiteY1" fmla="*/ 0 h 52326"/>
                <a:gd name="connsiteX2" fmla="*/ 7675 w 52326"/>
                <a:gd name="connsiteY2" fmla="*/ 7675 h 52326"/>
                <a:gd name="connsiteX3" fmla="*/ 0 w 52326"/>
                <a:gd name="connsiteY3" fmla="*/ 26163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8838" y="0"/>
                    <a:pt x="12558" y="2791"/>
                    <a:pt x="7675" y="7675"/>
                  </a:cubicBezTo>
                  <a:cubicBezTo>
                    <a:pt x="2791" y="12558"/>
                    <a:pt x="0" y="18838"/>
                    <a:pt x="0" y="26163"/>
                  </a:cubicBezTo>
                  <a:cubicBezTo>
                    <a:pt x="0" y="40465"/>
                    <a:pt x="11861" y="52326"/>
                    <a:pt x="26163" y="52326"/>
                  </a:cubicBezTo>
                  <a:cubicBezTo>
                    <a:pt x="33489" y="52326"/>
                    <a:pt x="39768" y="49535"/>
                    <a:pt x="44652" y="44652"/>
                  </a:cubicBezTo>
                  <a:cubicBezTo>
                    <a:pt x="49535" y="39768"/>
                    <a:pt x="52326" y="33489"/>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2" name="Freeform: Shape 551">
              <a:extLst>
                <a:ext uri="{FF2B5EF4-FFF2-40B4-BE49-F238E27FC236}">
                  <a16:creationId xmlns:a16="http://schemas.microsoft.com/office/drawing/2014/main" id="{77CB7E8E-8CB4-7718-21C7-1DAA2D9D2435}"/>
                </a:ext>
              </a:extLst>
            </p:cNvPr>
            <p:cNvSpPr/>
            <p:nvPr/>
          </p:nvSpPr>
          <p:spPr>
            <a:xfrm>
              <a:off x="554657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3" name="Freeform: Shape 552">
              <a:extLst>
                <a:ext uri="{FF2B5EF4-FFF2-40B4-BE49-F238E27FC236}">
                  <a16:creationId xmlns:a16="http://schemas.microsoft.com/office/drawing/2014/main" id="{1F2CF21D-55C2-4329-BABA-1586E1917834}"/>
                </a:ext>
              </a:extLst>
            </p:cNvPr>
            <p:cNvSpPr/>
            <p:nvPr/>
          </p:nvSpPr>
          <p:spPr>
            <a:xfrm>
              <a:off x="56512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4" name="Freeform: Shape 553">
              <a:extLst>
                <a:ext uri="{FF2B5EF4-FFF2-40B4-BE49-F238E27FC236}">
                  <a16:creationId xmlns:a16="http://schemas.microsoft.com/office/drawing/2014/main" id="{BCAA1DDE-9602-D182-098C-C869755DA190}"/>
                </a:ext>
              </a:extLst>
            </p:cNvPr>
            <p:cNvSpPr/>
            <p:nvPr/>
          </p:nvSpPr>
          <p:spPr>
            <a:xfrm>
              <a:off x="502331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5" name="Freeform: Shape 554">
              <a:extLst>
                <a:ext uri="{FF2B5EF4-FFF2-40B4-BE49-F238E27FC236}">
                  <a16:creationId xmlns:a16="http://schemas.microsoft.com/office/drawing/2014/main" id="{65743CD5-7551-AAAB-80B0-BB05BA08F38B}"/>
                </a:ext>
              </a:extLst>
            </p:cNvPr>
            <p:cNvSpPr/>
            <p:nvPr/>
          </p:nvSpPr>
          <p:spPr>
            <a:xfrm>
              <a:off x="4814008" y="4187729"/>
              <a:ext cx="51984" cy="52326"/>
            </a:xfrm>
            <a:custGeom>
              <a:avLst/>
              <a:gdLst>
                <a:gd name="connsiteX0" fmla="*/ 26163 w 51984"/>
                <a:gd name="connsiteY0" fmla="*/ 0 h 52326"/>
                <a:gd name="connsiteX1" fmla="*/ 26163 w 51984"/>
                <a:gd name="connsiteY1" fmla="*/ 0 h 52326"/>
                <a:gd name="connsiteX2" fmla="*/ 13605 w 51984"/>
                <a:gd name="connsiteY2" fmla="*/ 3140 h 52326"/>
                <a:gd name="connsiteX3" fmla="*/ 0 w 51984"/>
                <a:gd name="connsiteY3" fmla="*/ 26163 h 52326"/>
                <a:gd name="connsiteX4" fmla="*/ 26163 w 51984"/>
                <a:gd name="connsiteY4" fmla="*/ 52326 h 52326"/>
                <a:gd name="connsiteX5" fmla="*/ 36280 w 51984"/>
                <a:gd name="connsiteY5" fmla="*/ 50233 h 52326"/>
                <a:gd name="connsiteX6" fmla="*/ 38024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5" y="3140"/>
                  </a:cubicBezTo>
                  <a:cubicBezTo>
                    <a:pt x="5581" y="7675"/>
                    <a:pt x="0" y="16047"/>
                    <a:pt x="0" y="26163"/>
                  </a:cubicBezTo>
                  <a:cubicBezTo>
                    <a:pt x="0" y="40465"/>
                    <a:pt x="11861" y="52326"/>
                    <a:pt x="26163" y="52326"/>
                  </a:cubicBezTo>
                  <a:cubicBezTo>
                    <a:pt x="29652" y="52326"/>
                    <a:pt x="33140" y="51628"/>
                    <a:pt x="36280" y="50233"/>
                  </a:cubicBezTo>
                  <a:cubicBezTo>
                    <a:pt x="36977" y="49884"/>
                    <a:pt x="37326" y="49535"/>
                    <a:pt x="38024" y="49535"/>
                  </a:cubicBezTo>
                  <a:cubicBezTo>
                    <a:pt x="38024" y="49535"/>
                    <a:pt x="38373" y="49535"/>
                    <a:pt x="38373" y="49187"/>
                  </a:cubicBezTo>
                  <a:cubicBezTo>
                    <a:pt x="46396" y="44652"/>
                    <a:pt x="51977" y="36280"/>
                    <a:pt x="51977"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56" name="Freeform: Shape 555">
              <a:extLst>
                <a:ext uri="{FF2B5EF4-FFF2-40B4-BE49-F238E27FC236}">
                  <a16:creationId xmlns:a16="http://schemas.microsoft.com/office/drawing/2014/main" id="{181F5D64-3FBB-DF03-C74B-5B44A9EE5F3A}"/>
                </a:ext>
              </a:extLst>
            </p:cNvPr>
            <p:cNvSpPr/>
            <p:nvPr/>
          </p:nvSpPr>
          <p:spPr>
            <a:xfrm>
              <a:off x="4395399"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57" name="Freeform: Shape 556">
              <a:extLst>
                <a:ext uri="{FF2B5EF4-FFF2-40B4-BE49-F238E27FC236}">
                  <a16:creationId xmlns:a16="http://schemas.microsoft.com/office/drawing/2014/main" id="{B33099F1-2875-B5D0-8376-227BE7C9E445}"/>
                </a:ext>
              </a:extLst>
            </p:cNvPr>
            <p:cNvSpPr/>
            <p:nvPr/>
          </p:nvSpPr>
          <p:spPr>
            <a:xfrm>
              <a:off x="450005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58" name="Freeform: Shape 557">
              <a:extLst>
                <a:ext uri="{FF2B5EF4-FFF2-40B4-BE49-F238E27FC236}">
                  <a16:creationId xmlns:a16="http://schemas.microsoft.com/office/drawing/2014/main" id="{9EF497BC-43DC-0449-7A7E-C176D490A7F5}"/>
                </a:ext>
              </a:extLst>
            </p:cNvPr>
            <p:cNvSpPr/>
            <p:nvPr/>
          </p:nvSpPr>
          <p:spPr>
            <a:xfrm>
              <a:off x="334887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59" name="Freeform: Shape 558">
              <a:extLst>
                <a:ext uri="{FF2B5EF4-FFF2-40B4-BE49-F238E27FC236}">
                  <a16:creationId xmlns:a16="http://schemas.microsoft.com/office/drawing/2014/main" id="{FC5C02A6-2708-CC8F-ADD2-31ED747B437C}"/>
                </a:ext>
              </a:extLst>
            </p:cNvPr>
            <p:cNvSpPr/>
            <p:nvPr/>
          </p:nvSpPr>
          <p:spPr>
            <a:xfrm>
              <a:off x="324422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60" name="Freeform: Shape 559">
              <a:extLst>
                <a:ext uri="{FF2B5EF4-FFF2-40B4-BE49-F238E27FC236}">
                  <a16:creationId xmlns:a16="http://schemas.microsoft.com/office/drawing/2014/main" id="{20E7DB77-FFFE-1865-6AEA-F9C43B355F1D}"/>
                </a:ext>
              </a:extLst>
            </p:cNvPr>
            <p:cNvSpPr/>
            <p:nvPr/>
          </p:nvSpPr>
          <p:spPr>
            <a:xfrm>
              <a:off x="303491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1" name="Freeform: Shape 560">
              <a:extLst>
                <a:ext uri="{FF2B5EF4-FFF2-40B4-BE49-F238E27FC236}">
                  <a16:creationId xmlns:a16="http://schemas.microsoft.com/office/drawing/2014/main" id="{E844A845-5BB1-42D1-17FD-C081C826015F}"/>
                </a:ext>
              </a:extLst>
            </p:cNvPr>
            <p:cNvSpPr/>
            <p:nvPr/>
          </p:nvSpPr>
          <p:spPr>
            <a:xfrm>
              <a:off x="272096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2" name="Freeform: Shape 561">
              <a:extLst>
                <a:ext uri="{FF2B5EF4-FFF2-40B4-BE49-F238E27FC236}">
                  <a16:creationId xmlns:a16="http://schemas.microsoft.com/office/drawing/2014/main" id="{E6227A30-24CD-1305-AB4A-A0F7431204E2}"/>
                </a:ext>
              </a:extLst>
            </p:cNvPr>
            <p:cNvSpPr/>
            <p:nvPr/>
          </p:nvSpPr>
          <p:spPr>
            <a:xfrm>
              <a:off x="2616309"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80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1" y="52326"/>
                    <a:pt x="26163" y="52326"/>
                  </a:cubicBezTo>
                  <a:cubicBezTo>
                    <a:pt x="38024" y="52326"/>
                    <a:pt x="47791" y="44652"/>
                    <a:pt x="51280" y="33838"/>
                  </a:cubicBezTo>
                  <a:cubicBezTo>
                    <a:pt x="51977" y="31396"/>
                    <a:pt x="52326" y="2860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63" name="Freeform: Shape 562">
              <a:extLst>
                <a:ext uri="{FF2B5EF4-FFF2-40B4-BE49-F238E27FC236}">
                  <a16:creationId xmlns:a16="http://schemas.microsoft.com/office/drawing/2014/main" id="{9CDA80E4-852C-9562-78FF-2BCEBB430D18}"/>
                </a:ext>
              </a:extLst>
            </p:cNvPr>
            <p:cNvSpPr/>
            <p:nvPr/>
          </p:nvSpPr>
          <p:spPr>
            <a:xfrm>
              <a:off x="188374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4" name="Freeform: Shape 563">
              <a:extLst>
                <a:ext uri="{FF2B5EF4-FFF2-40B4-BE49-F238E27FC236}">
                  <a16:creationId xmlns:a16="http://schemas.microsoft.com/office/drawing/2014/main" id="{90C8892C-10E9-C7B6-A473-3F4A954F9C66}"/>
                </a:ext>
              </a:extLst>
            </p:cNvPr>
            <p:cNvSpPr/>
            <p:nvPr/>
          </p:nvSpPr>
          <p:spPr>
            <a:xfrm>
              <a:off x="125582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5" name="Freeform: Shape 564">
              <a:extLst>
                <a:ext uri="{FF2B5EF4-FFF2-40B4-BE49-F238E27FC236}">
                  <a16:creationId xmlns:a16="http://schemas.microsoft.com/office/drawing/2014/main" id="{1344CB81-EF72-5415-9192-50D95EFF57C0}"/>
                </a:ext>
              </a:extLst>
            </p:cNvPr>
            <p:cNvSpPr/>
            <p:nvPr/>
          </p:nvSpPr>
          <p:spPr>
            <a:xfrm>
              <a:off x="125582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6" name="Freeform: Shape 565">
              <a:extLst>
                <a:ext uri="{FF2B5EF4-FFF2-40B4-BE49-F238E27FC236}">
                  <a16:creationId xmlns:a16="http://schemas.microsoft.com/office/drawing/2014/main" id="{80848701-2D60-319F-94B6-0FA832B13411}"/>
                </a:ext>
              </a:extLst>
            </p:cNvPr>
            <p:cNvSpPr/>
            <p:nvPr/>
          </p:nvSpPr>
          <p:spPr>
            <a:xfrm>
              <a:off x="62791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67" name="Freeform: Shape 566">
              <a:extLst>
                <a:ext uri="{FF2B5EF4-FFF2-40B4-BE49-F238E27FC236}">
                  <a16:creationId xmlns:a16="http://schemas.microsoft.com/office/drawing/2014/main" id="{56F46A26-832A-FF26-8327-1F204F6DC9B6}"/>
                </a:ext>
              </a:extLst>
            </p:cNvPr>
            <p:cNvSpPr/>
            <p:nvPr/>
          </p:nvSpPr>
          <p:spPr>
            <a:xfrm>
              <a:off x="627914"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68" name="Freeform: Shape 567">
              <a:extLst>
                <a:ext uri="{FF2B5EF4-FFF2-40B4-BE49-F238E27FC236}">
                  <a16:creationId xmlns:a16="http://schemas.microsoft.com/office/drawing/2014/main" id="{3AB39F4E-615D-12E3-1182-984FC4AEA5B9}"/>
                </a:ext>
              </a:extLst>
            </p:cNvPr>
            <p:cNvSpPr/>
            <p:nvPr/>
          </p:nvSpPr>
          <p:spPr>
            <a:xfrm>
              <a:off x="4709356" y="3350510"/>
              <a:ext cx="52674" cy="52326"/>
            </a:xfrm>
            <a:custGeom>
              <a:avLst/>
              <a:gdLst>
                <a:gd name="connsiteX0" fmla="*/ 3140 w 52674"/>
                <a:gd name="connsiteY0" fmla="*/ 38721 h 52326"/>
                <a:gd name="connsiteX1" fmla="*/ 4535 w 52674"/>
                <a:gd name="connsiteY1" fmla="*/ 40814 h 52326"/>
                <a:gd name="connsiteX2" fmla="*/ 23721 w 52674"/>
                <a:gd name="connsiteY2" fmla="*/ 52326 h 52326"/>
                <a:gd name="connsiteX3" fmla="*/ 26512 w 52674"/>
                <a:gd name="connsiteY3" fmla="*/ 52326 h 52326"/>
                <a:gd name="connsiteX4" fmla="*/ 26512 w 52674"/>
                <a:gd name="connsiteY4" fmla="*/ 52326 h 52326"/>
                <a:gd name="connsiteX5" fmla="*/ 48140 w 52674"/>
                <a:gd name="connsiteY5" fmla="*/ 40814 h 52326"/>
                <a:gd name="connsiteX6" fmla="*/ 49535 w 52674"/>
                <a:gd name="connsiteY6" fmla="*/ 38721 h 52326"/>
                <a:gd name="connsiteX7" fmla="*/ 52675 w 52674"/>
                <a:gd name="connsiteY7" fmla="*/ 28954 h 52326"/>
                <a:gd name="connsiteX8" fmla="*/ 52675 w 52674"/>
                <a:gd name="connsiteY8" fmla="*/ 26163 h 52326"/>
                <a:gd name="connsiteX9" fmla="*/ 52675 w 52674"/>
                <a:gd name="connsiteY9" fmla="*/ 23372 h 52326"/>
                <a:gd name="connsiteX10" fmla="*/ 49535 w 52674"/>
                <a:gd name="connsiteY10" fmla="*/ 13605 h 52326"/>
                <a:gd name="connsiteX11" fmla="*/ 48140 w 52674"/>
                <a:gd name="connsiteY11" fmla="*/ 11512 h 52326"/>
                <a:gd name="connsiteX12" fmla="*/ 26512 w 52674"/>
                <a:gd name="connsiteY12" fmla="*/ 0 h 52326"/>
                <a:gd name="connsiteX13" fmla="*/ 26512 w 52674"/>
                <a:gd name="connsiteY13" fmla="*/ 0 h 52326"/>
                <a:gd name="connsiteX14" fmla="*/ 23721 w 52674"/>
                <a:gd name="connsiteY14" fmla="*/ 0 h 52326"/>
                <a:gd name="connsiteX15" fmla="*/ 4535 w 52674"/>
                <a:gd name="connsiteY15" fmla="*/ 11512 h 52326"/>
                <a:gd name="connsiteX16" fmla="*/ 3140 w 52674"/>
                <a:gd name="connsiteY16" fmla="*/ 13605 h 52326"/>
                <a:gd name="connsiteX17" fmla="*/ 0 w 52674"/>
                <a:gd name="connsiteY17" fmla="*/ 23372 h 52326"/>
                <a:gd name="connsiteX18" fmla="*/ 0 w 52674"/>
                <a:gd name="connsiteY18" fmla="*/ 26163 h 52326"/>
                <a:gd name="connsiteX19" fmla="*/ 0 w 52674"/>
                <a:gd name="connsiteY19" fmla="*/ 28954 h 52326"/>
                <a:gd name="connsiteX20" fmla="*/ 3140 w 52674"/>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4" h="52326">
                  <a:moveTo>
                    <a:pt x="3140" y="38721"/>
                  </a:moveTo>
                  <a:cubicBezTo>
                    <a:pt x="3488" y="39419"/>
                    <a:pt x="3837"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40" y="13605"/>
                  </a:cubicBezTo>
                  <a:cubicBezTo>
                    <a:pt x="1395" y="16744"/>
                    <a:pt x="349" y="19884"/>
                    <a:pt x="0" y="23372"/>
                  </a:cubicBezTo>
                  <a:cubicBezTo>
                    <a:pt x="0" y="24419"/>
                    <a:pt x="0" y="25117"/>
                    <a:pt x="0" y="26163"/>
                  </a:cubicBezTo>
                  <a:cubicBezTo>
                    <a:pt x="0" y="27210"/>
                    <a:pt x="0" y="27907"/>
                    <a:pt x="0" y="28954"/>
                  </a:cubicBezTo>
                  <a:cubicBezTo>
                    <a:pt x="349" y="32442"/>
                    <a:pt x="1395" y="35582"/>
                    <a:pt x="3140" y="38721"/>
                  </a:cubicBezTo>
                  <a:close/>
                </a:path>
              </a:pathLst>
            </a:custGeom>
            <a:grpFill/>
            <a:ln w="3488" cap="flat">
              <a:noFill/>
              <a:prstDash val="solid"/>
              <a:miter/>
            </a:ln>
          </p:spPr>
          <p:txBody>
            <a:bodyPr rtlCol="0" anchor="ctr"/>
            <a:lstStyle/>
            <a:p>
              <a:endParaRPr lang="en-ID"/>
            </a:p>
          </p:txBody>
        </p:sp>
        <p:sp>
          <p:nvSpPr>
            <p:cNvPr id="569" name="Freeform: Shape 568">
              <a:extLst>
                <a:ext uri="{FF2B5EF4-FFF2-40B4-BE49-F238E27FC236}">
                  <a16:creationId xmlns:a16="http://schemas.microsoft.com/office/drawing/2014/main" id="{91E5C2A3-1EA8-1A07-1791-5FC6441816D1}"/>
                </a:ext>
              </a:extLst>
            </p:cNvPr>
            <p:cNvSpPr/>
            <p:nvPr/>
          </p:nvSpPr>
          <p:spPr>
            <a:xfrm>
              <a:off x="596518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0" name="Freeform: Shape 569">
              <a:extLst>
                <a:ext uri="{FF2B5EF4-FFF2-40B4-BE49-F238E27FC236}">
                  <a16:creationId xmlns:a16="http://schemas.microsoft.com/office/drawing/2014/main" id="{F7FDC01F-A547-4A30-8724-0D97BF3AFCF2}"/>
                </a:ext>
              </a:extLst>
            </p:cNvPr>
            <p:cNvSpPr/>
            <p:nvPr/>
          </p:nvSpPr>
          <p:spPr>
            <a:xfrm>
              <a:off x="554657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1" name="Freeform: Shape 570">
              <a:extLst>
                <a:ext uri="{FF2B5EF4-FFF2-40B4-BE49-F238E27FC236}">
                  <a16:creationId xmlns:a16="http://schemas.microsoft.com/office/drawing/2014/main" id="{54CCDDB0-D3CA-DC5C-0BED-C7382F1DD08E}"/>
                </a:ext>
              </a:extLst>
            </p:cNvPr>
            <p:cNvSpPr/>
            <p:nvPr/>
          </p:nvSpPr>
          <p:spPr>
            <a:xfrm>
              <a:off x="502331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2" name="Freeform: Shape 571">
              <a:extLst>
                <a:ext uri="{FF2B5EF4-FFF2-40B4-BE49-F238E27FC236}">
                  <a16:creationId xmlns:a16="http://schemas.microsoft.com/office/drawing/2014/main" id="{361126A4-36AD-5E93-15D1-8F5A9C19A6AD}"/>
                </a:ext>
              </a:extLst>
            </p:cNvPr>
            <p:cNvSpPr/>
            <p:nvPr/>
          </p:nvSpPr>
          <p:spPr>
            <a:xfrm>
              <a:off x="397678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3" name="Freeform: Shape 572">
              <a:extLst>
                <a:ext uri="{FF2B5EF4-FFF2-40B4-BE49-F238E27FC236}">
                  <a16:creationId xmlns:a16="http://schemas.microsoft.com/office/drawing/2014/main" id="{0DA44001-66A3-D1A0-C521-F21642CA8503}"/>
                </a:ext>
              </a:extLst>
            </p:cNvPr>
            <p:cNvSpPr/>
            <p:nvPr/>
          </p:nvSpPr>
          <p:spPr>
            <a:xfrm>
              <a:off x="408144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74" name="Freeform: Shape 573">
              <a:extLst>
                <a:ext uri="{FF2B5EF4-FFF2-40B4-BE49-F238E27FC236}">
                  <a16:creationId xmlns:a16="http://schemas.microsoft.com/office/drawing/2014/main" id="{2956A32C-A94F-A3D0-21A1-C623390E5696}"/>
                </a:ext>
              </a:extLst>
            </p:cNvPr>
            <p:cNvSpPr/>
            <p:nvPr/>
          </p:nvSpPr>
          <p:spPr>
            <a:xfrm>
              <a:off x="355818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75" name="Freeform: Shape 574">
              <a:extLst>
                <a:ext uri="{FF2B5EF4-FFF2-40B4-BE49-F238E27FC236}">
                  <a16:creationId xmlns:a16="http://schemas.microsoft.com/office/drawing/2014/main" id="{4FBC3B5F-45D8-548B-61F6-1C744F2FFB0E}"/>
                </a:ext>
              </a:extLst>
            </p:cNvPr>
            <p:cNvSpPr/>
            <p:nvPr/>
          </p:nvSpPr>
          <p:spPr>
            <a:xfrm>
              <a:off x="334887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6" name="Freeform: Shape 575">
              <a:extLst>
                <a:ext uri="{FF2B5EF4-FFF2-40B4-BE49-F238E27FC236}">
                  <a16:creationId xmlns:a16="http://schemas.microsoft.com/office/drawing/2014/main" id="{5859CF8A-3706-B82C-1BBD-1BBBA498BA7D}"/>
                </a:ext>
              </a:extLst>
            </p:cNvPr>
            <p:cNvSpPr/>
            <p:nvPr/>
          </p:nvSpPr>
          <p:spPr>
            <a:xfrm>
              <a:off x="230235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77" name="Freeform: Shape 576">
              <a:extLst>
                <a:ext uri="{FF2B5EF4-FFF2-40B4-BE49-F238E27FC236}">
                  <a16:creationId xmlns:a16="http://schemas.microsoft.com/office/drawing/2014/main" id="{11E797A6-7D84-8EBC-9439-F2E6AC2C9CE6}"/>
                </a:ext>
              </a:extLst>
            </p:cNvPr>
            <p:cNvSpPr/>
            <p:nvPr/>
          </p:nvSpPr>
          <p:spPr>
            <a:xfrm>
              <a:off x="209304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78" name="Freeform: Shape 577">
              <a:extLst>
                <a:ext uri="{FF2B5EF4-FFF2-40B4-BE49-F238E27FC236}">
                  <a16:creationId xmlns:a16="http://schemas.microsoft.com/office/drawing/2014/main" id="{52AD4734-1094-61E1-AFD9-F49B4C7052C8}"/>
                </a:ext>
              </a:extLst>
            </p:cNvPr>
            <p:cNvSpPr/>
            <p:nvPr/>
          </p:nvSpPr>
          <p:spPr>
            <a:xfrm>
              <a:off x="41860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79" name="Freeform: Shape 578">
              <a:extLst>
                <a:ext uri="{FF2B5EF4-FFF2-40B4-BE49-F238E27FC236}">
                  <a16:creationId xmlns:a16="http://schemas.microsoft.com/office/drawing/2014/main" id="{D49EB326-A417-B81D-12FA-E81601F32DA3}"/>
                </a:ext>
              </a:extLst>
            </p:cNvPr>
            <p:cNvSpPr/>
            <p:nvPr/>
          </p:nvSpPr>
          <p:spPr>
            <a:xfrm>
              <a:off x="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80" name="Freeform: Shape 579">
              <a:extLst>
                <a:ext uri="{FF2B5EF4-FFF2-40B4-BE49-F238E27FC236}">
                  <a16:creationId xmlns:a16="http://schemas.microsoft.com/office/drawing/2014/main" id="{5BD42B2F-C220-9A3E-BEC7-CF9EDC392F5D}"/>
                </a:ext>
              </a:extLst>
            </p:cNvPr>
            <p:cNvSpPr/>
            <p:nvPr/>
          </p:nvSpPr>
          <p:spPr>
            <a:xfrm>
              <a:off x="4709356" y="261794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1" name="Freeform: Shape 580">
              <a:extLst>
                <a:ext uri="{FF2B5EF4-FFF2-40B4-BE49-F238E27FC236}">
                  <a16:creationId xmlns:a16="http://schemas.microsoft.com/office/drawing/2014/main" id="{83E7B750-5C5A-146D-6D89-FDD35B61A3B9}"/>
                </a:ext>
              </a:extLst>
            </p:cNvPr>
            <p:cNvSpPr/>
            <p:nvPr/>
          </p:nvSpPr>
          <p:spPr>
            <a:xfrm>
              <a:off x="4290746" y="4606338"/>
              <a:ext cx="52326" cy="52326"/>
            </a:xfrm>
            <a:custGeom>
              <a:avLst/>
              <a:gdLst>
                <a:gd name="connsiteX0" fmla="*/ 3140 w 52326"/>
                <a:gd name="connsiteY0" fmla="*/ 38373 h 52326"/>
                <a:gd name="connsiteX1" fmla="*/ 3140 w 52326"/>
                <a:gd name="connsiteY1" fmla="*/ 38373 h 52326"/>
                <a:gd name="connsiteX2" fmla="*/ 26163 w 52326"/>
                <a:gd name="connsiteY2" fmla="*/ 52326 h 52326"/>
                <a:gd name="connsiteX3" fmla="*/ 52326 w 52326"/>
                <a:gd name="connsiteY3" fmla="*/ 26163 h 52326"/>
                <a:gd name="connsiteX4" fmla="*/ 51629 w 52326"/>
                <a:gd name="connsiteY4" fmla="*/ 20930 h 52326"/>
                <a:gd name="connsiteX5" fmla="*/ 26163 w 52326"/>
                <a:gd name="connsiteY5" fmla="*/ 0 h 52326"/>
                <a:gd name="connsiteX6" fmla="*/ 0 w 52326"/>
                <a:gd name="connsiteY6" fmla="*/ 26163 h 52326"/>
                <a:gd name="connsiteX7" fmla="*/ 0 w 52326"/>
                <a:gd name="connsiteY7" fmla="*/ 26163 h 52326"/>
                <a:gd name="connsiteX8" fmla="*/ 1047 w 52326"/>
                <a:gd name="connsiteY8" fmla="*/ 33838 h 52326"/>
                <a:gd name="connsiteX9" fmla="*/ 3140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40" y="38373"/>
                  </a:moveTo>
                  <a:cubicBezTo>
                    <a:pt x="3140" y="38373"/>
                    <a:pt x="3140" y="38721"/>
                    <a:pt x="3140" y="38373"/>
                  </a:cubicBezTo>
                  <a:cubicBezTo>
                    <a:pt x="7674" y="46745"/>
                    <a:pt x="16395" y="52326"/>
                    <a:pt x="26163" y="52326"/>
                  </a:cubicBezTo>
                  <a:cubicBezTo>
                    <a:pt x="40465" y="52326"/>
                    <a:pt x="52326" y="40465"/>
                    <a:pt x="52326" y="26163"/>
                  </a:cubicBezTo>
                  <a:cubicBezTo>
                    <a:pt x="52326" y="24419"/>
                    <a:pt x="51977" y="22675"/>
                    <a:pt x="51629" y="20930"/>
                  </a:cubicBezTo>
                  <a:cubicBezTo>
                    <a:pt x="49187" y="9070"/>
                    <a:pt x="38721" y="0"/>
                    <a:pt x="26163" y="0"/>
                  </a:cubicBezTo>
                  <a:cubicBezTo>
                    <a:pt x="11861" y="0"/>
                    <a:pt x="0" y="11861"/>
                    <a:pt x="0" y="26163"/>
                  </a:cubicBezTo>
                  <a:lnTo>
                    <a:pt x="0" y="26163"/>
                  </a:lnTo>
                  <a:cubicBezTo>
                    <a:pt x="0" y="28954"/>
                    <a:pt x="349" y="31396"/>
                    <a:pt x="1047" y="33838"/>
                  </a:cubicBezTo>
                  <a:cubicBezTo>
                    <a:pt x="1744" y="35582"/>
                    <a:pt x="2442" y="36977"/>
                    <a:pt x="3140" y="38373"/>
                  </a:cubicBezTo>
                  <a:close/>
                </a:path>
              </a:pathLst>
            </a:custGeom>
            <a:grpFill/>
            <a:ln w="3488" cap="flat">
              <a:noFill/>
              <a:prstDash val="solid"/>
              <a:miter/>
            </a:ln>
          </p:spPr>
          <p:txBody>
            <a:bodyPr rtlCol="0" anchor="ctr"/>
            <a:lstStyle/>
            <a:p>
              <a:endParaRPr lang="en-ID"/>
            </a:p>
          </p:txBody>
        </p:sp>
        <p:sp>
          <p:nvSpPr>
            <p:cNvPr id="582" name="Freeform: Shape 581">
              <a:extLst>
                <a:ext uri="{FF2B5EF4-FFF2-40B4-BE49-F238E27FC236}">
                  <a16:creationId xmlns:a16="http://schemas.microsoft.com/office/drawing/2014/main" id="{D6D0A95D-460E-CEAC-4046-B94A6B91A798}"/>
                </a:ext>
              </a:extLst>
            </p:cNvPr>
            <p:cNvSpPr/>
            <p:nvPr/>
          </p:nvSpPr>
          <p:spPr>
            <a:xfrm>
              <a:off x="4081442" y="4397034"/>
              <a:ext cx="52326" cy="52326"/>
            </a:xfrm>
            <a:custGeom>
              <a:avLst/>
              <a:gdLst>
                <a:gd name="connsiteX0" fmla="*/ 36977 w 52326"/>
                <a:gd name="connsiteY0" fmla="*/ 2442 h 52326"/>
                <a:gd name="connsiteX1" fmla="*/ 29303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7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7" y="2442"/>
                  </a:moveTo>
                  <a:cubicBezTo>
                    <a:pt x="34535" y="1395"/>
                    <a:pt x="31744" y="698"/>
                    <a:pt x="29303" y="349"/>
                  </a:cubicBezTo>
                  <a:cubicBezTo>
                    <a:pt x="28256" y="349"/>
                    <a:pt x="27210" y="0"/>
                    <a:pt x="26163" y="0"/>
                  </a:cubicBez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5698"/>
                    <a:pt x="46047" y="6628"/>
                    <a:pt x="36977" y="2442"/>
                  </a:cubicBezTo>
                  <a:close/>
                </a:path>
              </a:pathLst>
            </a:custGeom>
            <a:grpFill/>
            <a:ln w="3488" cap="flat">
              <a:noFill/>
              <a:prstDash val="solid"/>
              <a:miter/>
            </a:ln>
          </p:spPr>
          <p:txBody>
            <a:bodyPr rtlCol="0" anchor="ctr"/>
            <a:lstStyle/>
            <a:p>
              <a:endParaRPr lang="en-ID"/>
            </a:p>
          </p:txBody>
        </p:sp>
        <p:sp>
          <p:nvSpPr>
            <p:cNvPr id="583" name="Freeform: Shape 582">
              <a:extLst>
                <a:ext uri="{FF2B5EF4-FFF2-40B4-BE49-F238E27FC236}">
                  <a16:creationId xmlns:a16="http://schemas.microsoft.com/office/drawing/2014/main" id="{44393F9A-DEDC-7BDF-3D4D-DF7F2D700267}"/>
                </a:ext>
              </a:extLst>
            </p:cNvPr>
            <p:cNvSpPr/>
            <p:nvPr/>
          </p:nvSpPr>
          <p:spPr>
            <a:xfrm>
              <a:off x="533727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584" name="Freeform: Shape 583">
              <a:extLst>
                <a:ext uri="{FF2B5EF4-FFF2-40B4-BE49-F238E27FC236}">
                  <a16:creationId xmlns:a16="http://schemas.microsoft.com/office/drawing/2014/main" id="{5E27F350-93A8-4692-C53D-358A1A61F673}"/>
                </a:ext>
              </a:extLst>
            </p:cNvPr>
            <p:cNvSpPr/>
            <p:nvPr/>
          </p:nvSpPr>
          <p:spPr>
            <a:xfrm>
              <a:off x="5546575"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lnTo>
                    <a:pt x="52326" y="25814"/>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85" name="Freeform: Shape 584">
              <a:extLst>
                <a:ext uri="{FF2B5EF4-FFF2-40B4-BE49-F238E27FC236}">
                  <a16:creationId xmlns:a16="http://schemas.microsoft.com/office/drawing/2014/main" id="{061D99BB-4E67-89B5-BBC1-FE9D65CB66C4}"/>
                </a:ext>
              </a:extLst>
            </p:cNvPr>
            <p:cNvSpPr/>
            <p:nvPr/>
          </p:nvSpPr>
          <p:spPr>
            <a:xfrm>
              <a:off x="376748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6" name="Freeform: Shape 585">
              <a:extLst>
                <a:ext uri="{FF2B5EF4-FFF2-40B4-BE49-F238E27FC236}">
                  <a16:creationId xmlns:a16="http://schemas.microsoft.com/office/drawing/2014/main" id="{CA2409F4-FD56-8A3D-0796-43DE3D8B81E1}"/>
                </a:ext>
              </a:extLst>
            </p:cNvPr>
            <p:cNvSpPr/>
            <p:nvPr/>
          </p:nvSpPr>
          <p:spPr>
            <a:xfrm>
              <a:off x="544192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7" name="Freeform: Shape 586">
              <a:extLst>
                <a:ext uri="{FF2B5EF4-FFF2-40B4-BE49-F238E27FC236}">
                  <a16:creationId xmlns:a16="http://schemas.microsoft.com/office/drawing/2014/main" id="{8DF0A114-D882-C087-55BB-6B6AC3E339D6}"/>
                </a:ext>
              </a:extLst>
            </p:cNvPr>
            <p:cNvSpPr/>
            <p:nvPr/>
          </p:nvSpPr>
          <p:spPr>
            <a:xfrm>
              <a:off x="5127965" y="3141206"/>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26163 w 52326"/>
                <a:gd name="connsiteY7" fmla="*/ 0 h 52326"/>
                <a:gd name="connsiteX8" fmla="*/ 21628 w 52326"/>
                <a:gd name="connsiteY8" fmla="*/ 349 h 52326"/>
                <a:gd name="connsiteX9" fmla="*/ 20930 w 52326"/>
                <a:gd name="connsiteY9" fmla="*/ 349 h 52326"/>
                <a:gd name="connsiteX10" fmla="*/ 0 w 52326"/>
                <a:gd name="connsiteY10" fmla="*/ 25814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lnTo>
                    <a:pt x="26163" y="52326"/>
                  </a:lnTo>
                  <a:cubicBezTo>
                    <a:pt x="40465" y="52326"/>
                    <a:pt x="52326" y="40465"/>
                    <a:pt x="52326" y="26163"/>
                  </a:cubicBezTo>
                  <a:lnTo>
                    <a:pt x="52326" y="26163"/>
                  </a:lnTo>
                  <a:cubicBezTo>
                    <a:pt x="52326" y="11861"/>
                    <a:pt x="40465" y="0"/>
                    <a:pt x="26163" y="0"/>
                  </a:cubicBezTo>
                  <a:lnTo>
                    <a:pt x="26163" y="0"/>
                  </a:lnTo>
                  <a:lnTo>
                    <a:pt x="26163" y="0"/>
                  </a:lnTo>
                  <a:cubicBezTo>
                    <a:pt x="24419" y="0"/>
                    <a:pt x="23023" y="0"/>
                    <a:pt x="21628" y="349"/>
                  </a:cubicBezTo>
                  <a:cubicBezTo>
                    <a:pt x="21279" y="349"/>
                    <a:pt x="21279" y="349"/>
                    <a:pt x="20930" y="349"/>
                  </a:cubicBezTo>
                  <a:cubicBezTo>
                    <a:pt x="9070" y="2791"/>
                    <a:pt x="0" y="13256"/>
                    <a:pt x="0" y="25814"/>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588" name="Freeform: Shape 587">
              <a:extLst>
                <a:ext uri="{FF2B5EF4-FFF2-40B4-BE49-F238E27FC236}">
                  <a16:creationId xmlns:a16="http://schemas.microsoft.com/office/drawing/2014/main" id="{8F5AA9BD-DD11-9C9C-FE49-63434D474640}"/>
                </a:ext>
              </a:extLst>
            </p:cNvPr>
            <p:cNvSpPr/>
            <p:nvPr/>
          </p:nvSpPr>
          <p:spPr>
            <a:xfrm>
              <a:off x="408144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589" name="Freeform: Shape 588">
              <a:extLst>
                <a:ext uri="{FF2B5EF4-FFF2-40B4-BE49-F238E27FC236}">
                  <a16:creationId xmlns:a16="http://schemas.microsoft.com/office/drawing/2014/main" id="{946C28EE-DBC7-559A-98C7-7D23007699F4}"/>
                </a:ext>
              </a:extLst>
            </p:cNvPr>
            <p:cNvSpPr/>
            <p:nvPr/>
          </p:nvSpPr>
          <p:spPr>
            <a:xfrm>
              <a:off x="387213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0" name="Freeform: Shape 589">
              <a:extLst>
                <a:ext uri="{FF2B5EF4-FFF2-40B4-BE49-F238E27FC236}">
                  <a16:creationId xmlns:a16="http://schemas.microsoft.com/office/drawing/2014/main" id="{FCFF8C3E-D0BD-8D60-5F8E-7037D64C8962}"/>
                </a:ext>
              </a:extLst>
            </p:cNvPr>
            <p:cNvSpPr/>
            <p:nvPr/>
          </p:nvSpPr>
          <p:spPr>
            <a:xfrm>
              <a:off x="387213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1" name="Freeform: Shape 590">
              <a:extLst>
                <a:ext uri="{FF2B5EF4-FFF2-40B4-BE49-F238E27FC236}">
                  <a16:creationId xmlns:a16="http://schemas.microsoft.com/office/drawing/2014/main" id="{FB8AA7C8-55F6-A40E-32C1-2A5E1F3F6D32}"/>
                </a:ext>
              </a:extLst>
            </p:cNvPr>
            <p:cNvSpPr/>
            <p:nvPr/>
          </p:nvSpPr>
          <p:spPr>
            <a:xfrm>
              <a:off x="293026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592" name="Freeform: Shape 591">
              <a:extLst>
                <a:ext uri="{FF2B5EF4-FFF2-40B4-BE49-F238E27FC236}">
                  <a16:creationId xmlns:a16="http://schemas.microsoft.com/office/drawing/2014/main" id="{01DD362B-9588-25CE-480A-D99AA28D23BB}"/>
                </a:ext>
              </a:extLst>
            </p:cNvPr>
            <p:cNvSpPr/>
            <p:nvPr/>
          </p:nvSpPr>
          <p:spPr>
            <a:xfrm>
              <a:off x="282561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3" name="Freeform: Shape 592">
              <a:extLst>
                <a:ext uri="{FF2B5EF4-FFF2-40B4-BE49-F238E27FC236}">
                  <a16:creationId xmlns:a16="http://schemas.microsoft.com/office/drawing/2014/main" id="{EFE5F8AF-7462-360C-5763-5469C3AFCDAE}"/>
                </a:ext>
              </a:extLst>
            </p:cNvPr>
            <p:cNvSpPr/>
            <p:nvPr/>
          </p:nvSpPr>
          <p:spPr>
            <a:xfrm>
              <a:off x="251165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94" name="Freeform: Shape 593">
              <a:extLst>
                <a:ext uri="{FF2B5EF4-FFF2-40B4-BE49-F238E27FC236}">
                  <a16:creationId xmlns:a16="http://schemas.microsoft.com/office/drawing/2014/main" id="{3E031690-503D-0D2D-7AC7-F3776F5968F3}"/>
                </a:ext>
              </a:extLst>
            </p:cNvPr>
            <p:cNvSpPr/>
            <p:nvPr/>
          </p:nvSpPr>
          <p:spPr>
            <a:xfrm>
              <a:off x="251165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5" name="Freeform: Shape 594">
              <a:extLst>
                <a:ext uri="{FF2B5EF4-FFF2-40B4-BE49-F238E27FC236}">
                  <a16:creationId xmlns:a16="http://schemas.microsoft.com/office/drawing/2014/main" id="{3AD6C16E-5ABE-EA88-6DD7-4659397DF461}"/>
                </a:ext>
              </a:extLst>
            </p:cNvPr>
            <p:cNvSpPr/>
            <p:nvPr/>
          </p:nvSpPr>
          <p:spPr>
            <a:xfrm>
              <a:off x="240700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lnTo>
                    <a:pt x="0" y="26163"/>
                  </a:ln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596" name="Freeform: Shape 595">
              <a:extLst>
                <a:ext uri="{FF2B5EF4-FFF2-40B4-BE49-F238E27FC236}">
                  <a16:creationId xmlns:a16="http://schemas.microsoft.com/office/drawing/2014/main" id="{3B84C11F-6419-207C-86E4-E8F83317311E}"/>
                </a:ext>
              </a:extLst>
            </p:cNvPr>
            <p:cNvSpPr/>
            <p:nvPr/>
          </p:nvSpPr>
          <p:spPr>
            <a:xfrm>
              <a:off x="1674437"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7" name="Freeform: Shape 596">
              <a:extLst>
                <a:ext uri="{FF2B5EF4-FFF2-40B4-BE49-F238E27FC236}">
                  <a16:creationId xmlns:a16="http://schemas.microsoft.com/office/drawing/2014/main" id="{1BAC3890-6E22-0020-D8BA-492CA0C707E0}"/>
                </a:ext>
              </a:extLst>
            </p:cNvPr>
            <p:cNvSpPr/>
            <p:nvPr/>
          </p:nvSpPr>
          <p:spPr>
            <a:xfrm>
              <a:off x="125582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8" name="Freeform: Shape 597">
              <a:extLst>
                <a:ext uri="{FF2B5EF4-FFF2-40B4-BE49-F238E27FC236}">
                  <a16:creationId xmlns:a16="http://schemas.microsoft.com/office/drawing/2014/main" id="{8D566C89-B68B-D772-701D-94AB5792C827}"/>
                </a:ext>
              </a:extLst>
            </p:cNvPr>
            <p:cNvSpPr/>
            <p:nvPr/>
          </p:nvSpPr>
          <p:spPr>
            <a:xfrm>
              <a:off x="627914"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599" name="Freeform: Shape 598">
              <a:extLst>
                <a:ext uri="{FF2B5EF4-FFF2-40B4-BE49-F238E27FC236}">
                  <a16:creationId xmlns:a16="http://schemas.microsoft.com/office/drawing/2014/main" id="{65C708A3-05B7-4233-E71D-E58C92F44FA4}"/>
                </a:ext>
              </a:extLst>
            </p:cNvPr>
            <p:cNvSpPr/>
            <p:nvPr/>
          </p:nvSpPr>
          <p:spPr>
            <a:xfrm>
              <a:off x="57558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00" name="Freeform: Shape 599">
              <a:extLst>
                <a:ext uri="{FF2B5EF4-FFF2-40B4-BE49-F238E27FC236}">
                  <a16:creationId xmlns:a16="http://schemas.microsoft.com/office/drawing/2014/main" id="{BEE6926E-8088-74A1-4103-2D8755BC9464}"/>
                </a:ext>
              </a:extLst>
            </p:cNvPr>
            <p:cNvSpPr/>
            <p:nvPr/>
          </p:nvSpPr>
          <p:spPr>
            <a:xfrm>
              <a:off x="4709356" y="3873772"/>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1861 w 52326"/>
                <a:gd name="connsiteY4" fmla="*/ 47094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8" y="0"/>
                    <a:pt x="12558" y="2791"/>
                    <a:pt x="7674" y="7675"/>
                  </a:cubicBezTo>
                  <a:cubicBezTo>
                    <a:pt x="2791" y="12558"/>
                    <a:pt x="0" y="18838"/>
                    <a:pt x="0" y="26163"/>
                  </a:cubicBezTo>
                  <a:cubicBezTo>
                    <a:pt x="0" y="40465"/>
                    <a:pt x="11861" y="52326"/>
                    <a:pt x="26163" y="52326"/>
                  </a:cubicBezTo>
                  <a:cubicBezTo>
                    <a:pt x="32093" y="52326"/>
                    <a:pt x="37326" y="50233"/>
                    <a:pt x="41861" y="47094"/>
                  </a:cubicBezTo>
                  <a:cubicBezTo>
                    <a:pt x="48140" y="42210"/>
                    <a:pt x="52326" y="34884"/>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01" name="Freeform: Shape 600">
              <a:extLst>
                <a:ext uri="{FF2B5EF4-FFF2-40B4-BE49-F238E27FC236}">
                  <a16:creationId xmlns:a16="http://schemas.microsoft.com/office/drawing/2014/main" id="{4B4EFD58-A0FB-86BA-3B0B-2B8B04180A16}"/>
                </a:ext>
              </a:extLst>
            </p:cNvPr>
            <p:cNvSpPr/>
            <p:nvPr/>
          </p:nvSpPr>
          <p:spPr>
            <a:xfrm>
              <a:off x="2093047" y="5024948"/>
              <a:ext cx="51987" cy="52326"/>
            </a:xfrm>
            <a:custGeom>
              <a:avLst/>
              <a:gdLst>
                <a:gd name="connsiteX0" fmla="*/ 31396 w 51987"/>
                <a:gd name="connsiteY0" fmla="*/ 698 h 52326"/>
                <a:gd name="connsiteX1" fmla="*/ 26163 w 51987"/>
                <a:gd name="connsiteY1" fmla="*/ 0 h 52326"/>
                <a:gd name="connsiteX2" fmla="*/ 26163 w 51987"/>
                <a:gd name="connsiteY2" fmla="*/ 0 h 52326"/>
                <a:gd name="connsiteX3" fmla="*/ 26163 w 51987"/>
                <a:gd name="connsiteY3" fmla="*/ 0 h 52326"/>
                <a:gd name="connsiteX4" fmla="*/ 0 w 51987"/>
                <a:gd name="connsiteY4" fmla="*/ 26163 h 52326"/>
                <a:gd name="connsiteX5" fmla="*/ 13605 w 51987"/>
                <a:gd name="connsiteY5" fmla="*/ 49187 h 52326"/>
                <a:gd name="connsiteX6" fmla="*/ 13954 w 51987"/>
                <a:gd name="connsiteY6" fmla="*/ 49535 h 52326"/>
                <a:gd name="connsiteX7" fmla="*/ 15698 w 51987"/>
                <a:gd name="connsiteY7" fmla="*/ 50233 h 52326"/>
                <a:gd name="connsiteX8" fmla="*/ 25814 w 51987"/>
                <a:gd name="connsiteY8" fmla="*/ 52326 h 52326"/>
                <a:gd name="connsiteX9" fmla="*/ 31047 w 51987"/>
                <a:gd name="connsiteY9" fmla="*/ 51629 h 52326"/>
                <a:gd name="connsiteX10" fmla="*/ 38024 w 51987"/>
                <a:gd name="connsiteY10" fmla="*/ 49187 h 52326"/>
                <a:gd name="connsiteX11" fmla="*/ 38373 w 51987"/>
                <a:gd name="connsiteY11" fmla="*/ 49187 h 52326"/>
                <a:gd name="connsiteX12" fmla="*/ 51977 w 51987"/>
                <a:gd name="connsiteY12" fmla="*/ 26163 h 52326"/>
                <a:gd name="connsiteX13" fmla="*/ 51977 w 51987"/>
                <a:gd name="connsiteY13" fmla="*/ 26163 h 52326"/>
                <a:gd name="connsiteX14" fmla="*/ 31396 w 51987"/>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7" h="52326">
                  <a:moveTo>
                    <a:pt x="31396" y="698"/>
                  </a:moveTo>
                  <a:cubicBezTo>
                    <a:pt x="29652" y="349"/>
                    <a:pt x="27907" y="0"/>
                    <a:pt x="26163" y="0"/>
                  </a:cubicBezTo>
                  <a:cubicBezTo>
                    <a:pt x="26163" y="0"/>
                    <a:pt x="26163" y="0"/>
                    <a:pt x="26163" y="0"/>
                  </a:cubicBezTo>
                  <a:cubicBezTo>
                    <a:pt x="26163" y="0"/>
                    <a:pt x="26163" y="0"/>
                    <a:pt x="26163" y="0"/>
                  </a:cubicBezTo>
                  <a:cubicBezTo>
                    <a:pt x="11861" y="0"/>
                    <a:pt x="0" y="11861"/>
                    <a:pt x="0" y="26163"/>
                  </a:cubicBezTo>
                  <a:cubicBezTo>
                    <a:pt x="0" y="35931"/>
                    <a:pt x="5581" y="44652"/>
                    <a:pt x="13605" y="49187"/>
                  </a:cubicBezTo>
                  <a:cubicBezTo>
                    <a:pt x="13605" y="49187"/>
                    <a:pt x="13954" y="49187"/>
                    <a:pt x="13954" y="49535"/>
                  </a:cubicBezTo>
                  <a:cubicBezTo>
                    <a:pt x="14651" y="49884"/>
                    <a:pt x="15000" y="50233"/>
                    <a:pt x="15698" y="50233"/>
                  </a:cubicBezTo>
                  <a:cubicBezTo>
                    <a:pt x="18838" y="51629"/>
                    <a:pt x="22326" y="52326"/>
                    <a:pt x="25814" y="52326"/>
                  </a:cubicBezTo>
                  <a:cubicBezTo>
                    <a:pt x="27559" y="52326"/>
                    <a:pt x="29303" y="51977"/>
                    <a:pt x="31047" y="51629"/>
                  </a:cubicBezTo>
                  <a:cubicBezTo>
                    <a:pt x="33489" y="51279"/>
                    <a:pt x="35931" y="50233"/>
                    <a:pt x="38024" y="49187"/>
                  </a:cubicBezTo>
                  <a:cubicBezTo>
                    <a:pt x="38024"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602" name="Freeform: Shape 601">
              <a:extLst>
                <a:ext uri="{FF2B5EF4-FFF2-40B4-BE49-F238E27FC236}">
                  <a16:creationId xmlns:a16="http://schemas.microsoft.com/office/drawing/2014/main" id="{E275C83A-05BF-2DAD-A528-8CC0BC6BD9EC}"/>
                </a:ext>
              </a:extLst>
            </p:cNvPr>
            <p:cNvSpPr/>
            <p:nvPr/>
          </p:nvSpPr>
          <p:spPr>
            <a:xfrm>
              <a:off x="355818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5" y="52326"/>
                    <a:pt x="52326" y="40465"/>
                    <a:pt x="52326" y="26163"/>
                  </a:cubicBezTo>
                  <a:cubicBezTo>
                    <a:pt x="52326" y="26163"/>
                    <a:pt x="52326" y="26163"/>
                    <a:pt x="52326" y="26163"/>
                  </a:cubicBezTo>
                  <a:lnTo>
                    <a:pt x="52326" y="26163"/>
                  </a:lnTo>
                  <a:cubicBezTo>
                    <a:pt x="52326" y="11861"/>
                    <a:pt x="40465" y="0"/>
                    <a:pt x="26163" y="0"/>
                  </a:cubicBezTo>
                  <a:lnTo>
                    <a:pt x="26163" y="0"/>
                  </a:ln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03" name="Freeform: Shape 602">
              <a:extLst>
                <a:ext uri="{FF2B5EF4-FFF2-40B4-BE49-F238E27FC236}">
                  <a16:creationId xmlns:a16="http://schemas.microsoft.com/office/drawing/2014/main" id="{B50B24BC-C3FA-0356-D371-1BDDB947000D}"/>
                </a:ext>
              </a:extLst>
            </p:cNvPr>
            <p:cNvSpPr/>
            <p:nvPr/>
          </p:nvSpPr>
          <p:spPr>
            <a:xfrm>
              <a:off x="376748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04" name="Freeform: Shape 603">
              <a:extLst>
                <a:ext uri="{FF2B5EF4-FFF2-40B4-BE49-F238E27FC236}">
                  <a16:creationId xmlns:a16="http://schemas.microsoft.com/office/drawing/2014/main" id="{82C61B89-ACD7-D0EB-111C-930B811B6B92}"/>
                </a:ext>
              </a:extLst>
            </p:cNvPr>
            <p:cNvSpPr/>
            <p:nvPr/>
          </p:nvSpPr>
          <p:spPr>
            <a:xfrm>
              <a:off x="3348875"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5" name="Freeform: Shape 604">
              <a:extLst>
                <a:ext uri="{FF2B5EF4-FFF2-40B4-BE49-F238E27FC236}">
                  <a16:creationId xmlns:a16="http://schemas.microsoft.com/office/drawing/2014/main" id="{1EC16D30-0EAA-9717-E132-F3995610261D}"/>
                </a:ext>
              </a:extLst>
            </p:cNvPr>
            <p:cNvSpPr/>
            <p:nvPr/>
          </p:nvSpPr>
          <p:spPr>
            <a:xfrm>
              <a:off x="324422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6" name="Freeform: Shape 605">
              <a:extLst>
                <a:ext uri="{FF2B5EF4-FFF2-40B4-BE49-F238E27FC236}">
                  <a16:creationId xmlns:a16="http://schemas.microsoft.com/office/drawing/2014/main" id="{730AC0C9-DC38-B842-092A-1F74E9CBE0AA}"/>
                </a:ext>
              </a:extLst>
            </p:cNvPr>
            <p:cNvSpPr/>
            <p:nvPr/>
          </p:nvSpPr>
          <p:spPr>
            <a:xfrm>
              <a:off x="3034918"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07" name="Freeform: Shape 606">
              <a:extLst>
                <a:ext uri="{FF2B5EF4-FFF2-40B4-BE49-F238E27FC236}">
                  <a16:creationId xmlns:a16="http://schemas.microsoft.com/office/drawing/2014/main" id="{F33CF9CA-C598-1E09-AE4C-131EFFDD9F27}"/>
                </a:ext>
              </a:extLst>
            </p:cNvPr>
            <p:cNvSpPr/>
            <p:nvPr/>
          </p:nvSpPr>
          <p:spPr>
            <a:xfrm>
              <a:off x="261630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08" name="Freeform: Shape 607">
              <a:extLst>
                <a:ext uri="{FF2B5EF4-FFF2-40B4-BE49-F238E27FC236}">
                  <a16:creationId xmlns:a16="http://schemas.microsoft.com/office/drawing/2014/main" id="{C6334A04-FE39-4F4C-1026-27E133A7F4EA}"/>
                </a:ext>
              </a:extLst>
            </p:cNvPr>
            <p:cNvSpPr/>
            <p:nvPr/>
          </p:nvSpPr>
          <p:spPr>
            <a:xfrm>
              <a:off x="2511307" y="3350510"/>
              <a:ext cx="52326" cy="52326"/>
            </a:xfrm>
            <a:custGeom>
              <a:avLst/>
              <a:gdLst>
                <a:gd name="connsiteX0" fmla="*/ 13256 w 52326"/>
                <a:gd name="connsiteY0" fmla="*/ 48838 h 52326"/>
                <a:gd name="connsiteX1" fmla="*/ 14651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1 w 52326"/>
                <a:gd name="connsiteY6" fmla="*/ 3140 h 52326"/>
                <a:gd name="connsiteX7" fmla="*/ 38373 w 52326"/>
                <a:gd name="connsiteY7" fmla="*/ 3140 h 52326"/>
                <a:gd name="connsiteX8" fmla="*/ 36279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2" y="49535"/>
                    <a:pt x="14651" y="49535"/>
                  </a:cubicBezTo>
                  <a:cubicBezTo>
                    <a:pt x="16744" y="50582"/>
                    <a:pt x="18837" y="51280"/>
                    <a:pt x="20930" y="51628"/>
                  </a:cubicBezTo>
                  <a:cubicBezTo>
                    <a:pt x="22675" y="51977"/>
                    <a:pt x="24419" y="52326"/>
                    <a:pt x="26163" y="52326"/>
                  </a:cubicBezTo>
                  <a:lnTo>
                    <a:pt x="26163" y="52326"/>
                  </a:lnTo>
                  <a:cubicBezTo>
                    <a:pt x="40465" y="52326"/>
                    <a:pt x="52326" y="40465"/>
                    <a:pt x="52326" y="26163"/>
                  </a:cubicBezTo>
                  <a:cubicBezTo>
                    <a:pt x="52326" y="16396"/>
                    <a:pt x="46745" y="7675"/>
                    <a:pt x="38721" y="3140"/>
                  </a:cubicBezTo>
                  <a:cubicBezTo>
                    <a:pt x="38721" y="3140"/>
                    <a:pt x="38373" y="3140"/>
                    <a:pt x="38373" y="3140"/>
                  </a:cubicBezTo>
                  <a:cubicBezTo>
                    <a:pt x="37675" y="2791"/>
                    <a:pt x="36977" y="2442"/>
                    <a:pt x="36279" y="2093"/>
                  </a:cubicBezTo>
                  <a:cubicBezTo>
                    <a:pt x="33140" y="698"/>
                    <a:pt x="29652" y="0"/>
                    <a:pt x="26163" y="0"/>
                  </a:cubicBezTo>
                  <a:cubicBezTo>
                    <a:pt x="11860" y="0"/>
                    <a:pt x="0" y="11861"/>
                    <a:pt x="0" y="26163"/>
                  </a:cubicBezTo>
                  <a:cubicBezTo>
                    <a:pt x="349" y="35931"/>
                    <a:pt x="5581" y="44303"/>
                    <a:pt x="13256" y="48838"/>
                  </a:cubicBezTo>
                  <a:close/>
                </a:path>
              </a:pathLst>
            </a:custGeom>
            <a:grpFill/>
            <a:ln w="3488" cap="flat">
              <a:noFill/>
              <a:prstDash val="solid"/>
              <a:miter/>
            </a:ln>
          </p:spPr>
          <p:txBody>
            <a:bodyPr rtlCol="0" anchor="ctr"/>
            <a:lstStyle/>
            <a:p>
              <a:endParaRPr lang="en-ID"/>
            </a:p>
          </p:txBody>
        </p:sp>
        <p:sp>
          <p:nvSpPr>
            <p:cNvPr id="609" name="Freeform: Shape 608">
              <a:extLst>
                <a:ext uri="{FF2B5EF4-FFF2-40B4-BE49-F238E27FC236}">
                  <a16:creationId xmlns:a16="http://schemas.microsoft.com/office/drawing/2014/main" id="{405C925F-345A-32FF-EFC4-B00F5676467F}"/>
                </a:ext>
              </a:extLst>
            </p:cNvPr>
            <p:cNvSpPr/>
            <p:nvPr/>
          </p:nvSpPr>
          <p:spPr>
            <a:xfrm>
              <a:off x="240700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0" name="Freeform: Shape 609">
              <a:extLst>
                <a:ext uri="{FF2B5EF4-FFF2-40B4-BE49-F238E27FC236}">
                  <a16:creationId xmlns:a16="http://schemas.microsoft.com/office/drawing/2014/main" id="{3316E7FC-426B-5F16-6319-1318179AE077}"/>
                </a:ext>
              </a:extLst>
            </p:cNvPr>
            <p:cNvSpPr/>
            <p:nvPr/>
          </p:nvSpPr>
          <p:spPr>
            <a:xfrm>
              <a:off x="240700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1" name="Freeform: Shape 610">
              <a:extLst>
                <a:ext uri="{FF2B5EF4-FFF2-40B4-BE49-F238E27FC236}">
                  <a16:creationId xmlns:a16="http://schemas.microsoft.com/office/drawing/2014/main" id="{78C94ECF-735F-AF18-FFB6-F8F9C1B8CF4B}"/>
                </a:ext>
              </a:extLst>
            </p:cNvPr>
            <p:cNvSpPr/>
            <p:nvPr/>
          </p:nvSpPr>
          <p:spPr>
            <a:xfrm>
              <a:off x="2302351"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1" y="0"/>
                    <a:pt x="0" y="11861"/>
                    <a:pt x="0" y="26163"/>
                  </a:cubicBezTo>
                  <a:cubicBezTo>
                    <a:pt x="0" y="31744"/>
                    <a:pt x="1744" y="36628"/>
                    <a:pt x="4535" y="40814"/>
                  </a:cubicBezTo>
                  <a:cubicBezTo>
                    <a:pt x="9070" y="47791"/>
                    <a:pt x="17093" y="52326"/>
                    <a:pt x="26163" y="52326"/>
                  </a:cubicBezTo>
                  <a:cubicBezTo>
                    <a:pt x="40465" y="52326"/>
                    <a:pt x="52326" y="40465"/>
                    <a:pt x="52326" y="26163"/>
                  </a:cubicBezTo>
                  <a:lnTo>
                    <a:pt x="52326" y="26163"/>
                  </a:lnTo>
                  <a:cubicBezTo>
                    <a:pt x="52326" y="19884"/>
                    <a:pt x="50233" y="13954"/>
                    <a:pt x="46396" y="9419"/>
                  </a:cubicBezTo>
                  <a:cubicBezTo>
                    <a:pt x="41512" y="3837"/>
                    <a:pt x="34186" y="0"/>
                    <a:pt x="26163" y="0"/>
                  </a:cubicBezTo>
                  <a:close/>
                </a:path>
              </a:pathLst>
            </a:custGeom>
            <a:grpFill/>
            <a:ln w="3488" cap="flat">
              <a:noFill/>
              <a:prstDash val="solid"/>
              <a:miter/>
            </a:ln>
          </p:spPr>
          <p:txBody>
            <a:bodyPr rtlCol="0" anchor="ctr"/>
            <a:lstStyle/>
            <a:p>
              <a:endParaRPr lang="en-ID"/>
            </a:p>
          </p:txBody>
        </p:sp>
        <p:sp>
          <p:nvSpPr>
            <p:cNvPr id="612" name="Freeform: Shape 611">
              <a:extLst>
                <a:ext uri="{FF2B5EF4-FFF2-40B4-BE49-F238E27FC236}">
                  <a16:creationId xmlns:a16="http://schemas.microsoft.com/office/drawing/2014/main" id="{70B406BE-2550-ACC5-F99D-D0B197B368E5}"/>
                </a:ext>
              </a:extLst>
            </p:cNvPr>
            <p:cNvSpPr/>
            <p:nvPr/>
          </p:nvSpPr>
          <p:spPr>
            <a:xfrm>
              <a:off x="230235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3" name="Freeform: Shape 612">
              <a:extLst>
                <a:ext uri="{FF2B5EF4-FFF2-40B4-BE49-F238E27FC236}">
                  <a16:creationId xmlns:a16="http://schemas.microsoft.com/office/drawing/2014/main" id="{9CE03C2D-574F-D58C-13FD-970251E325FB}"/>
                </a:ext>
              </a:extLst>
            </p:cNvPr>
            <p:cNvSpPr/>
            <p:nvPr/>
          </p:nvSpPr>
          <p:spPr>
            <a:xfrm>
              <a:off x="94187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4" name="Freeform: Shape 613">
              <a:extLst>
                <a:ext uri="{FF2B5EF4-FFF2-40B4-BE49-F238E27FC236}">
                  <a16:creationId xmlns:a16="http://schemas.microsoft.com/office/drawing/2014/main" id="{D5115648-EDB0-53E7-F329-AAFF2F7804BD}"/>
                </a:ext>
              </a:extLst>
            </p:cNvPr>
            <p:cNvSpPr/>
            <p:nvPr/>
          </p:nvSpPr>
          <p:spPr>
            <a:xfrm>
              <a:off x="837218"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15" name="Freeform: Shape 614">
              <a:extLst>
                <a:ext uri="{FF2B5EF4-FFF2-40B4-BE49-F238E27FC236}">
                  <a16:creationId xmlns:a16="http://schemas.microsoft.com/office/drawing/2014/main" id="{ED4463E3-36E7-3D95-89A0-AF708FF21E04}"/>
                </a:ext>
              </a:extLst>
            </p:cNvPr>
            <p:cNvSpPr/>
            <p:nvPr/>
          </p:nvSpPr>
          <p:spPr>
            <a:xfrm>
              <a:off x="62791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16" name="Freeform: Shape 615">
              <a:extLst>
                <a:ext uri="{FF2B5EF4-FFF2-40B4-BE49-F238E27FC236}">
                  <a16:creationId xmlns:a16="http://schemas.microsoft.com/office/drawing/2014/main" id="{30276629-1502-4CF7-242D-C58946B20C13}"/>
                </a:ext>
              </a:extLst>
            </p:cNvPr>
            <p:cNvSpPr/>
            <p:nvPr/>
          </p:nvSpPr>
          <p:spPr>
            <a:xfrm>
              <a:off x="418609"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17" name="Freeform: Shape 616">
              <a:extLst>
                <a:ext uri="{FF2B5EF4-FFF2-40B4-BE49-F238E27FC236}">
                  <a16:creationId xmlns:a16="http://schemas.microsoft.com/office/drawing/2014/main" id="{BD1B0AFF-8B89-4AD6-FFD4-7715A8DB72F6}"/>
                </a:ext>
              </a:extLst>
            </p:cNvPr>
            <p:cNvSpPr/>
            <p:nvPr/>
          </p:nvSpPr>
          <p:spPr>
            <a:xfrm>
              <a:off x="3453527"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6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7" y="0"/>
                    <a:pt x="26163" y="0"/>
                  </a:cubicBezTo>
                  <a:cubicBezTo>
                    <a:pt x="11861" y="0"/>
                    <a:pt x="0" y="11861"/>
                    <a:pt x="0" y="26163"/>
                  </a:cubicBezTo>
                  <a:cubicBezTo>
                    <a:pt x="0" y="28954"/>
                    <a:pt x="349" y="31396"/>
                    <a:pt x="1046" y="33838"/>
                  </a:cubicBezTo>
                  <a:cubicBezTo>
                    <a:pt x="4186" y="44652"/>
                    <a:pt x="14302" y="52326"/>
                    <a:pt x="26163" y="52326"/>
                  </a:cubicBezTo>
                  <a:cubicBezTo>
                    <a:pt x="40465" y="52326"/>
                    <a:pt x="52326" y="40465"/>
                    <a:pt x="52326" y="26163"/>
                  </a:cubicBezTo>
                  <a:cubicBezTo>
                    <a:pt x="52326" y="22326"/>
                    <a:pt x="51628" y="18838"/>
                    <a:pt x="50233" y="15698"/>
                  </a:cubicBezTo>
                  <a:close/>
                </a:path>
              </a:pathLst>
            </a:custGeom>
            <a:grpFill/>
            <a:ln w="3488" cap="flat">
              <a:noFill/>
              <a:prstDash val="solid"/>
              <a:miter/>
            </a:ln>
          </p:spPr>
          <p:txBody>
            <a:bodyPr rtlCol="0" anchor="ctr"/>
            <a:lstStyle/>
            <a:p>
              <a:endParaRPr lang="en-ID"/>
            </a:p>
          </p:txBody>
        </p:sp>
        <p:sp>
          <p:nvSpPr>
            <p:cNvPr id="618" name="Freeform: Shape 617">
              <a:extLst>
                <a:ext uri="{FF2B5EF4-FFF2-40B4-BE49-F238E27FC236}">
                  <a16:creationId xmlns:a16="http://schemas.microsoft.com/office/drawing/2014/main" id="{07C98B2E-9C5D-C3AE-66DB-19C69E1E6BF9}"/>
                </a:ext>
              </a:extLst>
            </p:cNvPr>
            <p:cNvSpPr/>
            <p:nvPr/>
          </p:nvSpPr>
          <p:spPr>
            <a:xfrm>
              <a:off x="4709356"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5" y="0"/>
                    <a:pt x="26163" y="0"/>
                  </a:cubicBezTo>
                  <a:cubicBezTo>
                    <a:pt x="11861" y="0"/>
                    <a:pt x="0" y="11861"/>
                    <a:pt x="0" y="26163"/>
                  </a:cubicBezTo>
                  <a:cubicBezTo>
                    <a:pt x="0" y="36628"/>
                    <a:pt x="6279" y="45698"/>
                    <a:pt x="15349" y="49884"/>
                  </a:cubicBezTo>
                  <a:cubicBezTo>
                    <a:pt x="17791" y="50931"/>
                    <a:pt x="20582" y="51628"/>
                    <a:pt x="23372" y="51977"/>
                  </a:cubicBezTo>
                  <a:cubicBezTo>
                    <a:pt x="24419" y="51977"/>
                    <a:pt x="25466" y="52326"/>
                    <a:pt x="26512"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19" name="Freeform: Shape 618">
              <a:extLst>
                <a:ext uri="{FF2B5EF4-FFF2-40B4-BE49-F238E27FC236}">
                  <a16:creationId xmlns:a16="http://schemas.microsoft.com/office/drawing/2014/main" id="{5D9002C8-CC28-6A25-7306-5F135972BDBF}"/>
                </a:ext>
              </a:extLst>
            </p:cNvPr>
            <p:cNvSpPr/>
            <p:nvPr/>
          </p:nvSpPr>
          <p:spPr>
            <a:xfrm>
              <a:off x="2093047" y="5129252"/>
              <a:ext cx="52326" cy="52326"/>
            </a:xfrm>
            <a:custGeom>
              <a:avLst/>
              <a:gdLst>
                <a:gd name="connsiteX0" fmla="*/ 38721 w 52326"/>
                <a:gd name="connsiteY0" fmla="*/ 3488 h 52326"/>
                <a:gd name="connsiteX1" fmla="*/ 38721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5 w 52326"/>
                <a:gd name="connsiteY5" fmla="*/ 49187 h 52326"/>
                <a:gd name="connsiteX6" fmla="*/ 26163 w 52326"/>
                <a:gd name="connsiteY6" fmla="*/ 52326 h 52326"/>
                <a:gd name="connsiteX7" fmla="*/ 52326 w 52326"/>
                <a:gd name="connsiteY7" fmla="*/ 26163 h 52326"/>
                <a:gd name="connsiteX8" fmla="*/ 38721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1" y="3488"/>
                  </a:moveTo>
                  <a:cubicBezTo>
                    <a:pt x="38373" y="3488"/>
                    <a:pt x="38373" y="3488"/>
                    <a:pt x="38721" y="3488"/>
                  </a:cubicBezTo>
                  <a:cubicBezTo>
                    <a:pt x="36280" y="2093"/>
                    <a:pt x="33838" y="1395"/>
                    <a:pt x="31396" y="698"/>
                  </a:cubicBezTo>
                  <a:cubicBezTo>
                    <a:pt x="29652" y="349"/>
                    <a:pt x="27907" y="0"/>
                    <a:pt x="26163" y="0"/>
                  </a:cubicBezTo>
                  <a:cubicBezTo>
                    <a:pt x="11861" y="0"/>
                    <a:pt x="0" y="11861"/>
                    <a:pt x="0" y="26163"/>
                  </a:cubicBezTo>
                  <a:cubicBezTo>
                    <a:pt x="0" y="35930"/>
                    <a:pt x="5581" y="44651"/>
                    <a:pt x="13605" y="49187"/>
                  </a:cubicBezTo>
                  <a:cubicBezTo>
                    <a:pt x="17442" y="51279"/>
                    <a:pt x="21628" y="52326"/>
                    <a:pt x="26163" y="52326"/>
                  </a:cubicBezTo>
                  <a:cubicBezTo>
                    <a:pt x="40465" y="52326"/>
                    <a:pt x="52326" y="40465"/>
                    <a:pt x="52326" y="26163"/>
                  </a:cubicBezTo>
                  <a:cubicBezTo>
                    <a:pt x="52326" y="16744"/>
                    <a:pt x="46745" y="8023"/>
                    <a:pt x="38721" y="3488"/>
                  </a:cubicBezTo>
                  <a:close/>
                </a:path>
              </a:pathLst>
            </a:custGeom>
            <a:grpFill/>
            <a:ln w="3488" cap="flat">
              <a:noFill/>
              <a:prstDash val="solid"/>
              <a:miter/>
            </a:ln>
          </p:spPr>
          <p:txBody>
            <a:bodyPr rtlCol="0" anchor="ctr"/>
            <a:lstStyle/>
            <a:p>
              <a:endParaRPr lang="en-ID"/>
            </a:p>
          </p:txBody>
        </p:sp>
        <p:sp>
          <p:nvSpPr>
            <p:cNvPr id="620" name="Freeform: Shape 619">
              <a:extLst>
                <a:ext uri="{FF2B5EF4-FFF2-40B4-BE49-F238E27FC236}">
                  <a16:creationId xmlns:a16="http://schemas.microsoft.com/office/drawing/2014/main" id="{4A0D47C5-3D7C-5A71-F554-2345B94A369C}"/>
                </a:ext>
              </a:extLst>
            </p:cNvPr>
            <p:cNvSpPr/>
            <p:nvPr/>
          </p:nvSpPr>
          <p:spPr>
            <a:xfrm>
              <a:off x="3348875"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5" y="52326"/>
                    <a:pt x="52326" y="40465"/>
                    <a:pt x="52326" y="26163"/>
                  </a:cubicBezTo>
                  <a:cubicBezTo>
                    <a:pt x="52326" y="26163"/>
                    <a:pt x="52326" y="26163"/>
                    <a:pt x="52326" y="26163"/>
                  </a:cubicBezTo>
                  <a:lnTo>
                    <a:pt x="52326" y="26163"/>
                  </a:lnTo>
                  <a:cubicBezTo>
                    <a:pt x="52326" y="11861"/>
                    <a:pt x="40465" y="0"/>
                    <a:pt x="26163" y="0"/>
                  </a:cubicBezTo>
                  <a:cubicBezTo>
                    <a:pt x="11861" y="0"/>
                    <a:pt x="0" y="11861"/>
                    <a:pt x="0" y="26163"/>
                  </a:cubicBezTo>
                  <a:lnTo>
                    <a:pt x="0" y="26163"/>
                  </a:lnTo>
                  <a:cubicBezTo>
                    <a:pt x="0" y="26163"/>
                    <a:pt x="0" y="2616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21" name="Freeform: Shape 620">
              <a:extLst>
                <a:ext uri="{FF2B5EF4-FFF2-40B4-BE49-F238E27FC236}">
                  <a16:creationId xmlns:a16="http://schemas.microsoft.com/office/drawing/2014/main" id="{832D0D35-EAF4-DA6B-055A-842FBF592558}"/>
                </a:ext>
              </a:extLst>
            </p:cNvPr>
            <p:cNvSpPr/>
            <p:nvPr/>
          </p:nvSpPr>
          <p:spPr>
            <a:xfrm>
              <a:off x="4081442"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1"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2" y="52326"/>
                    <a:pt x="26163" y="52326"/>
                  </a:cubicBezTo>
                  <a:cubicBezTo>
                    <a:pt x="40465"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622" name="Freeform: Shape 621">
              <a:extLst>
                <a:ext uri="{FF2B5EF4-FFF2-40B4-BE49-F238E27FC236}">
                  <a16:creationId xmlns:a16="http://schemas.microsoft.com/office/drawing/2014/main" id="{417634D1-0652-B5B6-4463-1C60F1CEED6B}"/>
                </a:ext>
              </a:extLst>
            </p:cNvPr>
            <p:cNvSpPr/>
            <p:nvPr/>
          </p:nvSpPr>
          <p:spPr>
            <a:xfrm>
              <a:off x="533727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3" name="Freeform: Shape 622">
              <a:extLst>
                <a:ext uri="{FF2B5EF4-FFF2-40B4-BE49-F238E27FC236}">
                  <a16:creationId xmlns:a16="http://schemas.microsoft.com/office/drawing/2014/main" id="{FED26078-77B8-8522-2DC4-F89FB89B3087}"/>
                </a:ext>
              </a:extLst>
            </p:cNvPr>
            <p:cNvSpPr/>
            <p:nvPr/>
          </p:nvSpPr>
          <p:spPr>
            <a:xfrm>
              <a:off x="5965184"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5" y="0"/>
                    <a:pt x="26163" y="0"/>
                  </a:cubicBezTo>
                  <a:cubicBezTo>
                    <a:pt x="18838" y="0"/>
                    <a:pt x="12558" y="2791"/>
                    <a:pt x="7674" y="7675"/>
                  </a:cubicBezTo>
                  <a:cubicBezTo>
                    <a:pt x="2791" y="12558"/>
                    <a:pt x="0" y="18838"/>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24" name="Freeform: Shape 623">
              <a:extLst>
                <a:ext uri="{FF2B5EF4-FFF2-40B4-BE49-F238E27FC236}">
                  <a16:creationId xmlns:a16="http://schemas.microsoft.com/office/drawing/2014/main" id="{35E4A022-AC4C-4A1F-E078-8B2CFE87D249}"/>
                </a:ext>
              </a:extLst>
            </p:cNvPr>
            <p:cNvSpPr/>
            <p:nvPr/>
          </p:nvSpPr>
          <p:spPr>
            <a:xfrm>
              <a:off x="596518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5" name="Freeform: Shape 624">
              <a:extLst>
                <a:ext uri="{FF2B5EF4-FFF2-40B4-BE49-F238E27FC236}">
                  <a16:creationId xmlns:a16="http://schemas.microsoft.com/office/drawing/2014/main" id="{9EBC0670-37DA-F80E-6CF4-9820D945EFCA}"/>
                </a:ext>
              </a:extLst>
            </p:cNvPr>
            <p:cNvSpPr/>
            <p:nvPr/>
          </p:nvSpPr>
          <p:spPr>
            <a:xfrm>
              <a:off x="523261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6" name="Freeform: Shape 625">
              <a:extLst>
                <a:ext uri="{FF2B5EF4-FFF2-40B4-BE49-F238E27FC236}">
                  <a16:creationId xmlns:a16="http://schemas.microsoft.com/office/drawing/2014/main" id="{236BD94E-C7C8-0901-7A4C-C9B6A85E36C8}"/>
                </a:ext>
              </a:extLst>
            </p:cNvPr>
            <p:cNvSpPr/>
            <p:nvPr/>
          </p:nvSpPr>
          <p:spPr>
            <a:xfrm>
              <a:off x="523261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7" name="Freeform: Shape 626">
              <a:extLst>
                <a:ext uri="{FF2B5EF4-FFF2-40B4-BE49-F238E27FC236}">
                  <a16:creationId xmlns:a16="http://schemas.microsoft.com/office/drawing/2014/main" id="{1CE03A93-92CC-506A-B71D-BE0DDF215D3F}"/>
                </a:ext>
              </a:extLst>
            </p:cNvPr>
            <p:cNvSpPr/>
            <p:nvPr/>
          </p:nvSpPr>
          <p:spPr>
            <a:xfrm>
              <a:off x="502331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8" name="Freeform: Shape 627">
              <a:extLst>
                <a:ext uri="{FF2B5EF4-FFF2-40B4-BE49-F238E27FC236}">
                  <a16:creationId xmlns:a16="http://schemas.microsoft.com/office/drawing/2014/main" id="{6619F83A-3554-9DD0-9F05-F7A1BD4357A3}"/>
                </a:ext>
              </a:extLst>
            </p:cNvPr>
            <p:cNvSpPr/>
            <p:nvPr/>
          </p:nvSpPr>
          <p:spPr>
            <a:xfrm>
              <a:off x="481400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29" name="Freeform: Shape 628">
              <a:extLst>
                <a:ext uri="{FF2B5EF4-FFF2-40B4-BE49-F238E27FC236}">
                  <a16:creationId xmlns:a16="http://schemas.microsoft.com/office/drawing/2014/main" id="{46F59E22-B61D-31F8-F8FF-091BE404F05D}"/>
                </a:ext>
              </a:extLst>
            </p:cNvPr>
            <p:cNvSpPr/>
            <p:nvPr/>
          </p:nvSpPr>
          <p:spPr>
            <a:xfrm>
              <a:off x="460470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0" name="Freeform: Shape 629">
              <a:extLst>
                <a:ext uri="{FF2B5EF4-FFF2-40B4-BE49-F238E27FC236}">
                  <a16:creationId xmlns:a16="http://schemas.microsoft.com/office/drawing/2014/main" id="{63AB9D80-CD02-9832-DCF9-A2FA98D8917B}"/>
                </a:ext>
              </a:extLst>
            </p:cNvPr>
            <p:cNvSpPr/>
            <p:nvPr/>
          </p:nvSpPr>
          <p:spPr>
            <a:xfrm>
              <a:off x="4395399"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31" name="Freeform: Shape 630">
              <a:extLst>
                <a:ext uri="{FF2B5EF4-FFF2-40B4-BE49-F238E27FC236}">
                  <a16:creationId xmlns:a16="http://schemas.microsoft.com/office/drawing/2014/main" id="{482C1351-6E31-F252-998D-6BB921D8C283}"/>
                </a:ext>
              </a:extLst>
            </p:cNvPr>
            <p:cNvSpPr/>
            <p:nvPr/>
          </p:nvSpPr>
          <p:spPr>
            <a:xfrm>
              <a:off x="4395399"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32" name="Freeform: Shape 631">
              <a:extLst>
                <a:ext uri="{FF2B5EF4-FFF2-40B4-BE49-F238E27FC236}">
                  <a16:creationId xmlns:a16="http://schemas.microsoft.com/office/drawing/2014/main" id="{E35E8EFA-B458-3D79-9960-6E0D824AC88E}"/>
                </a:ext>
              </a:extLst>
            </p:cNvPr>
            <p:cNvSpPr/>
            <p:nvPr/>
          </p:nvSpPr>
          <p:spPr>
            <a:xfrm>
              <a:off x="4186094" y="4606338"/>
              <a:ext cx="52326" cy="52326"/>
            </a:xfrm>
            <a:custGeom>
              <a:avLst/>
              <a:gdLst>
                <a:gd name="connsiteX0" fmla="*/ 50233 w 52326"/>
                <a:gd name="connsiteY0" fmla="*/ 16047 h 52326"/>
                <a:gd name="connsiteX1" fmla="*/ 26163 w 52326"/>
                <a:gd name="connsiteY1" fmla="*/ 0 h 52326"/>
                <a:gd name="connsiteX2" fmla="*/ 2093 w 52326"/>
                <a:gd name="connsiteY2" fmla="*/ 16047 h 52326"/>
                <a:gd name="connsiteX3" fmla="*/ 349 w 52326"/>
                <a:gd name="connsiteY3" fmla="*/ 22675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0233 w 52326"/>
                <a:gd name="connsiteY8" fmla="*/ 16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0233" y="16047"/>
                  </a:moveTo>
                  <a:cubicBezTo>
                    <a:pt x="46396" y="6628"/>
                    <a:pt x="36977" y="0"/>
                    <a:pt x="26163" y="0"/>
                  </a:cubicBezTo>
                  <a:cubicBezTo>
                    <a:pt x="15349" y="0"/>
                    <a:pt x="5930" y="6628"/>
                    <a:pt x="2093" y="16047"/>
                  </a:cubicBezTo>
                  <a:cubicBezTo>
                    <a:pt x="1047" y="18140"/>
                    <a:pt x="698" y="20582"/>
                    <a:pt x="349" y="22675"/>
                  </a:cubicBezTo>
                  <a:cubicBezTo>
                    <a:pt x="349" y="23721"/>
                    <a:pt x="0" y="25117"/>
                    <a:pt x="0" y="26163"/>
                  </a:cubicBezTo>
                  <a:lnTo>
                    <a:pt x="0" y="26163"/>
                  </a:lnTo>
                  <a:cubicBezTo>
                    <a:pt x="0" y="40465"/>
                    <a:pt x="11861" y="52326"/>
                    <a:pt x="26163" y="52326"/>
                  </a:cubicBezTo>
                  <a:cubicBezTo>
                    <a:pt x="40465" y="52326"/>
                    <a:pt x="52326" y="40465"/>
                    <a:pt x="52326" y="26163"/>
                  </a:cubicBezTo>
                  <a:cubicBezTo>
                    <a:pt x="52326" y="22675"/>
                    <a:pt x="51629" y="19186"/>
                    <a:pt x="50233" y="16047"/>
                  </a:cubicBezTo>
                  <a:close/>
                </a:path>
              </a:pathLst>
            </a:custGeom>
            <a:grpFill/>
            <a:ln w="3488" cap="flat">
              <a:noFill/>
              <a:prstDash val="solid"/>
              <a:miter/>
            </a:ln>
          </p:spPr>
          <p:txBody>
            <a:bodyPr rtlCol="0" anchor="ctr"/>
            <a:lstStyle/>
            <a:p>
              <a:endParaRPr lang="en-ID"/>
            </a:p>
          </p:txBody>
        </p:sp>
        <p:sp>
          <p:nvSpPr>
            <p:cNvPr id="633" name="Freeform: Shape 632">
              <a:extLst>
                <a:ext uri="{FF2B5EF4-FFF2-40B4-BE49-F238E27FC236}">
                  <a16:creationId xmlns:a16="http://schemas.microsoft.com/office/drawing/2014/main" id="{6794A934-5C66-97C4-E8C0-DE6474FF3441}"/>
                </a:ext>
              </a:extLst>
            </p:cNvPr>
            <p:cNvSpPr/>
            <p:nvPr/>
          </p:nvSpPr>
          <p:spPr>
            <a:xfrm>
              <a:off x="5441922"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4" name="Freeform: Shape 633">
              <a:extLst>
                <a:ext uri="{FF2B5EF4-FFF2-40B4-BE49-F238E27FC236}">
                  <a16:creationId xmlns:a16="http://schemas.microsoft.com/office/drawing/2014/main" id="{C3DFD57A-CAC4-186B-7F41-A3EF9B7F8FA0}"/>
                </a:ext>
              </a:extLst>
            </p:cNvPr>
            <p:cNvSpPr/>
            <p:nvPr/>
          </p:nvSpPr>
          <p:spPr>
            <a:xfrm>
              <a:off x="544192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5" name="Freeform: Shape 634">
              <a:extLst>
                <a:ext uri="{FF2B5EF4-FFF2-40B4-BE49-F238E27FC236}">
                  <a16:creationId xmlns:a16="http://schemas.microsoft.com/office/drawing/2014/main" id="{4E653169-2FE2-C24E-82E2-873C4047A59C}"/>
                </a:ext>
              </a:extLst>
            </p:cNvPr>
            <p:cNvSpPr/>
            <p:nvPr/>
          </p:nvSpPr>
          <p:spPr>
            <a:xfrm>
              <a:off x="512796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36" name="Freeform: Shape 635">
              <a:extLst>
                <a:ext uri="{FF2B5EF4-FFF2-40B4-BE49-F238E27FC236}">
                  <a16:creationId xmlns:a16="http://schemas.microsoft.com/office/drawing/2014/main" id="{C8E891EA-D90F-9D4C-70B3-27C54792AE90}"/>
                </a:ext>
              </a:extLst>
            </p:cNvPr>
            <p:cNvSpPr/>
            <p:nvPr/>
          </p:nvSpPr>
          <p:spPr>
            <a:xfrm>
              <a:off x="5127965"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37" name="Freeform: Shape 636">
              <a:extLst>
                <a:ext uri="{FF2B5EF4-FFF2-40B4-BE49-F238E27FC236}">
                  <a16:creationId xmlns:a16="http://schemas.microsoft.com/office/drawing/2014/main" id="{791E3EFD-4B5C-BE66-9253-BD77D7984953}"/>
                </a:ext>
              </a:extLst>
            </p:cNvPr>
            <p:cNvSpPr/>
            <p:nvPr/>
          </p:nvSpPr>
          <p:spPr>
            <a:xfrm>
              <a:off x="4081442"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6"/>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38" name="Freeform: Shape 637">
              <a:extLst>
                <a:ext uri="{FF2B5EF4-FFF2-40B4-BE49-F238E27FC236}">
                  <a16:creationId xmlns:a16="http://schemas.microsoft.com/office/drawing/2014/main" id="{4AD4AF84-8CCB-DD71-20E1-9BE79EE5A694}"/>
                </a:ext>
              </a:extLst>
            </p:cNvPr>
            <p:cNvSpPr/>
            <p:nvPr/>
          </p:nvSpPr>
          <p:spPr>
            <a:xfrm>
              <a:off x="272096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39" name="Freeform: Shape 638">
              <a:extLst>
                <a:ext uri="{FF2B5EF4-FFF2-40B4-BE49-F238E27FC236}">
                  <a16:creationId xmlns:a16="http://schemas.microsoft.com/office/drawing/2014/main" id="{A2048DE9-B068-000A-752D-707704787339}"/>
                </a:ext>
              </a:extLst>
            </p:cNvPr>
            <p:cNvSpPr/>
            <p:nvPr/>
          </p:nvSpPr>
          <p:spPr>
            <a:xfrm>
              <a:off x="240700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0" name="Freeform: Shape 639">
              <a:extLst>
                <a:ext uri="{FF2B5EF4-FFF2-40B4-BE49-F238E27FC236}">
                  <a16:creationId xmlns:a16="http://schemas.microsoft.com/office/drawing/2014/main" id="{F227E672-1F7C-FA15-047D-C5A24CD58930}"/>
                </a:ext>
              </a:extLst>
            </p:cNvPr>
            <p:cNvSpPr/>
            <p:nvPr/>
          </p:nvSpPr>
          <p:spPr>
            <a:xfrm>
              <a:off x="209304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41" name="Freeform: Shape 640">
              <a:extLst>
                <a:ext uri="{FF2B5EF4-FFF2-40B4-BE49-F238E27FC236}">
                  <a16:creationId xmlns:a16="http://schemas.microsoft.com/office/drawing/2014/main" id="{2EACAAB6-4B31-F51C-1962-2634DD37B016}"/>
                </a:ext>
              </a:extLst>
            </p:cNvPr>
            <p:cNvSpPr/>
            <p:nvPr/>
          </p:nvSpPr>
          <p:spPr>
            <a:xfrm>
              <a:off x="188374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2" name="Freeform: Shape 641">
              <a:extLst>
                <a:ext uri="{FF2B5EF4-FFF2-40B4-BE49-F238E27FC236}">
                  <a16:creationId xmlns:a16="http://schemas.microsoft.com/office/drawing/2014/main" id="{17B607A5-863E-67E4-F9C0-2B38DD6B6A34}"/>
                </a:ext>
              </a:extLst>
            </p:cNvPr>
            <p:cNvSpPr/>
            <p:nvPr/>
          </p:nvSpPr>
          <p:spPr>
            <a:xfrm>
              <a:off x="1674437"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1" y="0"/>
                    <a:pt x="0" y="11861"/>
                    <a:pt x="0" y="26163"/>
                  </a:cubicBezTo>
                  <a:lnTo>
                    <a:pt x="0" y="26163"/>
                  </a:ln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43" name="Freeform: Shape 642">
              <a:extLst>
                <a:ext uri="{FF2B5EF4-FFF2-40B4-BE49-F238E27FC236}">
                  <a16:creationId xmlns:a16="http://schemas.microsoft.com/office/drawing/2014/main" id="{0E07E378-03E1-6B39-0B67-97F79F1E6037}"/>
                </a:ext>
              </a:extLst>
            </p:cNvPr>
            <p:cNvSpPr/>
            <p:nvPr/>
          </p:nvSpPr>
          <p:spPr>
            <a:xfrm>
              <a:off x="136048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4" name="Freeform: Shape 643">
              <a:extLst>
                <a:ext uri="{FF2B5EF4-FFF2-40B4-BE49-F238E27FC236}">
                  <a16:creationId xmlns:a16="http://schemas.microsoft.com/office/drawing/2014/main" id="{FC7710BF-9C15-A778-5C2D-367AA520649C}"/>
                </a:ext>
              </a:extLst>
            </p:cNvPr>
            <p:cNvSpPr/>
            <p:nvPr/>
          </p:nvSpPr>
          <p:spPr>
            <a:xfrm>
              <a:off x="941871"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5" name="Freeform: Shape 644">
              <a:extLst>
                <a:ext uri="{FF2B5EF4-FFF2-40B4-BE49-F238E27FC236}">
                  <a16:creationId xmlns:a16="http://schemas.microsoft.com/office/drawing/2014/main" id="{3B44821F-BFAF-E4F8-410F-1BC24DB25C6C}"/>
                </a:ext>
              </a:extLst>
            </p:cNvPr>
            <p:cNvSpPr/>
            <p:nvPr/>
          </p:nvSpPr>
          <p:spPr>
            <a:xfrm>
              <a:off x="94187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46" name="Freeform: Shape 645">
              <a:extLst>
                <a:ext uri="{FF2B5EF4-FFF2-40B4-BE49-F238E27FC236}">
                  <a16:creationId xmlns:a16="http://schemas.microsoft.com/office/drawing/2014/main" id="{35FDAAD0-6586-44DB-4E2A-548EE6A7BE94}"/>
                </a:ext>
              </a:extLst>
            </p:cNvPr>
            <p:cNvSpPr/>
            <p:nvPr/>
          </p:nvSpPr>
          <p:spPr>
            <a:xfrm>
              <a:off x="837218"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6"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47" name="Freeform: Shape 646">
              <a:extLst>
                <a:ext uri="{FF2B5EF4-FFF2-40B4-BE49-F238E27FC236}">
                  <a16:creationId xmlns:a16="http://schemas.microsoft.com/office/drawing/2014/main" id="{E42C13F0-36D8-88F0-E0D8-4FAFA473DA1B}"/>
                </a:ext>
              </a:extLst>
            </p:cNvPr>
            <p:cNvSpPr/>
            <p:nvPr/>
          </p:nvSpPr>
          <p:spPr>
            <a:xfrm>
              <a:off x="0" y="471099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48" name="Freeform: Shape 647">
              <a:extLst>
                <a:ext uri="{FF2B5EF4-FFF2-40B4-BE49-F238E27FC236}">
                  <a16:creationId xmlns:a16="http://schemas.microsoft.com/office/drawing/2014/main" id="{7323993A-32EA-379C-E5E3-54535767A328}"/>
                </a:ext>
              </a:extLst>
            </p:cNvPr>
            <p:cNvSpPr/>
            <p:nvPr/>
          </p:nvSpPr>
          <p:spPr>
            <a:xfrm>
              <a:off x="2616309" y="4292381"/>
              <a:ext cx="52326" cy="52326"/>
            </a:xfrm>
            <a:custGeom>
              <a:avLst/>
              <a:gdLst>
                <a:gd name="connsiteX0" fmla="*/ 26163 w 52326"/>
                <a:gd name="connsiteY0" fmla="*/ 0 h 52326"/>
                <a:gd name="connsiteX1" fmla="*/ 0 w 52326"/>
                <a:gd name="connsiteY1" fmla="*/ 26163 h 52326"/>
                <a:gd name="connsiteX2" fmla="*/ 7675 w 52326"/>
                <a:gd name="connsiteY2" fmla="*/ 44652 h 52326"/>
                <a:gd name="connsiteX3" fmla="*/ 26163 w 52326"/>
                <a:gd name="connsiteY3" fmla="*/ 52326 h 52326"/>
                <a:gd name="connsiteX4" fmla="*/ 52326 w 52326"/>
                <a:gd name="connsiteY4" fmla="*/ 26163 h 52326"/>
                <a:gd name="connsiteX5" fmla="*/ 44652 w 52326"/>
                <a:gd name="connsiteY5" fmla="*/ 7675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1" y="0"/>
                    <a:pt x="0" y="11861"/>
                    <a:pt x="0" y="26163"/>
                  </a:cubicBezTo>
                  <a:cubicBezTo>
                    <a:pt x="0" y="33489"/>
                    <a:pt x="2791" y="39768"/>
                    <a:pt x="7675" y="44652"/>
                  </a:cubicBezTo>
                  <a:cubicBezTo>
                    <a:pt x="12558" y="49535"/>
                    <a:pt x="18838" y="52326"/>
                    <a:pt x="26163" y="52326"/>
                  </a:cubicBezTo>
                  <a:cubicBezTo>
                    <a:pt x="40465" y="52326"/>
                    <a:pt x="52326" y="40465"/>
                    <a:pt x="52326" y="26163"/>
                  </a:cubicBez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649" name="Freeform: Shape 648">
              <a:extLst>
                <a:ext uri="{FF2B5EF4-FFF2-40B4-BE49-F238E27FC236}">
                  <a16:creationId xmlns:a16="http://schemas.microsoft.com/office/drawing/2014/main" id="{CB95E668-D1E4-B013-FAB8-CCD9F228101A}"/>
                </a:ext>
              </a:extLst>
            </p:cNvPr>
            <p:cNvSpPr/>
            <p:nvPr/>
          </p:nvSpPr>
          <p:spPr>
            <a:xfrm>
              <a:off x="5441922"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1" y="52326"/>
                    <a:pt x="26163" y="52326"/>
                  </a:cubicBezTo>
                  <a:lnTo>
                    <a:pt x="26163" y="52326"/>
                  </a:ln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650" name="Freeform: Shape 649">
              <a:extLst>
                <a:ext uri="{FF2B5EF4-FFF2-40B4-BE49-F238E27FC236}">
                  <a16:creationId xmlns:a16="http://schemas.microsoft.com/office/drawing/2014/main" id="{E89466AB-19DB-8CE7-E08F-59CA4369127A}"/>
                </a:ext>
              </a:extLst>
            </p:cNvPr>
            <p:cNvSpPr/>
            <p:nvPr/>
          </p:nvSpPr>
          <p:spPr>
            <a:xfrm>
              <a:off x="5860532" y="4920296"/>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20930 w 52326"/>
                <a:gd name="connsiteY5" fmla="*/ 51629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1" y="0"/>
                    <a:pt x="0" y="11861"/>
                    <a:pt x="0" y="26163"/>
                  </a:cubicBezTo>
                  <a:lnTo>
                    <a:pt x="0" y="26163"/>
                  </a:lnTo>
                  <a:cubicBezTo>
                    <a:pt x="0" y="38721"/>
                    <a:pt x="9070" y="49187"/>
                    <a:pt x="20930" y="51629"/>
                  </a:cubicBezTo>
                  <a:cubicBezTo>
                    <a:pt x="22675" y="51977"/>
                    <a:pt x="24419" y="52326"/>
                    <a:pt x="26163" y="52326"/>
                  </a:cubicBez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51" name="Freeform: Shape 650">
              <a:extLst>
                <a:ext uri="{FF2B5EF4-FFF2-40B4-BE49-F238E27FC236}">
                  <a16:creationId xmlns:a16="http://schemas.microsoft.com/office/drawing/2014/main" id="{263D6C27-D1D4-52E6-1280-7FAC06A084FA}"/>
                </a:ext>
              </a:extLst>
            </p:cNvPr>
            <p:cNvSpPr/>
            <p:nvPr/>
          </p:nvSpPr>
          <p:spPr>
            <a:xfrm>
              <a:off x="4081442"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5" y="0"/>
                    <a:pt x="26163" y="0"/>
                  </a:cubicBezTo>
                  <a:cubicBezTo>
                    <a:pt x="11861" y="0"/>
                    <a:pt x="0" y="11861"/>
                    <a:pt x="0" y="26163"/>
                  </a:cubicBezTo>
                  <a:lnTo>
                    <a:pt x="0" y="26163"/>
                  </a:ln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652" name="Freeform: Shape 651">
              <a:extLst>
                <a:ext uri="{FF2B5EF4-FFF2-40B4-BE49-F238E27FC236}">
                  <a16:creationId xmlns:a16="http://schemas.microsoft.com/office/drawing/2014/main" id="{58E1492E-6E6B-9168-E6E1-3D276895FAD2}"/>
                </a:ext>
              </a:extLst>
            </p:cNvPr>
            <p:cNvSpPr/>
            <p:nvPr/>
          </p:nvSpPr>
          <p:spPr>
            <a:xfrm>
              <a:off x="575587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3" name="Freeform: Shape 652">
              <a:extLst>
                <a:ext uri="{FF2B5EF4-FFF2-40B4-BE49-F238E27FC236}">
                  <a16:creationId xmlns:a16="http://schemas.microsoft.com/office/drawing/2014/main" id="{CAA4D2B7-2335-65EF-78D0-EBA2CA4620B1}"/>
                </a:ext>
              </a:extLst>
            </p:cNvPr>
            <p:cNvSpPr/>
            <p:nvPr/>
          </p:nvSpPr>
          <p:spPr>
            <a:xfrm>
              <a:off x="596518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54" name="Freeform: Shape 653">
              <a:extLst>
                <a:ext uri="{FF2B5EF4-FFF2-40B4-BE49-F238E27FC236}">
                  <a16:creationId xmlns:a16="http://schemas.microsoft.com/office/drawing/2014/main" id="{94D6FE02-2CF5-99EA-24DA-02197DDD88E8}"/>
                </a:ext>
              </a:extLst>
            </p:cNvPr>
            <p:cNvSpPr/>
            <p:nvPr/>
          </p:nvSpPr>
          <p:spPr>
            <a:xfrm>
              <a:off x="554657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5" name="Freeform: Shape 654">
              <a:extLst>
                <a:ext uri="{FF2B5EF4-FFF2-40B4-BE49-F238E27FC236}">
                  <a16:creationId xmlns:a16="http://schemas.microsoft.com/office/drawing/2014/main" id="{23925FF4-B8BF-2475-C854-F5A1955C12B6}"/>
                </a:ext>
              </a:extLst>
            </p:cNvPr>
            <p:cNvSpPr/>
            <p:nvPr/>
          </p:nvSpPr>
          <p:spPr>
            <a:xfrm>
              <a:off x="565122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6" name="Freeform: Shape 655">
              <a:extLst>
                <a:ext uri="{FF2B5EF4-FFF2-40B4-BE49-F238E27FC236}">
                  <a16:creationId xmlns:a16="http://schemas.microsoft.com/office/drawing/2014/main" id="{D08B7AF8-7340-2B1B-E9ED-52A87B24CF1E}"/>
                </a:ext>
              </a:extLst>
            </p:cNvPr>
            <p:cNvSpPr/>
            <p:nvPr/>
          </p:nvSpPr>
          <p:spPr>
            <a:xfrm>
              <a:off x="5232618"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57" name="Freeform: Shape 656">
              <a:extLst>
                <a:ext uri="{FF2B5EF4-FFF2-40B4-BE49-F238E27FC236}">
                  <a16:creationId xmlns:a16="http://schemas.microsoft.com/office/drawing/2014/main" id="{EE0AA163-8DED-DB1D-D9EE-FFD4ECFE3901}"/>
                </a:ext>
              </a:extLst>
            </p:cNvPr>
            <p:cNvSpPr/>
            <p:nvPr/>
          </p:nvSpPr>
          <p:spPr>
            <a:xfrm>
              <a:off x="418609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58" name="Freeform: Shape 657">
              <a:extLst>
                <a:ext uri="{FF2B5EF4-FFF2-40B4-BE49-F238E27FC236}">
                  <a16:creationId xmlns:a16="http://schemas.microsoft.com/office/drawing/2014/main" id="{2C9EDA15-DE62-F8BE-BCEF-9DB375CF6775}"/>
                </a:ext>
              </a:extLst>
            </p:cNvPr>
            <p:cNvSpPr/>
            <p:nvPr/>
          </p:nvSpPr>
          <p:spPr>
            <a:xfrm>
              <a:off x="544192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59" name="Freeform: Shape 658">
              <a:extLst>
                <a:ext uri="{FF2B5EF4-FFF2-40B4-BE49-F238E27FC236}">
                  <a16:creationId xmlns:a16="http://schemas.microsoft.com/office/drawing/2014/main" id="{CEE62A1F-BC17-4FE7-2E96-379043280578}"/>
                </a:ext>
              </a:extLst>
            </p:cNvPr>
            <p:cNvSpPr/>
            <p:nvPr/>
          </p:nvSpPr>
          <p:spPr>
            <a:xfrm>
              <a:off x="470935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60" name="Freeform: Shape 659">
              <a:extLst>
                <a:ext uri="{FF2B5EF4-FFF2-40B4-BE49-F238E27FC236}">
                  <a16:creationId xmlns:a16="http://schemas.microsoft.com/office/drawing/2014/main" id="{A6BE40A2-B351-EF97-B8A0-E155B1CFE322}"/>
                </a:ext>
              </a:extLst>
            </p:cNvPr>
            <p:cNvSpPr/>
            <p:nvPr/>
          </p:nvSpPr>
          <p:spPr>
            <a:xfrm>
              <a:off x="4290746" y="4920296"/>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26163 w 52326"/>
                <a:gd name="connsiteY8"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0"/>
                  </a:moveTo>
                  <a:lnTo>
                    <a:pt x="26163" y="0"/>
                  </a:lnTo>
                  <a:cubicBezTo>
                    <a:pt x="24768" y="0"/>
                    <a:pt x="23372" y="0"/>
                    <a:pt x="21977" y="349"/>
                  </a:cubicBezTo>
                  <a:cubicBezTo>
                    <a:pt x="21628" y="349"/>
                    <a:pt x="21279" y="349"/>
                    <a:pt x="20930" y="349"/>
                  </a:cubicBezTo>
                  <a:cubicBezTo>
                    <a:pt x="9070" y="2791"/>
                    <a:pt x="0" y="13256"/>
                    <a:pt x="0" y="25814"/>
                  </a:cubicBezTo>
                  <a:cubicBezTo>
                    <a:pt x="0" y="40117"/>
                    <a:pt x="11861" y="51977"/>
                    <a:pt x="26163" y="51977"/>
                  </a:cubicBezTo>
                  <a:lnTo>
                    <a:pt x="26163" y="51977"/>
                  </a:lnTo>
                  <a:cubicBezTo>
                    <a:pt x="40465" y="51977"/>
                    <a:pt x="52326" y="40117"/>
                    <a:pt x="52326" y="25814"/>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61" name="Freeform: Shape 660">
              <a:extLst>
                <a:ext uri="{FF2B5EF4-FFF2-40B4-BE49-F238E27FC236}">
                  <a16:creationId xmlns:a16="http://schemas.microsoft.com/office/drawing/2014/main" id="{8F87AC1D-3F55-8545-4FDF-9B63FC005C0D}"/>
                </a:ext>
              </a:extLst>
            </p:cNvPr>
            <p:cNvSpPr/>
            <p:nvPr/>
          </p:nvSpPr>
          <p:spPr>
            <a:xfrm>
              <a:off x="282561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2" name="Freeform: Shape 661">
              <a:extLst>
                <a:ext uri="{FF2B5EF4-FFF2-40B4-BE49-F238E27FC236}">
                  <a16:creationId xmlns:a16="http://schemas.microsoft.com/office/drawing/2014/main" id="{FC2F495C-91BE-EE7C-66D4-A7B8E5FFA705}"/>
                </a:ext>
              </a:extLst>
            </p:cNvPr>
            <p:cNvSpPr/>
            <p:nvPr/>
          </p:nvSpPr>
          <p:spPr>
            <a:xfrm>
              <a:off x="272096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3" name="Freeform: Shape 662">
              <a:extLst>
                <a:ext uri="{FF2B5EF4-FFF2-40B4-BE49-F238E27FC236}">
                  <a16:creationId xmlns:a16="http://schemas.microsoft.com/office/drawing/2014/main" id="{90A9284D-AB08-5048-2443-2FBF08246F16}"/>
                </a:ext>
              </a:extLst>
            </p:cNvPr>
            <p:cNvSpPr/>
            <p:nvPr/>
          </p:nvSpPr>
          <p:spPr>
            <a:xfrm>
              <a:off x="251165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4" name="Freeform: Shape 663">
              <a:extLst>
                <a:ext uri="{FF2B5EF4-FFF2-40B4-BE49-F238E27FC236}">
                  <a16:creationId xmlns:a16="http://schemas.microsoft.com/office/drawing/2014/main" id="{A7B3FDC2-778E-7FF2-42ED-9F26382DDAA5}"/>
                </a:ext>
              </a:extLst>
            </p:cNvPr>
            <p:cNvSpPr/>
            <p:nvPr/>
          </p:nvSpPr>
          <p:spPr>
            <a:xfrm>
              <a:off x="198839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3" y="52326"/>
                    <a:pt x="26163" y="52326"/>
                  </a:cubicBezTo>
                  <a:cubicBezTo>
                    <a:pt x="11714" y="52326"/>
                    <a:pt x="0" y="40612"/>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5" name="Freeform: Shape 664">
              <a:extLst>
                <a:ext uri="{FF2B5EF4-FFF2-40B4-BE49-F238E27FC236}">
                  <a16:creationId xmlns:a16="http://schemas.microsoft.com/office/drawing/2014/main" id="{AED24AA7-F2F3-26F7-C381-501D2A314C32}"/>
                </a:ext>
              </a:extLst>
            </p:cNvPr>
            <p:cNvSpPr/>
            <p:nvPr/>
          </p:nvSpPr>
          <p:spPr>
            <a:xfrm>
              <a:off x="1255828" y="4187729"/>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66" name="Freeform: Shape 665">
              <a:extLst>
                <a:ext uri="{FF2B5EF4-FFF2-40B4-BE49-F238E27FC236}">
                  <a16:creationId xmlns:a16="http://schemas.microsoft.com/office/drawing/2014/main" id="{B98E3DAA-BBAC-9408-7015-B8F5F5BDBE3F}"/>
                </a:ext>
              </a:extLst>
            </p:cNvPr>
            <p:cNvSpPr/>
            <p:nvPr/>
          </p:nvSpPr>
          <p:spPr>
            <a:xfrm>
              <a:off x="104652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67" name="Freeform: Shape 666">
              <a:extLst>
                <a:ext uri="{FF2B5EF4-FFF2-40B4-BE49-F238E27FC236}">
                  <a16:creationId xmlns:a16="http://schemas.microsoft.com/office/drawing/2014/main" id="{896173A7-F307-1730-C73C-DE014BA52F6E}"/>
                </a:ext>
              </a:extLst>
            </p:cNvPr>
            <p:cNvSpPr/>
            <p:nvPr/>
          </p:nvSpPr>
          <p:spPr>
            <a:xfrm>
              <a:off x="313957"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68" name="Freeform: Shape 667">
              <a:extLst>
                <a:ext uri="{FF2B5EF4-FFF2-40B4-BE49-F238E27FC236}">
                  <a16:creationId xmlns:a16="http://schemas.microsoft.com/office/drawing/2014/main" id="{B73A2FC6-5FBA-C74E-F079-BB77DB8156C5}"/>
                </a:ext>
              </a:extLst>
            </p:cNvPr>
            <p:cNvSpPr/>
            <p:nvPr/>
          </p:nvSpPr>
          <p:spPr>
            <a:xfrm>
              <a:off x="209304"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669" name="Freeform: Shape 668">
              <a:extLst>
                <a:ext uri="{FF2B5EF4-FFF2-40B4-BE49-F238E27FC236}">
                  <a16:creationId xmlns:a16="http://schemas.microsoft.com/office/drawing/2014/main" id="{9A1298E9-5CD3-AFC7-5CAE-6FD98AA71662}"/>
                </a:ext>
              </a:extLst>
            </p:cNvPr>
            <p:cNvSpPr/>
            <p:nvPr/>
          </p:nvSpPr>
          <p:spPr>
            <a:xfrm>
              <a:off x="104652"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70" name="Freeform: Shape 669">
              <a:extLst>
                <a:ext uri="{FF2B5EF4-FFF2-40B4-BE49-F238E27FC236}">
                  <a16:creationId xmlns:a16="http://schemas.microsoft.com/office/drawing/2014/main" id="{25F136B6-7696-71D8-149E-3DE54FB9A9FD}"/>
                </a:ext>
              </a:extLst>
            </p:cNvPr>
            <p:cNvSpPr/>
            <p:nvPr/>
          </p:nvSpPr>
          <p:spPr>
            <a:xfrm>
              <a:off x="56512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1" name="Freeform: Shape 670">
              <a:extLst>
                <a:ext uri="{FF2B5EF4-FFF2-40B4-BE49-F238E27FC236}">
                  <a16:creationId xmlns:a16="http://schemas.microsoft.com/office/drawing/2014/main" id="{4611DA61-6376-D398-7BFC-D1159448A9F4}"/>
                </a:ext>
              </a:extLst>
            </p:cNvPr>
            <p:cNvSpPr/>
            <p:nvPr/>
          </p:nvSpPr>
          <p:spPr>
            <a:xfrm>
              <a:off x="2825613" y="4920296"/>
              <a:ext cx="52326" cy="52326"/>
            </a:xfrm>
            <a:custGeom>
              <a:avLst/>
              <a:gdLst>
                <a:gd name="connsiteX0" fmla="*/ 26163 w 52326"/>
                <a:gd name="connsiteY0" fmla="*/ 52326 h 52326"/>
                <a:gd name="connsiteX1" fmla="*/ 51280 w 52326"/>
                <a:gd name="connsiteY1" fmla="*/ 33837 h 52326"/>
                <a:gd name="connsiteX2" fmla="*/ 52326 w 52326"/>
                <a:gd name="connsiteY2" fmla="*/ 26163 h 52326"/>
                <a:gd name="connsiteX3" fmla="*/ 26163 w 52326"/>
                <a:gd name="connsiteY3" fmla="*/ 0 h 52326"/>
                <a:gd name="connsiteX4" fmla="*/ 1046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4" y="52326"/>
                    <a:pt x="47791" y="44652"/>
                    <a:pt x="51280" y="33837"/>
                  </a:cubicBezTo>
                  <a:cubicBezTo>
                    <a:pt x="51977" y="31396"/>
                    <a:pt x="52326" y="28605"/>
                    <a:pt x="52326" y="26163"/>
                  </a:cubicBezTo>
                  <a:cubicBezTo>
                    <a:pt x="52326" y="11861"/>
                    <a:pt x="40465" y="0"/>
                    <a:pt x="26163" y="0"/>
                  </a:cubicBezTo>
                  <a:cubicBezTo>
                    <a:pt x="14302" y="0"/>
                    <a:pt x="4535" y="7675"/>
                    <a:pt x="1046" y="18489"/>
                  </a:cubicBezTo>
                  <a:cubicBezTo>
                    <a:pt x="349" y="20930"/>
                    <a:pt x="0" y="2372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72" name="Freeform: Shape 671">
              <a:extLst>
                <a:ext uri="{FF2B5EF4-FFF2-40B4-BE49-F238E27FC236}">
                  <a16:creationId xmlns:a16="http://schemas.microsoft.com/office/drawing/2014/main" id="{95DD4EB4-F1CA-9CAA-61F7-DE09C2145BFE}"/>
                </a:ext>
              </a:extLst>
            </p:cNvPr>
            <p:cNvSpPr/>
            <p:nvPr/>
          </p:nvSpPr>
          <p:spPr>
            <a:xfrm>
              <a:off x="6069488" y="4606338"/>
              <a:ext cx="52674" cy="52326"/>
            </a:xfrm>
            <a:custGeom>
              <a:avLst/>
              <a:gdLst>
                <a:gd name="connsiteX0" fmla="*/ 26512 w 52674"/>
                <a:gd name="connsiteY0" fmla="*/ 52326 h 52326"/>
                <a:gd name="connsiteX1" fmla="*/ 26512 w 52674"/>
                <a:gd name="connsiteY1" fmla="*/ 52326 h 52326"/>
                <a:gd name="connsiteX2" fmla="*/ 45001 w 52674"/>
                <a:gd name="connsiteY2" fmla="*/ 44652 h 52326"/>
                <a:gd name="connsiteX3" fmla="*/ 51628 w 52674"/>
                <a:gd name="connsiteY3" fmla="*/ 33838 h 52326"/>
                <a:gd name="connsiteX4" fmla="*/ 52675 w 52674"/>
                <a:gd name="connsiteY4" fmla="*/ 26163 h 52326"/>
                <a:gd name="connsiteX5" fmla="*/ 52675 w 52674"/>
                <a:gd name="connsiteY5" fmla="*/ 23372 h 52326"/>
                <a:gd name="connsiteX6" fmla="*/ 29303 w 52674"/>
                <a:gd name="connsiteY6" fmla="*/ 0 h 52326"/>
                <a:gd name="connsiteX7" fmla="*/ 26512 w 52674"/>
                <a:gd name="connsiteY7" fmla="*/ 0 h 52326"/>
                <a:gd name="connsiteX8" fmla="*/ 23023 w 52674"/>
                <a:gd name="connsiteY8" fmla="*/ 349 h 52326"/>
                <a:gd name="connsiteX9" fmla="*/ 22326 w 52674"/>
                <a:gd name="connsiteY9" fmla="*/ 349 h 52326"/>
                <a:gd name="connsiteX10" fmla="*/ 15698 w 52674"/>
                <a:gd name="connsiteY10" fmla="*/ 2442 h 52326"/>
                <a:gd name="connsiteX11" fmla="*/ 15000 w 52674"/>
                <a:gd name="connsiteY11" fmla="*/ 2791 h 52326"/>
                <a:gd name="connsiteX12" fmla="*/ 9767 w 52674"/>
                <a:gd name="connsiteY12" fmla="*/ 6279 h 52326"/>
                <a:gd name="connsiteX13" fmla="*/ 9070 w 52674"/>
                <a:gd name="connsiteY13" fmla="*/ 6977 h 52326"/>
                <a:gd name="connsiteX14" fmla="*/ 7674 w 52674"/>
                <a:gd name="connsiteY14" fmla="*/ 8372 h 52326"/>
                <a:gd name="connsiteX15" fmla="*/ 6977 w 52674"/>
                <a:gd name="connsiteY15" fmla="*/ 9070 h 52326"/>
                <a:gd name="connsiteX16" fmla="*/ 5581 w 52674"/>
                <a:gd name="connsiteY16" fmla="*/ 10465 h 52326"/>
                <a:gd name="connsiteX17" fmla="*/ 4884 w 52674"/>
                <a:gd name="connsiteY17" fmla="*/ 11163 h 52326"/>
                <a:gd name="connsiteX18" fmla="*/ 3488 w 52674"/>
                <a:gd name="connsiteY18" fmla="*/ 13605 h 52326"/>
                <a:gd name="connsiteX19" fmla="*/ 3488 w 52674"/>
                <a:gd name="connsiteY19" fmla="*/ 13605 h 52326"/>
                <a:gd name="connsiteX20" fmla="*/ 2093 w 52674"/>
                <a:gd name="connsiteY20" fmla="*/ 16396 h 52326"/>
                <a:gd name="connsiteX21" fmla="*/ 1744 w 52674"/>
                <a:gd name="connsiteY21" fmla="*/ 17093 h 52326"/>
                <a:gd name="connsiteX22" fmla="*/ 1046 w 52674"/>
                <a:gd name="connsiteY22" fmla="*/ 19186 h 52326"/>
                <a:gd name="connsiteX23" fmla="*/ 698 w 52674"/>
                <a:gd name="connsiteY23" fmla="*/ 20233 h 52326"/>
                <a:gd name="connsiteX24" fmla="*/ 349 w 52674"/>
                <a:gd name="connsiteY24" fmla="*/ 22326 h 52326"/>
                <a:gd name="connsiteX25" fmla="*/ 349 w 52674"/>
                <a:gd name="connsiteY25" fmla="*/ 23372 h 52326"/>
                <a:gd name="connsiteX26" fmla="*/ 0 w 52674"/>
                <a:gd name="connsiteY26" fmla="*/ 26512 h 52326"/>
                <a:gd name="connsiteX27" fmla="*/ 0 w 52674"/>
                <a:gd name="connsiteY27" fmla="*/ 26512 h 52326"/>
                <a:gd name="connsiteX28" fmla="*/ 26512 w 52674"/>
                <a:gd name="connsiteY2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674" h="52326">
                  <a:moveTo>
                    <a:pt x="26512" y="52326"/>
                  </a:moveTo>
                  <a:lnTo>
                    <a:pt x="26512" y="52326"/>
                  </a:lnTo>
                  <a:cubicBezTo>
                    <a:pt x="33837" y="52326"/>
                    <a:pt x="40117" y="49535"/>
                    <a:pt x="45001" y="44652"/>
                  </a:cubicBezTo>
                  <a:cubicBezTo>
                    <a:pt x="47791" y="41861"/>
                    <a:pt x="50233" y="38024"/>
                    <a:pt x="51628" y="33838"/>
                  </a:cubicBezTo>
                  <a:cubicBezTo>
                    <a:pt x="52326" y="31396"/>
                    <a:pt x="52675" y="28605"/>
                    <a:pt x="52675" y="26163"/>
                  </a:cubicBezTo>
                  <a:cubicBezTo>
                    <a:pt x="52675" y="25117"/>
                    <a:pt x="52675" y="24419"/>
                    <a:pt x="52675" y="23372"/>
                  </a:cubicBezTo>
                  <a:cubicBezTo>
                    <a:pt x="51279" y="11163"/>
                    <a:pt x="41512" y="1395"/>
                    <a:pt x="29303" y="0"/>
                  </a:cubicBezTo>
                  <a:cubicBezTo>
                    <a:pt x="28256" y="0"/>
                    <a:pt x="27559" y="0"/>
                    <a:pt x="26512" y="0"/>
                  </a:cubicBezTo>
                  <a:cubicBezTo>
                    <a:pt x="25465" y="0"/>
                    <a:pt x="24070" y="0"/>
                    <a:pt x="23023" y="349"/>
                  </a:cubicBezTo>
                  <a:cubicBezTo>
                    <a:pt x="22675" y="349"/>
                    <a:pt x="22326" y="349"/>
                    <a:pt x="22326" y="349"/>
                  </a:cubicBezTo>
                  <a:cubicBezTo>
                    <a:pt x="19884" y="698"/>
                    <a:pt x="17791" y="1395"/>
                    <a:pt x="15698" y="2442"/>
                  </a:cubicBezTo>
                  <a:cubicBezTo>
                    <a:pt x="15349" y="2442"/>
                    <a:pt x="15349" y="2791"/>
                    <a:pt x="15000" y="2791"/>
                  </a:cubicBezTo>
                  <a:cubicBezTo>
                    <a:pt x="13256" y="3837"/>
                    <a:pt x="11512" y="4884"/>
                    <a:pt x="9767" y="6279"/>
                  </a:cubicBezTo>
                  <a:cubicBezTo>
                    <a:pt x="9419" y="6628"/>
                    <a:pt x="9419" y="6628"/>
                    <a:pt x="9070" y="6977"/>
                  </a:cubicBezTo>
                  <a:cubicBezTo>
                    <a:pt x="8721" y="7326"/>
                    <a:pt x="8023" y="8023"/>
                    <a:pt x="7674" y="8372"/>
                  </a:cubicBezTo>
                  <a:cubicBezTo>
                    <a:pt x="7326" y="8721"/>
                    <a:pt x="7326" y="8721"/>
                    <a:pt x="6977" y="9070"/>
                  </a:cubicBezTo>
                  <a:cubicBezTo>
                    <a:pt x="6628" y="9419"/>
                    <a:pt x="6279" y="10116"/>
                    <a:pt x="5581" y="10465"/>
                  </a:cubicBezTo>
                  <a:cubicBezTo>
                    <a:pt x="5233" y="10814"/>
                    <a:pt x="5233" y="10814"/>
                    <a:pt x="4884" y="11163"/>
                  </a:cubicBezTo>
                  <a:cubicBezTo>
                    <a:pt x="4186" y="11861"/>
                    <a:pt x="3837" y="12907"/>
                    <a:pt x="3488" y="13605"/>
                  </a:cubicBezTo>
                  <a:cubicBezTo>
                    <a:pt x="3488" y="13605"/>
                    <a:pt x="3488" y="13605"/>
                    <a:pt x="3488" y="13605"/>
                  </a:cubicBezTo>
                  <a:cubicBezTo>
                    <a:pt x="3140" y="14302"/>
                    <a:pt x="2790" y="15349"/>
                    <a:pt x="2093" y="16396"/>
                  </a:cubicBezTo>
                  <a:cubicBezTo>
                    <a:pt x="2093" y="16744"/>
                    <a:pt x="1744" y="17093"/>
                    <a:pt x="1744" y="17093"/>
                  </a:cubicBezTo>
                  <a:cubicBezTo>
                    <a:pt x="1395" y="17791"/>
                    <a:pt x="1395" y="18489"/>
                    <a:pt x="1046" y="19186"/>
                  </a:cubicBezTo>
                  <a:cubicBezTo>
                    <a:pt x="1046" y="19535"/>
                    <a:pt x="698" y="19884"/>
                    <a:pt x="698" y="20233"/>
                  </a:cubicBezTo>
                  <a:cubicBezTo>
                    <a:pt x="698" y="20930"/>
                    <a:pt x="349" y="21628"/>
                    <a:pt x="349" y="22326"/>
                  </a:cubicBezTo>
                  <a:cubicBezTo>
                    <a:pt x="349" y="22675"/>
                    <a:pt x="349" y="23023"/>
                    <a:pt x="349" y="23372"/>
                  </a:cubicBezTo>
                  <a:cubicBezTo>
                    <a:pt x="349" y="24419"/>
                    <a:pt x="0" y="25465"/>
                    <a:pt x="0" y="26512"/>
                  </a:cubicBezTo>
                  <a:cubicBezTo>
                    <a:pt x="0" y="26512"/>
                    <a:pt x="0" y="26512"/>
                    <a:pt x="0" y="26512"/>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673" name="Freeform: Shape 672">
              <a:extLst>
                <a:ext uri="{FF2B5EF4-FFF2-40B4-BE49-F238E27FC236}">
                  <a16:creationId xmlns:a16="http://schemas.microsoft.com/office/drawing/2014/main" id="{D89A317B-204C-3AD4-DD2A-AF23C74FCBF5}"/>
                </a:ext>
              </a:extLst>
            </p:cNvPr>
            <p:cNvSpPr/>
            <p:nvPr/>
          </p:nvSpPr>
          <p:spPr>
            <a:xfrm>
              <a:off x="4709356"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4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5" y="52326"/>
                    <a:pt x="52326" y="40465"/>
                    <a:pt x="52326" y="26163"/>
                  </a:cubicBezTo>
                  <a:cubicBezTo>
                    <a:pt x="52326" y="16047"/>
                    <a:pt x="46396" y="7326"/>
                    <a:pt x="38024" y="2791"/>
                  </a:cubicBezTo>
                  <a:cubicBezTo>
                    <a:pt x="34535" y="1046"/>
                    <a:pt x="30349" y="0"/>
                    <a:pt x="26163" y="0"/>
                  </a:cubicBezTo>
                  <a:lnTo>
                    <a:pt x="26163" y="0"/>
                  </a:lnTo>
                  <a:cubicBezTo>
                    <a:pt x="11861"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74" name="Freeform: Shape 673">
              <a:extLst>
                <a:ext uri="{FF2B5EF4-FFF2-40B4-BE49-F238E27FC236}">
                  <a16:creationId xmlns:a16="http://schemas.microsoft.com/office/drawing/2014/main" id="{4B76A08E-48C8-FC7A-B01C-73DE5BA71C87}"/>
                </a:ext>
              </a:extLst>
            </p:cNvPr>
            <p:cNvSpPr/>
            <p:nvPr/>
          </p:nvSpPr>
          <p:spPr>
            <a:xfrm>
              <a:off x="533727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75" name="Freeform: Shape 674">
              <a:extLst>
                <a:ext uri="{FF2B5EF4-FFF2-40B4-BE49-F238E27FC236}">
                  <a16:creationId xmlns:a16="http://schemas.microsoft.com/office/drawing/2014/main" id="{D8ECB1B5-EC00-5F2E-2BA8-ABF1B8584425}"/>
                </a:ext>
              </a:extLst>
            </p:cNvPr>
            <p:cNvSpPr/>
            <p:nvPr/>
          </p:nvSpPr>
          <p:spPr>
            <a:xfrm>
              <a:off x="502331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6" name="Freeform: Shape 675">
              <a:extLst>
                <a:ext uri="{FF2B5EF4-FFF2-40B4-BE49-F238E27FC236}">
                  <a16:creationId xmlns:a16="http://schemas.microsoft.com/office/drawing/2014/main" id="{CB243276-2F70-692B-B8F4-D2E2CA091ECB}"/>
                </a:ext>
              </a:extLst>
            </p:cNvPr>
            <p:cNvSpPr/>
            <p:nvPr/>
          </p:nvSpPr>
          <p:spPr>
            <a:xfrm>
              <a:off x="481400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77" name="Freeform: Shape 676">
              <a:extLst>
                <a:ext uri="{FF2B5EF4-FFF2-40B4-BE49-F238E27FC236}">
                  <a16:creationId xmlns:a16="http://schemas.microsoft.com/office/drawing/2014/main" id="{6D769031-FB82-A48D-65C0-0C31FA048455}"/>
                </a:ext>
              </a:extLst>
            </p:cNvPr>
            <p:cNvSpPr/>
            <p:nvPr/>
          </p:nvSpPr>
          <p:spPr>
            <a:xfrm>
              <a:off x="4395399"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78" name="Freeform: Shape 677">
              <a:extLst>
                <a:ext uri="{FF2B5EF4-FFF2-40B4-BE49-F238E27FC236}">
                  <a16:creationId xmlns:a16="http://schemas.microsoft.com/office/drawing/2014/main" id="{43147205-32F6-9242-3C8A-A4F1A3EE0156}"/>
                </a:ext>
              </a:extLst>
            </p:cNvPr>
            <p:cNvSpPr/>
            <p:nvPr/>
          </p:nvSpPr>
          <p:spPr>
            <a:xfrm>
              <a:off x="3872137"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3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5" y="52326"/>
                    <a:pt x="52326" y="40465"/>
                    <a:pt x="52326" y="26163"/>
                  </a:cubicBezTo>
                  <a:cubicBezTo>
                    <a:pt x="52326" y="12907"/>
                    <a:pt x="42210" y="1744"/>
                    <a:pt x="29303" y="349"/>
                  </a:cubicBezTo>
                  <a:cubicBezTo>
                    <a:pt x="28256" y="349"/>
                    <a:pt x="2721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679" name="Freeform: Shape 678">
              <a:extLst>
                <a:ext uri="{FF2B5EF4-FFF2-40B4-BE49-F238E27FC236}">
                  <a16:creationId xmlns:a16="http://schemas.microsoft.com/office/drawing/2014/main" id="{2C424E23-CE18-2ABB-BA67-E86CD1556D35}"/>
                </a:ext>
              </a:extLst>
            </p:cNvPr>
            <p:cNvSpPr/>
            <p:nvPr/>
          </p:nvSpPr>
          <p:spPr>
            <a:xfrm>
              <a:off x="355818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80" name="Freeform: Shape 679">
              <a:extLst>
                <a:ext uri="{FF2B5EF4-FFF2-40B4-BE49-F238E27FC236}">
                  <a16:creationId xmlns:a16="http://schemas.microsoft.com/office/drawing/2014/main" id="{E1BB897F-C4CC-0B66-B433-05F378C3D368}"/>
                </a:ext>
              </a:extLst>
            </p:cNvPr>
            <p:cNvSpPr/>
            <p:nvPr/>
          </p:nvSpPr>
          <p:spPr>
            <a:xfrm>
              <a:off x="355818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1" name="Freeform: Shape 680">
              <a:extLst>
                <a:ext uri="{FF2B5EF4-FFF2-40B4-BE49-F238E27FC236}">
                  <a16:creationId xmlns:a16="http://schemas.microsoft.com/office/drawing/2014/main" id="{3DD63133-3CB2-9EFF-C3D8-C179CF1BEC9E}"/>
                </a:ext>
              </a:extLst>
            </p:cNvPr>
            <p:cNvSpPr/>
            <p:nvPr/>
          </p:nvSpPr>
          <p:spPr>
            <a:xfrm>
              <a:off x="324422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2" name="Freeform: Shape 681">
              <a:extLst>
                <a:ext uri="{FF2B5EF4-FFF2-40B4-BE49-F238E27FC236}">
                  <a16:creationId xmlns:a16="http://schemas.microsoft.com/office/drawing/2014/main" id="{66A81945-A5BE-DD9D-D326-4ED7BFBF2373}"/>
                </a:ext>
              </a:extLst>
            </p:cNvPr>
            <p:cNvSpPr/>
            <p:nvPr/>
          </p:nvSpPr>
          <p:spPr>
            <a:xfrm>
              <a:off x="272096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3" y="52326"/>
                    <a:pt x="26163" y="52326"/>
                  </a:cubicBezTo>
                  <a:cubicBezTo>
                    <a:pt x="11714" y="52326"/>
                    <a:pt x="0" y="40613"/>
                    <a:pt x="0" y="26163"/>
                  </a:cubicBezTo>
                  <a:cubicBezTo>
                    <a:pt x="0" y="11714"/>
                    <a:pt x="11714" y="0"/>
                    <a:pt x="26163" y="0"/>
                  </a:cubicBezTo>
                  <a:cubicBezTo>
                    <a:pt x="40613" y="0"/>
                    <a:pt x="52326" y="11714"/>
                    <a:pt x="52326" y="26163"/>
                  </a:cubicBezTo>
                  <a:close/>
                </a:path>
              </a:pathLst>
            </a:custGeom>
            <a:grpFill/>
            <a:ln w="3488" cap="flat">
              <a:noFill/>
              <a:prstDash val="solid"/>
              <a:miter/>
            </a:ln>
          </p:spPr>
          <p:txBody>
            <a:bodyPr rtlCol="0" anchor="ctr"/>
            <a:lstStyle/>
            <a:p>
              <a:endParaRPr lang="en-ID"/>
            </a:p>
          </p:txBody>
        </p:sp>
        <p:sp>
          <p:nvSpPr>
            <p:cNvPr id="683" name="Freeform: Shape 682">
              <a:extLst>
                <a:ext uri="{FF2B5EF4-FFF2-40B4-BE49-F238E27FC236}">
                  <a16:creationId xmlns:a16="http://schemas.microsoft.com/office/drawing/2014/main" id="{47A007E7-B547-6DD9-1869-C167CC3489D0}"/>
                </a:ext>
              </a:extLst>
            </p:cNvPr>
            <p:cNvSpPr/>
            <p:nvPr/>
          </p:nvSpPr>
          <p:spPr>
            <a:xfrm>
              <a:off x="167443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684" name="Freeform: Shape 683">
              <a:extLst>
                <a:ext uri="{FF2B5EF4-FFF2-40B4-BE49-F238E27FC236}">
                  <a16:creationId xmlns:a16="http://schemas.microsoft.com/office/drawing/2014/main" id="{879A4D9C-4DAF-5ACC-AE99-3E2059DA0A40}"/>
                </a:ext>
              </a:extLst>
            </p:cNvPr>
            <p:cNvSpPr/>
            <p:nvPr/>
          </p:nvSpPr>
          <p:spPr>
            <a:xfrm rot="17550026">
              <a:off x="1151257" y="4501713"/>
              <a:ext cx="52327" cy="52327"/>
            </a:xfrm>
            <a:custGeom>
              <a:avLst/>
              <a:gdLst>
                <a:gd name="connsiteX0" fmla="*/ 52328 w 52327"/>
                <a:gd name="connsiteY0" fmla="*/ 26164 h 52327"/>
                <a:gd name="connsiteX1" fmla="*/ 26164 w 52327"/>
                <a:gd name="connsiteY1" fmla="*/ 52328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4" y="52328"/>
                    <a:pt x="26164" y="52328"/>
                  </a:cubicBezTo>
                  <a:cubicBezTo>
                    <a:pt x="11714" y="52328"/>
                    <a:pt x="0" y="40614"/>
                    <a:pt x="0" y="26164"/>
                  </a:cubicBezTo>
                  <a:cubicBezTo>
                    <a:pt x="0" y="11714"/>
                    <a:pt x="11714" y="0"/>
                    <a:pt x="26164" y="0"/>
                  </a:cubicBezTo>
                  <a:cubicBezTo>
                    <a:pt x="40614" y="0"/>
                    <a:pt x="52328" y="11714"/>
                    <a:pt x="52328" y="26164"/>
                  </a:cubicBezTo>
                  <a:close/>
                </a:path>
              </a:pathLst>
            </a:custGeom>
            <a:grpFill/>
            <a:ln w="3488" cap="flat">
              <a:noFill/>
              <a:prstDash val="solid"/>
              <a:miter/>
            </a:ln>
          </p:spPr>
          <p:txBody>
            <a:bodyPr rtlCol="0" anchor="ctr"/>
            <a:lstStyle/>
            <a:p>
              <a:endParaRPr lang="en-ID"/>
            </a:p>
          </p:txBody>
        </p:sp>
        <p:sp>
          <p:nvSpPr>
            <p:cNvPr id="685" name="Freeform: Shape 684">
              <a:extLst>
                <a:ext uri="{FF2B5EF4-FFF2-40B4-BE49-F238E27FC236}">
                  <a16:creationId xmlns:a16="http://schemas.microsoft.com/office/drawing/2014/main" id="{3B59298D-66E5-C728-5356-BFAE2A7C6B4B}"/>
                </a:ext>
              </a:extLst>
            </p:cNvPr>
            <p:cNvSpPr/>
            <p:nvPr/>
          </p:nvSpPr>
          <p:spPr>
            <a:xfrm>
              <a:off x="837218"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86" name="Freeform: Shape 685">
              <a:extLst>
                <a:ext uri="{FF2B5EF4-FFF2-40B4-BE49-F238E27FC236}">
                  <a16:creationId xmlns:a16="http://schemas.microsoft.com/office/drawing/2014/main" id="{2CEA0F88-C9A5-F7A9-1577-710D617250E5}"/>
                </a:ext>
              </a:extLst>
            </p:cNvPr>
            <p:cNvSpPr/>
            <p:nvPr/>
          </p:nvSpPr>
          <p:spPr>
            <a:xfrm>
              <a:off x="418609"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8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6" y="52326"/>
                    <a:pt x="52326" y="40465"/>
                    <a:pt x="52326" y="26163"/>
                  </a:cubicBezTo>
                  <a:cubicBezTo>
                    <a:pt x="52326" y="14302"/>
                    <a:pt x="44652" y="4535"/>
                    <a:pt x="33838" y="1047"/>
                  </a:cubicBezTo>
                  <a:cubicBezTo>
                    <a:pt x="32442" y="698"/>
                    <a:pt x="31396" y="349"/>
                    <a:pt x="30000" y="349"/>
                  </a:cubicBezTo>
                  <a:cubicBezTo>
                    <a:pt x="28605" y="0"/>
                    <a:pt x="27558"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687" name="Freeform: Shape 686">
              <a:extLst>
                <a:ext uri="{FF2B5EF4-FFF2-40B4-BE49-F238E27FC236}">
                  <a16:creationId xmlns:a16="http://schemas.microsoft.com/office/drawing/2014/main" id="{EA80F5A7-6130-16D2-19F7-DC8C7E092706}"/>
                </a:ext>
              </a:extLst>
            </p:cNvPr>
            <p:cNvSpPr/>
            <p:nvPr/>
          </p:nvSpPr>
          <p:spPr>
            <a:xfrm>
              <a:off x="1674437"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5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1" y="0"/>
                    <a:pt x="0" y="11861"/>
                    <a:pt x="0" y="26163"/>
                  </a:cubicBezTo>
                  <a:cubicBezTo>
                    <a:pt x="0" y="33489"/>
                    <a:pt x="2791" y="39768"/>
                    <a:pt x="7675" y="44652"/>
                  </a:cubicBezTo>
                  <a:cubicBezTo>
                    <a:pt x="12558" y="49535"/>
                    <a:pt x="18837" y="52326"/>
                    <a:pt x="26163" y="52326"/>
                  </a:cubicBezTo>
                  <a:close/>
                </a:path>
              </a:pathLst>
            </a:custGeom>
            <a:grpFill/>
            <a:ln w="3488" cap="flat">
              <a:noFill/>
              <a:prstDash val="solid"/>
              <a:miter/>
            </a:ln>
          </p:spPr>
          <p:txBody>
            <a:bodyPr rtlCol="0" anchor="ctr"/>
            <a:lstStyle/>
            <a:p>
              <a:endParaRPr lang="en-ID"/>
            </a:p>
          </p:txBody>
        </p:sp>
        <p:sp>
          <p:nvSpPr>
            <p:cNvPr id="688" name="Freeform: Shape 687">
              <a:extLst>
                <a:ext uri="{FF2B5EF4-FFF2-40B4-BE49-F238E27FC236}">
                  <a16:creationId xmlns:a16="http://schemas.microsoft.com/office/drawing/2014/main" id="{95220630-5D9D-2FF6-2B43-BEE5B18D8269}"/>
                </a:ext>
              </a:extLst>
            </p:cNvPr>
            <p:cNvSpPr/>
            <p:nvPr/>
          </p:nvSpPr>
          <p:spPr>
            <a:xfrm>
              <a:off x="4395399"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689" name="Freeform: Shape 688">
              <a:extLst>
                <a:ext uri="{FF2B5EF4-FFF2-40B4-BE49-F238E27FC236}">
                  <a16:creationId xmlns:a16="http://schemas.microsoft.com/office/drawing/2014/main" id="{9BC4497C-AA39-6A48-2B49-C38433702C8F}"/>
                </a:ext>
              </a:extLst>
            </p:cNvPr>
            <p:cNvSpPr/>
            <p:nvPr/>
          </p:nvSpPr>
          <p:spPr>
            <a:xfrm>
              <a:off x="11825716"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0" name="Freeform: Shape 689">
              <a:extLst>
                <a:ext uri="{FF2B5EF4-FFF2-40B4-BE49-F238E27FC236}">
                  <a16:creationId xmlns:a16="http://schemas.microsoft.com/office/drawing/2014/main" id="{09F71D3F-D156-5EF8-C95B-DA21CEC41879}"/>
                </a:ext>
              </a:extLst>
            </p:cNvPr>
            <p:cNvSpPr/>
            <p:nvPr/>
          </p:nvSpPr>
          <p:spPr>
            <a:xfrm>
              <a:off x="117210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1" name="Freeform: Shape 690">
              <a:extLst>
                <a:ext uri="{FF2B5EF4-FFF2-40B4-BE49-F238E27FC236}">
                  <a16:creationId xmlns:a16="http://schemas.microsoft.com/office/drawing/2014/main" id="{A9B43793-6A85-0993-A2D4-817F64D55EC1}"/>
                </a:ext>
              </a:extLst>
            </p:cNvPr>
            <p:cNvSpPr/>
            <p:nvPr/>
          </p:nvSpPr>
          <p:spPr>
            <a:xfrm>
              <a:off x="1109315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2" name="Freeform: Shape 691">
              <a:extLst>
                <a:ext uri="{FF2B5EF4-FFF2-40B4-BE49-F238E27FC236}">
                  <a16:creationId xmlns:a16="http://schemas.microsoft.com/office/drawing/2014/main" id="{84489A42-0FC3-7CB9-CDC2-713A03329B45}"/>
                </a:ext>
              </a:extLst>
            </p:cNvPr>
            <p:cNvSpPr/>
            <p:nvPr/>
          </p:nvSpPr>
          <p:spPr>
            <a:xfrm>
              <a:off x="10465236" y="481564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693" name="Freeform: Shape 692">
              <a:extLst>
                <a:ext uri="{FF2B5EF4-FFF2-40B4-BE49-F238E27FC236}">
                  <a16:creationId xmlns:a16="http://schemas.microsoft.com/office/drawing/2014/main" id="{3C1D7ACE-079F-3B43-EDA3-AC969B3DF3DC}"/>
                </a:ext>
              </a:extLst>
            </p:cNvPr>
            <p:cNvSpPr/>
            <p:nvPr/>
          </p:nvSpPr>
          <p:spPr>
            <a:xfrm>
              <a:off x="1098849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4" name="Freeform: Shape 693">
              <a:extLst>
                <a:ext uri="{FF2B5EF4-FFF2-40B4-BE49-F238E27FC236}">
                  <a16:creationId xmlns:a16="http://schemas.microsoft.com/office/drawing/2014/main" id="{2D27CDDC-27C6-930C-451B-0954257B9BF9}"/>
                </a:ext>
              </a:extLst>
            </p:cNvPr>
            <p:cNvSpPr/>
            <p:nvPr/>
          </p:nvSpPr>
          <p:spPr>
            <a:xfrm>
              <a:off x="931406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5" name="Freeform: Shape 694">
              <a:extLst>
                <a:ext uri="{FF2B5EF4-FFF2-40B4-BE49-F238E27FC236}">
                  <a16:creationId xmlns:a16="http://schemas.microsoft.com/office/drawing/2014/main" id="{302E7F09-C3B3-D04D-40FB-DB22E34CBA17}"/>
                </a:ext>
              </a:extLst>
            </p:cNvPr>
            <p:cNvSpPr/>
            <p:nvPr/>
          </p:nvSpPr>
          <p:spPr>
            <a:xfrm>
              <a:off x="910475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6" name="Freeform: Shape 695">
              <a:extLst>
                <a:ext uri="{FF2B5EF4-FFF2-40B4-BE49-F238E27FC236}">
                  <a16:creationId xmlns:a16="http://schemas.microsoft.com/office/drawing/2014/main" id="{40DD7564-8939-F537-6B92-A0EED6936E9F}"/>
                </a:ext>
              </a:extLst>
            </p:cNvPr>
            <p:cNvSpPr/>
            <p:nvPr/>
          </p:nvSpPr>
          <p:spPr>
            <a:xfrm>
              <a:off x="91047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697" name="Freeform: Shape 696">
              <a:extLst>
                <a:ext uri="{FF2B5EF4-FFF2-40B4-BE49-F238E27FC236}">
                  <a16:creationId xmlns:a16="http://schemas.microsoft.com/office/drawing/2014/main" id="{0E58DAA2-C879-2F07-69AE-6BCAE4230B06}"/>
                </a:ext>
              </a:extLst>
            </p:cNvPr>
            <p:cNvSpPr/>
            <p:nvPr/>
          </p:nvSpPr>
          <p:spPr>
            <a:xfrm>
              <a:off x="8895450" y="460633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698" name="Freeform: Shape 697">
              <a:extLst>
                <a:ext uri="{FF2B5EF4-FFF2-40B4-BE49-F238E27FC236}">
                  <a16:creationId xmlns:a16="http://schemas.microsoft.com/office/drawing/2014/main" id="{D4B9F65F-B357-8D72-4BBF-B8C230DEEDA5}"/>
                </a:ext>
              </a:extLst>
            </p:cNvPr>
            <p:cNvSpPr/>
            <p:nvPr/>
          </p:nvSpPr>
          <p:spPr>
            <a:xfrm rot="21046898">
              <a:off x="8581673" y="5443462"/>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699" name="Freeform: Shape 698">
              <a:extLst>
                <a:ext uri="{FF2B5EF4-FFF2-40B4-BE49-F238E27FC236}">
                  <a16:creationId xmlns:a16="http://schemas.microsoft.com/office/drawing/2014/main" id="{B7FB2CDF-8E7C-9BDD-EA86-B0ADE9680C12}"/>
                </a:ext>
              </a:extLst>
            </p:cNvPr>
            <p:cNvSpPr/>
            <p:nvPr/>
          </p:nvSpPr>
          <p:spPr>
            <a:xfrm>
              <a:off x="8581493"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00" name="Freeform: Shape 699">
              <a:extLst>
                <a:ext uri="{FF2B5EF4-FFF2-40B4-BE49-F238E27FC236}">
                  <a16:creationId xmlns:a16="http://schemas.microsoft.com/office/drawing/2014/main" id="{F75C5D94-A589-96D3-503E-EAD14BAE26F8}"/>
                </a:ext>
              </a:extLst>
            </p:cNvPr>
            <p:cNvSpPr/>
            <p:nvPr/>
          </p:nvSpPr>
          <p:spPr>
            <a:xfrm>
              <a:off x="8162884" y="3455511"/>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6163" y="51977"/>
                    <a:pt x="26163" y="51977"/>
                    <a:pt x="26163" y="51977"/>
                  </a:cubicBezTo>
                  <a:lnTo>
                    <a:pt x="26163" y="51977"/>
                  </a:ln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701" name="Freeform: Shape 700">
              <a:extLst>
                <a:ext uri="{FF2B5EF4-FFF2-40B4-BE49-F238E27FC236}">
                  <a16:creationId xmlns:a16="http://schemas.microsoft.com/office/drawing/2014/main" id="{852B9750-BAC2-C8D9-5BF8-A37EBB9003AC}"/>
                </a:ext>
              </a:extLst>
            </p:cNvPr>
            <p:cNvSpPr/>
            <p:nvPr/>
          </p:nvSpPr>
          <p:spPr>
            <a:xfrm>
              <a:off x="6907055"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02" name="Freeform: Shape 701">
              <a:extLst>
                <a:ext uri="{FF2B5EF4-FFF2-40B4-BE49-F238E27FC236}">
                  <a16:creationId xmlns:a16="http://schemas.microsoft.com/office/drawing/2014/main" id="{82DA202D-E865-BD47-A851-EC10643DDFF6}"/>
                </a:ext>
              </a:extLst>
            </p:cNvPr>
            <p:cNvSpPr/>
            <p:nvPr/>
          </p:nvSpPr>
          <p:spPr>
            <a:xfrm>
              <a:off x="648844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3" name="Freeform: Shape 702">
              <a:extLst>
                <a:ext uri="{FF2B5EF4-FFF2-40B4-BE49-F238E27FC236}">
                  <a16:creationId xmlns:a16="http://schemas.microsoft.com/office/drawing/2014/main" id="{2DA241F0-5862-32C6-4E4E-1A81936A5D06}"/>
                </a:ext>
              </a:extLst>
            </p:cNvPr>
            <p:cNvSpPr/>
            <p:nvPr/>
          </p:nvSpPr>
          <p:spPr>
            <a:xfrm>
              <a:off x="617448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4" name="Freeform: Shape 703">
              <a:extLst>
                <a:ext uri="{FF2B5EF4-FFF2-40B4-BE49-F238E27FC236}">
                  <a16:creationId xmlns:a16="http://schemas.microsoft.com/office/drawing/2014/main" id="{38640A50-C111-7781-A53C-7010EA42BD77}"/>
                </a:ext>
              </a:extLst>
            </p:cNvPr>
            <p:cNvSpPr/>
            <p:nvPr/>
          </p:nvSpPr>
          <p:spPr>
            <a:xfrm>
              <a:off x="8162884" y="5234601"/>
              <a:ext cx="52006" cy="52326"/>
            </a:xfrm>
            <a:custGeom>
              <a:avLst/>
              <a:gdLst>
                <a:gd name="connsiteX0" fmla="*/ 44652 w 52006"/>
                <a:gd name="connsiteY0" fmla="*/ 7326 h 52326"/>
                <a:gd name="connsiteX1" fmla="*/ 31396 w 52006"/>
                <a:gd name="connsiteY1" fmla="*/ 349 h 52326"/>
                <a:gd name="connsiteX2" fmla="*/ 30698 w 52006"/>
                <a:gd name="connsiteY2" fmla="*/ 349 h 52326"/>
                <a:gd name="connsiteX3" fmla="*/ 26163 w 52006"/>
                <a:gd name="connsiteY3" fmla="*/ 0 h 52326"/>
                <a:gd name="connsiteX4" fmla="*/ 26163 w 52006"/>
                <a:gd name="connsiteY4" fmla="*/ 0 h 52326"/>
                <a:gd name="connsiteX5" fmla="*/ 26163 w 52006"/>
                <a:gd name="connsiteY5" fmla="*/ 0 h 52326"/>
                <a:gd name="connsiteX6" fmla="*/ 0 w 52006"/>
                <a:gd name="connsiteY6" fmla="*/ 26163 h 52326"/>
                <a:gd name="connsiteX7" fmla="*/ 13604 w 52006"/>
                <a:gd name="connsiteY7" fmla="*/ 49187 h 52326"/>
                <a:gd name="connsiteX8" fmla="*/ 13954 w 52006"/>
                <a:gd name="connsiteY8" fmla="*/ 49536 h 52326"/>
                <a:gd name="connsiteX9" fmla="*/ 15698 w 52006"/>
                <a:gd name="connsiteY9" fmla="*/ 50233 h 52326"/>
                <a:gd name="connsiteX10" fmla="*/ 25814 w 52006"/>
                <a:gd name="connsiteY10" fmla="*/ 52326 h 52326"/>
                <a:gd name="connsiteX11" fmla="*/ 51977 w 52006"/>
                <a:gd name="connsiteY11" fmla="*/ 26163 h 52326"/>
                <a:gd name="connsiteX12" fmla="*/ 44652 w 52006"/>
                <a:gd name="connsiteY12" fmla="*/ 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006" h="52326">
                  <a:moveTo>
                    <a:pt x="44652" y="7326"/>
                  </a:moveTo>
                  <a:cubicBezTo>
                    <a:pt x="41163" y="3837"/>
                    <a:pt x="36628" y="1395"/>
                    <a:pt x="31396" y="349"/>
                  </a:cubicBezTo>
                  <a:cubicBezTo>
                    <a:pt x="31047" y="349"/>
                    <a:pt x="31047" y="349"/>
                    <a:pt x="30698" y="349"/>
                  </a:cubicBezTo>
                  <a:cubicBezTo>
                    <a:pt x="29302" y="0"/>
                    <a:pt x="27558" y="0"/>
                    <a:pt x="26163" y="0"/>
                  </a:cubicBezTo>
                  <a:lnTo>
                    <a:pt x="26163" y="0"/>
                  </a:lnTo>
                  <a:cubicBezTo>
                    <a:pt x="26163" y="0"/>
                    <a:pt x="26163" y="0"/>
                    <a:pt x="26163" y="0"/>
                  </a:cubicBezTo>
                  <a:cubicBezTo>
                    <a:pt x="11860" y="0"/>
                    <a:pt x="0" y="11861"/>
                    <a:pt x="0" y="26163"/>
                  </a:cubicBezTo>
                  <a:cubicBezTo>
                    <a:pt x="0" y="35931"/>
                    <a:pt x="5582" y="44652"/>
                    <a:pt x="13604" y="49187"/>
                  </a:cubicBezTo>
                  <a:cubicBezTo>
                    <a:pt x="13604" y="49187"/>
                    <a:pt x="13954" y="49187"/>
                    <a:pt x="13954" y="49536"/>
                  </a:cubicBezTo>
                  <a:cubicBezTo>
                    <a:pt x="14651" y="49884"/>
                    <a:pt x="15000" y="50233"/>
                    <a:pt x="15698" y="50233"/>
                  </a:cubicBezTo>
                  <a:cubicBezTo>
                    <a:pt x="18837" y="51629"/>
                    <a:pt x="22325" y="52326"/>
                    <a:pt x="25814" y="52326"/>
                  </a:cubicBezTo>
                  <a:cubicBezTo>
                    <a:pt x="40117" y="52326"/>
                    <a:pt x="51977" y="40465"/>
                    <a:pt x="51977" y="26163"/>
                  </a:cubicBezTo>
                  <a:cubicBezTo>
                    <a:pt x="52326" y="18489"/>
                    <a:pt x="49535" y="12209"/>
                    <a:pt x="44652" y="7326"/>
                  </a:cubicBezTo>
                  <a:close/>
                </a:path>
              </a:pathLst>
            </a:custGeom>
            <a:grpFill/>
            <a:ln w="3488" cap="flat">
              <a:noFill/>
              <a:prstDash val="solid"/>
              <a:miter/>
            </a:ln>
          </p:spPr>
          <p:txBody>
            <a:bodyPr rtlCol="0" anchor="ctr"/>
            <a:lstStyle/>
            <a:p>
              <a:endParaRPr lang="en-ID"/>
            </a:p>
          </p:txBody>
        </p:sp>
        <p:sp>
          <p:nvSpPr>
            <p:cNvPr id="705" name="Freeform: Shape 704">
              <a:extLst>
                <a:ext uri="{FF2B5EF4-FFF2-40B4-BE49-F238E27FC236}">
                  <a16:creationId xmlns:a16="http://schemas.microsoft.com/office/drawing/2014/main" id="{FA9B146C-D17E-CC59-DDC5-E1233B9650A0}"/>
                </a:ext>
              </a:extLst>
            </p:cNvPr>
            <p:cNvSpPr/>
            <p:nvPr/>
          </p:nvSpPr>
          <p:spPr>
            <a:xfrm>
              <a:off x="11616412" y="5443557"/>
              <a:ext cx="52326" cy="52326"/>
            </a:xfrm>
            <a:custGeom>
              <a:avLst/>
              <a:gdLst>
                <a:gd name="connsiteX0" fmla="*/ 26163 w 52326"/>
                <a:gd name="connsiteY0" fmla="*/ 52326 h 52326"/>
                <a:gd name="connsiteX1" fmla="*/ 26163 w 52326"/>
                <a:gd name="connsiteY1" fmla="*/ 52326 h 52326"/>
                <a:gd name="connsiteX2" fmla="*/ 30001 w 52326"/>
                <a:gd name="connsiteY2" fmla="*/ 51977 h 52326"/>
                <a:gd name="connsiteX3" fmla="*/ 33837 w 52326"/>
                <a:gd name="connsiteY3" fmla="*/ 51279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7558" y="52326"/>
                    <a:pt x="28605" y="52326"/>
                    <a:pt x="30001" y="51977"/>
                  </a:cubicBezTo>
                  <a:cubicBezTo>
                    <a:pt x="31396" y="51629"/>
                    <a:pt x="32791" y="51629"/>
                    <a:pt x="33837" y="51279"/>
                  </a:cubicBezTo>
                  <a:cubicBezTo>
                    <a:pt x="44652" y="48140"/>
                    <a:pt x="52326" y="38024"/>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06" name="Freeform: Shape 705">
              <a:extLst>
                <a:ext uri="{FF2B5EF4-FFF2-40B4-BE49-F238E27FC236}">
                  <a16:creationId xmlns:a16="http://schemas.microsoft.com/office/drawing/2014/main" id="{54B91762-E8FF-237C-BCB5-19C5E04752EF}"/>
                </a:ext>
              </a:extLst>
            </p:cNvPr>
            <p:cNvSpPr/>
            <p:nvPr/>
          </p:nvSpPr>
          <p:spPr>
            <a:xfrm>
              <a:off x="1182571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07" name="Freeform: Shape 706">
              <a:extLst>
                <a:ext uri="{FF2B5EF4-FFF2-40B4-BE49-F238E27FC236}">
                  <a16:creationId xmlns:a16="http://schemas.microsoft.com/office/drawing/2014/main" id="{3353529A-54F2-6D46-D63E-4553E71B3D27}"/>
                </a:ext>
              </a:extLst>
            </p:cNvPr>
            <p:cNvSpPr/>
            <p:nvPr/>
          </p:nvSpPr>
          <p:spPr>
            <a:xfrm>
              <a:off x="1140710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08" name="Freeform: Shape 707">
              <a:extLst>
                <a:ext uri="{FF2B5EF4-FFF2-40B4-BE49-F238E27FC236}">
                  <a16:creationId xmlns:a16="http://schemas.microsoft.com/office/drawing/2014/main" id="{1E96D8BD-61DD-534E-2998-25F0862B2517}"/>
                </a:ext>
              </a:extLst>
            </p:cNvPr>
            <p:cNvSpPr/>
            <p:nvPr/>
          </p:nvSpPr>
          <p:spPr>
            <a:xfrm>
              <a:off x="12035021"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09" name="Freeform: Shape 708">
              <a:extLst>
                <a:ext uri="{FF2B5EF4-FFF2-40B4-BE49-F238E27FC236}">
                  <a16:creationId xmlns:a16="http://schemas.microsoft.com/office/drawing/2014/main" id="{6ED49372-051B-6B76-0463-62FDBE40E6FC}"/>
                </a:ext>
              </a:extLst>
            </p:cNvPr>
            <p:cNvSpPr/>
            <p:nvPr/>
          </p:nvSpPr>
          <p:spPr>
            <a:xfrm>
              <a:off x="1172106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10" name="Freeform: Shape 709">
              <a:extLst>
                <a:ext uri="{FF2B5EF4-FFF2-40B4-BE49-F238E27FC236}">
                  <a16:creationId xmlns:a16="http://schemas.microsoft.com/office/drawing/2014/main" id="{59193053-1088-8B3B-B328-0DDE202C0879}"/>
                </a:ext>
              </a:extLst>
            </p:cNvPr>
            <p:cNvSpPr/>
            <p:nvPr/>
          </p:nvSpPr>
          <p:spPr>
            <a:xfrm>
              <a:off x="110931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1" name="Freeform: Shape 710">
              <a:extLst>
                <a:ext uri="{FF2B5EF4-FFF2-40B4-BE49-F238E27FC236}">
                  <a16:creationId xmlns:a16="http://schemas.microsoft.com/office/drawing/2014/main" id="{64E718E3-6C0C-B86A-9DAC-6F0FDCE1A124}"/>
                </a:ext>
              </a:extLst>
            </p:cNvPr>
            <p:cNvSpPr/>
            <p:nvPr/>
          </p:nvSpPr>
          <p:spPr>
            <a:xfrm>
              <a:off x="11093150"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12" name="Freeform: Shape 711">
              <a:extLst>
                <a:ext uri="{FF2B5EF4-FFF2-40B4-BE49-F238E27FC236}">
                  <a16:creationId xmlns:a16="http://schemas.microsoft.com/office/drawing/2014/main" id="{ADD31E25-9543-DE5D-5C00-E0A587160C37}"/>
                </a:ext>
              </a:extLst>
            </p:cNvPr>
            <p:cNvSpPr/>
            <p:nvPr/>
          </p:nvSpPr>
          <p:spPr>
            <a:xfrm>
              <a:off x="1025593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3" name="Freeform: Shape 712">
              <a:extLst>
                <a:ext uri="{FF2B5EF4-FFF2-40B4-BE49-F238E27FC236}">
                  <a16:creationId xmlns:a16="http://schemas.microsoft.com/office/drawing/2014/main" id="{E7A612BE-D319-59A0-A7FA-BF83DD74929A}"/>
                </a:ext>
              </a:extLst>
            </p:cNvPr>
            <p:cNvSpPr/>
            <p:nvPr/>
          </p:nvSpPr>
          <p:spPr>
            <a:xfrm>
              <a:off x="11511759"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14" name="Freeform: Shape 713">
              <a:extLst>
                <a:ext uri="{FF2B5EF4-FFF2-40B4-BE49-F238E27FC236}">
                  <a16:creationId xmlns:a16="http://schemas.microsoft.com/office/drawing/2014/main" id="{4083FB31-C50D-94CD-EC67-40F36E39030D}"/>
                </a:ext>
              </a:extLst>
            </p:cNvPr>
            <p:cNvSpPr/>
            <p:nvPr/>
          </p:nvSpPr>
          <p:spPr>
            <a:xfrm>
              <a:off x="1151175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5" name="Freeform: Shape 714">
              <a:extLst>
                <a:ext uri="{FF2B5EF4-FFF2-40B4-BE49-F238E27FC236}">
                  <a16:creationId xmlns:a16="http://schemas.microsoft.com/office/drawing/2014/main" id="{7FEFB919-25B1-CFC9-74E3-376FC8AD9B18}"/>
                </a:ext>
              </a:extLst>
            </p:cNvPr>
            <p:cNvSpPr/>
            <p:nvPr/>
          </p:nvSpPr>
          <p:spPr>
            <a:xfrm>
              <a:off x="994197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6" name="Freeform: Shape 715">
              <a:extLst>
                <a:ext uri="{FF2B5EF4-FFF2-40B4-BE49-F238E27FC236}">
                  <a16:creationId xmlns:a16="http://schemas.microsoft.com/office/drawing/2014/main" id="{F44CB9AF-A3E6-0CA4-3F2D-3513870DCEFB}"/>
                </a:ext>
              </a:extLst>
            </p:cNvPr>
            <p:cNvSpPr/>
            <p:nvPr/>
          </p:nvSpPr>
          <p:spPr>
            <a:xfrm>
              <a:off x="8790798"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7" name="Freeform: Shape 716">
              <a:extLst>
                <a:ext uri="{FF2B5EF4-FFF2-40B4-BE49-F238E27FC236}">
                  <a16:creationId xmlns:a16="http://schemas.microsoft.com/office/drawing/2014/main" id="{E2C0FF0C-6CB6-ECD4-CDC5-A80252150E10}"/>
                </a:ext>
              </a:extLst>
            </p:cNvPr>
            <p:cNvSpPr/>
            <p:nvPr/>
          </p:nvSpPr>
          <p:spPr>
            <a:xfrm rot="21046898">
              <a:off x="8581645" y="3873656"/>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718" name="Freeform: Shape 717">
              <a:extLst>
                <a:ext uri="{FF2B5EF4-FFF2-40B4-BE49-F238E27FC236}">
                  <a16:creationId xmlns:a16="http://schemas.microsoft.com/office/drawing/2014/main" id="{6D8668A2-4C3C-A6A1-F93F-9C94B061C5AE}"/>
                </a:ext>
              </a:extLst>
            </p:cNvPr>
            <p:cNvSpPr/>
            <p:nvPr/>
          </p:nvSpPr>
          <p:spPr>
            <a:xfrm>
              <a:off x="847684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19" name="Freeform: Shape 718">
              <a:extLst>
                <a:ext uri="{FF2B5EF4-FFF2-40B4-BE49-F238E27FC236}">
                  <a16:creationId xmlns:a16="http://schemas.microsoft.com/office/drawing/2014/main" id="{33A44236-C4E5-F694-CBA1-8B739DE75FEC}"/>
                </a:ext>
              </a:extLst>
            </p:cNvPr>
            <p:cNvSpPr/>
            <p:nvPr/>
          </p:nvSpPr>
          <p:spPr>
            <a:xfrm>
              <a:off x="7953579"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20" name="Freeform: Shape 719">
              <a:extLst>
                <a:ext uri="{FF2B5EF4-FFF2-40B4-BE49-F238E27FC236}">
                  <a16:creationId xmlns:a16="http://schemas.microsoft.com/office/drawing/2014/main" id="{6E7FCE1D-573A-C8AA-EE0F-52FBB331FF5E}"/>
                </a:ext>
              </a:extLst>
            </p:cNvPr>
            <p:cNvSpPr/>
            <p:nvPr/>
          </p:nvSpPr>
          <p:spPr>
            <a:xfrm>
              <a:off x="743031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1" name="Freeform: Shape 720">
              <a:extLst>
                <a:ext uri="{FF2B5EF4-FFF2-40B4-BE49-F238E27FC236}">
                  <a16:creationId xmlns:a16="http://schemas.microsoft.com/office/drawing/2014/main" id="{FF418DA6-092B-4EE9-9CF6-67F525C6E837}"/>
                </a:ext>
              </a:extLst>
            </p:cNvPr>
            <p:cNvSpPr/>
            <p:nvPr/>
          </p:nvSpPr>
          <p:spPr>
            <a:xfrm>
              <a:off x="7430317"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2" name="Freeform: Shape 721">
              <a:extLst>
                <a:ext uri="{FF2B5EF4-FFF2-40B4-BE49-F238E27FC236}">
                  <a16:creationId xmlns:a16="http://schemas.microsoft.com/office/drawing/2014/main" id="{03E81308-45B6-EAB0-47F2-DE1A5A787B02}"/>
                </a:ext>
              </a:extLst>
            </p:cNvPr>
            <p:cNvSpPr/>
            <p:nvPr/>
          </p:nvSpPr>
          <p:spPr>
            <a:xfrm>
              <a:off x="7430317"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3" name="Freeform: Shape 722">
              <a:extLst>
                <a:ext uri="{FF2B5EF4-FFF2-40B4-BE49-F238E27FC236}">
                  <a16:creationId xmlns:a16="http://schemas.microsoft.com/office/drawing/2014/main" id="{1EA07B27-4782-8D95-9778-3BD3B1551011}"/>
                </a:ext>
              </a:extLst>
            </p:cNvPr>
            <p:cNvSpPr/>
            <p:nvPr/>
          </p:nvSpPr>
          <p:spPr>
            <a:xfrm>
              <a:off x="732566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4" name="Freeform: Shape 723">
              <a:extLst>
                <a:ext uri="{FF2B5EF4-FFF2-40B4-BE49-F238E27FC236}">
                  <a16:creationId xmlns:a16="http://schemas.microsoft.com/office/drawing/2014/main" id="{05C53B3C-575C-84BA-E0ED-899CF664C3F0}"/>
                </a:ext>
              </a:extLst>
            </p:cNvPr>
            <p:cNvSpPr/>
            <p:nvPr/>
          </p:nvSpPr>
          <p:spPr>
            <a:xfrm>
              <a:off x="7116360"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25" name="Freeform: Shape 724">
              <a:extLst>
                <a:ext uri="{FF2B5EF4-FFF2-40B4-BE49-F238E27FC236}">
                  <a16:creationId xmlns:a16="http://schemas.microsoft.com/office/drawing/2014/main" id="{1FB03859-359D-4BED-2DD7-BDB76AC0F10B}"/>
                </a:ext>
              </a:extLst>
            </p:cNvPr>
            <p:cNvSpPr/>
            <p:nvPr/>
          </p:nvSpPr>
          <p:spPr>
            <a:xfrm>
              <a:off x="10883845" y="4292381"/>
              <a:ext cx="52326" cy="52326"/>
            </a:xfrm>
            <a:custGeom>
              <a:avLst/>
              <a:gdLst>
                <a:gd name="connsiteX0" fmla="*/ 26163 w 52326"/>
                <a:gd name="connsiteY0" fmla="*/ 52326 h 52326"/>
                <a:gd name="connsiteX1" fmla="*/ 52326 w 52326"/>
                <a:gd name="connsiteY1" fmla="*/ 26163 h 52326"/>
                <a:gd name="connsiteX2" fmla="*/ 52326 w 52326"/>
                <a:gd name="connsiteY2" fmla="*/ 23372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5117"/>
                    <a:pt x="52326" y="24419"/>
                    <a:pt x="52326" y="23372"/>
                  </a:cubicBezTo>
                  <a:cubicBezTo>
                    <a:pt x="50931" y="10116"/>
                    <a:pt x="39768" y="0"/>
                    <a:pt x="26163" y="0"/>
                  </a:cubicBezTo>
                  <a:cubicBezTo>
                    <a:pt x="11860" y="0"/>
                    <a:pt x="0" y="11861"/>
                    <a:pt x="0" y="26163"/>
                  </a:cubicBezTo>
                  <a:cubicBezTo>
                    <a:pt x="0" y="27210"/>
                    <a:pt x="0" y="27907"/>
                    <a:pt x="0" y="28954"/>
                  </a:cubicBezTo>
                  <a:cubicBezTo>
                    <a:pt x="1395" y="41861"/>
                    <a:pt x="12559" y="52326"/>
                    <a:pt x="26163" y="52326"/>
                  </a:cubicBezTo>
                  <a:close/>
                </a:path>
              </a:pathLst>
            </a:custGeom>
            <a:grpFill/>
            <a:ln w="3488" cap="flat">
              <a:noFill/>
              <a:prstDash val="solid"/>
              <a:miter/>
            </a:ln>
          </p:spPr>
          <p:txBody>
            <a:bodyPr rtlCol="0" anchor="ctr"/>
            <a:lstStyle/>
            <a:p>
              <a:endParaRPr lang="en-ID"/>
            </a:p>
          </p:txBody>
        </p:sp>
        <p:sp>
          <p:nvSpPr>
            <p:cNvPr id="726" name="Freeform: Shape 725">
              <a:extLst>
                <a:ext uri="{FF2B5EF4-FFF2-40B4-BE49-F238E27FC236}">
                  <a16:creationId xmlns:a16="http://schemas.microsoft.com/office/drawing/2014/main" id="{0A228F59-A773-A9E7-BA9C-48CD4969B101}"/>
                </a:ext>
              </a:extLst>
            </p:cNvPr>
            <p:cNvSpPr/>
            <p:nvPr/>
          </p:nvSpPr>
          <p:spPr>
            <a:xfrm>
              <a:off x="9104755"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7" name="Freeform: Shape 726">
              <a:extLst>
                <a:ext uri="{FF2B5EF4-FFF2-40B4-BE49-F238E27FC236}">
                  <a16:creationId xmlns:a16="http://schemas.microsoft.com/office/drawing/2014/main" id="{37D25525-307C-200C-F818-1829CDD452E3}"/>
                </a:ext>
              </a:extLst>
            </p:cNvPr>
            <p:cNvSpPr/>
            <p:nvPr/>
          </p:nvSpPr>
          <p:spPr>
            <a:xfrm>
              <a:off x="9941974" y="2408639"/>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28" name="Freeform: Shape 727">
              <a:extLst>
                <a:ext uri="{FF2B5EF4-FFF2-40B4-BE49-F238E27FC236}">
                  <a16:creationId xmlns:a16="http://schemas.microsoft.com/office/drawing/2014/main" id="{9221DF1D-9CE5-6ADC-4597-FEC7492B4086}"/>
                </a:ext>
              </a:extLst>
            </p:cNvPr>
            <p:cNvSpPr/>
            <p:nvPr/>
          </p:nvSpPr>
          <p:spPr>
            <a:xfrm>
              <a:off x="1182571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29" name="Freeform: Shape 728">
              <a:extLst>
                <a:ext uri="{FF2B5EF4-FFF2-40B4-BE49-F238E27FC236}">
                  <a16:creationId xmlns:a16="http://schemas.microsoft.com/office/drawing/2014/main" id="{A126A89A-516E-1725-1675-E72B88EB87F5}"/>
                </a:ext>
              </a:extLst>
            </p:cNvPr>
            <p:cNvSpPr/>
            <p:nvPr/>
          </p:nvSpPr>
          <p:spPr>
            <a:xfrm>
              <a:off x="11407107" y="5129600"/>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7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7"/>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0" name="Freeform: Shape 729">
              <a:extLst>
                <a:ext uri="{FF2B5EF4-FFF2-40B4-BE49-F238E27FC236}">
                  <a16:creationId xmlns:a16="http://schemas.microsoft.com/office/drawing/2014/main" id="{253C2618-9A56-DBE8-7179-FA204C63ACFF}"/>
                </a:ext>
              </a:extLst>
            </p:cNvPr>
            <p:cNvSpPr/>
            <p:nvPr/>
          </p:nvSpPr>
          <p:spPr>
            <a:xfrm>
              <a:off x="120350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1" name="Freeform: Shape 730">
              <a:extLst>
                <a:ext uri="{FF2B5EF4-FFF2-40B4-BE49-F238E27FC236}">
                  <a16:creationId xmlns:a16="http://schemas.microsoft.com/office/drawing/2014/main" id="{BA41C6C8-1682-BE30-1DAD-6FC9FB44CEB9}"/>
                </a:ext>
              </a:extLst>
            </p:cNvPr>
            <p:cNvSpPr/>
            <p:nvPr/>
          </p:nvSpPr>
          <p:spPr>
            <a:xfrm>
              <a:off x="11616412"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32" name="Freeform: Shape 731">
              <a:extLst>
                <a:ext uri="{FF2B5EF4-FFF2-40B4-BE49-F238E27FC236}">
                  <a16:creationId xmlns:a16="http://schemas.microsoft.com/office/drawing/2014/main" id="{799425D2-505D-1401-7F50-1BDD0F8CD701}"/>
                </a:ext>
              </a:extLst>
            </p:cNvPr>
            <p:cNvSpPr/>
            <p:nvPr/>
          </p:nvSpPr>
          <p:spPr>
            <a:xfrm>
              <a:off x="1213967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33" name="Freeform: Shape 732">
              <a:extLst>
                <a:ext uri="{FF2B5EF4-FFF2-40B4-BE49-F238E27FC236}">
                  <a16:creationId xmlns:a16="http://schemas.microsoft.com/office/drawing/2014/main" id="{2B4E4441-DDC6-37F3-4784-AE8F7A7FD119}"/>
                </a:ext>
              </a:extLst>
            </p:cNvPr>
            <p:cNvSpPr/>
            <p:nvPr/>
          </p:nvSpPr>
          <p:spPr>
            <a:xfrm>
              <a:off x="11093150"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4" name="Freeform: Shape 733">
              <a:extLst>
                <a:ext uri="{FF2B5EF4-FFF2-40B4-BE49-F238E27FC236}">
                  <a16:creationId xmlns:a16="http://schemas.microsoft.com/office/drawing/2014/main" id="{B0DDC637-182A-5C59-1064-1FDC08DBBD3F}"/>
                </a:ext>
              </a:extLst>
            </p:cNvPr>
            <p:cNvSpPr/>
            <p:nvPr/>
          </p:nvSpPr>
          <p:spPr>
            <a:xfrm>
              <a:off x="10465236" y="3873772"/>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5" name="Freeform: Shape 734">
              <a:extLst>
                <a:ext uri="{FF2B5EF4-FFF2-40B4-BE49-F238E27FC236}">
                  <a16:creationId xmlns:a16="http://schemas.microsoft.com/office/drawing/2014/main" id="{8C82BEF4-B2E6-A35C-08E3-29018615010C}"/>
                </a:ext>
              </a:extLst>
            </p:cNvPr>
            <p:cNvSpPr/>
            <p:nvPr/>
          </p:nvSpPr>
          <p:spPr>
            <a:xfrm>
              <a:off x="10465236" y="533890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6" name="Freeform: Shape 735">
              <a:extLst>
                <a:ext uri="{FF2B5EF4-FFF2-40B4-BE49-F238E27FC236}">
                  <a16:creationId xmlns:a16="http://schemas.microsoft.com/office/drawing/2014/main" id="{B2AE4625-C55F-4CFA-F49D-92C6B3CEA2BD}"/>
                </a:ext>
              </a:extLst>
            </p:cNvPr>
            <p:cNvSpPr/>
            <p:nvPr/>
          </p:nvSpPr>
          <p:spPr>
            <a:xfrm>
              <a:off x="11197802" y="5443557"/>
              <a:ext cx="52675" cy="52326"/>
            </a:xfrm>
            <a:custGeom>
              <a:avLst/>
              <a:gdLst>
                <a:gd name="connsiteX0" fmla="*/ 26163 w 52675"/>
                <a:gd name="connsiteY0" fmla="*/ 0 h 52326"/>
                <a:gd name="connsiteX1" fmla="*/ 0 w 52675"/>
                <a:gd name="connsiteY1" fmla="*/ 26163 h 52326"/>
                <a:gd name="connsiteX2" fmla="*/ 26163 w 52675"/>
                <a:gd name="connsiteY2" fmla="*/ 52326 h 52326"/>
                <a:gd name="connsiteX3" fmla="*/ 29652 w 52675"/>
                <a:gd name="connsiteY3" fmla="*/ 51977 h 52326"/>
                <a:gd name="connsiteX4" fmla="*/ 36628 w 52675"/>
                <a:gd name="connsiteY4" fmla="*/ 50233 h 52326"/>
                <a:gd name="connsiteX5" fmla="*/ 42558 w 52675"/>
                <a:gd name="connsiteY5" fmla="*/ 46745 h 52326"/>
                <a:gd name="connsiteX6" fmla="*/ 45000 w 52675"/>
                <a:gd name="connsiteY6" fmla="*/ 44652 h 52326"/>
                <a:gd name="connsiteX7" fmla="*/ 52675 w 52675"/>
                <a:gd name="connsiteY7" fmla="*/ 26163 h 52326"/>
                <a:gd name="connsiteX8" fmla="*/ 26163 w 52675"/>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675" h="52326">
                  <a:moveTo>
                    <a:pt x="26163" y="0"/>
                  </a:moveTo>
                  <a:cubicBezTo>
                    <a:pt x="11860" y="0"/>
                    <a:pt x="0" y="11861"/>
                    <a:pt x="0" y="26163"/>
                  </a:cubicBezTo>
                  <a:cubicBezTo>
                    <a:pt x="0" y="40465"/>
                    <a:pt x="11860" y="52326"/>
                    <a:pt x="26163" y="52326"/>
                  </a:cubicBezTo>
                  <a:cubicBezTo>
                    <a:pt x="27210" y="52326"/>
                    <a:pt x="28256" y="52326"/>
                    <a:pt x="29652" y="51977"/>
                  </a:cubicBezTo>
                  <a:cubicBezTo>
                    <a:pt x="32093" y="51629"/>
                    <a:pt x="34535" y="50931"/>
                    <a:pt x="36628" y="50233"/>
                  </a:cubicBezTo>
                  <a:cubicBezTo>
                    <a:pt x="38722" y="49187"/>
                    <a:pt x="40814" y="48140"/>
                    <a:pt x="42558" y="46745"/>
                  </a:cubicBezTo>
                  <a:cubicBezTo>
                    <a:pt x="43256" y="46047"/>
                    <a:pt x="44303" y="45349"/>
                    <a:pt x="45000" y="44652"/>
                  </a:cubicBezTo>
                  <a:cubicBezTo>
                    <a:pt x="49884" y="39768"/>
                    <a:pt x="52675" y="33489"/>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37" name="Freeform: Shape 736">
              <a:extLst>
                <a:ext uri="{FF2B5EF4-FFF2-40B4-BE49-F238E27FC236}">
                  <a16:creationId xmlns:a16="http://schemas.microsoft.com/office/drawing/2014/main" id="{F71D1A0D-9572-6887-804E-C4333256EEBE}"/>
                </a:ext>
              </a:extLst>
            </p:cNvPr>
            <p:cNvSpPr/>
            <p:nvPr/>
          </p:nvSpPr>
          <p:spPr>
            <a:xfrm>
              <a:off x="1098849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38" name="Freeform: Shape 737">
              <a:extLst>
                <a:ext uri="{FF2B5EF4-FFF2-40B4-BE49-F238E27FC236}">
                  <a16:creationId xmlns:a16="http://schemas.microsoft.com/office/drawing/2014/main" id="{34B3836C-FEE1-C48F-FFD3-F262D4E9DA25}"/>
                </a:ext>
              </a:extLst>
            </p:cNvPr>
            <p:cNvSpPr/>
            <p:nvPr/>
          </p:nvSpPr>
          <p:spPr>
            <a:xfrm>
              <a:off x="9941974" y="282724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739" name="Freeform: Shape 738">
              <a:extLst>
                <a:ext uri="{FF2B5EF4-FFF2-40B4-BE49-F238E27FC236}">
                  <a16:creationId xmlns:a16="http://schemas.microsoft.com/office/drawing/2014/main" id="{D1A8544A-6474-1A72-07FC-040898166808}"/>
                </a:ext>
              </a:extLst>
            </p:cNvPr>
            <p:cNvSpPr/>
            <p:nvPr/>
          </p:nvSpPr>
          <p:spPr>
            <a:xfrm>
              <a:off x="952336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0" name="Freeform: Shape 739">
              <a:extLst>
                <a:ext uri="{FF2B5EF4-FFF2-40B4-BE49-F238E27FC236}">
                  <a16:creationId xmlns:a16="http://schemas.microsoft.com/office/drawing/2014/main" id="{8F9847CC-9B32-B55A-EEF2-89445585A3D6}"/>
                </a:ext>
              </a:extLst>
            </p:cNvPr>
            <p:cNvSpPr/>
            <p:nvPr/>
          </p:nvSpPr>
          <p:spPr>
            <a:xfrm>
              <a:off x="9314060"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741" name="Freeform: Shape 740">
              <a:extLst>
                <a:ext uri="{FF2B5EF4-FFF2-40B4-BE49-F238E27FC236}">
                  <a16:creationId xmlns:a16="http://schemas.microsoft.com/office/drawing/2014/main" id="{E597B5B2-C864-A80A-0432-C91AF5272316}"/>
                </a:ext>
              </a:extLst>
            </p:cNvPr>
            <p:cNvSpPr/>
            <p:nvPr/>
          </p:nvSpPr>
          <p:spPr>
            <a:xfrm>
              <a:off x="837218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2" name="Freeform: Shape 741">
              <a:extLst>
                <a:ext uri="{FF2B5EF4-FFF2-40B4-BE49-F238E27FC236}">
                  <a16:creationId xmlns:a16="http://schemas.microsoft.com/office/drawing/2014/main" id="{6A9B3DE2-6AFF-6738-5B0D-14A0DF1B3A49}"/>
                </a:ext>
              </a:extLst>
            </p:cNvPr>
            <p:cNvSpPr/>
            <p:nvPr/>
          </p:nvSpPr>
          <p:spPr>
            <a:xfrm>
              <a:off x="753496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3" name="Freeform: Shape 742">
              <a:extLst>
                <a:ext uri="{FF2B5EF4-FFF2-40B4-BE49-F238E27FC236}">
                  <a16:creationId xmlns:a16="http://schemas.microsoft.com/office/drawing/2014/main" id="{3F5F6FA8-0088-0503-9CC9-35150F395024}"/>
                </a:ext>
              </a:extLst>
            </p:cNvPr>
            <p:cNvSpPr/>
            <p:nvPr/>
          </p:nvSpPr>
          <p:spPr>
            <a:xfrm>
              <a:off x="701170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44" name="Freeform: Shape 743">
              <a:extLst>
                <a:ext uri="{FF2B5EF4-FFF2-40B4-BE49-F238E27FC236}">
                  <a16:creationId xmlns:a16="http://schemas.microsoft.com/office/drawing/2014/main" id="{A1312CE7-B56C-8E1D-D1CF-C57045CB0B19}"/>
                </a:ext>
              </a:extLst>
            </p:cNvPr>
            <p:cNvSpPr/>
            <p:nvPr/>
          </p:nvSpPr>
          <p:spPr>
            <a:xfrm>
              <a:off x="7430317" y="3873772"/>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745" name="Freeform: Shape 744">
              <a:extLst>
                <a:ext uri="{FF2B5EF4-FFF2-40B4-BE49-F238E27FC236}">
                  <a16:creationId xmlns:a16="http://schemas.microsoft.com/office/drawing/2014/main" id="{5323E11E-ECAE-FEB4-E608-413F70BD3550}"/>
                </a:ext>
              </a:extLst>
            </p:cNvPr>
            <p:cNvSpPr/>
            <p:nvPr/>
          </p:nvSpPr>
          <p:spPr>
            <a:xfrm>
              <a:off x="86861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46" name="Freeform: Shape 745">
              <a:extLst>
                <a:ext uri="{FF2B5EF4-FFF2-40B4-BE49-F238E27FC236}">
                  <a16:creationId xmlns:a16="http://schemas.microsoft.com/office/drawing/2014/main" id="{D2AC2743-6AEB-458F-3578-2D018DC7C58C}"/>
                </a:ext>
              </a:extLst>
            </p:cNvPr>
            <p:cNvSpPr/>
            <p:nvPr/>
          </p:nvSpPr>
          <p:spPr>
            <a:xfrm>
              <a:off x="12139324" y="3769120"/>
              <a:ext cx="52326" cy="52326"/>
            </a:xfrm>
            <a:custGeom>
              <a:avLst/>
              <a:gdLst>
                <a:gd name="connsiteX0" fmla="*/ 26512 w 52326"/>
                <a:gd name="connsiteY0" fmla="*/ 52326 h 52326"/>
                <a:gd name="connsiteX1" fmla="*/ 41163 w 52326"/>
                <a:gd name="connsiteY1" fmla="*/ 47791 h 52326"/>
                <a:gd name="connsiteX2" fmla="*/ 41513 w 52326"/>
                <a:gd name="connsiteY2" fmla="*/ 47442 h 52326"/>
                <a:gd name="connsiteX3" fmla="*/ 42908 w 52326"/>
                <a:gd name="connsiteY3" fmla="*/ 46396 h 52326"/>
                <a:gd name="connsiteX4" fmla="*/ 52326 w 52326"/>
                <a:gd name="connsiteY4" fmla="*/ 26163 h 52326"/>
                <a:gd name="connsiteX5" fmla="*/ 26163 w 52326"/>
                <a:gd name="connsiteY5" fmla="*/ 0 h 52326"/>
                <a:gd name="connsiteX6" fmla="*/ 11512 w 52326"/>
                <a:gd name="connsiteY6" fmla="*/ 4535 h 52326"/>
                <a:gd name="connsiteX7" fmla="*/ 0 w 52326"/>
                <a:gd name="connsiteY7" fmla="*/ 26163 h 52326"/>
                <a:gd name="connsiteX8" fmla="*/ 26512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512" y="52326"/>
                  </a:moveTo>
                  <a:cubicBezTo>
                    <a:pt x="32094" y="52326"/>
                    <a:pt x="36978" y="50582"/>
                    <a:pt x="41163" y="47791"/>
                  </a:cubicBezTo>
                  <a:cubicBezTo>
                    <a:pt x="41163" y="47791"/>
                    <a:pt x="41513" y="47442"/>
                    <a:pt x="41513" y="47442"/>
                  </a:cubicBezTo>
                  <a:cubicBezTo>
                    <a:pt x="42210" y="47094"/>
                    <a:pt x="42559" y="46745"/>
                    <a:pt x="42908" y="46396"/>
                  </a:cubicBezTo>
                  <a:cubicBezTo>
                    <a:pt x="48838" y="41512"/>
                    <a:pt x="52326" y="34186"/>
                    <a:pt x="52326" y="26163"/>
                  </a:cubicBezTo>
                  <a:cubicBezTo>
                    <a:pt x="52326" y="11861"/>
                    <a:pt x="40466" y="0"/>
                    <a:pt x="26163" y="0"/>
                  </a:cubicBezTo>
                  <a:cubicBezTo>
                    <a:pt x="20582" y="0"/>
                    <a:pt x="15698" y="1744"/>
                    <a:pt x="11512" y="4535"/>
                  </a:cubicBezTo>
                  <a:cubicBezTo>
                    <a:pt x="4535" y="9070"/>
                    <a:pt x="0" y="17093"/>
                    <a:pt x="0" y="26163"/>
                  </a:cubicBezTo>
                  <a:cubicBezTo>
                    <a:pt x="349" y="40465"/>
                    <a:pt x="12209" y="52326"/>
                    <a:pt x="26512" y="52326"/>
                  </a:cubicBezTo>
                  <a:close/>
                </a:path>
              </a:pathLst>
            </a:custGeom>
            <a:grpFill/>
            <a:ln w="3488" cap="flat">
              <a:noFill/>
              <a:prstDash val="solid"/>
              <a:miter/>
            </a:ln>
          </p:spPr>
          <p:txBody>
            <a:bodyPr rtlCol="0" anchor="ctr"/>
            <a:lstStyle/>
            <a:p>
              <a:endParaRPr lang="en-ID"/>
            </a:p>
          </p:txBody>
        </p:sp>
        <p:sp>
          <p:nvSpPr>
            <p:cNvPr id="747" name="Freeform: Shape 746">
              <a:extLst>
                <a:ext uri="{FF2B5EF4-FFF2-40B4-BE49-F238E27FC236}">
                  <a16:creationId xmlns:a16="http://schemas.microsoft.com/office/drawing/2014/main" id="{FDA2C7DB-FA6E-F680-7081-6A45EC790703}"/>
                </a:ext>
              </a:extLst>
            </p:cNvPr>
            <p:cNvSpPr/>
            <p:nvPr/>
          </p:nvSpPr>
          <p:spPr>
            <a:xfrm>
              <a:off x="10988497"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48" name="Freeform: Shape 747">
              <a:extLst>
                <a:ext uri="{FF2B5EF4-FFF2-40B4-BE49-F238E27FC236}">
                  <a16:creationId xmlns:a16="http://schemas.microsoft.com/office/drawing/2014/main" id="{0B413E5E-CDB2-B7C9-8AED-D13A83258E62}"/>
                </a:ext>
              </a:extLst>
            </p:cNvPr>
            <p:cNvSpPr/>
            <p:nvPr/>
          </p:nvSpPr>
          <p:spPr>
            <a:xfrm>
              <a:off x="8895450"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49" name="Freeform: Shape 748">
              <a:extLst>
                <a:ext uri="{FF2B5EF4-FFF2-40B4-BE49-F238E27FC236}">
                  <a16:creationId xmlns:a16="http://schemas.microsoft.com/office/drawing/2014/main" id="{DF7226B1-7378-3DCF-C01D-EF561FC5228D}"/>
                </a:ext>
              </a:extLst>
            </p:cNvPr>
            <p:cNvSpPr/>
            <p:nvPr/>
          </p:nvSpPr>
          <p:spPr>
            <a:xfrm>
              <a:off x="837218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50" name="Freeform: Shape 749">
              <a:extLst>
                <a:ext uri="{FF2B5EF4-FFF2-40B4-BE49-F238E27FC236}">
                  <a16:creationId xmlns:a16="http://schemas.microsoft.com/office/drawing/2014/main" id="{3E5D1A8C-C976-7AC3-E7DF-A5096ADB7F99}"/>
                </a:ext>
              </a:extLst>
            </p:cNvPr>
            <p:cNvSpPr/>
            <p:nvPr/>
          </p:nvSpPr>
          <p:spPr>
            <a:xfrm>
              <a:off x="8162884"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51" name="Freeform: Shape 750">
              <a:extLst>
                <a:ext uri="{FF2B5EF4-FFF2-40B4-BE49-F238E27FC236}">
                  <a16:creationId xmlns:a16="http://schemas.microsoft.com/office/drawing/2014/main" id="{B6DF65A1-27BE-3C1D-1F73-ABC6CEE1EBF7}"/>
                </a:ext>
              </a:extLst>
            </p:cNvPr>
            <p:cNvSpPr/>
            <p:nvPr/>
          </p:nvSpPr>
          <p:spPr>
            <a:xfrm>
              <a:off x="743031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2" name="Freeform: Shape 751">
              <a:extLst>
                <a:ext uri="{FF2B5EF4-FFF2-40B4-BE49-F238E27FC236}">
                  <a16:creationId xmlns:a16="http://schemas.microsoft.com/office/drawing/2014/main" id="{8D9ED25A-6BA6-167A-9FEC-DDF75165BB4D}"/>
                </a:ext>
              </a:extLst>
            </p:cNvPr>
            <p:cNvSpPr/>
            <p:nvPr/>
          </p:nvSpPr>
          <p:spPr>
            <a:xfrm>
              <a:off x="7011708" y="3559815"/>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3" name="Freeform: Shape 752">
              <a:extLst>
                <a:ext uri="{FF2B5EF4-FFF2-40B4-BE49-F238E27FC236}">
                  <a16:creationId xmlns:a16="http://schemas.microsoft.com/office/drawing/2014/main" id="{E504B9AE-11EB-BA7E-7648-DBF70739BDF4}"/>
                </a:ext>
              </a:extLst>
            </p:cNvPr>
            <p:cNvSpPr/>
            <p:nvPr/>
          </p:nvSpPr>
          <p:spPr>
            <a:xfrm>
              <a:off x="6907055"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54" name="Freeform: Shape 753">
              <a:extLst>
                <a:ext uri="{FF2B5EF4-FFF2-40B4-BE49-F238E27FC236}">
                  <a16:creationId xmlns:a16="http://schemas.microsoft.com/office/drawing/2014/main" id="{ABAE226F-68DA-7B4F-2FAA-ED0B28EE3B4F}"/>
                </a:ext>
              </a:extLst>
            </p:cNvPr>
            <p:cNvSpPr/>
            <p:nvPr/>
          </p:nvSpPr>
          <p:spPr>
            <a:xfrm>
              <a:off x="6697751"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5" name="Freeform: Shape 754">
              <a:extLst>
                <a:ext uri="{FF2B5EF4-FFF2-40B4-BE49-F238E27FC236}">
                  <a16:creationId xmlns:a16="http://schemas.microsoft.com/office/drawing/2014/main" id="{4F5245B7-B315-CF60-EBD9-ED4B8AAB34DD}"/>
                </a:ext>
              </a:extLst>
            </p:cNvPr>
            <p:cNvSpPr/>
            <p:nvPr/>
          </p:nvSpPr>
          <p:spPr>
            <a:xfrm>
              <a:off x="648844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56" name="Freeform: Shape 755">
              <a:extLst>
                <a:ext uri="{FF2B5EF4-FFF2-40B4-BE49-F238E27FC236}">
                  <a16:creationId xmlns:a16="http://schemas.microsoft.com/office/drawing/2014/main" id="{E11E0520-E11A-143B-936E-FB4572E5D00D}"/>
                </a:ext>
              </a:extLst>
            </p:cNvPr>
            <p:cNvSpPr/>
            <p:nvPr/>
          </p:nvSpPr>
          <p:spPr>
            <a:xfrm>
              <a:off x="6383793"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7" name="Freeform: Shape 756">
              <a:extLst>
                <a:ext uri="{FF2B5EF4-FFF2-40B4-BE49-F238E27FC236}">
                  <a16:creationId xmlns:a16="http://schemas.microsoft.com/office/drawing/2014/main" id="{44C32236-74C2-FCD5-6175-C553344F6B93}"/>
                </a:ext>
              </a:extLst>
            </p:cNvPr>
            <p:cNvSpPr/>
            <p:nvPr/>
          </p:nvSpPr>
          <p:spPr>
            <a:xfrm>
              <a:off x="6383793"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758" name="Freeform: Shape 757">
              <a:extLst>
                <a:ext uri="{FF2B5EF4-FFF2-40B4-BE49-F238E27FC236}">
                  <a16:creationId xmlns:a16="http://schemas.microsoft.com/office/drawing/2014/main" id="{C1F269DE-1A06-69B8-63CC-7AE756C8DBD2}"/>
                </a:ext>
              </a:extLst>
            </p:cNvPr>
            <p:cNvSpPr/>
            <p:nvPr/>
          </p:nvSpPr>
          <p:spPr>
            <a:xfrm>
              <a:off x="6070534" y="4188078"/>
              <a:ext cx="52326" cy="52675"/>
            </a:xfrm>
            <a:custGeom>
              <a:avLst/>
              <a:gdLst>
                <a:gd name="connsiteX0" fmla="*/ 50582 w 52326"/>
                <a:gd name="connsiteY0" fmla="*/ 18140 h 52675"/>
                <a:gd name="connsiteX1" fmla="*/ 50582 w 52326"/>
                <a:gd name="connsiteY1" fmla="*/ 18140 h 52675"/>
                <a:gd name="connsiteX2" fmla="*/ 50233 w 52326"/>
                <a:gd name="connsiteY2" fmla="*/ 17093 h 52675"/>
                <a:gd name="connsiteX3" fmla="*/ 48838 w 52326"/>
                <a:gd name="connsiteY3" fmla="*/ 13605 h 52675"/>
                <a:gd name="connsiteX4" fmla="*/ 48838 w 52326"/>
                <a:gd name="connsiteY4" fmla="*/ 13605 h 52675"/>
                <a:gd name="connsiteX5" fmla="*/ 48838 w 52326"/>
                <a:gd name="connsiteY5" fmla="*/ 13605 h 52675"/>
                <a:gd name="connsiteX6" fmla="*/ 47094 w 52326"/>
                <a:gd name="connsiteY6" fmla="*/ 10814 h 52675"/>
                <a:gd name="connsiteX7" fmla="*/ 46396 w 52326"/>
                <a:gd name="connsiteY7" fmla="*/ 10116 h 52675"/>
                <a:gd name="connsiteX8" fmla="*/ 45001 w 52326"/>
                <a:gd name="connsiteY8" fmla="*/ 8372 h 52675"/>
                <a:gd name="connsiteX9" fmla="*/ 44303 w 52326"/>
                <a:gd name="connsiteY9" fmla="*/ 7675 h 52675"/>
                <a:gd name="connsiteX10" fmla="*/ 42210 w 52326"/>
                <a:gd name="connsiteY10" fmla="*/ 5582 h 52675"/>
                <a:gd name="connsiteX11" fmla="*/ 41861 w 52326"/>
                <a:gd name="connsiteY11" fmla="*/ 5233 h 52675"/>
                <a:gd name="connsiteX12" fmla="*/ 39768 w 52326"/>
                <a:gd name="connsiteY12" fmla="*/ 3837 h 52675"/>
                <a:gd name="connsiteX13" fmla="*/ 39070 w 52326"/>
                <a:gd name="connsiteY13" fmla="*/ 3488 h 52675"/>
                <a:gd name="connsiteX14" fmla="*/ 36628 w 52326"/>
                <a:gd name="connsiteY14" fmla="*/ 2442 h 52675"/>
                <a:gd name="connsiteX15" fmla="*/ 36280 w 52326"/>
                <a:gd name="connsiteY15" fmla="*/ 2093 h 52675"/>
                <a:gd name="connsiteX16" fmla="*/ 33489 w 52326"/>
                <a:gd name="connsiteY16" fmla="*/ 1047 h 52675"/>
                <a:gd name="connsiteX17" fmla="*/ 32791 w 52326"/>
                <a:gd name="connsiteY17" fmla="*/ 698 h 52675"/>
                <a:gd name="connsiteX18" fmla="*/ 30349 w 52326"/>
                <a:gd name="connsiteY18" fmla="*/ 349 h 52675"/>
                <a:gd name="connsiteX19" fmla="*/ 29303 w 52326"/>
                <a:gd name="connsiteY19" fmla="*/ 349 h 52675"/>
                <a:gd name="connsiteX20" fmla="*/ 26163 w 52326"/>
                <a:gd name="connsiteY20" fmla="*/ 0 h 52675"/>
                <a:gd name="connsiteX21" fmla="*/ 7675 w 52326"/>
                <a:gd name="connsiteY21" fmla="*/ 7675 h 52675"/>
                <a:gd name="connsiteX22" fmla="*/ 3140 w 52326"/>
                <a:gd name="connsiteY22" fmla="*/ 13605 h 52675"/>
                <a:gd name="connsiteX23" fmla="*/ 0 w 52326"/>
                <a:gd name="connsiteY23" fmla="*/ 23372 h 52675"/>
                <a:gd name="connsiteX24" fmla="*/ 0 w 52326"/>
                <a:gd name="connsiteY24" fmla="*/ 26163 h 52675"/>
                <a:gd name="connsiteX25" fmla="*/ 0 w 52326"/>
                <a:gd name="connsiteY25" fmla="*/ 28954 h 52675"/>
                <a:gd name="connsiteX26" fmla="*/ 2093 w 52326"/>
                <a:gd name="connsiteY26" fmla="*/ 36628 h 52675"/>
                <a:gd name="connsiteX27" fmla="*/ 23024 w 52326"/>
                <a:gd name="connsiteY27" fmla="*/ 52326 h 52675"/>
                <a:gd name="connsiteX28" fmla="*/ 26163 w 52326"/>
                <a:gd name="connsiteY28" fmla="*/ 52675 h 52675"/>
                <a:gd name="connsiteX29" fmla="*/ 28954 w 52326"/>
                <a:gd name="connsiteY29" fmla="*/ 52675 h 52675"/>
                <a:gd name="connsiteX30" fmla="*/ 50233 w 52326"/>
                <a:gd name="connsiteY30" fmla="*/ 36977 h 52675"/>
                <a:gd name="connsiteX31" fmla="*/ 52326 w 52326"/>
                <a:gd name="connsiteY31" fmla="*/ 29303 h 52675"/>
                <a:gd name="connsiteX32" fmla="*/ 52326 w 52326"/>
                <a:gd name="connsiteY32" fmla="*/ 26512 h 52675"/>
                <a:gd name="connsiteX33" fmla="*/ 51977 w 52326"/>
                <a:gd name="connsiteY33" fmla="*/ 23024 h 52675"/>
                <a:gd name="connsiteX34" fmla="*/ 51977 w 52326"/>
                <a:gd name="connsiteY34" fmla="*/ 22326 h 52675"/>
                <a:gd name="connsiteX35" fmla="*/ 50582 w 52326"/>
                <a:gd name="connsiteY35" fmla="*/ 18140 h 5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2326" h="52675">
                  <a:moveTo>
                    <a:pt x="50582" y="18140"/>
                  </a:moveTo>
                  <a:cubicBezTo>
                    <a:pt x="50582" y="18140"/>
                    <a:pt x="50582" y="18140"/>
                    <a:pt x="50582" y="18140"/>
                  </a:cubicBezTo>
                  <a:cubicBezTo>
                    <a:pt x="50582" y="17791"/>
                    <a:pt x="50233" y="17442"/>
                    <a:pt x="50233" y="17093"/>
                  </a:cubicBezTo>
                  <a:cubicBezTo>
                    <a:pt x="49884" y="16047"/>
                    <a:pt x="49187" y="14651"/>
                    <a:pt x="48838" y="13605"/>
                  </a:cubicBezTo>
                  <a:cubicBezTo>
                    <a:pt x="48838" y="13605"/>
                    <a:pt x="48838" y="13605"/>
                    <a:pt x="48838" y="13605"/>
                  </a:cubicBezTo>
                  <a:cubicBezTo>
                    <a:pt x="48838" y="13605"/>
                    <a:pt x="48838" y="13605"/>
                    <a:pt x="48838" y="13605"/>
                  </a:cubicBezTo>
                  <a:cubicBezTo>
                    <a:pt x="48489" y="12558"/>
                    <a:pt x="47792" y="11861"/>
                    <a:pt x="47094" y="10814"/>
                  </a:cubicBezTo>
                  <a:cubicBezTo>
                    <a:pt x="47094" y="10465"/>
                    <a:pt x="46745" y="10465"/>
                    <a:pt x="46396" y="10116"/>
                  </a:cubicBezTo>
                  <a:cubicBezTo>
                    <a:pt x="46047" y="9419"/>
                    <a:pt x="45349" y="8721"/>
                    <a:pt x="45001" y="8372"/>
                  </a:cubicBezTo>
                  <a:cubicBezTo>
                    <a:pt x="44652" y="8024"/>
                    <a:pt x="44652" y="8024"/>
                    <a:pt x="44303" y="7675"/>
                  </a:cubicBezTo>
                  <a:cubicBezTo>
                    <a:pt x="43605" y="6977"/>
                    <a:pt x="42908" y="6279"/>
                    <a:pt x="42210" y="5582"/>
                  </a:cubicBezTo>
                  <a:cubicBezTo>
                    <a:pt x="42210" y="5582"/>
                    <a:pt x="41861" y="5233"/>
                    <a:pt x="41861" y="5233"/>
                  </a:cubicBezTo>
                  <a:cubicBezTo>
                    <a:pt x="41163" y="4535"/>
                    <a:pt x="40466" y="4186"/>
                    <a:pt x="39768" y="3837"/>
                  </a:cubicBezTo>
                  <a:cubicBezTo>
                    <a:pt x="39419" y="3837"/>
                    <a:pt x="39419" y="3488"/>
                    <a:pt x="39070" y="3488"/>
                  </a:cubicBezTo>
                  <a:cubicBezTo>
                    <a:pt x="38373" y="3140"/>
                    <a:pt x="37675" y="2791"/>
                    <a:pt x="36628" y="2442"/>
                  </a:cubicBezTo>
                  <a:cubicBezTo>
                    <a:pt x="36628" y="2442"/>
                    <a:pt x="36280" y="2442"/>
                    <a:pt x="36280" y="2093"/>
                  </a:cubicBezTo>
                  <a:cubicBezTo>
                    <a:pt x="35233" y="1744"/>
                    <a:pt x="34187" y="1395"/>
                    <a:pt x="33489" y="1047"/>
                  </a:cubicBezTo>
                  <a:cubicBezTo>
                    <a:pt x="33140" y="1047"/>
                    <a:pt x="33140" y="1047"/>
                    <a:pt x="32791" y="698"/>
                  </a:cubicBezTo>
                  <a:cubicBezTo>
                    <a:pt x="32094" y="349"/>
                    <a:pt x="31047" y="349"/>
                    <a:pt x="30349" y="349"/>
                  </a:cubicBezTo>
                  <a:cubicBezTo>
                    <a:pt x="30001" y="349"/>
                    <a:pt x="29652" y="349"/>
                    <a:pt x="29303" y="349"/>
                  </a:cubicBezTo>
                  <a:cubicBezTo>
                    <a:pt x="28256" y="349"/>
                    <a:pt x="27210" y="0"/>
                    <a:pt x="26163" y="0"/>
                  </a:cubicBezTo>
                  <a:cubicBezTo>
                    <a:pt x="18838" y="0"/>
                    <a:pt x="12559" y="2791"/>
                    <a:pt x="7675" y="7675"/>
                  </a:cubicBezTo>
                  <a:cubicBezTo>
                    <a:pt x="5931"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047" y="34187"/>
                    <a:pt x="2093" y="36628"/>
                  </a:cubicBezTo>
                  <a:cubicBezTo>
                    <a:pt x="5582" y="45001"/>
                    <a:pt x="13605" y="51280"/>
                    <a:pt x="23024" y="52326"/>
                  </a:cubicBezTo>
                  <a:cubicBezTo>
                    <a:pt x="24070" y="52326"/>
                    <a:pt x="25117" y="52675"/>
                    <a:pt x="26163" y="52675"/>
                  </a:cubicBezTo>
                  <a:cubicBezTo>
                    <a:pt x="27210" y="52675"/>
                    <a:pt x="27907" y="52675"/>
                    <a:pt x="28954" y="52675"/>
                  </a:cubicBezTo>
                  <a:cubicBezTo>
                    <a:pt x="38722" y="51629"/>
                    <a:pt x="46745" y="45349"/>
                    <a:pt x="50233" y="36977"/>
                  </a:cubicBezTo>
                  <a:cubicBezTo>
                    <a:pt x="51280" y="34535"/>
                    <a:pt x="51977" y="32093"/>
                    <a:pt x="52326" y="29303"/>
                  </a:cubicBezTo>
                  <a:cubicBezTo>
                    <a:pt x="52326" y="28256"/>
                    <a:pt x="52326" y="27559"/>
                    <a:pt x="52326" y="26512"/>
                  </a:cubicBezTo>
                  <a:cubicBezTo>
                    <a:pt x="52326" y="25466"/>
                    <a:pt x="52326" y="24070"/>
                    <a:pt x="51977" y="23024"/>
                  </a:cubicBezTo>
                  <a:cubicBezTo>
                    <a:pt x="51977" y="22675"/>
                    <a:pt x="51977" y="22326"/>
                    <a:pt x="51977" y="22326"/>
                  </a:cubicBezTo>
                  <a:cubicBezTo>
                    <a:pt x="50931" y="20233"/>
                    <a:pt x="50931" y="19186"/>
                    <a:pt x="50582" y="18140"/>
                  </a:cubicBezTo>
                  <a:close/>
                </a:path>
              </a:pathLst>
            </a:custGeom>
            <a:grpFill/>
            <a:ln w="3488" cap="flat">
              <a:noFill/>
              <a:prstDash val="solid"/>
              <a:miter/>
            </a:ln>
          </p:spPr>
          <p:txBody>
            <a:bodyPr rtlCol="0" anchor="ctr"/>
            <a:lstStyle/>
            <a:p>
              <a:endParaRPr lang="en-ID"/>
            </a:p>
          </p:txBody>
        </p:sp>
        <p:sp>
          <p:nvSpPr>
            <p:cNvPr id="759" name="Freeform: Shape 758">
              <a:extLst>
                <a:ext uri="{FF2B5EF4-FFF2-40B4-BE49-F238E27FC236}">
                  <a16:creationId xmlns:a16="http://schemas.microsoft.com/office/drawing/2014/main" id="{519FDBF8-9110-2AF2-0289-C8B1779CE31E}"/>
                </a:ext>
              </a:extLst>
            </p:cNvPr>
            <p:cNvSpPr/>
            <p:nvPr/>
          </p:nvSpPr>
          <p:spPr>
            <a:xfrm>
              <a:off x="9104057" y="2513291"/>
              <a:ext cx="53023" cy="52326"/>
            </a:xfrm>
            <a:custGeom>
              <a:avLst/>
              <a:gdLst>
                <a:gd name="connsiteX0" fmla="*/ 12209 w 53023"/>
                <a:gd name="connsiteY0" fmla="*/ 47791 h 52326"/>
                <a:gd name="connsiteX1" fmla="*/ 26861 w 53023"/>
                <a:gd name="connsiteY1" fmla="*/ 52326 h 52326"/>
                <a:gd name="connsiteX2" fmla="*/ 26861 w 53023"/>
                <a:gd name="connsiteY2" fmla="*/ 52326 h 52326"/>
                <a:gd name="connsiteX3" fmla="*/ 41512 w 53023"/>
                <a:gd name="connsiteY3" fmla="*/ 47791 h 52326"/>
                <a:gd name="connsiteX4" fmla="*/ 53024 w 53023"/>
                <a:gd name="connsiteY4" fmla="*/ 26163 h 52326"/>
                <a:gd name="connsiteX5" fmla="*/ 53024 w 53023"/>
                <a:gd name="connsiteY5" fmla="*/ 26163 h 52326"/>
                <a:gd name="connsiteX6" fmla="*/ 52675 w 53023"/>
                <a:gd name="connsiteY6" fmla="*/ 23024 h 52326"/>
                <a:gd name="connsiteX7" fmla="*/ 49884 w 53023"/>
                <a:gd name="connsiteY7" fmla="*/ 13605 h 52326"/>
                <a:gd name="connsiteX8" fmla="*/ 47791 w 53023"/>
                <a:gd name="connsiteY8" fmla="*/ 10465 h 52326"/>
                <a:gd name="connsiteX9" fmla="*/ 36977 w 53023"/>
                <a:gd name="connsiteY9" fmla="*/ 2093 h 52326"/>
                <a:gd name="connsiteX10" fmla="*/ 30000 w 53023"/>
                <a:gd name="connsiteY10" fmla="*/ 349 h 52326"/>
                <a:gd name="connsiteX11" fmla="*/ 26511 w 53023"/>
                <a:gd name="connsiteY11" fmla="*/ 0 h 52326"/>
                <a:gd name="connsiteX12" fmla="*/ 26511 w 53023"/>
                <a:gd name="connsiteY12" fmla="*/ 0 h 52326"/>
                <a:gd name="connsiteX13" fmla="*/ 23721 w 53023"/>
                <a:gd name="connsiteY13" fmla="*/ 0 h 52326"/>
                <a:gd name="connsiteX14" fmla="*/ 4535 w 53023"/>
                <a:gd name="connsiteY14" fmla="*/ 11512 h 52326"/>
                <a:gd name="connsiteX15" fmla="*/ 3139 w 53023"/>
                <a:gd name="connsiteY15" fmla="*/ 13605 h 52326"/>
                <a:gd name="connsiteX16" fmla="*/ 0 w 53023"/>
                <a:gd name="connsiteY16" fmla="*/ 23372 h 52326"/>
                <a:gd name="connsiteX17" fmla="*/ 0 w 53023"/>
                <a:gd name="connsiteY17" fmla="*/ 26163 h 52326"/>
                <a:gd name="connsiteX18" fmla="*/ 12209 w 53023"/>
                <a:gd name="connsiteY18" fmla="*/ 4779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23" h="52326">
                  <a:moveTo>
                    <a:pt x="12209" y="47791"/>
                  </a:moveTo>
                  <a:cubicBezTo>
                    <a:pt x="16395" y="50582"/>
                    <a:pt x="21279" y="52326"/>
                    <a:pt x="26861" y="52326"/>
                  </a:cubicBezTo>
                  <a:lnTo>
                    <a:pt x="26861" y="52326"/>
                  </a:lnTo>
                  <a:cubicBezTo>
                    <a:pt x="32442" y="52326"/>
                    <a:pt x="37326" y="50582"/>
                    <a:pt x="41512" y="47791"/>
                  </a:cubicBezTo>
                  <a:cubicBezTo>
                    <a:pt x="48489" y="43256"/>
                    <a:pt x="53024" y="35233"/>
                    <a:pt x="53024" y="26163"/>
                  </a:cubicBezTo>
                  <a:lnTo>
                    <a:pt x="53024" y="26163"/>
                  </a:lnTo>
                  <a:cubicBezTo>
                    <a:pt x="53024" y="25117"/>
                    <a:pt x="53024" y="24070"/>
                    <a:pt x="52675" y="23024"/>
                  </a:cubicBezTo>
                  <a:cubicBezTo>
                    <a:pt x="52326" y="19535"/>
                    <a:pt x="51279" y="16396"/>
                    <a:pt x="49884" y="13605"/>
                  </a:cubicBezTo>
                  <a:cubicBezTo>
                    <a:pt x="49186" y="12558"/>
                    <a:pt x="48489" y="11512"/>
                    <a:pt x="47791" y="10465"/>
                  </a:cubicBezTo>
                  <a:cubicBezTo>
                    <a:pt x="45000" y="6628"/>
                    <a:pt x="41512" y="3837"/>
                    <a:pt x="36977" y="2093"/>
                  </a:cubicBezTo>
                  <a:cubicBezTo>
                    <a:pt x="34884" y="1046"/>
                    <a:pt x="32442" y="698"/>
                    <a:pt x="30000" y="349"/>
                  </a:cubicBezTo>
                  <a:cubicBezTo>
                    <a:pt x="28954" y="349"/>
                    <a:pt x="27558" y="0"/>
                    <a:pt x="26511" y="0"/>
                  </a:cubicBezTo>
                  <a:lnTo>
                    <a:pt x="26511" y="0"/>
                  </a:lnTo>
                  <a:cubicBezTo>
                    <a:pt x="25466" y="0"/>
                    <a:pt x="24767" y="0"/>
                    <a:pt x="23721" y="0"/>
                  </a:cubicBezTo>
                  <a:cubicBezTo>
                    <a:pt x="15698" y="698"/>
                    <a:pt x="9069" y="5233"/>
                    <a:pt x="4535" y="11512"/>
                  </a:cubicBezTo>
                  <a:cubicBezTo>
                    <a:pt x="4186" y="12209"/>
                    <a:pt x="3488" y="12907"/>
                    <a:pt x="3139" y="13605"/>
                  </a:cubicBezTo>
                  <a:cubicBezTo>
                    <a:pt x="1395" y="16744"/>
                    <a:pt x="348" y="19884"/>
                    <a:pt x="0" y="23372"/>
                  </a:cubicBezTo>
                  <a:cubicBezTo>
                    <a:pt x="0" y="24419"/>
                    <a:pt x="0" y="25117"/>
                    <a:pt x="0" y="26163"/>
                  </a:cubicBezTo>
                  <a:cubicBezTo>
                    <a:pt x="698" y="35233"/>
                    <a:pt x="5233" y="43256"/>
                    <a:pt x="12209" y="47791"/>
                  </a:cubicBezTo>
                  <a:close/>
                </a:path>
              </a:pathLst>
            </a:custGeom>
            <a:grpFill/>
            <a:ln w="3488" cap="flat">
              <a:noFill/>
              <a:prstDash val="solid"/>
              <a:miter/>
            </a:ln>
          </p:spPr>
          <p:txBody>
            <a:bodyPr rtlCol="0" anchor="ctr"/>
            <a:lstStyle/>
            <a:p>
              <a:endParaRPr lang="en-ID"/>
            </a:p>
          </p:txBody>
        </p:sp>
        <p:sp>
          <p:nvSpPr>
            <p:cNvPr id="760" name="Freeform: Shape 759">
              <a:extLst>
                <a:ext uri="{FF2B5EF4-FFF2-40B4-BE49-F238E27FC236}">
                  <a16:creationId xmlns:a16="http://schemas.microsoft.com/office/drawing/2014/main" id="{CA030E8E-2DC5-171A-473E-DE216562CBB4}"/>
                </a:ext>
              </a:extLst>
            </p:cNvPr>
            <p:cNvSpPr/>
            <p:nvPr/>
          </p:nvSpPr>
          <p:spPr>
            <a:xfrm>
              <a:off x="9314060" y="4292381"/>
              <a:ext cx="52326" cy="52326"/>
            </a:xfrm>
            <a:custGeom>
              <a:avLst/>
              <a:gdLst>
                <a:gd name="connsiteX0" fmla="*/ 26163 w 52326"/>
                <a:gd name="connsiteY0" fmla="*/ 0 h 52326"/>
                <a:gd name="connsiteX1" fmla="*/ 26163 w 52326"/>
                <a:gd name="connsiteY1" fmla="*/ 0 h 52326"/>
                <a:gd name="connsiteX2" fmla="*/ 22675 w 52326"/>
                <a:gd name="connsiteY2" fmla="*/ 349 h 52326"/>
                <a:gd name="connsiteX3" fmla="*/ 16047 w 52326"/>
                <a:gd name="connsiteY3" fmla="*/ 2093 h 52326"/>
                <a:gd name="connsiteX4" fmla="*/ 7674 w 52326"/>
                <a:gd name="connsiteY4" fmla="*/ 7675 h 52326"/>
                <a:gd name="connsiteX5" fmla="*/ 0 w 52326"/>
                <a:gd name="connsiteY5" fmla="*/ 26163 h 52326"/>
                <a:gd name="connsiteX6" fmla="*/ 26163 w 52326"/>
                <a:gd name="connsiteY6" fmla="*/ 52326 h 52326"/>
                <a:gd name="connsiteX7" fmla="*/ 36628 w 52326"/>
                <a:gd name="connsiteY7" fmla="*/ 50233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5116" y="0"/>
                    <a:pt x="23721" y="0"/>
                    <a:pt x="22675" y="349"/>
                  </a:cubicBezTo>
                  <a:cubicBezTo>
                    <a:pt x="20233" y="698"/>
                    <a:pt x="18140" y="1395"/>
                    <a:pt x="16047" y="2093"/>
                  </a:cubicBezTo>
                  <a:cubicBezTo>
                    <a:pt x="12907" y="3488"/>
                    <a:pt x="10116" y="5233"/>
                    <a:pt x="7674" y="7675"/>
                  </a:cubicBezTo>
                  <a:cubicBezTo>
                    <a:pt x="2791" y="12558"/>
                    <a:pt x="0" y="18838"/>
                    <a:pt x="0" y="26163"/>
                  </a:cubicBezTo>
                  <a:cubicBezTo>
                    <a:pt x="0" y="40465"/>
                    <a:pt x="11860" y="52326"/>
                    <a:pt x="26163" y="52326"/>
                  </a:cubicBezTo>
                  <a:cubicBezTo>
                    <a:pt x="30001" y="52326"/>
                    <a:pt x="33489" y="51628"/>
                    <a:pt x="36628" y="50233"/>
                  </a:cubicBezTo>
                  <a:cubicBezTo>
                    <a:pt x="45699" y="46047"/>
                    <a:pt x="52326" y="3697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1" name="Freeform: Shape 760">
              <a:extLst>
                <a:ext uri="{FF2B5EF4-FFF2-40B4-BE49-F238E27FC236}">
                  <a16:creationId xmlns:a16="http://schemas.microsoft.com/office/drawing/2014/main" id="{F711B770-0F0E-BBFE-9821-68CF84FE9699}"/>
                </a:ext>
              </a:extLst>
            </p:cNvPr>
            <p:cNvSpPr/>
            <p:nvPr/>
          </p:nvSpPr>
          <p:spPr>
            <a:xfrm>
              <a:off x="9314397" y="3978424"/>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762" name="Freeform: Shape 761">
              <a:extLst>
                <a:ext uri="{FF2B5EF4-FFF2-40B4-BE49-F238E27FC236}">
                  <a16:creationId xmlns:a16="http://schemas.microsoft.com/office/drawing/2014/main" id="{B5B74E2E-8E5B-57D7-8E3C-D139D1906178}"/>
                </a:ext>
              </a:extLst>
            </p:cNvPr>
            <p:cNvSpPr/>
            <p:nvPr/>
          </p:nvSpPr>
          <p:spPr>
            <a:xfrm>
              <a:off x="11197802" y="5338905"/>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3139 w 52326"/>
                <a:gd name="connsiteY3" fmla="*/ 13954 h 52326"/>
                <a:gd name="connsiteX4" fmla="*/ 2093 w 52326"/>
                <a:gd name="connsiteY4" fmla="*/ 16047 h 52326"/>
                <a:gd name="connsiteX5" fmla="*/ 0 w 52326"/>
                <a:gd name="connsiteY5" fmla="*/ 26163 h 52326"/>
                <a:gd name="connsiteX6" fmla="*/ 26163 w 52326"/>
                <a:gd name="connsiteY6" fmla="*/ 52326 h 52326"/>
                <a:gd name="connsiteX7" fmla="*/ 47791 w 52326"/>
                <a:gd name="connsiteY7" fmla="*/ 40814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3139" y="13605"/>
                    <a:pt x="3139" y="13954"/>
                    <a:pt x="3139" y="13954"/>
                  </a:cubicBezTo>
                  <a:cubicBezTo>
                    <a:pt x="2791" y="14651"/>
                    <a:pt x="2442" y="15349"/>
                    <a:pt x="2093" y="16047"/>
                  </a:cubicBezTo>
                  <a:cubicBezTo>
                    <a:pt x="698" y="19186"/>
                    <a:pt x="0" y="22675"/>
                    <a:pt x="0" y="26163"/>
                  </a:cubicBezTo>
                  <a:cubicBezTo>
                    <a:pt x="0" y="40465"/>
                    <a:pt x="11860" y="52326"/>
                    <a:pt x="26163" y="52326"/>
                  </a:cubicBez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3" name="Freeform: Shape 762">
              <a:extLst>
                <a:ext uri="{FF2B5EF4-FFF2-40B4-BE49-F238E27FC236}">
                  <a16:creationId xmlns:a16="http://schemas.microsoft.com/office/drawing/2014/main" id="{5D912A10-23BF-CD87-CB2B-71E7A18BED84}"/>
                </a:ext>
              </a:extLst>
            </p:cNvPr>
            <p:cNvSpPr/>
            <p:nvPr/>
          </p:nvSpPr>
          <p:spPr>
            <a:xfrm>
              <a:off x="8162884" y="4083077"/>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4" name="Freeform: Shape 763">
              <a:extLst>
                <a:ext uri="{FF2B5EF4-FFF2-40B4-BE49-F238E27FC236}">
                  <a16:creationId xmlns:a16="http://schemas.microsoft.com/office/drawing/2014/main" id="{53DB4BCD-726A-EA58-689D-D701F6300A71}"/>
                </a:ext>
              </a:extLst>
            </p:cNvPr>
            <p:cNvSpPr/>
            <p:nvPr/>
          </p:nvSpPr>
          <p:spPr>
            <a:xfrm>
              <a:off x="12139673"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65" name="Freeform: Shape 764">
              <a:extLst>
                <a:ext uri="{FF2B5EF4-FFF2-40B4-BE49-F238E27FC236}">
                  <a16:creationId xmlns:a16="http://schemas.microsoft.com/office/drawing/2014/main" id="{E71E6A23-5AF0-9FE5-C057-20369DEE64B2}"/>
                </a:ext>
              </a:extLst>
            </p:cNvPr>
            <p:cNvSpPr/>
            <p:nvPr/>
          </p:nvSpPr>
          <p:spPr>
            <a:xfrm>
              <a:off x="10674540" y="4187729"/>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66" name="Freeform: Shape 765">
              <a:extLst>
                <a:ext uri="{FF2B5EF4-FFF2-40B4-BE49-F238E27FC236}">
                  <a16:creationId xmlns:a16="http://schemas.microsoft.com/office/drawing/2014/main" id="{FAA729CA-6B99-E98A-A543-5E5493AF7E0F}"/>
                </a:ext>
              </a:extLst>
            </p:cNvPr>
            <p:cNvSpPr/>
            <p:nvPr/>
          </p:nvSpPr>
          <p:spPr>
            <a:xfrm>
              <a:off x="11930369" y="5338905"/>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67" name="Freeform: Shape 766">
              <a:extLst>
                <a:ext uri="{FF2B5EF4-FFF2-40B4-BE49-F238E27FC236}">
                  <a16:creationId xmlns:a16="http://schemas.microsoft.com/office/drawing/2014/main" id="{D2D42905-788D-36D3-FB66-7BFB69832EF3}"/>
                </a:ext>
              </a:extLst>
            </p:cNvPr>
            <p:cNvSpPr/>
            <p:nvPr/>
          </p:nvSpPr>
          <p:spPr>
            <a:xfrm>
              <a:off x="1151175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68" name="Freeform: Shape 767">
              <a:extLst>
                <a:ext uri="{FF2B5EF4-FFF2-40B4-BE49-F238E27FC236}">
                  <a16:creationId xmlns:a16="http://schemas.microsoft.com/office/drawing/2014/main" id="{49C5D89A-B448-2631-52A2-215849C616D9}"/>
                </a:ext>
              </a:extLst>
            </p:cNvPr>
            <p:cNvSpPr/>
            <p:nvPr/>
          </p:nvSpPr>
          <p:spPr>
            <a:xfrm>
              <a:off x="11197802" y="3036553"/>
              <a:ext cx="52326" cy="52326"/>
            </a:xfrm>
            <a:custGeom>
              <a:avLst/>
              <a:gdLst>
                <a:gd name="connsiteX0" fmla="*/ 18489 w 52326"/>
                <a:gd name="connsiteY0" fmla="*/ 51280 h 52326"/>
                <a:gd name="connsiteX1" fmla="*/ 22325 w 52326"/>
                <a:gd name="connsiteY1" fmla="*/ 51977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18489 w 52326"/>
                <a:gd name="connsiteY8"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8489" y="51280"/>
                  </a:moveTo>
                  <a:cubicBezTo>
                    <a:pt x="19884" y="51628"/>
                    <a:pt x="20930" y="51977"/>
                    <a:pt x="22325" y="51977"/>
                  </a:cubicBezTo>
                  <a:cubicBezTo>
                    <a:pt x="23721" y="52326"/>
                    <a:pt x="24768" y="52326"/>
                    <a:pt x="26163" y="52326"/>
                  </a:cubicBez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769" name="Freeform: Shape 768">
              <a:extLst>
                <a:ext uri="{FF2B5EF4-FFF2-40B4-BE49-F238E27FC236}">
                  <a16:creationId xmlns:a16="http://schemas.microsoft.com/office/drawing/2014/main" id="{5BE806CD-31EE-7E84-91C2-F12855724712}"/>
                </a:ext>
              </a:extLst>
            </p:cNvPr>
            <p:cNvSpPr/>
            <p:nvPr/>
          </p:nvSpPr>
          <p:spPr>
            <a:xfrm>
              <a:off x="1119780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70" name="Freeform: Shape 769">
              <a:extLst>
                <a:ext uri="{FF2B5EF4-FFF2-40B4-BE49-F238E27FC236}">
                  <a16:creationId xmlns:a16="http://schemas.microsoft.com/office/drawing/2014/main" id="{7EF2E131-38B8-B169-E429-75D5D0EB0124}"/>
                </a:ext>
              </a:extLst>
            </p:cNvPr>
            <p:cNvSpPr/>
            <p:nvPr/>
          </p:nvSpPr>
          <p:spPr>
            <a:xfrm>
              <a:off x="931406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71" name="Freeform: Shape 770">
              <a:extLst>
                <a:ext uri="{FF2B5EF4-FFF2-40B4-BE49-F238E27FC236}">
                  <a16:creationId xmlns:a16="http://schemas.microsoft.com/office/drawing/2014/main" id="{FCACC950-9A83-4ED4-B2B9-A3456BCD194F}"/>
                </a:ext>
              </a:extLst>
            </p:cNvPr>
            <p:cNvSpPr/>
            <p:nvPr/>
          </p:nvSpPr>
          <p:spPr>
            <a:xfrm rot="21046898">
              <a:off x="8581643" y="376900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772" name="Freeform: Shape 771">
              <a:extLst>
                <a:ext uri="{FF2B5EF4-FFF2-40B4-BE49-F238E27FC236}">
                  <a16:creationId xmlns:a16="http://schemas.microsoft.com/office/drawing/2014/main" id="{C26F2916-C873-C9D4-D416-3A90C0E4513A}"/>
                </a:ext>
              </a:extLst>
            </p:cNvPr>
            <p:cNvSpPr/>
            <p:nvPr/>
          </p:nvSpPr>
          <p:spPr>
            <a:xfrm>
              <a:off x="7744274" y="3978773"/>
              <a:ext cx="52326" cy="52326"/>
            </a:xfrm>
            <a:custGeom>
              <a:avLst/>
              <a:gdLst>
                <a:gd name="connsiteX0" fmla="*/ 40814 w 52326"/>
                <a:gd name="connsiteY0" fmla="*/ 4186 h 52326"/>
                <a:gd name="connsiteX1" fmla="*/ 37675 w 52326"/>
                <a:gd name="connsiteY1" fmla="*/ 2442 h 52326"/>
                <a:gd name="connsiteX2" fmla="*/ 33837 w 52326"/>
                <a:gd name="connsiteY2" fmla="*/ 1047 h 52326"/>
                <a:gd name="connsiteX3" fmla="*/ 26163 w 52326"/>
                <a:gd name="connsiteY3" fmla="*/ 0 h 52326"/>
                <a:gd name="connsiteX4" fmla="*/ 0 w 52326"/>
                <a:gd name="connsiteY4" fmla="*/ 26163 h 52326"/>
                <a:gd name="connsiteX5" fmla="*/ 11512 w 52326"/>
                <a:gd name="connsiteY5" fmla="*/ 47791 h 52326"/>
                <a:gd name="connsiteX6" fmla="*/ 26163 w 52326"/>
                <a:gd name="connsiteY6" fmla="*/ 52326 h 52326"/>
                <a:gd name="connsiteX7" fmla="*/ 26163 w 52326"/>
                <a:gd name="connsiteY7" fmla="*/ 52326 h 52326"/>
                <a:gd name="connsiteX8" fmla="*/ 52326 w 52326"/>
                <a:gd name="connsiteY8" fmla="*/ 26163 h 52326"/>
                <a:gd name="connsiteX9" fmla="*/ 40814 w 52326"/>
                <a:gd name="connsiteY9" fmla="*/ 418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0814" y="4186"/>
                  </a:moveTo>
                  <a:cubicBezTo>
                    <a:pt x="39768" y="3488"/>
                    <a:pt x="38722" y="3140"/>
                    <a:pt x="37675" y="2442"/>
                  </a:cubicBezTo>
                  <a:cubicBezTo>
                    <a:pt x="36279" y="1744"/>
                    <a:pt x="35233" y="1395"/>
                    <a:pt x="33837" y="1047"/>
                  </a:cubicBezTo>
                  <a:cubicBezTo>
                    <a:pt x="31396" y="349"/>
                    <a:pt x="2860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6"/>
                    <a:pt x="52326" y="26163"/>
                  </a:cubicBezTo>
                  <a:cubicBezTo>
                    <a:pt x="52326" y="16745"/>
                    <a:pt x="47791" y="8721"/>
                    <a:pt x="40814" y="4186"/>
                  </a:cubicBezTo>
                  <a:close/>
                </a:path>
              </a:pathLst>
            </a:custGeom>
            <a:grpFill/>
            <a:ln w="3488" cap="flat">
              <a:noFill/>
              <a:prstDash val="solid"/>
              <a:miter/>
            </a:ln>
          </p:spPr>
          <p:txBody>
            <a:bodyPr rtlCol="0" anchor="ctr"/>
            <a:lstStyle/>
            <a:p>
              <a:endParaRPr lang="en-ID"/>
            </a:p>
          </p:txBody>
        </p:sp>
        <p:sp>
          <p:nvSpPr>
            <p:cNvPr id="773" name="Freeform: Shape 772">
              <a:extLst>
                <a:ext uri="{FF2B5EF4-FFF2-40B4-BE49-F238E27FC236}">
                  <a16:creationId xmlns:a16="http://schemas.microsoft.com/office/drawing/2014/main" id="{50C1DECA-2A2D-8842-4874-AD9755C66F07}"/>
                </a:ext>
              </a:extLst>
            </p:cNvPr>
            <p:cNvSpPr/>
            <p:nvPr/>
          </p:nvSpPr>
          <p:spPr>
            <a:xfrm>
              <a:off x="701170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74" name="Freeform: Shape 773">
              <a:extLst>
                <a:ext uri="{FF2B5EF4-FFF2-40B4-BE49-F238E27FC236}">
                  <a16:creationId xmlns:a16="http://schemas.microsoft.com/office/drawing/2014/main" id="{54A1756A-C321-BDE8-2DFD-0E6F68D1CD8D}"/>
                </a:ext>
              </a:extLst>
            </p:cNvPr>
            <p:cNvSpPr/>
            <p:nvPr/>
          </p:nvSpPr>
          <p:spPr>
            <a:xfrm>
              <a:off x="6802403"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75" name="Freeform: Shape 774">
              <a:extLst>
                <a:ext uri="{FF2B5EF4-FFF2-40B4-BE49-F238E27FC236}">
                  <a16:creationId xmlns:a16="http://schemas.microsoft.com/office/drawing/2014/main" id="{22650915-8E21-A977-1F02-F9102DA90361}"/>
                </a:ext>
              </a:extLst>
            </p:cNvPr>
            <p:cNvSpPr/>
            <p:nvPr/>
          </p:nvSpPr>
          <p:spPr>
            <a:xfrm>
              <a:off x="6069836" y="3873772"/>
              <a:ext cx="52326" cy="52674"/>
            </a:xfrm>
            <a:custGeom>
              <a:avLst/>
              <a:gdLst>
                <a:gd name="connsiteX0" fmla="*/ 52326 w 52326"/>
                <a:gd name="connsiteY0" fmla="*/ 23372 h 52674"/>
                <a:gd name="connsiteX1" fmla="*/ 49187 w 52326"/>
                <a:gd name="connsiteY1" fmla="*/ 13605 h 52674"/>
                <a:gd name="connsiteX2" fmla="*/ 38721 w 52326"/>
                <a:gd name="connsiteY2" fmla="*/ 3140 h 52674"/>
                <a:gd name="connsiteX3" fmla="*/ 28954 w 52326"/>
                <a:gd name="connsiteY3" fmla="*/ 0 h 52674"/>
                <a:gd name="connsiteX4" fmla="*/ 26163 w 52326"/>
                <a:gd name="connsiteY4" fmla="*/ 0 h 52674"/>
                <a:gd name="connsiteX5" fmla="*/ 7674 w 52326"/>
                <a:gd name="connsiteY5" fmla="*/ 7675 h 52674"/>
                <a:gd name="connsiteX6" fmla="*/ 3140 w 52326"/>
                <a:gd name="connsiteY6" fmla="*/ 13605 h 52674"/>
                <a:gd name="connsiteX7" fmla="*/ 0 w 52326"/>
                <a:gd name="connsiteY7" fmla="*/ 23372 h 52674"/>
                <a:gd name="connsiteX8" fmla="*/ 0 w 52326"/>
                <a:gd name="connsiteY8" fmla="*/ 26163 h 52674"/>
                <a:gd name="connsiteX9" fmla="*/ 0 w 52326"/>
                <a:gd name="connsiteY9" fmla="*/ 28954 h 52674"/>
                <a:gd name="connsiteX10" fmla="*/ 2093 w 52326"/>
                <a:gd name="connsiteY10" fmla="*/ 36628 h 52674"/>
                <a:gd name="connsiteX11" fmla="*/ 23023 w 52326"/>
                <a:gd name="connsiteY11" fmla="*/ 52326 h 52674"/>
                <a:gd name="connsiteX12" fmla="*/ 26163 w 52326"/>
                <a:gd name="connsiteY12" fmla="*/ 52675 h 52674"/>
                <a:gd name="connsiteX13" fmla="*/ 28954 w 52326"/>
                <a:gd name="connsiteY13" fmla="*/ 52675 h 52674"/>
                <a:gd name="connsiteX14" fmla="*/ 50233 w 52326"/>
                <a:gd name="connsiteY14" fmla="*/ 36977 h 52674"/>
                <a:gd name="connsiteX15" fmla="*/ 52326 w 52326"/>
                <a:gd name="connsiteY15" fmla="*/ 29303 h 52674"/>
                <a:gd name="connsiteX16" fmla="*/ 52326 w 52326"/>
                <a:gd name="connsiteY16" fmla="*/ 26512 h 52674"/>
                <a:gd name="connsiteX17" fmla="*/ 52326 w 52326"/>
                <a:gd name="connsiteY17" fmla="*/ 23372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326" h="52674">
                  <a:moveTo>
                    <a:pt x="52326" y="23372"/>
                  </a:moveTo>
                  <a:cubicBezTo>
                    <a:pt x="51977" y="19884"/>
                    <a:pt x="50931" y="16396"/>
                    <a:pt x="49187" y="13605"/>
                  </a:cubicBezTo>
                  <a:cubicBezTo>
                    <a:pt x="46745" y="9070"/>
                    <a:pt x="43256" y="5581"/>
                    <a:pt x="38721" y="3140"/>
                  </a:cubicBezTo>
                  <a:cubicBezTo>
                    <a:pt x="35582" y="1395"/>
                    <a:pt x="32442" y="349"/>
                    <a:pt x="28954" y="0"/>
                  </a:cubicBezTo>
                  <a:cubicBezTo>
                    <a:pt x="27907" y="0"/>
                    <a:pt x="27210" y="0"/>
                    <a:pt x="26163" y="0"/>
                  </a:cubicBezTo>
                  <a:cubicBezTo>
                    <a:pt x="18838" y="0"/>
                    <a:pt x="12558" y="2791"/>
                    <a:pt x="7674" y="7675"/>
                  </a:cubicBezTo>
                  <a:cubicBezTo>
                    <a:pt x="5930" y="9419"/>
                    <a:pt x="4535" y="11512"/>
                    <a:pt x="3140" y="13605"/>
                  </a:cubicBezTo>
                  <a:cubicBezTo>
                    <a:pt x="1395" y="16744"/>
                    <a:pt x="349" y="19884"/>
                    <a:pt x="0" y="23372"/>
                  </a:cubicBezTo>
                  <a:cubicBezTo>
                    <a:pt x="0" y="24419"/>
                    <a:pt x="0" y="25117"/>
                    <a:pt x="0" y="26163"/>
                  </a:cubicBezTo>
                  <a:cubicBezTo>
                    <a:pt x="0" y="27210"/>
                    <a:pt x="0" y="27907"/>
                    <a:pt x="0" y="28954"/>
                  </a:cubicBezTo>
                  <a:cubicBezTo>
                    <a:pt x="349" y="31744"/>
                    <a:pt x="1047" y="34186"/>
                    <a:pt x="2093" y="36628"/>
                  </a:cubicBezTo>
                  <a:cubicBezTo>
                    <a:pt x="5581" y="45001"/>
                    <a:pt x="13605" y="51280"/>
                    <a:pt x="23023" y="52326"/>
                  </a:cubicBezTo>
                  <a:cubicBezTo>
                    <a:pt x="24070" y="52326"/>
                    <a:pt x="25116" y="52675"/>
                    <a:pt x="26163" y="52675"/>
                  </a:cubicBezTo>
                  <a:cubicBezTo>
                    <a:pt x="27210" y="52675"/>
                    <a:pt x="27907" y="52675"/>
                    <a:pt x="28954" y="52675"/>
                  </a:cubicBezTo>
                  <a:cubicBezTo>
                    <a:pt x="38721" y="51628"/>
                    <a:pt x="46745" y="45349"/>
                    <a:pt x="50233" y="36977"/>
                  </a:cubicBezTo>
                  <a:cubicBezTo>
                    <a:pt x="51279" y="34535"/>
                    <a:pt x="51977" y="32093"/>
                    <a:pt x="52326" y="29303"/>
                  </a:cubicBezTo>
                  <a:cubicBezTo>
                    <a:pt x="52326" y="28256"/>
                    <a:pt x="52326" y="27559"/>
                    <a:pt x="52326" y="26512"/>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776" name="Freeform: Shape 775">
              <a:extLst>
                <a:ext uri="{FF2B5EF4-FFF2-40B4-BE49-F238E27FC236}">
                  <a16:creationId xmlns:a16="http://schemas.microsoft.com/office/drawing/2014/main" id="{946A1D5A-C6D7-99EA-AB3C-92E2AB9E2BD7}"/>
                </a:ext>
              </a:extLst>
            </p:cNvPr>
            <p:cNvSpPr/>
            <p:nvPr/>
          </p:nvSpPr>
          <p:spPr>
            <a:xfrm>
              <a:off x="6069836" y="3664467"/>
              <a:ext cx="51977" cy="52326"/>
            </a:xfrm>
            <a:custGeom>
              <a:avLst/>
              <a:gdLst>
                <a:gd name="connsiteX0" fmla="*/ 38721 w 51977"/>
                <a:gd name="connsiteY0" fmla="*/ 3140 h 52326"/>
                <a:gd name="connsiteX1" fmla="*/ 28954 w 51977"/>
                <a:gd name="connsiteY1" fmla="*/ 0 h 52326"/>
                <a:gd name="connsiteX2" fmla="*/ 26163 w 51977"/>
                <a:gd name="connsiteY2" fmla="*/ 0 h 52326"/>
                <a:gd name="connsiteX3" fmla="*/ 22675 w 51977"/>
                <a:gd name="connsiteY3" fmla="*/ 349 h 52326"/>
                <a:gd name="connsiteX4" fmla="*/ 21977 w 51977"/>
                <a:gd name="connsiteY4" fmla="*/ 349 h 52326"/>
                <a:gd name="connsiteX5" fmla="*/ 15000 w 51977"/>
                <a:gd name="connsiteY5" fmla="*/ 2442 h 52326"/>
                <a:gd name="connsiteX6" fmla="*/ 14302 w 51977"/>
                <a:gd name="connsiteY6" fmla="*/ 2791 h 52326"/>
                <a:gd name="connsiteX7" fmla="*/ 11163 w 51977"/>
                <a:gd name="connsiteY7" fmla="*/ 4535 h 52326"/>
                <a:gd name="connsiteX8" fmla="*/ 10814 w 51977"/>
                <a:gd name="connsiteY8" fmla="*/ 4884 h 52326"/>
                <a:gd name="connsiteX9" fmla="*/ 8372 w 51977"/>
                <a:gd name="connsiteY9" fmla="*/ 6977 h 52326"/>
                <a:gd name="connsiteX10" fmla="*/ 8024 w 51977"/>
                <a:gd name="connsiteY10" fmla="*/ 7326 h 52326"/>
                <a:gd name="connsiteX11" fmla="*/ 5581 w 51977"/>
                <a:gd name="connsiteY11" fmla="*/ 10116 h 52326"/>
                <a:gd name="connsiteX12" fmla="*/ 5233 w 51977"/>
                <a:gd name="connsiteY12" fmla="*/ 10814 h 52326"/>
                <a:gd name="connsiteX13" fmla="*/ 3488 w 51977"/>
                <a:gd name="connsiteY13" fmla="*/ 13954 h 52326"/>
                <a:gd name="connsiteX14" fmla="*/ 3140 w 51977"/>
                <a:gd name="connsiteY14" fmla="*/ 14302 h 52326"/>
                <a:gd name="connsiteX15" fmla="*/ 1744 w 51977"/>
                <a:gd name="connsiteY15" fmla="*/ 17442 h 52326"/>
                <a:gd name="connsiteX16" fmla="*/ 1395 w 51977"/>
                <a:gd name="connsiteY16" fmla="*/ 18140 h 52326"/>
                <a:gd name="connsiteX17" fmla="*/ 349 w 51977"/>
                <a:gd name="connsiteY17" fmla="*/ 21628 h 52326"/>
                <a:gd name="connsiteX18" fmla="*/ 349 w 51977"/>
                <a:gd name="connsiteY18" fmla="*/ 22326 h 52326"/>
                <a:gd name="connsiteX19" fmla="*/ 0 w 51977"/>
                <a:gd name="connsiteY19" fmla="*/ 26163 h 52326"/>
                <a:gd name="connsiteX20" fmla="*/ 0 w 51977"/>
                <a:gd name="connsiteY20" fmla="*/ 26163 h 52326"/>
                <a:gd name="connsiteX21" fmla="*/ 26163 w 51977"/>
                <a:gd name="connsiteY21" fmla="*/ 52326 h 52326"/>
                <a:gd name="connsiteX22" fmla="*/ 31396 w 51977"/>
                <a:gd name="connsiteY22" fmla="*/ 51628 h 52326"/>
                <a:gd name="connsiteX23" fmla="*/ 33837 w 51977"/>
                <a:gd name="connsiteY23" fmla="*/ 50931 h 52326"/>
                <a:gd name="connsiteX24" fmla="*/ 34535 w 51977"/>
                <a:gd name="connsiteY24" fmla="*/ 50582 h 52326"/>
                <a:gd name="connsiteX25" fmla="*/ 36280 w 51977"/>
                <a:gd name="connsiteY25" fmla="*/ 49884 h 52326"/>
                <a:gd name="connsiteX26" fmla="*/ 36977 w 51977"/>
                <a:gd name="connsiteY26" fmla="*/ 49535 h 52326"/>
                <a:gd name="connsiteX27" fmla="*/ 38373 w 51977"/>
                <a:gd name="connsiteY27" fmla="*/ 48838 h 52326"/>
                <a:gd name="connsiteX28" fmla="*/ 39070 w 51977"/>
                <a:gd name="connsiteY28" fmla="*/ 48489 h 52326"/>
                <a:gd name="connsiteX29" fmla="*/ 40465 w 51977"/>
                <a:gd name="connsiteY29" fmla="*/ 47791 h 52326"/>
                <a:gd name="connsiteX30" fmla="*/ 41163 w 51977"/>
                <a:gd name="connsiteY30" fmla="*/ 47442 h 52326"/>
                <a:gd name="connsiteX31" fmla="*/ 42210 w 51977"/>
                <a:gd name="connsiteY31" fmla="*/ 46396 h 52326"/>
                <a:gd name="connsiteX32" fmla="*/ 42908 w 51977"/>
                <a:gd name="connsiteY32" fmla="*/ 45698 h 52326"/>
                <a:gd name="connsiteX33" fmla="*/ 43954 w 51977"/>
                <a:gd name="connsiteY33" fmla="*/ 44652 h 52326"/>
                <a:gd name="connsiteX34" fmla="*/ 44652 w 51977"/>
                <a:gd name="connsiteY34" fmla="*/ 44303 h 52326"/>
                <a:gd name="connsiteX35" fmla="*/ 47791 w 51977"/>
                <a:gd name="connsiteY35" fmla="*/ 40814 h 52326"/>
                <a:gd name="connsiteX36" fmla="*/ 48140 w 51977"/>
                <a:gd name="connsiteY36" fmla="*/ 40117 h 52326"/>
                <a:gd name="connsiteX37" fmla="*/ 48838 w 51977"/>
                <a:gd name="connsiteY37" fmla="*/ 38721 h 52326"/>
                <a:gd name="connsiteX38" fmla="*/ 49187 w 51977"/>
                <a:gd name="connsiteY38" fmla="*/ 38024 h 52326"/>
                <a:gd name="connsiteX39" fmla="*/ 49884 w 51977"/>
                <a:gd name="connsiteY39" fmla="*/ 36628 h 52326"/>
                <a:gd name="connsiteX40" fmla="*/ 50233 w 51977"/>
                <a:gd name="connsiteY40" fmla="*/ 35582 h 52326"/>
                <a:gd name="connsiteX41" fmla="*/ 50582 w 51977"/>
                <a:gd name="connsiteY41" fmla="*/ 34186 h 52326"/>
                <a:gd name="connsiteX42" fmla="*/ 50931 w 51977"/>
                <a:gd name="connsiteY42" fmla="*/ 33140 h 52326"/>
                <a:gd name="connsiteX43" fmla="*/ 51279 w 51977"/>
                <a:gd name="connsiteY43" fmla="*/ 31744 h 52326"/>
                <a:gd name="connsiteX44" fmla="*/ 51629 w 51977"/>
                <a:gd name="connsiteY44" fmla="*/ 30698 h 52326"/>
                <a:gd name="connsiteX45" fmla="*/ 51977 w 51977"/>
                <a:gd name="connsiteY45" fmla="*/ 28954 h 52326"/>
                <a:gd name="connsiteX46" fmla="*/ 51977 w 51977"/>
                <a:gd name="connsiteY46" fmla="*/ 28256 h 52326"/>
                <a:gd name="connsiteX47" fmla="*/ 51977 w 51977"/>
                <a:gd name="connsiteY47" fmla="*/ 25814 h 52326"/>
                <a:gd name="connsiteX48" fmla="*/ 51977 w 51977"/>
                <a:gd name="connsiteY48" fmla="*/ 23023 h 52326"/>
                <a:gd name="connsiteX49" fmla="*/ 48838 w 51977"/>
                <a:gd name="connsiteY49" fmla="*/ 13256 h 52326"/>
                <a:gd name="connsiteX50" fmla="*/ 38721 w 51977"/>
                <a:gd name="connsiteY50"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1977" h="52326">
                  <a:moveTo>
                    <a:pt x="38721" y="3140"/>
                  </a:moveTo>
                  <a:cubicBezTo>
                    <a:pt x="35582" y="1395"/>
                    <a:pt x="32442" y="349"/>
                    <a:pt x="28954" y="0"/>
                  </a:cubicBezTo>
                  <a:cubicBezTo>
                    <a:pt x="27907" y="0"/>
                    <a:pt x="27210" y="0"/>
                    <a:pt x="26163" y="0"/>
                  </a:cubicBezTo>
                  <a:cubicBezTo>
                    <a:pt x="25116" y="0"/>
                    <a:pt x="23721" y="0"/>
                    <a:pt x="22675" y="349"/>
                  </a:cubicBezTo>
                  <a:cubicBezTo>
                    <a:pt x="22326" y="349"/>
                    <a:pt x="21977" y="349"/>
                    <a:pt x="21977" y="349"/>
                  </a:cubicBezTo>
                  <a:cubicBezTo>
                    <a:pt x="19535" y="698"/>
                    <a:pt x="17442" y="1395"/>
                    <a:pt x="15000" y="2442"/>
                  </a:cubicBezTo>
                  <a:cubicBezTo>
                    <a:pt x="14651" y="2442"/>
                    <a:pt x="14651" y="2791"/>
                    <a:pt x="14302" y="2791"/>
                  </a:cubicBezTo>
                  <a:cubicBezTo>
                    <a:pt x="13256" y="3488"/>
                    <a:pt x="12209" y="3837"/>
                    <a:pt x="11163" y="4535"/>
                  </a:cubicBezTo>
                  <a:cubicBezTo>
                    <a:pt x="11163" y="4535"/>
                    <a:pt x="10814" y="4884"/>
                    <a:pt x="10814" y="4884"/>
                  </a:cubicBezTo>
                  <a:cubicBezTo>
                    <a:pt x="9768" y="5581"/>
                    <a:pt x="9070" y="6279"/>
                    <a:pt x="8372" y="6977"/>
                  </a:cubicBezTo>
                  <a:cubicBezTo>
                    <a:pt x="8372" y="6977"/>
                    <a:pt x="8024" y="7326"/>
                    <a:pt x="8024" y="7326"/>
                  </a:cubicBezTo>
                  <a:cubicBezTo>
                    <a:pt x="7326" y="8023"/>
                    <a:pt x="6279" y="9070"/>
                    <a:pt x="5581" y="10116"/>
                  </a:cubicBezTo>
                  <a:cubicBezTo>
                    <a:pt x="5581" y="10465"/>
                    <a:pt x="5233" y="10465"/>
                    <a:pt x="5233" y="10814"/>
                  </a:cubicBezTo>
                  <a:cubicBezTo>
                    <a:pt x="4535" y="11861"/>
                    <a:pt x="3837" y="12907"/>
                    <a:pt x="3488" y="13954"/>
                  </a:cubicBezTo>
                  <a:cubicBezTo>
                    <a:pt x="3488" y="13954"/>
                    <a:pt x="3488" y="14302"/>
                    <a:pt x="3140" y="14302"/>
                  </a:cubicBezTo>
                  <a:cubicBezTo>
                    <a:pt x="2791" y="15349"/>
                    <a:pt x="2093" y="16396"/>
                    <a:pt x="1744" y="17442"/>
                  </a:cubicBezTo>
                  <a:cubicBezTo>
                    <a:pt x="1744" y="17791"/>
                    <a:pt x="1744" y="17791"/>
                    <a:pt x="1395" y="18140"/>
                  </a:cubicBezTo>
                  <a:cubicBezTo>
                    <a:pt x="1047" y="19186"/>
                    <a:pt x="698" y="20582"/>
                    <a:pt x="349" y="21628"/>
                  </a:cubicBezTo>
                  <a:cubicBezTo>
                    <a:pt x="349" y="21977"/>
                    <a:pt x="349" y="22326"/>
                    <a:pt x="349" y="22326"/>
                  </a:cubicBezTo>
                  <a:cubicBezTo>
                    <a:pt x="0" y="23721"/>
                    <a:pt x="0" y="24768"/>
                    <a:pt x="0" y="26163"/>
                  </a:cubicBezTo>
                  <a:cubicBezTo>
                    <a:pt x="0" y="26163"/>
                    <a:pt x="0" y="26163"/>
                    <a:pt x="0" y="26163"/>
                  </a:cubicBezTo>
                  <a:cubicBezTo>
                    <a:pt x="0" y="40465"/>
                    <a:pt x="11861" y="52326"/>
                    <a:pt x="26163" y="52326"/>
                  </a:cubicBezTo>
                  <a:cubicBezTo>
                    <a:pt x="27907" y="52326"/>
                    <a:pt x="29652" y="51977"/>
                    <a:pt x="31396" y="51628"/>
                  </a:cubicBezTo>
                  <a:cubicBezTo>
                    <a:pt x="32093" y="51628"/>
                    <a:pt x="33140" y="51280"/>
                    <a:pt x="33837" y="50931"/>
                  </a:cubicBezTo>
                  <a:cubicBezTo>
                    <a:pt x="34187" y="50931"/>
                    <a:pt x="34187" y="50931"/>
                    <a:pt x="34535" y="50582"/>
                  </a:cubicBezTo>
                  <a:cubicBezTo>
                    <a:pt x="35233" y="50233"/>
                    <a:pt x="35582" y="50233"/>
                    <a:pt x="36280" y="49884"/>
                  </a:cubicBezTo>
                  <a:cubicBezTo>
                    <a:pt x="36628" y="49884"/>
                    <a:pt x="36977" y="49535"/>
                    <a:pt x="36977" y="49535"/>
                  </a:cubicBezTo>
                  <a:cubicBezTo>
                    <a:pt x="37326" y="49187"/>
                    <a:pt x="38024" y="49187"/>
                    <a:pt x="38373" y="48838"/>
                  </a:cubicBezTo>
                  <a:cubicBezTo>
                    <a:pt x="38721" y="48838"/>
                    <a:pt x="39070" y="48489"/>
                    <a:pt x="39070" y="48489"/>
                  </a:cubicBezTo>
                  <a:cubicBezTo>
                    <a:pt x="39419" y="48140"/>
                    <a:pt x="39768" y="48140"/>
                    <a:pt x="40465" y="47791"/>
                  </a:cubicBezTo>
                  <a:cubicBezTo>
                    <a:pt x="40814" y="47791"/>
                    <a:pt x="40814" y="47442"/>
                    <a:pt x="41163" y="47442"/>
                  </a:cubicBezTo>
                  <a:cubicBezTo>
                    <a:pt x="41512" y="47094"/>
                    <a:pt x="41861" y="46745"/>
                    <a:pt x="42210" y="46396"/>
                  </a:cubicBezTo>
                  <a:cubicBezTo>
                    <a:pt x="42558" y="46047"/>
                    <a:pt x="42558" y="46047"/>
                    <a:pt x="42908" y="45698"/>
                  </a:cubicBezTo>
                  <a:cubicBezTo>
                    <a:pt x="43256" y="45349"/>
                    <a:pt x="43605" y="45001"/>
                    <a:pt x="43954" y="44652"/>
                  </a:cubicBezTo>
                  <a:cubicBezTo>
                    <a:pt x="44303" y="44652"/>
                    <a:pt x="44303" y="44303"/>
                    <a:pt x="44652" y="44303"/>
                  </a:cubicBezTo>
                  <a:cubicBezTo>
                    <a:pt x="45698" y="43256"/>
                    <a:pt x="46745" y="41861"/>
                    <a:pt x="47791" y="40814"/>
                  </a:cubicBezTo>
                  <a:cubicBezTo>
                    <a:pt x="47791" y="40465"/>
                    <a:pt x="48140" y="40465"/>
                    <a:pt x="48140" y="40117"/>
                  </a:cubicBezTo>
                  <a:cubicBezTo>
                    <a:pt x="48489" y="39768"/>
                    <a:pt x="48838" y="39070"/>
                    <a:pt x="48838" y="38721"/>
                  </a:cubicBezTo>
                  <a:cubicBezTo>
                    <a:pt x="48838" y="38373"/>
                    <a:pt x="49187" y="38024"/>
                    <a:pt x="49187" y="38024"/>
                  </a:cubicBezTo>
                  <a:cubicBezTo>
                    <a:pt x="49535" y="37675"/>
                    <a:pt x="49535" y="36977"/>
                    <a:pt x="49884" y="36628"/>
                  </a:cubicBezTo>
                  <a:cubicBezTo>
                    <a:pt x="49884" y="36280"/>
                    <a:pt x="50233" y="35931"/>
                    <a:pt x="50233" y="35582"/>
                  </a:cubicBezTo>
                  <a:cubicBezTo>
                    <a:pt x="50582" y="35233"/>
                    <a:pt x="50582" y="34535"/>
                    <a:pt x="50582" y="34186"/>
                  </a:cubicBezTo>
                  <a:cubicBezTo>
                    <a:pt x="50582" y="33838"/>
                    <a:pt x="50931" y="33489"/>
                    <a:pt x="50931" y="33140"/>
                  </a:cubicBezTo>
                  <a:cubicBezTo>
                    <a:pt x="50931" y="32791"/>
                    <a:pt x="51279" y="32093"/>
                    <a:pt x="51279" y="31744"/>
                  </a:cubicBezTo>
                  <a:cubicBezTo>
                    <a:pt x="51279" y="31396"/>
                    <a:pt x="51279" y="31047"/>
                    <a:pt x="51629" y="30698"/>
                  </a:cubicBezTo>
                  <a:cubicBezTo>
                    <a:pt x="51629" y="30000"/>
                    <a:pt x="51977" y="29652"/>
                    <a:pt x="51977" y="28954"/>
                  </a:cubicBezTo>
                  <a:cubicBezTo>
                    <a:pt x="51977" y="28605"/>
                    <a:pt x="51977" y="28256"/>
                    <a:pt x="51977" y="28256"/>
                  </a:cubicBezTo>
                  <a:cubicBezTo>
                    <a:pt x="51977" y="27559"/>
                    <a:pt x="51977" y="26512"/>
                    <a:pt x="51977" y="25814"/>
                  </a:cubicBezTo>
                  <a:cubicBezTo>
                    <a:pt x="51977" y="24768"/>
                    <a:pt x="51977" y="24070"/>
                    <a:pt x="51977" y="23023"/>
                  </a:cubicBezTo>
                  <a:cubicBezTo>
                    <a:pt x="51629" y="19535"/>
                    <a:pt x="50582" y="16047"/>
                    <a:pt x="48838" y="13256"/>
                  </a:cubicBezTo>
                  <a:cubicBezTo>
                    <a:pt x="46745" y="9419"/>
                    <a:pt x="43256" y="5581"/>
                    <a:pt x="38721" y="3140"/>
                  </a:cubicBezTo>
                  <a:close/>
                </a:path>
              </a:pathLst>
            </a:custGeom>
            <a:grpFill/>
            <a:ln w="3488" cap="flat">
              <a:noFill/>
              <a:prstDash val="solid"/>
              <a:miter/>
            </a:ln>
          </p:spPr>
          <p:txBody>
            <a:bodyPr rtlCol="0" anchor="ctr"/>
            <a:lstStyle/>
            <a:p>
              <a:endParaRPr lang="en-ID"/>
            </a:p>
          </p:txBody>
        </p:sp>
        <p:sp>
          <p:nvSpPr>
            <p:cNvPr id="777" name="Freeform: Shape 776">
              <a:extLst>
                <a:ext uri="{FF2B5EF4-FFF2-40B4-BE49-F238E27FC236}">
                  <a16:creationId xmlns:a16="http://schemas.microsoft.com/office/drawing/2014/main" id="{77E9C288-9D0E-4A9C-FE06-7D5F98979E4E}"/>
                </a:ext>
              </a:extLst>
            </p:cNvPr>
            <p:cNvSpPr/>
            <p:nvPr/>
          </p:nvSpPr>
          <p:spPr>
            <a:xfrm>
              <a:off x="9837321" y="5234253"/>
              <a:ext cx="52326" cy="52326"/>
            </a:xfrm>
            <a:custGeom>
              <a:avLst/>
              <a:gdLst>
                <a:gd name="connsiteX0" fmla="*/ 26163 w 52326"/>
                <a:gd name="connsiteY0" fmla="*/ 0 h 52326"/>
                <a:gd name="connsiteX1" fmla="*/ 0 w 52326"/>
                <a:gd name="connsiteY1" fmla="*/ 26163 h 52326"/>
                <a:gd name="connsiteX2" fmla="*/ 5930 w 52326"/>
                <a:gd name="connsiteY2" fmla="*/ 42908 h 52326"/>
                <a:gd name="connsiteX3" fmla="*/ 26163 w 52326"/>
                <a:gd name="connsiteY3" fmla="*/ 52326 h 52326"/>
                <a:gd name="connsiteX4" fmla="*/ 52326 w 52326"/>
                <a:gd name="connsiteY4" fmla="*/ 26163 h 52326"/>
                <a:gd name="connsiteX5" fmla="*/ 46396 w 52326"/>
                <a:gd name="connsiteY5" fmla="*/ 9419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778" name="Freeform: Shape 777">
              <a:extLst>
                <a:ext uri="{FF2B5EF4-FFF2-40B4-BE49-F238E27FC236}">
                  <a16:creationId xmlns:a16="http://schemas.microsoft.com/office/drawing/2014/main" id="{1CAF936F-E0B8-E20B-AEE7-0BDAD6466B10}"/>
                </a:ext>
              </a:extLst>
            </p:cNvPr>
            <p:cNvSpPr/>
            <p:nvPr/>
          </p:nvSpPr>
          <p:spPr>
            <a:xfrm>
              <a:off x="11721064" y="429238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79" name="Freeform: Shape 778">
              <a:extLst>
                <a:ext uri="{FF2B5EF4-FFF2-40B4-BE49-F238E27FC236}">
                  <a16:creationId xmlns:a16="http://schemas.microsoft.com/office/drawing/2014/main" id="{C8EAB8FD-593E-1C5A-8AB4-0A694B25A623}"/>
                </a:ext>
              </a:extLst>
            </p:cNvPr>
            <p:cNvSpPr/>
            <p:nvPr/>
          </p:nvSpPr>
          <p:spPr>
            <a:xfrm>
              <a:off x="1130245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0" name="Freeform: Shape 779">
              <a:extLst>
                <a:ext uri="{FF2B5EF4-FFF2-40B4-BE49-F238E27FC236}">
                  <a16:creationId xmlns:a16="http://schemas.microsoft.com/office/drawing/2014/main" id="{D32B9DB4-BC1A-CFC6-DF8A-7582B0373C88}"/>
                </a:ext>
              </a:extLst>
            </p:cNvPr>
            <p:cNvSpPr/>
            <p:nvPr/>
          </p:nvSpPr>
          <p:spPr>
            <a:xfrm>
              <a:off x="9314060" y="5234253"/>
              <a:ext cx="52326" cy="52326"/>
            </a:xfrm>
            <a:custGeom>
              <a:avLst/>
              <a:gdLst>
                <a:gd name="connsiteX0" fmla="*/ 44652 w 52326"/>
                <a:gd name="connsiteY0" fmla="*/ 7674 h 52326"/>
                <a:gd name="connsiteX1" fmla="*/ 26163 w 52326"/>
                <a:gd name="connsiteY1" fmla="*/ 0 h 52326"/>
                <a:gd name="connsiteX2" fmla="*/ 3139 w 52326"/>
                <a:gd name="connsiteY2" fmla="*/ 13605 h 52326"/>
                <a:gd name="connsiteX3" fmla="*/ 0 w 52326"/>
                <a:gd name="connsiteY3" fmla="*/ 26163 h 52326"/>
                <a:gd name="connsiteX4" fmla="*/ 26163 w 52326"/>
                <a:gd name="connsiteY4" fmla="*/ 52326 h 52326"/>
                <a:gd name="connsiteX5" fmla="*/ 26163 w 52326"/>
                <a:gd name="connsiteY5" fmla="*/ 52326 h 52326"/>
                <a:gd name="connsiteX6" fmla="*/ 42908 w 52326"/>
                <a:gd name="connsiteY6" fmla="*/ 46396 h 52326"/>
                <a:gd name="connsiteX7" fmla="*/ 52326 w 52326"/>
                <a:gd name="connsiteY7" fmla="*/ 26163 h 52326"/>
                <a:gd name="connsiteX8" fmla="*/ 44652 w 52326"/>
                <a:gd name="connsiteY8" fmla="*/ 7674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4652" y="7674"/>
                  </a:moveTo>
                  <a:cubicBezTo>
                    <a:pt x="39768" y="2791"/>
                    <a:pt x="33489" y="0"/>
                    <a:pt x="26163" y="0"/>
                  </a:cubicBezTo>
                  <a:cubicBezTo>
                    <a:pt x="16395" y="0"/>
                    <a:pt x="7674" y="5581"/>
                    <a:pt x="3139" y="13605"/>
                  </a:cubicBezTo>
                  <a:cubicBezTo>
                    <a:pt x="1047" y="17442"/>
                    <a:pt x="0" y="21628"/>
                    <a:pt x="0" y="26163"/>
                  </a:cubicBezTo>
                  <a:cubicBezTo>
                    <a:pt x="0" y="40465"/>
                    <a:pt x="11860" y="52326"/>
                    <a:pt x="26163" y="52326"/>
                  </a:cubicBezTo>
                  <a:lnTo>
                    <a:pt x="26163" y="52326"/>
                  </a:lnTo>
                  <a:cubicBezTo>
                    <a:pt x="32442" y="52326"/>
                    <a:pt x="38373" y="50233"/>
                    <a:pt x="42908" y="46396"/>
                  </a:cubicBezTo>
                  <a:cubicBezTo>
                    <a:pt x="48838" y="41512"/>
                    <a:pt x="52326" y="34187"/>
                    <a:pt x="52326" y="26163"/>
                  </a:cubicBezTo>
                  <a:cubicBezTo>
                    <a:pt x="52326" y="18838"/>
                    <a:pt x="49535" y="12558"/>
                    <a:pt x="44652" y="7674"/>
                  </a:cubicBezTo>
                  <a:close/>
                </a:path>
              </a:pathLst>
            </a:custGeom>
            <a:grpFill/>
            <a:ln w="3488" cap="flat">
              <a:noFill/>
              <a:prstDash val="solid"/>
              <a:miter/>
            </a:ln>
          </p:spPr>
          <p:txBody>
            <a:bodyPr rtlCol="0" anchor="ctr"/>
            <a:lstStyle/>
            <a:p>
              <a:endParaRPr lang="en-ID"/>
            </a:p>
          </p:txBody>
        </p:sp>
        <p:sp>
          <p:nvSpPr>
            <p:cNvPr id="781" name="Freeform: Shape 780">
              <a:extLst>
                <a:ext uri="{FF2B5EF4-FFF2-40B4-BE49-F238E27FC236}">
                  <a16:creationId xmlns:a16="http://schemas.microsoft.com/office/drawing/2014/main" id="{F667A397-EFC3-2D1A-F778-5769D15916B7}"/>
                </a:ext>
              </a:extLst>
            </p:cNvPr>
            <p:cNvSpPr/>
            <p:nvPr/>
          </p:nvSpPr>
          <p:spPr>
            <a:xfrm>
              <a:off x="11407107"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2" name="Freeform: Shape 781">
              <a:extLst>
                <a:ext uri="{FF2B5EF4-FFF2-40B4-BE49-F238E27FC236}">
                  <a16:creationId xmlns:a16="http://schemas.microsoft.com/office/drawing/2014/main" id="{F21B5E29-4844-A957-58C8-0887DD9E5A7C}"/>
                </a:ext>
              </a:extLst>
            </p:cNvPr>
            <p:cNvSpPr/>
            <p:nvPr/>
          </p:nvSpPr>
          <p:spPr>
            <a:xfrm>
              <a:off x="1140710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3" name="Freeform: Shape 782">
              <a:extLst>
                <a:ext uri="{FF2B5EF4-FFF2-40B4-BE49-F238E27FC236}">
                  <a16:creationId xmlns:a16="http://schemas.microsoft.com/office/drawing/2014/main" id="{893400D5-B81C-8781-F838-B45C2D5ED704}"/>
                </a:ext>
              </a:extLst>
            </p:cNvPr>
            <p:cNvSpPr/>
            <p:nvPr/>
          </p:nvSpPr>
          <p:spPr>
            <a:xfrm>
              <a:off x="1140710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784" name="Freeform: Shape 783">
              <a:extLst>
                <a:ext uri="{FF2B5EF4-FFF2-40B4-BE49-F238E27FC236}">
                  <a16:creationId xmlns:a16="http://schemas.microsoft.com/office/drawing/2014/main" id="{0E32D381-226E-91D7-BFDA-C67CEB7A4BED}"/>
                </a:ext>
              </a:extLst>
            </p:cNvPr>
            <p:cNvSpPr/>
            <p:nvPr/>
          </p:nvSpPr>
          <p:spPr>
            <a:xfrm>
              <a:off x="11616412"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85" name="Freeform: Shape 784">
              <a:extLst>
                <a:ext uri="{FF2B5EF4-FFF2-40B4-BE49-F238E27FC236}">
                  <a16:creationId xmlns:a16="http://schemas.microsoft.com/office/drawing/2014/main" id="{45F0A389-AFB8-7513-6396-0B82150A285D}"/>
                </a:ext>
              </a:extLst>
            </p:cNvPr>
            <p:cNvSpPr/>
            <p:nvPr/>
          </p:nvSpPr>
          <p:spPr>
            <a:xfrm>
              <a:off x="1130245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6" name="Freeform: Shape 785">
              <a:extLst>
                <a:ext uri="{FF2B5EF4-FFF2-40B4-BE49-F238E27FC236}">
                  <a16:creationId xmlns:a16="http://schemas.microsoft.com/office/drawing/2014/main" id="{9D858190-9D89-70C7-F1CD-4ED9CE36B725}"/>
                </a:ext>
              </a:extLst>
            </p:cNvPr>
            <p:cNvSpPr/>
            <p:nvPr/>
          </p:nvSpPr>
          <p:spPr>
            <a:xfrm>
              <a:off x="10674540" y="4083077"/>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787" name="Freeform: Shape 786">
              <a:extLst>
                <a:ext uri="{FF2B5EF4-FFF2-40B4-BE49-F238E27FC236}">
                  <a16:creationId xmlns:a16="http://schemas.microsoft.com/office/drawing/2014/main" id="{7464B355-5039-BC8F-AC15-0FBA0ACAC971}"/>
                </a:ext>
              </a:extLst>
            </p:cNvPr>
            <p:cNvSpPr/>
            <p:nvPr/>
          </p:nvSpPr>
          <p:spPr>
            <a:xfrm>
              <a:off x="1067454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88" name="Freeform: Shape 787">
              <a:extLst>
                <a:ext uri="{FF2B5EF4-FFF2-40B4-BE49-F238E27FC236}">
                  <a16:creationId xmlns:a16="http://schemas.microsoft.com/office/drawing/2014/main" id="{37008326-C150-3913-501F-539ACAC615A5}"/>
                </a:ext>
              </a:extLst>
            </p:cNvPr>
            <p:cNvSpPr/>
            <p:nvPr/>
          </p:nvSpPr>
          <p:spPr>
            <a:xfrm>
              <a:off x="1046523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89" name="Freeform: Shape 788">
              <a:extLst>
                <a:ext uri="{FF2B5EF4-FFF2-40B4-BE49-F238E27FC236}">
                  <a16:creationId xmlns:a16="http://schemas.microsoft.com/office/drawing/2014/main" id="{0662D77B-5204-EF95-6CD0-5D661EDB286B}"/>
                </a:ext>
              </a:extLst>
            </p:cNvPr>
            <p:cNvSpPr/>
            <p:nvPr/>
          </p:nvSpPr>
          <p:spPr>
            <a:xfrm>
              <a:off x="1046523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0" name="Freeform: Shape 789">
              <a:extLst>
                <a:ext uri="{FF2B5EF4-FFF2-40B4-BE49-F238E27FC236}">
                  <a16:creationId xmlns:a16="http://schemas.microsoft.com/office/drawing/2014/main" id="{4B11D779-A5FC-4D69-A8A0-D6B8D966ADC8}"/>
                </a:ext>
              </a:extLst>
            </p:cNvPr>
            <p:cNvSpPr/>
            <p:nvPr/>
          </p:nvSpPr>
          <p:spPr>
            <a:xfrm>
              <a:off x="1025593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1" name="Freeform: Shape 790">
              <a:extLst>
                <a:ext uri="{FF2B5EF4-FFF2-40B4-BE49-F238E27FC236}">
                  <a16:creationId xmlns:a16="http://schemas.microsoft.com/office/drawing/2014/main" id="{C425297F-4689-66D8-C2EE-1A230039A2C2}"/>
                </a:ext>
              </a:extLst>
            </p:cNvPr>
            <p:cNvSpPr/>
            <p:nvPr/>
          </p:nvSpPr>
          <p:spPr>
            <a:xfrm>
              <a:off x="1119780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792" name="Freeform: Shape 791">
              <a:extLst>
                <a:ext uri="{FF2B5EF4-FFF2-40B4-BE49-F238E27FC236}">
                  <a16:creationId xmlns:a16="http://schemas.microsoft.com/office/drawing/2014/main" id="{201FB4D3-9977-725E-0695-C4C40DC2402D}"/>
                </a:ext>
              </a:extLst>
            </p:cNvPr>
            <p:cNvSpPr/>
            <p:nvPr/>
          </p:nvSpPr>
          <p:spPr>
            <a:xfrm>
              <a:off x="99419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3" name="Freeform: Shape 792">
              <a:extLst>
                <a:ext uri="{FF2B5EF4-FFF2-40B4-BE49-F238E27FC236}">
                  <a16:creationId xmlns:a16="http://schemas.microsoft.com/office/drawing/2014/main" id="{F90CB90D-11CB-CA4F-0636-8BCF1D2CE84A}"/>
                </a:ext>
              </a:extLst>
            </p:cNvPr>
            <p:cNvSpPr/>
            <p:nvPr/>
          </p:nvSpPr>
          <p:spPr>
            <a:xfrm>
              <a:off x="97326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4" name="Freeform: Shape 793">
              <a:extLst>
                <a:ext uri="{FF2B5EF4-FFF2-40B4-BE49-F238E27FC236}">
                  <a16:creationId xmlns:a16="http://schemas.microsoft.com/office/drawing/2014/main" id="{AF455F83-A8B2-4195-295E-8F4A3ACCF274}"/>
                </a:ext>
              </a:extLst>
            </p:cNvPr>
            <p:cNvSpPr/>
            <p:nvPr/>
          </p:nvSpPr>
          <p:spPr>
            <a:xfrm>
              <a:off x="900010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795" name="Freeform: Shape 794">
              <a:extLst>
                <a:ext uri="{FF2B5EF4-FFF2-40B4-BE49-F238E27FC236}">
                  <a16:creationId xmlns:a16="http://schemas.microsoft.com/office/drawing/2014/main" id="{C86178B5-C238-2D97-0FF5-10ABD3027F0E}"/>
                </a:ext>
              </a:extLst>
            </p:cNvPr>
            <p:cNvSpPr/>
            <p:nvPr/>
          </p:nvSpPr>
          <p:spPr>
            <a:xfrm>
              <a:off x="75349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6" name="Freeform: Shape 795">
              <a:extLst>
                <a:ext uri="{FF2B5EF4-FFF2-40B4-BE49-F238E27FC236}">
                  <a16:creationId xmlns:a16="http://schemas.microsoft.com/office/drawing/2014/main" id="{56A83ACC-0B56-BCF6-C6F1-D71F55A4AB19}"/>
                </a:ext>
              </a:extLst>
            </p:cNvPr>
            <p:cNvSpPr/>
            <p:nvPr/>
          </p:nvSpPr>
          <p:spPr>
            <a:xfrm>
              <a:off x="75349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797" name="Freeform: Shape 796">
              <a:extLst>
                <a:ext uri="{FF2B5EF4-FFF2-40B4-BE49-F238E27FC236}">
                  <a16:creationId xmlns:a16="http://schemas.microsoft.com/office/drawing/2014/main" id="{AF1FE319-758C-E0DD-7413-2C8BF53F37BE}"/>
                </a:ext>
              </a:extLst>
            </p:cNvPr>
            <p:cNvSpPr/>
            <p:nvPr/>
          </p:nvSpPr>
          <p:spPr>
            <a:xfrm rot="17550026">
              <a:off x="7221181" y="3978330"/>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798" name="Freeform: Shape 797">
              <a:extLst>
                <a:ext uri="{FF2B5EF4-FFF2-40B4-BE49-F238E27FC236}">
                  <a16:creationId xmlns:a16="http://schemas.microsoft.com/office/drawing/2014/main" id="{1C755552-63F3-DE1E-4747-14567323D987}"/>
                </a:ext>
              </a:extLst>
            </p:cNvPr>
            <p:cNvSpPr/>
            <p:nvPr/>
          </p:nvSpPr>
          <p:spPr>
            <a:xfrm>
              <a:off x="7011708"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799" name="Freeform: Shape 798">
              <a:extLst>
                <a:ext uri="{FF2B5EF4-FFF2-40B4-BE49-F238E27FC236}">
                  <a16:creationId xmlns:a16="http://schemas.microsoft.com/office/drawing/2014/main" id="{4A513110-747A-34F3-AE29-8CDE71DA8C1C}"/>
                </a:ext>
              </a:extLst>
            </p:cNvPr>
            <p:cNvSpPr/>
            <p:nvPr/>
          </p:nvSpPr>
          <p:spPr>
            <a:xfrm>
              <a:off x="6907055"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5" y="0"/>
                    <a:pt x="26163" y="0"/>
                  </a:cubicBezTo>
                  <a:cubicBezTo>
                    <a:pt x="11861" y="0"/>
                    <a:pt x="0" y="11861"/>
                    <a:pt x="0" y="26163"/>
                  </a:cubicBezTo>
                  <a:cubicBezTo>
                    <a:pt x="0" y="40465"/>
                    <a:pt x="11861" y="52326"/>
                    <a:pt x="26163" y="52326"/>
                  </a:cubicBezTo>
                  <a:cubicBezTo>
                    <a:pt x="40465"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00" name="Freeform: Shape 799">
              <a:extLst>
                <a:ext uri="{FF2B5EF4-FFF2-40B4-BE49-F238E27FC236}">
                  <a16:creationId xmlns:a16="http://schemas.microsoft.com/office/drawing/2014/main" id="{F70D3FF0-F355-56B1-644E-E7EC7A58C370}"/>
                </a:ext>
              </a:extLst>
            </p:cNvPr>
            <p:cNvSpPr/>
            <p:nvPr/>
          </p:nvSpPr>
          <p:spPr>
            <a:xfrm>
              <a:off x="680240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1" name="Freeform: Shape 800">
              <a:extLst>
                <a:ext uri="{FF2B5EF4-FFF2-40B4-BE49-F238E27FC236}">
                  <a16:creationId xmlns:a16="http://schemas.microsoft.com/office/drawing/2014/main" id="{531E6EC6-1C97-B30C-16D1-3153C9614ECC}"/>
                </a:ext>
              </a:extLst>
            </p:cNvPr>
            <p:cNvSpPr/>
            <p:nvPr/>
          </p:nvSpPr>
          <p:spPr>
            <a:xfrm>
              <a:off x="617448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2" name="Freeform: Shape 801">
              <a:extLst>
                <a:ext uri="{FF2B5EF4-FFF2-40B4-BE49-F238E27FC236}">
                  <a16:creationId xmlns:a16="http://schemas.microsoft.com/office/drawing/2014/main" id="{A1B4E852-537B-04C3-3F9A-ACCB2A75B5B3}"/>
                </a:ext>
              </a:extLst>
            </p:cNvPr>
            <p:cNvSpPr/>
            <p:nvPr/>
          </p:nvSpPr>
          <p:spPr>
            <a:xfrm>
              <a:off x="9104755" y="3664816"/>
              <a:ext cx="52326" cy="51977"/>
            </a:xfrm>
            <a:custGeom>
              <a:avLst/>
              <a:gdLst>
                <a:gd name="connsiteX0" fmla="*/ 26163 w 52326"/>
                <a:gd name="connsiteY0" fmla="*/ 51977 h 51977"/>
                <a:gd name="connsiteX1" fmla="*/ 33837 w 52326"/>
                <a:gd name="connsiteY1" fmla="*/ 50931 h 51977"/>
                <a:gd name="connsiteX2" fmla="*/ 35931 w 52326"/>
                <a:gd name="connsiteY2" fmla="*/ 50233 h 51977"/>
                <a:gd name="connsiteX3" fmla="*/ 36279 w 52326"/>
                <a:gd name="connsiteY3" fmla="*/ 50233 h 51977"/>
                <a:gd name="connsiteX4" fmla="*/ 52326 w 52326"/>
                <a:gd name="connsiteY4" fmla="*/ 26163 h 51977"/>
                <a:gd name="connsiteX5" fmla="*/ 26163 w 52326"/>
                <a:gd name="connsiteY5" fmla="*/ 0 h 51977"/>
                <a:gd name="connsiteX6" fmla="*/ 18489 w 52326"/>
                <a:gd name="connsiteY6" fmla="*/ 1047 h 51977"/>
                <a:gd name="connsiteX7" fmla="*/ 13954 w 52326"/>
                <a:gd name="connsiteY7" fmla="*/ 2791 h 51977"/>
                <a:gd name="connsiteX8" fmla="*/ 13604 w 52326"/>
                <a:gd name="connsiteY8" fmla="*/ 2791 h 51977"/>
                <a:gd name="connsiteX9" fmla="*/ 0 w 52326"/>
                <a:gd name="connsiteY9" fmla="*/ 25814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cubicBezTo>
                    <a:pt x="28954" y="51977"/>
                    <a:pt x="31396" y="51629"/>
                    <a:pt x="33837" y="50931"/>
                  </a:cubicBezTo>
                  <a:cubicBezTo>
                    <a:pt x="34535" y="50582"/>
                    <a:pt x="35233" y="50582"/>
                    <a:pt x="35931" y="50233"/>
                  </a:cubicBezTo>
                  <a:cubicBezTo>
                    <a:pt x="35931" y="50233"/>
                    <a:pt x="36279" y="50233"/>
                    <a:pt x="36279" y="50233"/>
                  </a:cubicBezTo>
                  <a:cubicBezTo>
                    <a:pt x="45699" y="46396"/>
                    <a:pt x="52326" y="36977"/>
                    <a:pt x="52326" y="26163"/>
                  </a:cubicBezTo>
                  <a:cubicBezTo>
                    <a:pt x="52326" y="11861"/>
                    <a:pt x="40466" y="0"/>
                    <a:pt x="26163" y="0"/>
                  </a:cubicBezTo>
                  <a:cubicBezTo>
                    <a:pt x="23372" y="0"/>
                    <a:pt x="20930" y="349"/>
                    <a:pt x="18489" y="1047"/>
                  </a:cubicBezTo>
                  <a:cubicBezTo>
                    <a:pt x="17093" y="1395"/>
                    <a:pt x="15349" y="2093"/>
                    <a:pt x="13954" y="2791"/>
                  </a:cubicBezTo>
                  <a:cubicBezTo>
                    <a:pt x="13954" y="2791"/>
                    <a:pt x="13954" y="2791"/>
                    <a:pt x="13604" y="2791"/>
                  </a:cubicBezTo>
                  <a:cubicBezTo>
                    <a:pt x="5582" y="7326"/>
                    <a:pt x="0" y="15698"/>
                    <a:pt x="0" y="25814"/>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803" name="Freeform: Shape 802">
              <a:extLst>
                <a:ext uri="{FF2B5EF4-FFF2-40B4-BE49-F238E27FC236}">
                  <a16:creationId xmlns:a16="http://schemas.microsoft.com/office/drawing/2014/main" id="{F90E7174-D314-19D1-AE1F-EDBF85EFB1EA}"/>
                </a:ext>
              </a:extLst>
            </p:cNvPr>
            <p:cNvSpPr/>
            <p:nvPr/>
          </p:nvSpPr>
          <p:spPr>
            <a:xfrm>
              <a:off x="7848927" y="5443557"/>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804" name="Freeform: Shape 803">
              <a:extLst>
                <a:ext uri="{FF2B5EF4-FFF2-40B4-BE49-F238E27FC236}">
                  <a16:creationId xmlns:a16="http://schemas.microsoft.com/office/drawing/2014/main" id="{E5366F70-F6FA-7069-598E-C58FC16CF378}"/>
                </a:ext>
              </a:extLst>
            </p:cNvPr>
            <p:cNvSpPr/>
            <p:nvPr/>
          </p:nvSpPr>
          <p:spPr>
            <a:xfrm>
              <a:off x="7325665" y="4815643"/>
              <a:ext cx="52326" cy="52326"/>
            </a:xfrm>
            <a:custGeom>
              <a:avLst/>
              <a:gdLst>
                <a:gd name="connsiteX0" fmla="*/ 38722 w 52326"/>
                <a:gd name="connsiteY0" fmla="*/ 3140 h 52326"/>
                <a:gd name="connsiteX1" fmla="*/ 26163 w 52326"/>
                <a:gd name="connsiteY1" fmla="*/ 0 h 52326"/>
                <a:gd name="connsiteX2" fmla="*/ 0 w 52326"/>
                <a:gd name="connsiteY2" fmla="*/ 26163 h 52326"/>
                <a:gd name="connsiteX3" fmla="*/ 13604 w 52326"/>
                <a:gd name="connsiteY3" fmla="*/ 49187 h 52326"/>
                <a:gd name="connsiteX4" fmla="*/ 26163 w 52326"/>
                <a:gd name="connsiteY4" fmla="*/ 52326 h 52326"/>
                <a:gd name="connsiteX5" fmla="*/ 26163 w 52326"/>
                <a:gd name="connsiteY5" fmla="*/ 52326 h 52326"/>
                <a:gd name="connsiteX6" fmla="*/ 52326 w 52326"/>
                <a:gd name="connsiteY6" fmla="*/ 26163 h 52326"/>
                <a:gd name="connsiteX7" fmla="*/ 38722 w 52326"/>
                <a:gd name="connsiteY7" fmla="*/ 314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8722" y="3140"/>
                  </a:moveTo>
                  <a:cubicBezTo>
                    <a:pt x="34884" y="1046"/>
                    <a:pt x="30698" y="0"/>
                    <a:pt x="26163" y="0"/>
                  </a:cubicBezTo>
                  <a:cubicBezTo>
                    <a:pt x="11860" y="0"/>
                    <a:pt x="0" y="11861"/>
                    <a:pt x="0" y="26163"/>
                  </a:cubicBezTo>
                  <a:cubicBezTo>
                    <a:pt x="0" y="35931"/>
                    <a:pt x="5582" y="44652"/>
                    <a:pt x="13604" y="49187"/>
                  </a:cubicBezTo>
                  <a:cubicBezTo>
                    <a:pt x="17442" y="51280"/>
                    <a:pt x="21628" y="52326"/>
                    <a:pt x="26163" y="52326"/>
                  </a:cubicBezTo>
                  <a:lnTo>
                    <a:pt x="26163" y="52326"/>
                  </a:lnTo>
                  <a:cubicBezTo>
                    <a:pt x="40466" y="52326"/>
                    <a:pt x="52326" y="40465"/>
                    <a:pt x="52326" y="26163"/>
                  </a:cubicBezTo>
                  <a:cubicBezTo>
                    <a:pt x="52326" y="16396"/>
                    <a:pt x="46744" y="7675"/>
                    <a:pt x="38722" y="3140"/>
                  </a:cubicBezTo>
                  <a:close/>
                </a:path>
              </a:pathLst>
            </a:custGeom>
            <a:grpFill/>
            <a:ln w="3488" cap="flat">
              <a:noFill/>
              <a:prstDash val="solid"/>
              <a:miter/>
            </a:ln>
          </p:spPr>
          <p:txBody>
            <a:bodyPr rtlCol="0" anchor="ctr"/>
            <a:lstStyle/>
            <a:p>
              <a:endParaRPr lang="en-ID"/>
            </a:p>
          </p:txBody>
        </p:sp>
        <p:sp>
          <p:nvSpPr>
            <p:cNvPr id="805" name="Freeform: Shape 804">
              <a:extLst>
                <a:ext uri="{FF2B5EF4-FFF2-40B4-BE49-F238E27FC236}">
                  <a16:creationId xmlns:a16="http://schemas.microsoft.com/office/drawing/2014/main" id="{190C03A9-3D57-3586-F3E8-0D491732E7E3}"/>
                </a:ext>
              </a:extLst>
            </p:cNvPr>
            <p:cNvSpPr/>
            <p:nvPr/>
          </p:nvSpPr>
          <p:spPr>
            <a:xfrm>
              <a:off x="11825716"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6" name="Freeform: Shape 805">
              <a:extLst>
                <a:ext uri="{FF2B5EF4-FFF2-40B4-BE49-F238E27FC236}">
                  <a16:creationId xmlns:a16="http://schemas.microsoft.com/office/drawing/2014/main" id="{CAEB916F-83D3-7207-76FF-08870B021B4A}"/>
                </a:ext>
              </a:extLst>
            </p:cNvPr>
            <p:cNvSpPr/>
            <p:nvPr/>
          </p:nvSpPr>
          <p:spPr>
            <a:xfrm>
              <a:off x="10674540"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7" name="Freeform: Shape 806">
              <a:extLst>
                <a:ext uri="{FF2B5EF4-FFF2-40B4-BE49-F238E27FC236}">
                  <a16:creationId xmlns:a16="http://schemas.microsoft.com/office/drawing/2014/main" id="{C42C9C1C-BF47-A1EF-92F5-E47DFD065C0D}"/>
                </a:ext>
              </a:extLst>
            </p:cNvPr>
            <p:cNvSpPr/>
            <p:nvPr/>
          </p:nvSpPr>
          <p:spPr>
            <a:xfrm>
              <a:off x="11197802"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08" name="Freeform: Shape 807">
              <a:extLst>
                <a:ext uri="{FF2B5EF4-FFF2-40B4-BE49-F238E27FC236}">
                  <a16:creationId xmlns:a16="http://schemas.microsoft.com/office/drawing/2014/main" id="{8C9D54F2-7600-2959-6F17-6705260F1B4A}"/>
                </a:ext>
              </a:extLst>
            </p:cNvPr>
            <p:cNvSpPr/>
            <p:nvPr/>
          </p:nvSpPr>
          <p:spPr>
            <a:xfrm>
              <a:off x="1098849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09" name="Freeform: Shape 808">
              <a:extLst>
                <a:ext uri="{FF2B5EF4-FFF2-40B4-BE49-F238E27FC236}">
                  <a16:creationId xmlns:a16="http://schemas.microsoft.com/office/drawing/2014/main" id="{5EFE13DC-BDF1-5178-DB2C-FD4242248AE7}"/>
                </a:ext>
              </a:extLst>
            </p:cNvPr>
            <p:cNvSpPr/>
            <p:nvPr/>
          </p:nvSpPr>
          <p:spPr>
            <a:xfrm>
              <a:off x="1077919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0" name="Freeform: Shape 809">
              <a:extLst>
                <a:ext uri="{FF2B5EF4-FFF2-40B4-BE49-F238E27FC236}">
                  <a16:creationId xmlns:a16="http://schemas.microsoft.com/office/drawing/2014/main" id="{793AA410-8186-83F3-2F2A-6A22B2AEA6AA}"/>
                </a:ext>
              </a:extLst>
            </p:cNvPr>
            <p:cNvSpPr/>
            <p:nvPr/>
          </p:nvSpPr>
          <p:spPr>
            <a:xfrm>
              <a:off x="9941974" y="230398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11" name="Freeform: Shape 810">
              <a:extLst>
                <a:ext uri="{FF2B5EF4-FFF2-40B4-BE49-F238E27FC236}">
                  <a16:creationId xmlns:a16="http://schemas.microsoft.com/office/drawing/2014/main" id="{348C0281-51D7-481F-D2BE-33B1699B4225}"/>
                </a:ext>
              </a:extLst>
            </p:cNvPr>
            <p:cNvSpPr/>
            <p:nvPr/>
          </p:nvSpPr>
          <p:spPr>
            <a:xfrm>
              <a:off x="9104755" y="3350161"/>
              <a:ext cx="52326" cy="52674"/>
            </a:xfrm>
            <a:custGeom>
              <a:avLst/>
              <a:gdLst>
                <a:gd name="connsiteX0" fmla="*/ 26163 w 52326"/>
                <a:gd name="connsiteY0" fmla="*/ 52675 h 52674"/>
                <a:gd name="connsiteX1" fmla="*/ 49884 w 52326"/>
                <a:gd name="connsiteY1" fmla="*/ 37326 h 52674"/>
                <a:gd name="connsiteX2" fmla="*/ 51977 w 52326"/>
                <a:gd name="connsiteY2" fmla="*/ 29652 h 52674"/>
                <a:gd name="connsiteX3" fmla="*/ 52326 w 52326"/>
                <a:gd name="connsiteY3" fmla="*/ 26163 h 52674"/>
                <a:gd name="connsiteX4" fmla="*/ 26163 w 52326"/>
                <a:gd name="connsiteY4" fmla="*/ 0 h 52674"/>
                <a:gd name="connsiteX5" fmla="*/ 26163 w 52326"/>
                <a:gd name="connsiteY5" fmla="*/ 0 h 52674"/>
                <a:gd name="connsiteX6" fmla="*/ 2093 w 52326"/>
                <a:gd name="connsiteY6" fmla="*/ 16047 h 52674"/>
                <a:gd name="connsiteX7" fmla="*/ 349 w 52326"/>
                <a:gd name="connsiteY7" fmla="*/ 22675 h 52674"/>
                <a:gd name="connsiteX8" fmla="*/ 0 w 52326"/>
                <a:gd name="connsiteY8" fmla="*/ 26163 h 52674"/>
                <a:gd name="connsiteX9" fmla="*/ 26163 w 52326"/>
                <a:gd name="connsiteY9" fmla="*/ 52675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674">
                  <a:moveTo>
                    <a:pt x="26163" y="52675"/>
                  </a:moveTo>
                  <a:cubicBezTo>
                    <a:pt x="36628" y="52675"/>
                    <a:pt x="45699" y="46396"/>
                    <a:pt x="49884" y="37326"/>
                  </a:cubicBezTo>
                  <a:cubicBezTo>
                    <a:pt x="50931" y="34884"/>
                    <a:pt x="51629" y="32442"/>
                    <a:pt x="51977" y="29652"/>
                  </a:cubicBezTo>
                  <a:cubicBezTo>
                    <a:pt x="51977" y="28605"/>
                    <a:pt x="52326" y="27558"/>
                    <a:pt x="52326" y="26163"/>
                  </a:cubicBezTo>
                  <a:cubicBezTo>
                    <a:pt x="52326" y="11860"/>
                    <a:pt x="40466" y="0"/>
                    <a:pt x="26163" y="0"/>
                  </a:cubicBezTo>
                  <a:lnTo>
                    <a:pt x="26163" y="0"/>
                  </a:lnTo>
                  <a:cubicBezTo>
                    <a:pt x="15349" y="0"/>
                    <a:pt x="5930" y="6628"/>
                    <a:pt x="2093" y="16047"/>
                  </a:cubicBezTo>
                  <a:cubicBezTo>
                    <a:pt x="1047" y="18140"/>
                    <a:pt x="698" y="20582"/>
                    <a:pt x="349" y="22675"/>
                  </a:cubicBezTo>
                  <a:cubicBezTo>
                    <a:pt x="349" y="23721"/>
                    <a:pt x="0" y="25116"/>
                    <a:pt x="0" y="26163"/>
                  </a:cubicBezTo>
                  <a:cubicBezTo>
                    <a:pt x="0" y="40814"/>
                    <a:pt x="11860" y="52675"/>
                    <a:pt x="26163" y="52675"/>
                  </a:cubicBezTo>
                  <a:close/>
                </a:path>
              </a:pathLst>
            </a:custGeom>
            <a:grpFill/>
            <a:ln w="3488" cap="flat">
              <a:noFill/>
              <a:prstDash val="solid"/>
              <a:miter/>
            </a:ln>
          </p:spPr>
          <p:txBody>
            <a:bodyPr rtlCol="0" anchor="ctr"/>
            <a:lstStyle/>
            <a:p>
              <a:endParaRPr lang="en-ID"/>
            </a:p>
          </p:txBody>
        </p:sp>
        <p:sp>
          <p:nvSpPr>
            <p:cNvPr id="812" name="Freeform: Shape 811">
              <a:extLst>
                <a:ext uri="{FF2B5EF4-FFF2-40B4-BE49-F238E27FC236}">
                  <a16:creationId xmlns:a16="http://schemas.microsoft.com/office/drawing/2014/main" id="{2F0069C6-6E98-737F-D9F7-562FDABC3FCC}"/>
                </a:ext>
              </a:extLst>
            </p:cNvPr>
            <p:cNvSpPr/>
            <p:nvPr/>
          </p:nvSpPr>
          <p:spPr>
            <a:xfrm>
              <a:off x="88954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3" name="Freeform: Shape 812">
              <a:extLst>
                <a:ext uri="{FF2B5EF4-FFF2-40B4-BE49-F238E27FC236}">
                  <a16:creationId xmlns:a16="http://schemas.microsoft.com/office/drawing/2014/main" id="{1AA91B65-CE80-07A7-DC27-97A6352B8A57}"/>
                </a:ext>
              </a:extLst>
            </p:cNvPr>
            <p:cNvSpPr/>
            <p:nvPr/>
          </p:nvSpPr>
          <p:spPr>
            <a:xfrm>
              <a:off x="8372188"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14" name="Freeform: Shape 813">
              <a:extLst>
                <a:ext uri="{FF2B5EF4-FFF2-40B4-BE49-F238E27FC236}">
                  <a16:creationId xmlns:a16="http://schemas.microsoft.com/office/drawing/2014/main" id="{9CB0124E-207F-495B-9962-6490475EE78D}"/>
                </a:ext>
              </a:extLst>
            </p:cNvPr>
            <p:cNvSpPr/>
            <p:nvPr/>
          </p:nvSpPr>
          <p:spPr>
            <a:xfrm>
              <a:off x="7848927"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5" name="Freeform: Shape 814">
              <a:extLst>
                <a:ext uri="{FF2B5EF4-FFF2-40B4-BE49-F238E27FC236}">
                  <a16:creationId xmlns:a16="http://schemas.microsoft.com/office/drawing/2014/main" id="{0DD66EDF-ABCD-0321-1D5F-A653B3A512E1}"/>
                </a:ext>
              </a:extLst>
            </p:cNvPr>
            <p:cNvSpPr/>
            <p:nvPr/>
          </p:nvSpPr>
          <p:spPr>
            <a:xfrm>
              <a:off x="627914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16" name="Freeform: Shape 815">
              <a:extLst>
                <a:ext uri="{FF2B5EF4-FFF2-40B4-BE49-F238E27FC236}">
                  <a16:creationId xmlns:a16="http://schemas.microsoft.com/office/drawing/2014/main" id="{B59C65F8-7952-B70C-D9E6-3E88225AFF05}"/>
                </a:ext>
              </a:extLst>
            </p:cNvPr>
            <p:cNvSpPr/>
            <p:nvPr/>
          </p:nvSpPr>
          <p:spPr>
            <a:xfrm>
              <a:off x="6069139" y="2932250"/>
              <a:ext cx="52326" cy="52326"/>
            </a:xfrm>
            <a:custGeom>
              <a:avLst/>
              <a:gdLst>
                <a:gd name="connsiteX0" fmla="*/ 698 w 52326"/>
                <a:gd name="connsiteY0" fmla="*/ 28605 h 52326"/>
                <a:gd name="connsiteX1" fmla="*/ 18837 w 52326"/>
                <a:gd name="connsiteY1" fmla="*/ 50931 h 52326"/>
                <a:gd name="connsiteX2" fmla="*/ 21279 w 52326"/>
                <a:gd name="connsiteY2" fmla="*/ 51628 h 52326"/>
                <a:gd name="connsiteX3" fmla="*/ 26512 w 52326"/>
                <a:gd name="connsiteY3" fmla="*/ 52326 h 52326"/>
                <a:gd name="connsiteX4" fmla="*/ 26512 w 52326"/>
                <a:gd name="connsiteY4" fmla="*/ 52326 h 52326"/>
                <a:gd name="connsiteX5" fmla="*/ 36628 w 52326"/>
                <a:gd name="connsiteY5" fmla="*/ 50233 h 52326"/>
                <a:gd name="connsiteX6" fmla="*/ 52326 w 52326"/>
                <a:gd name="connsiteY6" fmla="*/ 28954 h 52326"/>
                <a:gd name="connsiteX7" fmla="*/ 52326 w 52326"/>
                <a:gd name="connsiteY7" fmla="*/ 26163 h 52326"/>
                <a:gd name="connsiteX8" fmla="*/ 26163 w 52326"/>
                <a:gd name="connsiteY8" fmla="*/ 0 h 52326"/>
                <a:gd name="connsiteX9" fmla="*/ 26163 w 52326"/>
                <a:gd name="connsiteY9" fmla="*/ 0 h 52326"/>
                <a:gd name="connsiteX10" fmla="*/ 20930 w 52326"/>
                <a:gd name="connsiteY10" fmla="*/ 698 h 52326"/>
                <a:gd name="connsiteX11" fmla="*/ 18488 w 52326"/>
                <a:gd name="connsiteY11" fmla="*/ 1395 h 52326"/>
                <a:gd name="connsiteX12" fmla="*/ 2093 w 52326"/>
                <a:gd name="connsiteY12" fmla="*/ 16047 h 52326"/>
                <a:gd name="connsiteX13" fmla="*/ 0 w 52326"/>
                <a:gd name="connsiteY13" fmla="*/ 26163 h 52326"/>
                <a:gd name="connsiteX14" fmla="*/ 698 w 52326"/>
                <a:gd name="connsiteY14"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326" h="52326">
                  <a:moveTo>
                    <a:pt x="698" y="28605"/>
                  </a:moveTo>
                  <a:cubicBezTo>
                    <a:pt x="1744" y="39070"/>
                    <a:pt x="9070" y="47791"/>
                    <a:pt x="18837" y="50931"/>
                  </a:cubicBezTo>
                  <a:cubicBezTo>
                    <a:pt x="19535" y="51280"/>
                    <a:pt x="20581" y="51280"/>
                    <a:pt x="21279" y="51628"/>
                  </a:cubicBezTo>
                  <a:cubicBezTo>
                    <a:pt x="23023" y="51977"/>
                    <a:pt x="24768" y="52326"/>
                    <a:pt x="26512" y="52326"/>
                  </a:cubicBezTo>
                  <a:lnTo>
                    <a:pt x="26512" y="52326"/>
                  </a:lnTo>
                  <a:cubicBezTo>
                    <a:pt x="30000" y="52326"/>
                    <a:pt x="33489" y="51628"/>
                    <a:pt x="36628" y="50233"/>
                  </a:cubicBezTo>
                  <a:cubicBezTo>
                    <a:pt x="45349" y="46745"/>
                    <a:pt x="51628" y="38373"/>
                    <a:pt x="52326" y="28954"/>
                  </a:cubicBezTo>
                  <a:cubicBezTo>
                    <a:pt x="52326" y="27907"/>
                    <a:pt x="52326" y="27210"/>
                    <a:pt x="52326" y="26163"/>
                  </a:cubicBezTo>
                  <a:cubicBezTo>
                    <a:pt x="52326" y="11861"/>
                    <a:pt x="40465" y="0"/>
                    <a:pt x="26163" y="0"/>
                  </a:cubicBezTo>
                  <a:lnTo>
                    <a:pt x="26163" y="0"/>
                  </a:lnTo>
                  <a:cubicBezTo>
                    <a:pt x="24419" y="0"/>
                    <a:pt x="22675" y="349"/>
                    <a:pt x="20930" y="698"/>
                  </a:cubicBezTo>
                  <a:cubicBezTo>
                    <a:pt x="20233" y="698"/>
                    <a:pt x="19186" y="1046"/>
                    <a:pt x="18488" y="1395"/>
                  </a:cubicBezTo>
                  <a:cubicBezTo>
                    <a:pt x="11163" y="3837"/>
                    <a:pt x="5233" y="9070"/>
                    <a:pt x="2093" y="16047"/>
                  </a:cubicBezTo>
                  <a:cubicBezTo>
                    <a:pt x="698" y="19186"/>
                    <a:pt x="0" y="22675"/>
                    <a:pt x="0" y="26163"/>
                  </a:cubicBezTo>
                  <a:cubicBezTo>
                    <a:pt x="698" y="26861"/>
                    <a:pt x="698" y="27558"/>
                    <a:pt x="698" y="28605"/>
                  </a:cubicBezTo>
                  <a:close/>
                </a:path>
              </a:pathLst>
            </a:custGeom>
            <a:grpFill/>
            <a:ln w="3488" cap="flat">
              <a:noFill/>
              <a:prstDash val="solid"/>
              <a:miter/>
            </a:ln>
          </p:spPr>
          <p:txBody>
            <a:bodyPr rtlCol="0" anchor="ctr"/>
            <a:lstStyle/>
            <a:p>
              <a:endParaRPr lang="en-ID"/>
            </a:p>
          </p:txBody>
        </p:sp>
        <p:sp>
          <p:nvSpPr>
            <p:cNvPr id="817" name="Freeform: Shape 816">
              <a:extLst>
                <a:ext uri="{FF2B5EF4-FFF2-40B4-BE49-F238E27FC236}">
                  <a16:creationId xmlns:a16="http://schemas.microsoft.com/office/drawing/2014/main" id="{471E3B7D-8E16-3260-377B-BB3661D7E287}"/>
                </a:ext>
              </a:extLst>
            </p:cNvPr>
            <p:cNvSpPr/>
            <p:nvPr/>
          </p:nvSpPr>
          <p:spPr>
            <a:xfrm>
              <a:off x="1119780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18" name="Freeform: Shape 817">
              <a:extLst>
                <a:ext uri="{FF2B5EF4-FFF2-40B4-BE49-F238E27FC236}">
                  <a16:creationId xmlns:a16="http://schemas.microsoft.com/office/drawing/2014/main" id="{E9C2B813-E9DC-60CF-B312-EC9DA18E5AA6}"/>
                </a:ext>
              </a:extLst>
            </p:cNvPr>
            <p:cNvSpPr/>
            <p:nvPr/>
          </p:nvSpPr>
          <p:spPr>
            <a:xfrm>
              <a:off x="11197802" y="4397034"/>
              <a:ext cx="52326" cy="52326"/>
            </a:xfrm>
            <a:custGeom>
              <a:avLst/>
              <a:gdLst>
                <a:gd name="connsiteX0" fmla="*/ 52326 w 52326"/>
                <a:gd name="connsiteY0" fmla="*/ 23372 h 52326"/>
                <a:gd name="connsiteX1" fmla="*/ 51977 w 52326"/>
                <a:gd name="connsiteY1" fmla="*/ 22326 h 52326"/>
                <a:gd name="connsiteX2" fmla="*/ 51629 w 52326"/>
                <a:gd name="connsiteY2" fmla="*/ 20930 h 52326"/>
                <a:gd name="connsiteX3" fmla="*/ 26163 w 52326"/>
                <a:gd name="connsiteY3" fmla="*/ 0 h 52326"/>
                <a:gd name="connsiteX4" fmla="*/ 0 w 52326"/>
                <a:gd name="connsiteY4" fmla="*/ 26163 h 52326"/>
                <a:gd name="connsiteX5" fmla="*/ 0 w 52326"/>
                <a:gd name="connsiteY5" fmla="*/ 28954 h 52326"/>
                <a:gd name="connsiteX6" fmla="*/ 26163 w 52326"/>
                <a:gd name="connsiteY6" fmla="*/ 52326 h 52326"/>
                <a:gd name="connsiteX7" fmla="*/ 52326 w 52326"/>
                <a:gd name="connsiteY7" fmla="*/ 26163 h 52326"/>
                <a:gd name="connsiteX8" fmla="*/ 52326 w 52326"/>
                <a:gd name="connsiteY8" fmla="*/ 2337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3372"/>
                  </a:moveTo>
                  <a:cubicBezTo>
                    <a:pt x="52326" y="23023"/>
                    <a:pt x="52326" y="22675"/>
                    <a:pt x="51977" y="22326"/>
                  </a:cubicBezTo>
                  <a:cubicBezTo>
                    <a:pt x="51977" y="21977"/>
                    <a:pt x="51977" y="21279"/>
                    <a:pt x="51629" y="20930"/>
                  </a:cubicBezTo>
                  <a:cubicBezTo>
                    <a:pt x="49187" y="9070"/>
                    <a:pt x="38722" y="0"/>
                    <a:pt x="26163" y="0"/>
                  </a:cubicBezTo>
                  <a:cubicBezTo>
                    <a:pt x="11860" y="0"/>
                    <a:pt x="0" y="11861"/>
                    <a:pt x="0" y="26163"/>
                  </a:cubicBezTo>
                  <a:cubicBezTo>
                    <a:pt x="0" y="27210"/>
                    <a:pt x="0" y="27907"/>
                    <a:pt x="0" y="28954"/>
                  </a:cubicBezTo>
                  <a:cubicBezTo>
                    <a:pt x="1395" y="42210"/>
                    <a:pt x="12559" y="52326"/>
                    <a:pt x="26163" y="52326"/>
                  </a:cubicBezTo>
                  <a:cubicBezTo>
                    <a:pt x="40466" y="52326"/>
                    <a:pt x="52326" y="40465"/>
                    <a:pt x="52326" y="26163"/>
                  </a:cubicBezTo>
                  <a:cubicBezTo>
                    <a:pt x="52326" y="25117"/>
                    <a:pt x="52326" y="24419"/>
                    <a:pt x="52326" y="23372"/>
                  </a:cubicBezTo>
                  <a:close/>
                </a:path>
              </a:pathLst>
            </a:custGeom>
            <a:grpFill/>
            <a:ln w="3488" cap="flat">
              <a:noFill/>
              <a:prstDash val="solid"/>
              <a:miter/>
            </a:ln>
          </p:spPr>
          <p:txBody>
            <a:bodyPr rtlCol="0" anchor="ctr"/>
            <a:lstStyle/>
            <a:p>
              <a:endParaRPr lang="en-ID"/>
            </a:p>
          </p:txBody>
        </p:sp>
        <p:sp>
          <p:nvSpPr>
            <p:cNvPr id="819" name="Freeform: Shape 818">
              <a:extLst>
                <a:ext uri="{FF2B5EF4-FFF2-40B4-BE49-F238E27FC236}">
                  <a16:creationId xmlns:a16="http://schemas.microsoft.com/office/drawing/2014/main" id="{8E0BA288-8068-4D09-5348-DC47D8E14447}"/>
                </a:ext>
              </a:extLst>
            </p:cNvPr>
            <p:cNvSpPr/>
            <p:nvPr/>
          </p:nvSpPr>
          <p:spPr>
            <a:xfrm>
              <a:off x="8581493" y="4501686"/>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cubicBezTo>
                    <a:pt x="52326" y="26163"/>
                    <a:pt x="52326" y="26163"/>
                    <a:pt x="52326" y="26163"/>
                  </a:cubicBezTo>
                  <a:cubicBezTo>
                    <a:pt x="52326" y="11861"/>
                    <a:pt x="40466" y="0"/>
                    <a:pt x="26163" y="0"/>
                  </a:cubicBezTo>
                  <a:cubicBezTo>
                    <a:pt x="11860" y="0"/>
                    <a:pt x="0" y="11861"/>
                    <a:pt x="0" y="26163"/>
                  </a:cubicBezTo>
                  <a:cubicBezTo>
                    <a:pt x="0" y="26163"/>
                    <a:pt x="0" y="26163"/>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20" name="Freeform: Shape 819">
              <a:extLst>
                <a:ext uri="{FF2B5EF4-FFF2-40B4-BE49-F238E27FC236}">
                  <a16:creationId xmlns:a16="http://schemas.microsoft.com/office/drawing/2014/main" id="{18814129-985B-6D2A-3F67-32489F674B28}"/>
                </a:ext>
              </a:extLst>
            </p:cNvPr>
            <p:cNvSpPr/>
            <p:nvPr/>
          </p:nvSpPr>
          <p:spPr>
            <a:xfrm>
              <a:off x="1130245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1" name="Freeform: Shape 820">
              <a:extLst>
                <a:ext uri="{FF2B5EF4-FFF2-40B4-BE49-F238E27FC236}">
                  <a16:creationId xmlns:a16="http://schemas.microsoft.com/office/drawing/2014/main" id="{413BA08D-C2BE-268B-79C1-A0156444F742}"/>
                </a:ext>
              </a:extLst>
            </p:cNvPr>
            <p:cNvSpPr/>
            <p:nvPr/>
          </p:nvSpPr>
          <p:spPr>
            <a:xfrm>
              <a:off x="10255931"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22" name="Freeform: Shape 821">
              <a:extLst>
                <a:ext uri="{FF2B5EF4-FFF2-40B4-BE49-F238E27FC236}">
                  <a16:creationId xmlns:a16="http://schemas.microsoft.com/office/drawing/2014/main" id="{4082981A-6DD3-AC24-2485-7382F4217905}"/>
                </a:ext>
              </a:extLst>
            </p:cNvPr>
            <p:cNvSpPr/>
            <p:nvPr/>
          </p:nvSpPr>
          <p:spPr>
            <a:xfrm>
              <a:off x="11930369" y="5443557"/>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23" name="Freeform: Shape 822">
              <a:extLst>
                <a:ext uri="{FF2B5EF4-FFF2-40B4-BE49-F238E27FC236}">
                  <a16:creationId xmlns:a16="http://schemas.microsoft.com/office/drawing/2014/main" id="{0E2DE415-34FF-B479-4A01-5907C13B23CA}"/>
                </a:ext>
              </a:extLst>
            </p:cNvPr>
            <p:cNvSpPr/>
            <p:nvPr/>
          </p:nvSpPr>
          <p:spPr>
            <a:xfrm>
              <a:off x="10151278" y="502494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824" name="Freeform: Shape 823">
              <a:extLst>
                <a:ext uri="{FF2B5EF4-FFF2-40B4-BE49-F238E27FC236}">
                  <a16:creationId xmlns:a16="http://schemas.microsoft.com/office/drawing/2014/main" id="{67723BFB-C269-E9A6-17FB-270BF118DFC9}"/>
                </a:ext>
              </a:extLst>
            </p:cNvPr>
            <p:cNvSpPr/>
            <p:nvPr/>
          </p:nvSpPr>
          <p:spPr>
            <a:xfrm>
              <a:off x="9732669"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5" name="Freeform: Shape 824">
              <a:extLst>
                <a:ext uri="{FF2B5EF4-FFF2-40B4-BE49-F238E27FC236}">
                  <a16:creationId xmlns:a16="http://schemas.microsoft.com/office/drawing/2014/main" id="{DC791377-94C5-9B84-503B-645BE660F256}"/>
                </a:ext>
              </a:extLst>
            </p:cNvPr>
            <p:cNvSpPr/>
            <p:nvPr/>
          </p:nvSpPr>
          <p:spPr>
            <a:xfrm>
              <a:off x="879079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6" name="Freeform: Shape 825">
              <a:extLst>
                <a:ext uri="{FF2B5EF4-FFF2-40B4-BE49-F238E27FC236}">
                  <a16:creationId xmlns:a16="http://schemas.microsoft.com/office/drawing/2014/main" id="{30986D3B-00AC-6D4D-6121-74A17E4C56CA}"/>
                </a:ext>
              </a:extLst>
            </p:cNvPr>
            <p:cNvSpPr/>
            <p:nvPr/>
          </p:nvSpPr>
          <p:spPr>
            <a:xfrm>
              <a:off x="8162884" y="5443557"/>
              <a:ext cx="52326" cy="52326"/>
            </a:xfrm>
            <a:custGeom>
              <a:avLst/>
              <a:gdLst>
                <a:gd name="connsiteX0" fmla="*/ 33837 w 52326"/>
                <a:gd name="connsiteY0" fmla="*/ 1047 h 52326"/>
                <a:gd name="connsiteX1" fmla="*/ 30001 w 52326"/>
                <a:gd name="connsiteY1" fmla="*/ 349 h 52326"/>
                <a:gd name="connsiteX2" fmla="*/ 26163 w 52326"/>
                <a:gd name="connsiteY2" fmla="*/ 0 h 52326"/>
                <a:gd name="connsiteX3" fmla="*/ 0 w 52326"/>
                <a:gd name="connsiteY3" fmla="*/ 26163 h 52326"/>
                <a:gd name="connsiteX4" fmla="*/ 26163 w 52326"/>
                <a:gd name="connsiteY4" fmla="*/ 52326 h 52326"/>
                <a:gd name="connsiteX5" fmla="*/ 52326 w 52326"/>
                <a:gd name="connsiteY5" fmla="*/ 26163 h 52326"/>
                <a:gd name="connsiteX6" fmla="*/ 33837 w 52326"/>
                <a:gd name="connsiteY6" fmla="*/ 104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3837" y="1047"/>
                  </a:moveTo>
                  <a:cubicBezTo>
                    <a:pt x="32442" y="698"/>
                    <a:pt x="31396" y="349"/>
                    <a:pt x="30001" y="349"/>
                  </a:cubicBezTo>
                  <a:cubicBezTo>
                    <a:pt x="28605" y="0"/>
                    <a:pt x="27558" y="0"/>
                    <a:pt x="26163" y="0"/>
                  </a:cubicBezTo>
                  <a:cubicBezTo>
                    <a:pt x="11860" y="0"/>
                    <a:pt x="0" y="11861"/>
                    <a:pt x="0" y="26163"/>
                  </a:cubicBezTo>
                  <a:cubicBezTo>
                    <a:pt x="0" y="40465"/>
                    <a:pt x="11860" y="52326"/>
                    <a:pt x="26163" y="52326"/>
                  </a:cubicBezTo>
                  <a:cubicBezTo>
                    <a:pt x="40466" y="52326"/>
                    <a:pt x="52326" y="40465"/>
                    <a:pt x="52326" y="26163"/>
                  </a:cubicBezTo>
                  <a:cubicBezTo>
                    <a:pt x="52326" y="14302"/>
                    <a:pt x="44652" y="4535"/>
                    <a:pt x="33837" y="1047"/>
                  </a:cubicBezTo>
                  <a:close/>
                </a:path>
              </a:pathLst>
            </a:custGeom>
            <a:grpFill/>
            <a:ln w="3488" cap="flat">
              <a:noFill/>
              <a:prstDash val="solid"/>
              <a:miter/>
            </a:ln>
          </p:spPr>
          <p:txBody>
            <a:bodyPr rtlCol="0" anchor="ctr"/>
            <a:lstStyle/>
            <a:p>
              <a:endParaRPr lang="en-ID"/>
            </a:p>
          </p:txBody>
        </p:sp>
        <p:sp>
          <p:nvSpPr>
            <p:cNvPr id="827" name="Freeform: Shape 826">
              <a:extLst>
                <a:ext uri="{FF2B5EF4-FFF2-40B4-BE49-F238E27FC236}">
                  <a16:creationId xmlns:a16="http://schemas.microsoft.com/office/drawing/2014/main" id="{49E1E205-C5EA-D1AC-A72B-08D970E476B8}"/>
                </a:ext>
              </a:extLst>
            </p:cNvPr>
            <p:cNvSpPr/>
            <p:nvPr/>
          </p:nvSpPr>
          <p:spPr>
            <a:xfrm>
              <a:off x="7953579" y="4606338"/>
              <a:ext cx="51990" cy="52326"/>
            </a:xfrm>
            <a:custGeom>
              <a:avLst/>
              <a:gdLst>
                <a:gd name="connsiteX0" fmla="*/ 36628 w 51990"/>
                <a:gd name="connsiteY0" fmla="*/ 2093 h 52326"/>
                <a:gd name="connsiteX1" fmla="*/ 26163 w 51990"/>
                <a:gd name="connsiteY1" fmla="*/ 0 h 52326"/>
                <a:gd name="connsiteX2" fmla="*/ 0 w 51990"/>
                <a:gd name="connsiteY2" fmla="*/ 26163 h 52326"/>
                <a:gd name="connsiteX3" fmla="*/ 0 w 51990"/>
                <a:gd name="connsiteY3" fmla="*/ 26163 h 52326"/>
                <a:gd name="connsiteX4" fmla="*/ 13604 w 51990"/>
                <a:gd name="connsiteY4" fmla="*/ 49187 h 52326"/>
                <a:gd name="connsiteX5" fmla="*/ 13604 w 51990"/>
                <a:gd name="connsiteY5" fmla="*/ 49187 h 52326"/>
                <a:gd name="connsiteX6" fmla="*/ 20581 w 51990"/>
                <a:gd name="connsiteY6" fmla="*/ 51628 h 52326"/>
                <a:gd name="connsiteX7" fmla="*/ 25814 w 51990"/>
                <a:gd name="connsiteY7" fmla="*/ 52326 h 52326"/>
                <a:gd name="connsiteX8" fmla="*/ 51977 w 51990"/>
                <a:gd name="connsiteY8" fmla="*/ 26163 h 52326"/>
                <a:gd name="connsiteX9" fmla="*/ 36628 w 51990"/>
                <a:gd name="connsiteY9" fmla="*/ 209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90" h="52326">
                  <a:moveTo>
                    <a:pt x="36628" y="2093"/>
                  </a:moveTo>
                  <a:cubicBezTo>
                    <a:pt x="33489" y="698"/>
                    <a:pt x="30001" y="0"/>
                    <a:pt x="26163" y="0"/>
                  </a:cubicBezTo>
                  <a:cubicBezTo>
                    <a:pt x="11860" y="0"/>
                    <a:pt x="0" y="11861"/>
                    <a:pt x="0" y="26163"/>
                  </a:cubicBezTo>
                  <a:lnTo>
                    <a:pt x="0" y="26163"/>
                  </a:lnTo>
                  <a:cubicBezTo>
                    <a:pt x="0" y="35931"/>
                    <a:pt x="5582" y="44652"/>
                    <a:pt x="13604" y="49187"/>
                  </a:cubicBezTo>
                  <a:cubicBezTo>
                    <a:pt x="13604" y="49187"/>
                    <a:pt x="13604" y="49187"/>
                    <a:pt x="13604" y="49187"/>
                  </a:cubicBezTo>
                  <a:cubicBezTo>
                    <a:pt x="15698" y="50233"/>
                    <a:pt x="18140" y="51280"/>
                    <a:pt x="20581" y="51628"/>
                  </a:cubicBezTo>
                  <a:cubicBezTo>
                    <a:pt x="22325" y="51977"/>
                    <a:pt x="24070" y="52326"/>
                    <a:pt x="25814" y="52326"/>
                  </a:cubicBezTo>
                  <a:cubicBezTo>
                    <a:pt x="40117" y="52326"/>
                    <a:pt x="51977" y="40465"/>
                    <a:pt x="51977" y="26163"/>
                  </a:cubicBezTo>
                  <a:cubicBezTo>
                    <a:pt x="52326" y="15349"/>
                    <a:pt x="46047" y="6279"/>
                    <a:pt x="36628" y="2093"/>
                  </a:cubicBezTo>
                  <a:close/>
                </a:path>
              </a:pathLst>
            </a:custGeom>
            <a:grpFill/>
            <a:ln w="3488" cap="flat">
              <a:noFill/>
              <a:prstDash val="solid"/>
              <a:miter/>
            </a:ln>
          </p:spPr>
          <p:txBody>
            <a:bodyPr rtlCol="0" anchor="ctr"/>
            <a:lstStyle/>
            <a:p>
              <a:endParaRPr lang="en-ID"/>
            </a:p>
          </p:txBody>
        </p:sp>
        <p:sp>
          <p:nvSpPr>
            <p:cNvPr id="828" name="Freeform: Shape 827">
              <a:extLst>
                <a:ext uri="{FF2B5EF4-FFF2-40B4-BE49-F238E27FC236}">
                  <a16:creationId xmlns:a16="http://schemas.microsoft.com/office/drawing/2014/main" id="{FE535842-8B31-9469-96E3-16D0C2D3D42D}"/>
                </a:ext>
              </a:extLst>
            </p:cNvPr>
            <p:cNvSpPr/>
            <p:nvPr/>
          </p:nvSpPr>
          <p:spPr>
            <a:xfrm>
              <a:off x="6383793"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29" name="Freeform: Shape 828">
              <a:extLst>
                <a:ext uri="{FF2B5EF4-FFF2-40B4-BE49-F238E27FC236}">
                  <a16:creationId xmlns:a16="http://schemas.microsoft.com/office/drawing/2014/main" id="{C500B8C5-4591-FBA1-A731-F14A15E3274B}"/>
                </a:ext>
              </a:extLst>
            </p:cNvPr>
            <p:cNvSpPr/>
            <p:nvPr/>
          </p:nvSpPr>
          <p:spPr>
            <a:xfrm>
              <a:off x="6174489" y="460633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0" name="Freeform: Shape 829">
              <a:extLst>
                <a:ext uri="{FF2B5EF4-FFF2-40B4-BE49-F238E27FC236}">
                  <a16:creationId xmlns:a16="http://schemas.microsoft.com/office/drawing/2014/main" id="{39072437-32BE-3F26-F6DE-BD2D04B9211A}"/>
                </a:ext>
              </a:extLst>
            </p:cNvPr>
            <p:cNvSpPr/>
            <p:nvPr/>
          </p:nvSpPr>
          <p:spPr>
            <a:xfrm>
              <a:off x="606983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1" name="Freeform: Shape 830">
              <a:extLst>
                <a:ext uri="{FF2B5EF4-FFF2-40B4-BE49-F238E27FC236}">
                  <a16:creationId xmlns:a16="http://schemas.microsoft.com/office/drawing/2014/main" id="{A8758566-3E5B-FD49-43D9-75914B569B65}"/>
                </a:ext>
              </a:extLst>
            </p:cNvPr>
            <p:cNvSpPr/>
            <p:nvPr/>
          </p:nvSpPr>
          <p:spPr>
            <a:xfrm>
              <a:off x="6069488" y="4815992"/>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2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2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5"/>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832" name="Freeform: Shape 831">
              <a:extLst>
                <a:ext uri="{FF2B5EF4-FFF2-40B4-BE49-F238E27FC236}">
                  <a16:creationId xmlns:a16="http://schemas.microsoft.com/office/drawing/2014/main" id="{9ACB8CDC-335B-3D47-3B08-1D3A0C609BF5}"/>
                </a:ext>
              </a:extLst>
            </p:cNvPr>
            <p:cNvSpPr/>
            <p:nvPr/>
          </p:nvSpPr>
          <p:spPr>
            <a:xfrm>
              <a:off x="11093150" y="3664467"/>
              <a:ext cx="52675" cy="52326"/>
            </a:xfrm>
            <a:custGeom>
              <a:avLst/>
              <a:gdLst>
                <a:gd name="connsiteX0" fmla="*/ 26163 w 52675"/>
                <a:gd name="connsiteY0" fmla="*/ 0 h 52326"/>
                <a:gd name="connsiteX1" fmla="*/ 0 w 52675"/>
                <a:gd name="connsiteY1" fmla="*/ 26163 h 52326"/>
                <a:gd name="connsiteX2" fmla="*/ 15349 w 52675"/>
                <a:gd name="connsiteY2" fmla="*/ 49884 h 52326"/>
                <a:gd name="connsiteX3" fmla="*/ 23372 w 52675"/>
                <a:gd name="connsiteY3" fmla="*/ 51977 h 52326"/>
                <a:gd name="connsiteX4" fmla="*/ 26512 w 52675"/>
                <a:gd name="connsiteY4" fmla="*/ 52326 h 52326"/>
                <a:gd name="connsiteX5" fmla="*/ 52675 w 52675"/>
                <a:gd name="connsiteY5" fmla="*/ 26163 h 52326"/>
                <a:gd name="connsiteX6" fmla="*/ 26163 w 52675"/>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5" h="52326">
                  <a:moveTo>
                    <a:pt x="26163" y="0"/>
                  </a:move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814" y="52326"/>
                    <a:pt x="52675" y="40465"/>
                    <a:pt x="52675"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33" name="Freeform: Shape 832">
              <a:extLst>
                <a:ext uri="{FF2B5EF4-FFF2-40B4-BE49-F238E27FC236}">
                  <a16:creationId xmlns:a16="http://schemas.microsoft.com/office/drawing/2014/main" id="{3B46AFE8-AF8D-DF48-3E54-6CC84B61A23A}"/>
                </a:ext>
              </a:extLst>
            </p:cNvPr>
            <p:cNvSpPr/>
            <p:nvPr/>
          </p:nvSpPr>
          <p:spPr>
            <a:xfrm>
              <a:off x="9941974" y="3559815"/>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698 w 52326"/>
                <a:gd name="connsiteY5" fmla="*/ 2093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34" name="Freeform: Shape 833">
              <a:extLst>
                <a:ext uri="{FF2B5EF4-FFF2-40B4-BE49-F238E27FC236}">
                  <a16:creationId xmlns:a16="http://schemas.microsoft.com/office/drawing/2014/main" id="{EAB13FA9-672A-DB5D-7AC4-58DCAC897908}"/>
                </a:ext>
              </a:extLst>
            </p:cNvPr>
            <p:cNvSpPr/>
            <p:nvPr/>
          </p:nvSpPr>
          <p:spPr>
            <a:xfrm>
              <a:off x="9628017" y="2199334"/>
              <a:ext cx="52326" cy="52326"/>
            </a:xfrm>
            <a:custGeom>
              <a:avLst/>
              <a:gdLst>
                <a:gd name="connsiteX0" fmla="*/ 26163 w 52326"/>
                <a:gd name="connsiteY0" fmla="*/ 52326 h 52326"/>
                <a:gd name="connsiteX1" fmla="*/ 52326 w 52326"/>
                <a:gd name="connsiteY1" fmla="*/ 26163 h 52326"/>
                <a:gd name="connsiteX2" fmla="*/ 45699 w 52326"/>
                <a:gd name="connsiteY2" fmla="*/ 8721 h 52326"/>
                <a:gd name="connsiteX3" fmla="*/ 26163 w 52326"/>
                <a:gd name="connsiteY3" fmla="*/ 0 h 52326"/>
                <a:gd name="connsiteX4" fmla="*/ 0 w 52326"/>
                <a:gd name="connsiteY4" fmla="*/ 26163 h 52326"/>
                <a:gd name="connsiteX5" fmla="*/ 5930 w 52326"/>
                <a:gd name="connsiteY5" fmla="*/ 42907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cubicBezTo>
                    <a:pt x="52326" y="19535"/>
                    <a:pt x="49884" y="13605"/>
                    <a:pt x="45699" y="8721"/>
                  </a:cubicBezTo>
                  <a:cubicBezTo>
                    <a:pt x="40814" y="3140"/>
                    <a:pt x="33837" y="0"/>
                    <a:pt x="26163" y="0"/>
                  </a:cubicBezTo>
                  <a:cubicBezTo>
                    <a:pt x="11860" y="0"/>
                    <a:pt x="0" y="11861"/>
                    <a:pt x="0" y="26163"/>
                  </a:cubicBezTo>
                  <a:cubicBezTo>
                    <a:pt x="0" y="32442"/>
                    <a:pt x="2093" y="38373"/>
                    <a:pt x="5930" y="42907"/>
                  </a:cubicBezTo>
                  <a:cubicBezTo>
                    <a:pt x="10814" y="48489"/>
                    <a:pt x="18140" y="52326"/>
                    <a:pt x="26163" y="52326"/>
                  </a:cubicBezTo>
                  <a:close/>
                </a:path>
              </a:pathLst>
            </a:custGeom>
            <a:grpFill/>
            <a:ln w="3488" cap="flat">
              <a:noFill/>
              <a:prstDash val="solid"/>
              <a:miter/>
            </a:ln>
          </p:spPr>
          <p:txBody>
            <a:bodyPr rtlCol="0" anchor="ctr"/>
            <a:lstStyle/>
            <a:p>
              <a:endParaRPr lang="en-ID"/>
            </a:p>
          </p:txBody>
        </p:sp>
        <p:sp>
          <p:nvSpPr>
            <p:cNvPr id="835" name="Freeform: Shape 834">
              <a:extLst>
                <a:ext uri="{FF2B5EF4-FFF2-40B4-BE49-F238E27FC236}">
                  <a16:creationId xmlns:a16="http://schemas.microsoft.com/office/drawing/2014/main" id="{B517D2FB-B98B-CBDE-F1C0-9E2BC080F503}"/>
                </a:ext>
              </a:extLst>
            </p:cNvPr>
            <p:cNvSpPr/>
            <p:nvPr/>
          </p:nvSpPr>
          <p:spPr>
            <a:xfrm>
              <a:off x="9314060" y="2513291"/>
              <a:ext cx="52326" cy="52326"/>
            </a:xfrm>
            <a:custGeom>
              <a:avLst/>
              <a:gdLst>
                <a:gd name="connsiteX0" fmla="*/ 26163 w 52326"/>
                <a:gd name="connsiteY0" fmla="*/ 52326 h 52326"/>
                <a:gd name="connsiteX1" fmla="*/ 44652 w 52326"/>
                <a:gd name="connsiteY1" fmla="*/ 44652 h 52326"/>
                <a:gd name="connsiteX2" fmla="*/ 52326 w 52326"/>
                <a:gd name="connsiteY2" fmla="*/ 26163 h 52326"/>
                <a:gd name="connsiteX3" fmla="*/ 52326 w 52326"/>
                <a:gd name="connsiteY3" fmla="*/ 26163 h 52326"/>
                <a:gd name="connsiteX4" fmla="*/ 26163 w 52326"/>
                <a:gd name="connsiteY4" fmla="*/ 0 h 52326"/>
                <a:gd name="connsiteX5" fmla="*/ 7674 w 52326"/>
                <a:gd name="connsiteY5" fmla="*/ 767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3489" y="52326"/>
                    <a:pt x="39768" y="49535"/>
                    <a:pt x="44652" y="44652"/>
                  </a:cubicBezTo>
                  <a:cubicBezTo>
                    <a:pt x="49535" y="39768"/>
                    <a:pt x="52326" y="33489"/>
                    <a:pt x="52326" y="26163"/>
                  </a:cubicBezTo>
                  <a:lnTo>
                    <a:pt x="52326" y="26163"/>
                  </a:lnTo>
                  <a:cubicBezTo>
                    <a:pt x="52326" y="11861"/>
                    <a:pt x="40466" y="0"/>
                    <a:pt x="26163" y="0"/>
                  </a:cubicBez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36" name="Freeform: Shape 835">
              <a:extLst>
                <a:ext uri="{FF2B5EF4-FFF2-40B4-BE49-F238E27FC236}">
                  <a16:creationId xmlns:a16="http://schemas.microsoft.com/office/drawing/2014/main" id="{3D3F9762-3D2B-2C9B-EC71-FB58108A8AE4}"/>
                </a:ext>
              </a:extLst>
            </p:cNvPr>
            <p:cNvSpPr/>
            <p:nvPr/>
          </p:nvSpPr>
          <p:spPr>
            <a:xfrm>
              <a:off x="8162884" y="3873772"/>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837" name="Freeform: Shape 836">
              <a:extLst>
                <a:ext uri="{FF2B5EF4-FFF2-40B4-BE49-F238E27FC236}">
                  <a16:creationId xmlns:a16="http://schemas.microsoft.com/office/drawing/2014/main" id="{04B4BCF3-ABB5-CF9D-F6D3-3C9BF8015D85}"/>
                </a:ext>
              </a:extLst>
            </p:cNvPr>
            <p:cNvSpPr/>
            <p:nvPr/>
          </p:nvSpPr>
          <p:spPr>
            <a:xfrm>
              <a:off x="11825716"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38" name="Freeform: Shape 837">
              <a:extLst>
                <a:ext uri="{FF2B5EF4-FFF2-40B4-BE49-F238E27FC236}">
                  <a16:creationId xmlns:a16="http://schemas.microsoft.com/office/drawing/2014/main" id="{90B3A0D2-B494-A5AB-D20C-842276EE001F}"/>
                </a:ext>
              </a:extLst>
            </p:cNvPr>
            <p:cNvSpPr/>
            <p:nvPr/>
          </p:nvSpPr>
          <p:spPr>
            <a:xfrm>
              <a:off x="11407107"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39" name="Freeform: Shape 838">
              <a:extLst>
                <a:ext uri="{FF2B5EF4-FFF2-40B4-BE49-F238E27FC236}">
                  <a16:creationId xmlns:a16="http://schemas.microsoft.com/office/drawing/2014/main" id="{EB165697-F6CF-6C72-7ED5-EBFF0BBEC6F6}"/>
                </a:ext>
              </a:extLst>
            </p:cNvPr>
            <p:cNvSpPr/>
            <p:nvPr/>
          </p:nvSpPr>
          <p:spPr>
            <a:xfrm>
              <a:off x="11616412" y="450168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6978 w 52326"/>
                <a:gd name="connsiteY3" fmla="*/ 2442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40466" y="52326"/>
                    <a:pt x="52326" y="40465"/>
                    <a:pt x="52326" y="26163"/>
                  </a:cubicBezTo>
                  <a:cubicBezTo>
                    <a:pt x="52326" y="15698"/>
                    <a:pt x="46047" y="6628"/>
                    <a:pt x="36978" y="2442"/>
                  </a:cubicBezTo>
                  <a:cubicBezTo>
                    <a:pt x="34535" y="1395"/>
                    <a:pt x="31745" y="698"/>
                    <a:pt x="29302" y="349"/>
                  </a:cubicBezTo>
                  <a:cubicBezTo>
                    <a:pt x="28256" y="349"/>
                    <a:pt x="27210"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40" name="Freeform: Shape 839">
              <a:extLst>
                <a:ext uri="{FF2B5EF4-FFF2-40B4-BE49-F238E27FC236}">
                  <a16:creationId xmlns:a16="http://schemas.microsoft.com/office/drawing/2014/main" id="{E9981825-F39F-74FE-425C-079FD9288FAE}"/>
                </a:ext>
              </a:extLst>
            </p:cNvPr>
            <p:cNvSpPr/>
            <p:nvPr/>
          </p:nvSpPr>
          <p:spPr>
            <a:xfrm>
              <a:off x="11616412"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1" name="Freeform: Shape 840">
              <a:extLst>
                <a:ext uri="{FF2B5EF4-FFF2-40B4-BE49-F238E27FC236}">
                  <a16:creationId xmlns:a16="http://schemas.microsoft.com/office/drawing/2014/main" id="{5D095678-3BBA-3E04-51B2-743D8E80E8BF}"/>
                </a:ext>
              </a:extLst>
            </p:cNvPr>
            <p:cNvSpPr/>
            <p:nvPr/>
          </p:nvSpPr>
          <p:spPr>
            <a:xfrm>
              <a:off x="116164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42" name="Freeform: Shape 841">
              <a:extLst>
                <a:ext uri="{FF2B5EF4-FFF2-40B4-BE49-F238E27FC236}">
                  <a16:creationId xmlns:a16="http://schemas.microsoft.com/office/drawing/2014/main" id="{EB92C646-3F03-75C0-3EDF-6BE4500E7274}"/>
                </a:ext>
              </a:extLst>
            </p:cNvPr>
            <p:cNvSpPr/>
            <p:nvPr/>
          </p:nvSpPr>
          <p:spPr>
            <a:xfrm>
              <a:off x="11093150" y="3769120"/>
              <a:ext cx="52326" cy="52326"/>
            </a:xfrm>
            <a:custGeom>
              <a:avLst/>
              <a:gdLst>
                <a:gd name="connsiteX0" fmla="*/ 52326 w 52326"/>
                <a:gd name="connsiteY0" fmla="*/ 26163 h 52326"/>
                <a:gd name="connsiteX1" fmla="*/ 26163 w 52326"/>
                <a:gd name="connsiteY1" fmla="*/ 0 h 52326"/>
                <a:gd name="connsiteX2" fmla="*/ 26163 w 52326"/>
                <a:gd name="connsiteY2" fmla="*/ 0 h 52326"/>
                <a:gd name="connsiteX3" fmla="*/ 22325 w 52326"/>
                <a:gd name="connsiteY3" fmla="*/ 349 h 52326"/>
                <a:gd name="connsiteX4" fmla="*/ 18489 w 52326"/>
                <a:gd name="connsiteY4" fmla="*/ 1046 h 52326"/>
                <a:gd name="connsiteX5" fmla="*/ 0 w 52326"/>
                <a:gd name="connsiteY5" fmla="*/ 26163 h 52326"/>
                <a:gd name="connsiteX6" fmla="*/ 26163 w 52326"/>
                <a:gd name="connsiteY6" fmla="*/ 52326 h 52326"/>
                <a:gd name="connsiteX7" fmla="*/ 26163 w 52326"/>
                <a:gd name="connsiteY7" fmla="*/ 52326 h 52326"/>
                <a:gd name="connsiteX8" fmla="*/ 52326 w 52326"/>
                <a:gd name="connsiteY8" fmla="*/ 26163 h 52326"/>
                <a:gd name="connsiteX9" fmla="*/ 52326 w 52326"/>
                <a:gd name="connsiteY9"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52326" y="26163"/>
                  </a:moveTo>
                  <a:cubicBezTo>
                    <a:pt x="52326" y="11861"/>
                    <a:pt x="40466" y="0"/>
                    <a:pt x="26163" y="0"/>
                  </a:cubicBezTo>
                  <a:lnTo>
                    <a:pt x="26163" y="0"/>
                  </a:lnTo>
                  <a:cubicBezTo>
                    <a:pt x="24768" y="0"/>
                    <a:pt x="23721" y="0"/>
                    <a:pt x="22325" y="349"/>
                  </a:cubicBezTo>
                  <a:cubicBezTo>
                    <a:pt x="20930" y="698"/>
                    <a:pt x="19535" y="698"/>
                    <a:pt x="18489" y="1046"/>
                  </a:cubicBezTo>
                  <a:cubicBezTo>
                    <a:pt x="7674" y="4186"/>
                    <a:pt x="0" y="14302"/>
                    <a:pt x="0" y="26163"/>
                  </a:cubicBezTo>
                  <a:cubicBezTo>
                    <a:pt x="0" y="40465"/>
                    <a:pt x="11860" y="52326"/>
                    <a:pt x="26163" y="52326"/>
                  </a:cubicBezTo>
                  <a:lnTo>
                    <a:pt x="26163" y="52326"/>
                  </a:ln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43" name="Freeform: Shape 842">
              <a:extLst>
                <a:ext uri="{FF2B5EF4-FFF2-40B4-BE49-F238E27FC236}">
                  <a16:creationId xmlns:a16="http://schemas.microsoft.com/office/drawing/2014/main" id="{864BCCD0-A6CA-F74E-AB75-411600801B57}"/>
                </a:ext>
              </a:extLst>
            </p:cNvPr>
            <p:cNvSpPr/>
            <p:nvPr/>
          </p:nvSpPr>
          <p:spPr>
            <a:xfrm>
              <a:off x="1067454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4" name="Freeform: Shape 843">
              <a:extLst>
                <a:ext uri="{FF2B5EF4-FFF2-40B4-BE49-F238E27FC236}">
                  <a16:creationId xmlns:a16="http://schemas.microsoft.com/office/drawing/2014/main" id="{A1797EA9-5324-3AEA-2CBC-F63D3A8EFC5D}"/>
                </a:ext>
              </a:extLst>
            </p:cNvPr>
            <p:cNvSpPr/>
            <p:nvPr/>
          </p:nvSpPr>
          <p:spPr>
            <a:xfrm>
              <a:off x="10465236" y="4083077"/>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45" name="Freeform: Shape 844">
              <a:extLst>
                <a:ext uri="{FF2B5EF4-FFF2-40B4-BE49-F238E27FC236}">
                  <a16:creationId xmlns:a16="http://schemas.microsoft.com/office/drawing/2014/main" id="{5CFEB15A-7B54-35BE-FFDA-64854F7A1A08}"/>
                </a:ext>
              </a:extLst>
            </p:cNvPr>
            <p:cNvSpPr/>
            <p:nvPr/>
          </p:nvSpPr>
          <p:spPr>
            <a:xfrm>
              <a:off x="10779193"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6" name="Freeform: Shape 845">
              <a:extLst>
                <a:ext uri="{FF2B5EF4-FFF2-40B4-BE49-F238E27FC236}">
                  <a16:creationId xmlns:a16="http://schemas.microsoft.com/office/drawing/2014/main" id="{DD1B6E2B-8109-DABE-DFC3-7B64B8A5332F}"/>
                </a:ext>
              </a:extLst>
            </p:cNvPr>
            <p:cNvSpPr/>
            <p:nvPr/>
          </p:nvSpPr>
          <p:spPr>
            <a:xfrm>
              <a:off x="10151278"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7" name="Freeform: Shape 846">
              <a:extLst>
                <a:ext uri="{FF2B5EF4-FFF2-40B4-BE49-F238E27FC236}">
                  <a16:creationId xmlns:a16="http://schemas.microsoft.com/office/drawing/2014/main" id="{99DCF008-B629-FBC1-AA04-3D9A71113D6C}"/>
                </a:ext>
              </a:extLst>
            </p:cNvPr>
            <p:cNvSpPr/>
            <p:nvPr/>
          </p:nvSpPr>
          <p:spPr>
            <a:xfrm>
              <a:off x="973266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48" name="Freeform: Shape 847">
              <a:extLst>
                <a:ext uri="{FF2B5EF4-FFF2-40B4-BE49-F238E27FC236}">
                  <a16:creationId xmlns:a16="http://schemas.microsoft.com/office/drawing/2014/main" id="{38C2D98B-4413-F558-BC75-AA014DFB47E6}"/>
                </a:ext>
              </a:extLst>
            </p:cNvPr>
            <p:cNvSpPr/>
            <p:nvPr/>
          </p:nvSpPr>
          <p:spPr>
            <a:xfrm>
              <a:off x="8581493" y="2931901"/>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49" name="Freeform: Shape 848">
              <a:extLst>
                <a:ext uri="{FF2B5EF4-FFF2-40B4-BE49-F238E27FC236}">
                  <a16:creationId xmlns:a16="http://schemas.microsoft.com/office/drawing/2014/main" id="{00A9A7D3-9A2C-2BE6-AC38-0712C8884A5F}"/>
                </a:ext>
              </a:extLst>
            </p:cNvPr>
            <p:cNvSpPr/>
            <p:nvPr/>
          </p:nvSpPr>
          <p:spPr>
            <a:xfrm>
              <a:off x="7011708"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5" y="52326"/>
                    <a:pt x="52326" y="40466"/>
                    <a:pt x="52326" y="26163"/>
                  </a:cubicBezTo>
                  <a:lnTo>
                    <a:pt x="52326" y="26163"/>
                  </a:lnTo>
                  <a:cubicBezTo>
                    <a:pt x="52326" y="11861"/>
                    <a:pt x="40465" y="0"/>
                    <a:pt x="26163" y="0"/>
                  </a:cubicBez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850" name="Freeform: Shape 849">
              <a:extLst>
                <a:ext uri="{FF2B5EF4-FFF2-40B4-BE49-F238E27FC236}">
                  <a16:creationId xmlns:a16="http://schemas.microsoft.com/office/drawing/2014/main" id="{40A3F75B-EC54-3C84-6AC7-C510A934AEB8}"/>
                </a:ext>
              </a:extLst>
            </p:cNvPr>
            <p:cNvSpPr/>
            <p:nvPr/>
          </p:nvSpPr>
          <p:spPr>
            <a:xfrm>
              <a:off x="6907055"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51" name="Freeform: Shape 850">
              <a:extLst>
                <a:ext uri="{FF2B5EF4-FFF2-40B4-BE49-F238E27FC236}">
                  <a16:creationId xmlns:a16="http://schemas.microsoft.com/office/drawing/2014/main" id="{716310B9-C360-53BE-F3FE-FCCEF0FADDB7}"/>
                </a:ext>
              </a:extLst>
            </p:cNvPr>
            <p:cNvSpPr/>
            <p:nvPr/>
          </p:nvSpPr>
          <p:spPr>
            <a:xfrm rot="17550026">
              <a:off x="6593284" y="5338828"/>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3"/>
                    <a:pt x="40613" y="52327"/>
                    <a:pt x="26164" y="52327"/>
                  </a:cubicBezTo>
                  <a:cubicBezTo>
                    <a:pt x="11714" y="52327"/>
                    <a:pt x="0" y="40613"/>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852" name="Freeform: Shape 851">
              <a:extLst>
                <a:ext uri="{FF2B5EF4-FFF2-40B4-BE49-F238E27FC236}">
                  <a16:creationId xmlns:a16="http://schemas.microsoft.com/office/drawing/2014/main" id="{2AF910A8-4635-98BC-0CFA-2B289C6493DD}"/>
                </a:ext>
              </a:extLst>
            </p:cNvPr>
            <p:cNvSpPr/>
            <p:nvPr/>
          </p:nvSpPr>
          <p:spPr>
            <a:xfrm>
              <a:off x="8581493" y="4710991"/>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853" name="Freeform: Shape 852">
              <a:extLst>
                <a:ext uri="{FF2B5EF4-FFF2-40B4-BE49-F238E27FC236}">
                  <a16:creationId xmlns:a16="http://schemas.microsoft.com/office/drawing/2014/main" id="{19ABDB60-C0D8-40F7-2EBB-46929B6EE81B}"/>
                </a:ext>
              </a:extLst>
            </p:cNvPr>
            <p:cNvSpPr/>
            <p:nvPr/>
          </p:nvSpPr>
          <p:spPr>
            <a:xfrm>
              <a:off x="931406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54" name="Freeform: Shape 853">
              <a:extLst>
                <a:ext uri="{FF2B5EF4-FFF2-40B4-BE49-F238E27FC236}">
                  <a16:creationId xmlns:a16="http://schemas.microsoft.com/office/drawing/2014/main" id="{5F442D97-357B-79E3-44F0-5245DC9E8B77}"/>
                </a:ext>
              </a:extLst>
            </p:cNvPr>
            <p:cNvSpPr/>
            <p:nvPr/>
          </p:nvSpPr>
          <p:spPr>
            <a:xfrm>
              <a:off x="8581835" y="3455163"/>
              <a:ext cx="51984" cy="52326"/>
            </a:xfrm>
            <a:custGeom>
              <a:avLst/>
              <a:gdLst>
                <a:gd name="connsiteX0" fmla="*/ 25821 w 51984"/>
                <a:gd name="connsiteY0" fmla="*/ 52326 h 52326"/>
                <a:gd name="connsiteX1" fmla="*/ 35937 w 51984"/>
                <a:gd name="connsiteY1" fmla="*/ 50233 h 52326"/>
                <a:gd name="connsiteX2" fmla="*/ 38031 w 51984"/>
                <a:gd name="connsiteY2" fmla="*/ 49187 h 52326"/>
                <a:gd name="connsiteX3" fmla="*/ 38380 w 51984"/>
                <a:gd name="connsiteY3" fmla="*/ 49187 h 52326"/>
                <a:gd name="connsiteX4" fmla="*/ 51985 w 51984"/>
                <a:gd name="connsiteY4" fmla="*/ 26163 h 52326"/>
                <a:gd name="connsiteX5" fmla="*/ 25821 w 51984"/>
                <a:gd name="connsiteY5" fmla="*/ 0 h 52326"/>
                <a:gd name="connsiteX6" fmla="*/ 25821 w 51984"/>
                <a:gd name="connsiteY6" fmla="*/ 0 h 52326"/>
                <a:gd name="connsiteX7" fmla="*/ 20589 w 51984"/>
                <a:gd name="connsiteY7" fmla="*/ 698 h 52326"/>
                <a:gd name="connsiteX8" fmla="*/ 14309 w 51984"/>
                <a:gd name="connsiteY8" fmla="*/ 2791 h 52326"/>
                <a:gd name="connsiteX9" fmla="*/ 12914 w 51984"/>
                <a:gd name="connsiteY9" fmla="*/ 3488 h 52326"/>
                <a:gd name="connsiteX10" fmla="*/ 8 w 51984"/>
                <a:gd name="connsiteY10" fmla="*/ 26163 h 52326"/>
                <a:gd name="connsiteX11" fmla="*/ 25821 w 51984"/>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984" h="52326">
                  <a:moveTo>
                    <a:pt x="25821" y="52326"/>
                  </a:moveTo>
                  <a:cubicBezTo>
                    <a:pt x="29310" y="52326"/>
                    <a:pt x="32798" y="51628"/>
                    <a:pt x="35937" y="50233"/>
                  </a:cubicBezTo>
                  <a:cubicBezTo>
                    <a:pt x="36636" y="49884"/>
                    <a:pt x="37333" y="49535"/>
                    <a:pt x="38031" y="49187"/>
                  </a:cubicBezTo>
                  <a:cubicBezTo>
                    <a:pt x="38031" y="49187"/>
                    <a:pt x="38380" y="49187"/>
                    <a:pt x="38380" y="49187"/>
                  </a:cubicBezTo>
                  <a:cubicBezTo>
                    <a:pt x="46403" y="44652"/>
                    <a:pt x="51985" y="36280"/>
                    <a:pt x="51985" y="26163"/>
                  </a:cubicBezTo>
                  <a:cubicBezTo>
                    <a:pt x="51985" y="11861"/>
                    <a:pt x="40124" y="0"/>
                    <a:pt x="25821" y="0"/>
                  </a:cubicBezTo>
                  <a:lnTo>
                    <a:pt x="25821" y="0"/>
                  </a:lnTo>
                  <a:cubicBezTo>
                    <a:pt x="24077" y="0"/>
                    <a:pt x="22333" y="349"/>
                    <a:pt x="20589" y="698"/>
                  </a:cubicBezTo>
                  <a:cubicBezTo>
                    <a:pt x="18495" y="1046"/>
                    <a:pt x="16403" y="2093"/>
                    <a:pt x="14309" y="2791"/>
                  </a:cubicBezTo>
                  <a:cubicBezTo>
                    <a:pt x="13961" y="3140"/>
                    <a:pt x="13263" y="3140"/>
                    <a:pt x="12914" y="3488"/>
                  </a:cubicBezTo>
                  <a:cubicBezTo>
                    <a:pt x="5240" y="8023"/>
                    <a:pt x="8" y="16396"/>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855" name="Freeform: Shape 854">
              <a:extLst>
                <a:ext uri="{FF2B5EF4-FFF2-40B4-BE49-F238E27FC236}">
                  <a16:creationId xmlns:a16="http://schemas.microsoft.com/office/drawing/2014/main" id="{F61F9BBF-43CA-D134-63C3-70468E430599}"/>
                </a:ext>
              </a:extLst>
            </p:cNvPr>
            <p:cNvSpPr/>
            <p:nvPr/>
          </p:nvSpPr>
          <p:spPr>
            <a:xfrm>
              <a:off x="11616412" y="3350510"/>
              <a:ext cx="52326" cy="52326"/>
            </a:xfrm>
            <a:custGeom>
              <a:avLst/>
              <a:gdLst>
                <a:gd name="connsiteX0" fmla="*/ 3139 w 52326"/>
                <a:gd name="connsiteY0" fmla="*/ 38373 h 52326"/>
                <a:gd name="connsiteX1" fmla="*/ 3139 w 52326"/>
                <a:gd name="connsiteY1" fmla="*/ 38373 h 52326"/>
                <a:gd name="connsiteX2" fmla="*/ 26163 w 52326"/>
                <a:gd name="connsiteY2" fmla="*/ 52326 h 52326"/>
                <a:gd name="connsiteX3" fmla="*/ 52326 w 52326"/>
                <a:gd name="connsiteY3" fmla="*/ 26163 h 52326"/>
                <a:gd name="connsiteX4" fmla="*/ 47791 w 52326"/>
                <a:gd name="connsiteY4" fmla="*/ 11512 h 52326"/>
                <a:gd name="connsiteX5" fmla="*/ 26163 w 52326"/>
                <a:gd name="connsiteY5" fmla="*/ 0 h 52326"/>
                <a:gd name="connsiteX6" fmla="*/ 26163 w 52326"/>
                <a:gd name="connsiteY6" fmla="*/ 0 h 52326"/>
                <a:gd name="connsiteX7" fmla="*/ 0 w 52326"/>
                <a:gd name="connsiteY7" fmla="*/ 26163 h 52326"/>
                <a:gd name="connsiteX8" fmla="*/ 2093 w 52326"/>
                <a:gd name="connsiteY8" fmla="*/ 36280 h 52326"/>
                <a:gd name="connsiteX9" fmla="*/ 3139 w 52326"/>
                <a:gd name="connsiteY9"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3139" y="38373"/>
                  </a:moveTo>
                  <a:cubicBezTo>
                    <a:pt x="3139" y="38373"/>
                    <a:pt x="3139" y="38373"/>
                    <a:pt x="3139" y="38373"/>
                  </a:cubicBezTo>
                  <a:cubicBezTo>
                    <a:pt x="7674" y="46745"/>
                    <a:pt x="16395" y="52326"/>
                    <a:pt x="26163" y="52326"/>
                  </a:cubicBezTo>
                  <a:cubicBezTo>
                    <a:pt x="40466" y="52326"/>
                    <a:pt x="52326" y="40465"/>
                    <a:pt x="52326" y="26163"/>
                  </a:cubicBezTo>
                  <a:cubicBezTo>
                    <a:pt x="52326" y="20582"/>
                    <a:pt x="50582" y="15698"/>
                    <a:pt x="47791" y="11512"/>
                  </a:cubicBezTo>
                  <a:cubicBezTo>
                    <a:pt x="43256" y="4535"/>
                    <a:pt x="35233" y="0"/>
                    <a:pt x="26163" y="0"/>
                  </a:cubicBezTo>
                  <a:lnTo>
                    <a:pt x="26163" y="0"/>
                  </a:lnTo>
                  <a:cubicBezTo>
                    <a:pt x="11860" y="0"/>
                    <a:pt x="0" y="11861"/>
                    <a:pt x="0" y="26163"/>
                  </a:cubicBezTo>
                  <a:cubicBezTo>
                    <a:pt x="0" y="29652"/>
                    <a:pt x="698" y="33140"/>
                    <a:pt x="2093" y="36280"/>
                  </a:cubicBezTo>
                  <a:cubicBezTo>
                    <a:pt x="2442" y="36977"/>
                    <a:pt x="2791" y="37675"/>
                    <a:pt x="3139" y="38373"/>
                  </a:cubicBezTo>
                  <a:close/>
                </a:path>
              </a:pathLst>
            </a:custGeom>
            <a:grpFill/>
            <a:ln w="3488" cap="flat">
              <a:noFill/>
              <a:prstDash val="solid"/>
              <a:miter/>
            </a:ln>
          </p:spPr>
          <p:txBody>
            <a:bodyPr rtlCol="0" anchor="ctr"/>
            <a:lstStyle/>
            <a:p>
              <a:endParaRPr lang="en-ID"/>
            </a:p>
          </p:txBody>
        </p:sp>
        <p:sp>
          <p:nvSpPr>
            <p:cNvPr id="856" name="Freeform: Shape 855">
              <a:extLst>
                <a:ext uri="{FF2B5EF4-FFF2-40B4-BE49-F238E27FC236}">
                  <a16:creationId xmlns:a16="http://schemas.microsoft.com/office/drawing/2014/main" id="{1853B6B7-223A-929A-BB29-3FA5E74702A2}"/>
                </a:ext>
              </a:extLst>
            </p:cNvPr>
            <p:cNvSpPr/>
            <p:nvPr/>
          </p:nvSpPr>
          <p:spPr>
            <a:xfrm>
              <a:off x="1046523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57" name="Freeform: Shape 856">
              <a:extLst>
                <a:ext uri="{FF2B5EF4-FFF2-40B4-BE49-F238E27FC236}">
                  <a16:creationId xmlns:a16="http://schemas.microsoft.com/office/drawing/2014/main" id="{A779C56A-C81C-9E82-6501-257F9EC7F303}"/>
                </a:ext>
              </a:extLst>
            </p:cNvPr>
            <p:cNvSpPr/>
            <p:nvPr/>
          </p:nvSpPr>
          <p:spPr>
            <a:xfrm>
              <a:off x="1046523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858" name="Freeform: Shape 857">
              <a:extLst>
                <a:ext uri="{FF2B5EF4-FFF2-40B4-BE49-F238E27FC236}">
                  <a16:creationId xmlns:a16="http://schemas.microsoft.com/office/drawing/2014/main" id="{F5B96813-8246-8EBC-BCA8-2582C88CB6AD}"/>
                </a:ext>
              </a:extLst>
            </p:cNvPr>
            <p:cNvSpPr/>
            <p:nvPr/>
          </p:nvSpPr>
          <p:spPr>
            <a:xfrm>
              <a:off x="1025593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59" name="Freeform: Shape 858">
              <a:extLst>
                <a:ext uri="{FF2B5EF4-FFF2-40B4-BE49-F238E27FC236}">
                  <a16:creationId xmlns:a16="http://schemas.microsoft.com/office/drawing/2014/main" id="{5500152A-74E0-11D7-E77F-BC286C7AD164}"/>
                </a:ext>
              </a:extLst>
            </p:cNvPr>
            <p:cNvSpPr/>
            <p:nvPr/>
          </p:nvSpPr>
          <p:spPr>
            <a:xfrm>
              <a:off x="11197802" y="18853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0" name="Freeform: Shape 859">
              <a:extLst>
                <a:ext uri="{FF2B5EF4-FFF2-40B4-BE49-F238E27FC236}">
                  <a16:creationId xmlns:a16="http://schemas.microsoft.com/office/drawing/2014/main" id="{7BC78B24-BBD6-E76D-CCA3-D7865EA62816}"/>
                </a:ext>
              </a:extLst>
            </p:cNvPr>
            <p:cNvSpPr/>
            <p:nvPr/>
          </p:nvSpPr>
          <p:spPr>
            <a:xfrm>
              <a:off x="1077919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1" name="Freeform: Shape 860">
              <a:extLst>
                <a:ext uri="{FF2B5EF4-FFF2-40B4-BE49-F238E27FC236}">
                  <a16:creationId xmlns:a16="http://schemas.microsoft.com/office/drawing/2014/main" id="{9EB913CB-15BD-A116-5F86-0C8CC9571D0F}"/>
                </a:ext>
              </a:extLst>
            </p:cNvPr>
            <p:cNvSpPr/>
            <p:nvPr/>
          </p:nvSpPr>
          <p:spPr>
            <a:xfrm>
              <a:off x="105698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2" name="Freeform: Shape 861">
              <a:extLst>
                <a:ext uri="{FF2B5EF4-FFF2-40B4-BE49-F238E27FC236}">
                  <a16:creationId xmlns:a16="http://schemas.microsoft.com/office/drawing/2014/main" id="{6AB4EA38-6351-D0E2-25E8-60CD0A572EF9}"/>
                </a:ext>
              </a:extLst>
            </p:cNvPr>
            <p:cNvSpPr/>
            <p:nvPr/>
          </p:nvSpPr>
          <p:spPr>
            <a:xfrm>
              <a:off x="99419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3" name="Freeform: Shape 862">
              <a:extLst>
                <a:ext uri="{FF2B5EF4-FFF2-40B4-BE49-F238E27FC236}">
                  <a16:creationId xmlns:a16="http://schemas.microsoft.com/office/drawing/2014/main" id="{DA3911EB-EA37-BD2E-B738-74C6D55DC7A9}"/>
                </a:ext>
              </a:extLst>
            </p:cNvPr>
            <p:cNvSpPr/>
            <p:nvPr/>
          </p:nvSpPr>
          <p:spPr>
            <a:xfrm>
              <a:off x="931406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4" name="Freeform: Shape 863">
              <a:extLst>
                <a:ext uri="{FF2B5EF4-FFF2-40B4-BE49-F238E27FC236}">
                  <a16:creationId xmlns:a16="http://schemas.microsoft.com/office/drawing/2014/main" id="{049057CC-6650-1722-7FBD-48E2468BF361}"/>
                </a:ext>
              </a:extLst>
            </p:cNvPr>
            <p:cNvSpPr/>
            <p:nvPr/>
          </p:nvSpPr>
          <p:spPr>
            <a:xfrm>
              <a:off x="900010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5" name="Freeform: Shape 864">
              <a:extLst>
                <a:ext uri="{FF2B5EF4-FFF2-40B4-BE49-F238E27FC236}">
                  <a16:creationId xmlns:a16="http://schemas.microsoft.com/office/drawing/2014/main" id="{E1C8C5DD-CBCF-5B38-1887-A55144F03F2D}"/>
                </a:ext>
              </a:extLst>
            </p:cNvPr>
            <p:cNvSpPr/>
            <p:nvPr/>
          </p:nvSpPr>
          <p:spPr>
            <a:xfrm>
              <a:off x="837218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66" name="Freeform: Shape 865">
              <a:extLst>
                <a:ext uri="{FF2B5EF4-FFF2-40B4-BE49-F238E27FC236}">
                  <a16:creationId xmlns:a16="http://schemas.microsoft.com/office/drawing/2014/main" id="{CBABF979-D9A4-90B0-1B0B-BADD99A29CF7}"/>
                </a:ext>
              </a:extLst>
            </p:cNvPr>
            <p:cNvSpPr/>
            <p:nvPr/>
          </p:nvSpPr>
          <p:spPr>
            <a:xfrm>
              <a:off x="753496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7" name="Freeform: Shape 866">
              <a:extLst>
                <a:ext uri="{FF2B5EF4-FFF2-40B4-BE49-F238E27FC236}">
                  <a16:creationId xmlns:a16="http://schemas.microsoft.com/office/drawing/2014/main" id="{EEEB8DEA-355D-51E4-9B54-CFD18DC3B059}"/>
                </a:ext>
              </a:extLst>
            </p:cNvPr>
            <p:cNvSpPr/>
            <p:nvPr/>
          </p:nvSpPr>
          <p:spPr>
            <a:xfrm>
              <a:off x="743031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68" name="Freeform: Shape 867">
              <a:extLst>
                <a:ext uri="{FF2B5EF4-FFF2-40B4-BE49-F238E27FC236}">
                  <a16:creationId xmlns:a16="http://schemas.microsoft.com/office/drawing/2014/main" id="{6B3FB2DB-40FB-0906-409E-A3BFB5E80D98}"/>
                </a:ext>
              </a:extLst>
            </p:cNvPr>
            <p:cNvSpPr/>
            <p:nvPr/>
          </p:nvSpPr>
          <p:spPr>
            <a:xfrm>
              <a:off x="722101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69" name="Freeform: Shape 868">
              <a:extLst>
                <a:ext uri="{FF2B5EF4-FFF2-40B4-BE49-F238E27FC236}">
                  <a16:creationId xmlns:a16="http://schemas.microsoft.com/office/drawing/2014/main" id="{57867D8E-6D96-40C5-6429-CC30F90B46EB}"/>
                </a:ext>
              </a:extLst>
            </p:cNvPr>
            <p:cNvSpPr/>
            <p:nvPr/>
          </p:nvSpPr>
          <p:spPr>
            <a:xfrm>
              <a:off x="1182571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0" name="Freeform: Shape 869">
              <a:extLst>
                <a:ext uri="{FF2B5EF4-FFF2-40B4-BE49-F238E27FC236}">
                  <a16:creationId xmlns:a16="http://schemas.microsoft.com/office/drawing/2014/main" id="{32D71779-E914-4E69-2EB0-8CB9DB4E654F}"/>
                </a:ext>
              </a:extLst>
            </p:cNvPr>
            <p:cNvSpPr/>
            <p:nvPr/>
          </p:nvSpPr>
          <p:spPr>
            <a:xfrm>
              <a:off x="1203502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1" name="Freeform: Shape 870">
              <a:extLst>
                <a:ext uri="{FF2B5EF4-FFF2-40B4-BE49-F238E27FC236}">
                  <a16:creationId xmlns:a16="http://schemas.microsoft.com/office/drawing/2014/main" id="{72A58BED-3304-9656-44F5-7E4402298197}"/>
                </a:ext>
              </a:extLst>
            </p:cNvPr>
            <p:cNvSpPr/>
            <p:nvPr/>
          </p:nvSpPr>
          <p:spPr>
            <a:xfrm>
              <a:off x="12035021"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2" name="Freeform: Shape 871">
              <a:extLst>
                <a:ext uri="{FF2B5EF4-FFF2-40B4-BE49-F238E27FC236}">
                  <a16:creationId xmlns:a16="http://schemas.microsoft.com/office/drawing/2014/main" id="{DF79C986-F3C1-03AB-F1BA-801004C8B1F8}"/>
                </a:ext>
              </a:extLst>
            </p:cNvPr>
            <p:cNvSpPr/>
            <p:nvPr/>
          </p:nvSpPr>
          <p:spPr>
            <a:xfrm>
              <a:off x="11721406" y="4710991"/>
              <a:ext cx="51984" cy="52326"/>
            </a:xfrm>
            <a:custGeom>
              <a:avLst/>
              <a:gdLst>
                <a:gd name="connsiteX0" fmla="*/ 25821 w 51984"/>
                <a:gd name="connsiteY0" fmla="*/ 52326 h 52326"/>
                <a:gd name="connsiteX1" fmla="*/ 35937 w 51984"/>
                <a:gd name="connsiteY1" fmla="*/ 50233 h 52326"/>
                <a:gd name="connsiteX2" fmla="*/ 51985 w 51984"/>
                <a:gd name="connsiteY2" fmla="*/ 26163 h 52326"/>
                <a:gd name="connsiteX3" fmla="*/ 25821 w 51984"/>
                <a:gd name="connsiteY3" fmla="*/ 0 h 52326"/>
                <a:gd name="connsiteX4" fmla="*/ 20589 w 51984"/>
                <a:gd name="connsiteY4" fmla="*/ 698 h 52326"/>
                <a:gd name="connsiteX5" fmla="*/ 13612 w 51984"/>
                <a:gd name="connsiteY5" fmla="*/ 3140 h 52326"/>
                <a:gd name="connsiteX6" fmla="*/ 13612 w 51984"/>
                <a:gd name="connsiteY6" fmla="*/ 3140 h 52326"/>
                <a:gd name="connsiteX7" fmla="*/ 8 w 51984"/>
                <a:gd name="connsiteY7" fmla="*/ 26163 h 52326"/>
                <a:gd name="connsiteX8" fmla="*/ 25821 w 51984"/>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84" h="52326">
                  <a:moveTo>
                    <a:pt x="25821" y="52326"/>
                  </a:moveTo>
                  <a:cubicBezTo>
                    <a:pt x="29310" y="52326"/>
                    <a:pt x="32798" y="51628"/>
                    <a:pt x="35937" y="50233"/>
                  </a:cubicBezTo>
                  <a:cubicBezTo>
                    <a:pt x="45357" y="46396"/>
                    <a:pt x="51985" y="36977"/>
                    <a:pt x="51985" y="26163"/>
                  </a:cubicBezTo>
                  <a:cubicBezTo>
                    <a:pt x="51985" y="11861"/>
                    <a:pt x="40124" y="0"/>
                    <a:pt x="25821" y="0"/>
                  </a:cubicBezTo>
                  <a:cubicBezTo>
                    <a:pt x="24077" y="0"/>
                    <a:pt x="22333" y="349"/>
                    <a:pt x="20589" y="698"/>
                  </a:cubicBezTo>
                  <a:cubicBezTo>
                    <a:pt x="18147" y="1046"/>
                    <a:pt x="15705" y="2093"/>
                    <a:pt x="13612" y="3140"/>
                  </a:cubicBezTo>
                  <a:cubicBezTo>
                    <a:pt x="13612" y="3140"/>
                    <a:pt x="13612" y="3140"/>
                    <a:pt x="13612" y="3140"/>
                  </a:cubicBezTo>
                  <a:cubicBezTo>
                    <a:pt x="5588" y="7675"/>
                    <a:pt x="8" y="16047"/>
                    <a:pt x="8" y="26163"/>
                  </a:cubicBezTo>
                  <a:cubicBezTo>
                    <a:pt x="-342" y="40465"/>
                    <a:pt x="11519" y="52326"/>
                    <a:pt x="25821" y="52326"/>
                  </a:cubicBezTo>
                  <a:close/>
                </a:path>
              </a:pathLst>
            </a:custGeom>
            <a:grpFill/>
            <a:ln w="3488" cap="flat">
              <a:noFill/>
              <a:prstDash val="solid"/>
              <a:miter/>
            </a:ln>
          </p:spPr>
          <p:txBody>
            <a:bodyPr rtlCol="0" anchor="ctr"/>
            <a:lstStyle/>
            <a:p>
              <a:endParaRPr lang="en-ID"/>
            </a:p>
          </p:txBody>
        </p:sp>
        <p:sp>
          <p:nvSpPr>
            <p:cNvPr id="873" name="Freeform: Shape 872">
              <a:extLst>
                <a:ext uri="{FF2B5EF4-FFF2-40B4-BE49-F238E27FC236}">
                  <a16:creationId xmlns:a16="http://schemas.microsoft.com/office/drawing/2014/main" id="{5B36D37D-9B88-05F1-2DF2-E7BAAE149778}"/>
                </a:ext>
              </a:extLst>
            </p:cNvPr>
            <p:cNvSpPr/>
            <p:nvPr/>
          </p:nvSpPr>
          <p:spPr>
            <a:xfrm>
              <a:off x="10465236"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74" name="Freeform: Shape 873">
              <a:extLst>
                <a:ext uri="{FF2B5EF4-FFF2-40B4-BE49-F238E27FC236}">
                  <a16:creationId xmlns:a16="http://schemas.microsoft.com/office/drawing/2014/main" id="{3C4E723F-4AEF-8C95-34E6-E2A3449BAE22}"/>
                </a:ext>
              </a:extLst>
            </p:cNvPr>
            <p:cNvSpPr/>
            <p:nvPr/>
          </p:nvSpPr>
          <p:spPr>
            <a:xfrm>
              <a:off x="10046626" y="3559815"/>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75" name="Freeform: Shape 874">
              <a:extLst>
                <a:ext uri="{FF2B5EF4-FFF2-40B4-BE49-F238E27FC236}">
                  <a16:creationId xmlns:a16="http://schemas.microsoft.com/office/drawing/2014/main" id="{4CCFFEE0-1070-BBB0-F0BD-C26943EF2B36}"/>
                </a:ext>
              </a:extLst>
            </p:cNvPr>
            <p:cNvSpPr/>
            <p:nvPr/>
          </p:nvSpPr>
          <p:spPr>
            <a:xfrm>
              <a:off x="8895450"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6" name="Freeform: Shape 875">
              <a:extLst>
                <a:ext uri="{FF2B5EF4-FFF2-40B4-BE49-F238E27FC236}">
                  <a16:creationId xmlns:a16="http://schemas.microsoft.com/office/drawing/2014/main" id="{EFCA8CAC-4945-8F74-0AA5-DBE377048514}"/>
                </a:ext>
              </a:extLst>
            </p:cNvPr>
            <p:cNvSpPr/>
            <p:nvPr/>
          </p:nvSpPr>
          <p:spPr>
            <a:xfrm>
              <a:off x="868614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7" name="Freeform: Shape 876">
              <a:extLst>
                <a:ext uri="{FF2B5EF4-FFF2-40B4-BE49-F238E27FC236}">
                  <a16:creationId xmlns:a16="http://schemas.microsoft.com/office/drawing/2014/main" id="{C0C6986C-D382-36B6-5908-A277C832D669}"/>
                </a:ext>
              </a:extLst>
            </p:cNvPr>
            <p:cNvSpPr/>
            <p:nvPr/>
          </p:nvSpPr>
          <p:spPr>
            <a:xfrm>
              <a:off x="8686145" y="4397034"/>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26163" y="52326"/>
                    <a:pt x="26163" y="52326"/>
                    <a:pt x="26163" y="52326"/>
                  </a:cubicBez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cubicBezTo>
                    <a:pt x="26163" y="0"/>
                    <a:pt x="26163" y="0"/>
                    <a:pt x="26163" y="0"/>
                  </a:cubicBez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78" name="Freeform: Shape 877">
              <a:extLst>
                <a:ext uri="{FF2B5EF4-FFF2-40B4-BE49-F238E27FC236}">
                  <a16:creationId xmlns:a16="http://schemas.microsoft.com/office/drawing/2014/main" id="{CAC4D15D-4750-2AAE-19A1-1A4EDF105580}"/>
                </a:ext>
              </a:extLst>
            </p:cNvPr>
            <p:cNvSpPr/>
            <p:nvPr/>
          </p:nvSpPr>
          <p:spPr>
            <a:xfrm>
              <a:off x="8372188"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79" name="Freeform: Shape 878">
              <a:extLst>
                <a:ext uri="{FF2B5EF4-FFF2-40B4-BE49-F238E27FC236}">
                  <a16:creationId xmlns:a16="http://schemas.microsoft.com/office/drawing/2014/main" id="{CDA988B2-F703-5EDE-31EB-38B05289E23F}"/>
                </a:ext>
              </a:extLst>
            </p:cNvPr>
            <p:cNvSpPr/>
            <p:nvPr/>
          </p:nvSpPr>
          <p:spPr>
            <a:xfrm>
              <a:off x="7953579"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0" name="Freeform: Shape 879">
              <a:extLst>
                <a:ext uri="{FF2B5EF4-FFF2-40B4-BE49-F238E27FC236}">
                  <a16:creationId xmlns:a16="http://schemas.microsoft.com/office/drawing/2014/main" id="{A5DFEFEF-ACFB-57AE-EA51-74BABEE61D00}"/>
                </a:ext>
              </a:extLst>
            </p:cNvPr>
            <p:cNvSpPr/>
            <p:nvPr/>
          </p:nvSpPr>
          <p:spPr>
            <a:xfrm>
              <a:off x="6907055"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881" name="Freeform: Shape 880">
              <a:extLst>
                <a:ext uri="{FF2B5EF4-FFF2-40B4-BE49-F238E27FC236}">
                  <a16:creationId xmlns:a16="http://schemas.microsoft.com/office/drawing/2014/main" id="{C56118E0-707A-F96A-AE26-7041910DF8C9}"/>
                </a:ext>
              </a:extLst>
            </p:cNvPr>
            <p:cNvSpPr/>
            <p:nvPr/>
          </p:nvSpPr>
          <p:spPr>
            <a:xfrm>
              <a:off x="669775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2" name="Freeform: Shape 881">
              <a:extLst>
                <a:ext uri="{FF2B5EF4-FFF2-40B4-BE49-F238E27FC236}">
                  <a16:creationId xmlns:a16="http://schemas.microsoft.com/office/drawing/2014/main" id="{638D92EA-C38A-8218-E426-E8FF42B0A384}"/>
                </a:ext>
              </a:extLst>
            </p:cNvPr>
            <p:cNvSpPr/>
            <p:nvPr/>
          </p:nvSpPr>
          <p:spPr>
            <a:xfrm>
              <a:off x="63837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3" name="Freeform: Shape 882">
              <a:extLst>
                <a:ext uri="{FF2B5EF4-FFF2-40B4-BE49-F238E27FC236}">
                  <a16:creationId xmlns:a16="http://schemas.microsoft.com/office/drawing/2014/main" id="{119D1FD5-1EE4-9A8E-EF4C-32CA03BAC5F2}"/>
                </a:ext>
              </a:extLst>
            </p:cNvPr>
            <p:cNvSpPr/>
            <p:nvPr/>
          </p:nvSpPr>
          <p:spPr>
            <a:xfrm>
              <a:off x="1025593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84" name="Freeform: Shape 883">
              <a:extLst>
                <a:ext uri="{FF2B5EF4-FFF2-40B4-BE49-F238E27FC236}">
                  <a16:creationId xmlns:a16="http://schemas.microsoft.com/office/drawing/2014/main" id="{795275E6-7EDF-B609-2482-3DBC6E01E584}"/>
                </a:ext>
              </a:extLst>
            </p:cNvPr>
            <p:cNvSpPr/>
            <p:nvPr/>
          </p:nvSpPr>
          <p:spPr>
            <a:xfrm>
              <a:off x="11825716" y="3559466"/>
              <a:ext cx="52326" cy="52326"/>
            </a:xfrm>
            <a:custGeom>
              <a:avLst/>
              <a:gdLst>
                <a:gd name="connsiteX0" fmla="*/ 20930 w 52326"/>
                <a:gd name="connsiteY0" fmla="*/ 51977 h 52326"/>
                <a:gd name="connsiteX1" fmla="*/ 21628 w 52326"/>
                <a:gd name="connsiteY1" fmla="*/ 51977 h 52326"/>
                <a:gd name="connsiteX2" fmla="*/ 26163 w 52326"/>
                <a:gd name="connsiteY2" fmla="*/ 52326 h 52326"/>
                <a:gd name="connsiteX3" fmla="*/ 26163 w 52326"/>
                <a:gd name="connsiteY3" fmla="*/ 52326 h 52326"/>
                <a:gd name="connsiteX4" fmla="*/ 26163 w 52326"/>
                <a:gd name="connsiteY4" fmla="*/ 52326 h 52326"/>
                <a:gd name="connsiteX5" fmla="*/ 52326 w 52326"/>
                <a:gd name="connsiteY5" fmla="*/ 26163 h 52326"/>
                <a:gd name="connsiteX6" fmla="*/ 52326 w 52326"/>
                <a:gd name="connsiteY6" fmla="*/ 26163 h 52326"/>
                <a:gd name="connsiteX7" fmla="*/ 26163 w 52326"/>
                <a:gd name="connsiteY7" fmla="*/ 0 h 52326"/>
                <a:gd name="connsiteX8" fmla="*/ 26163 w 52326"/>
                <a:gd name="connsiteY8" fmla="*/ 0 h 52326"/>
                <a:gd name="connsiteX9" fmla="*/ 26163 w 52326"/>
                <a:gd name="connsiteY9" fmla="*/ 0 h 52326"/>
                <a:gd name="connsiteX10" fmla="*/ 0 w 52326"/>
                <a:gd name="connsiteY10" fmla="*/ 26163 h 52326"/>
                <a:gd name="connsiteX11" fmla="*/ 20930 w 52326"/>
                <a:gd name="connsiteY11"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0930" y="51977"/>
                  </a:moveTo>
                  <a:cubicBezTo>
                    <a:pt x="21280" y="51977"/>
                    <a:pt x="21280" y="51977"/>
                    <a:pt x="21628" y="51977"/>
                  </a:cubicBezTo>
                  <a:cubicBezTo>
                    <a:pt x="23024" y="52326"/>
                    <a:pt x="24768" y="52326"/>
                    <a:pt x="26163" y="52326"/>
                  </a:cubicBezTo>
                  <a:lnTo>
                    <a:pt x="26163" y="52326"/>
                  </a:lnTo>
                  <a:cubicBezTo>
                    <a:pt x="26163" y="52326"/>
                    <a:pt x="26163" y="52326"/>
                    <a:pt x="26163" y="52326"/>
                  </a:cubicBezTo>
                  <a:cubicBezTo>
                    <a:pt x="40466" y="52326"/>
                    <a:pt x="52326" y="40465"/>
                    <a:pt x="52326" y="26163"/>
                  </a:cubicBezTo>
                  <a:lnTo>
                    <a:pt x="52326" y="26163"/>
                  </a:lnTo>
                  <a:cubicBezTo>
                    <a:pt x="52326" y="11860"/>
                    <a:pt x="40466" y="0"/>
                    <a:pt x="26163" y="0"/>
                  </a:cubicBezTo>
                  <a:cubicBezTo>
                    <a:pt x="26163" y="0"/>
                    <a:pt x="26163" y="0"/>
                    <a:pt x="26163" y="0"/>
                  </a:cubicBezTo>
                  <a:lnTo>
                    <a:pt x="26163" y="0"/>
                  </a:lnTo>
                  <a:cubicBezTo>
                    <a:pt x="11860" y="0"/>
                    <a:pt x="0" y="11860"/>
                    <a:pt x="0" y="26163"/>
                  </a:cubicBezTo>
                  <a:cubicBezTo>
                    <a:pt x="0" y="39070"/>
                    <a:pt x="9070" y="49535"/>
                    <a:pt x="20930" y="51977"/>
                  </a:cubicBezTo>
                  <a:close/>
                </a:path>
              </a:pathLst>
            </a:custGeom>
            <a:grpFill/>
            <a:ln w="3488" cap="flat">
              <a:noFill/>
              <a:prstDash val="solid"/>
              <a:miter/>
            </a:ln>
          </p:spPr>
          <p:txBody>
            <a:bodyPr rtlCol="0" anchor="ctr"/>
            <a:lstStyle/>
            <a:p>
              <a:endParaRPr lang="en-ID"/>
            </a:p>
          </p:txBody>
        </p:sp>
        <p:sp>
          <p:nvSpPr>
            <p:cNvPr id="885" name="Freeform: Shape 884">
              <a:extLst>
                <a:ext uri="{FF2B5EF4-FFF2-40B4-BE49-F238E27FC236}">
                  <a16:creationId xmlns:a16="http://schemas.microsoft.com/office/drawing/2014/main" id="{81915155-35DA-A0AA-A52A-4B20E36F252E}"/>
                </a:ext>
              </a:extLst>
            </p:cNvPr>
            <p:cNvSpPr/>
            <p:nvPr/>
          </p:nvSpPr>
          <p:spPr>
            <a:xfrm>
              <a:off x="7325665" y="408307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86" name="Freeform: Shape 885">
              <a:extLst>
                <a:ext uri="{FF2B5EF4-FFF2-40B4-BE49-F238E27FC236}">
                  <a16:creationId xmlns:a16="http://schemas.microsoft.com/office/drawing/2014/main" id="{A8CEA86C-1F85-E3C3-C9F2-0C237E32572E}"/>
                </a:ext>
              </a:extLst>
            </p:cNvPr>
            <p:cNvSpPr/>
            <p:nvPr/>
          </p:nvSpPr>
          <p:spPr>
            <a:xfrm>
              <a:off x="8372188"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7" name="Freeform: Shape 886">
              <a:extLst>
                <a:ext uri="{FF2B5EF4-FFF2-40B4-BE49-F238E27FC236}">
                  <a16:creationId xmlns:a16="http://schemas.microsoft.com/office/drawing/2014/main" id="{BEBB17B8-F670-BAE1-628F-07EE33710212}"/>
                </a:ext>
              </a:extLst>
            </p:cNvPr>
            <p:cNvSpPr/>
            <p:nvPr/>
          </p:nvSpPr>
          <p:spPr>
            <a:xfrm>
              <a:off x="1182571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8" name="Freeform: Shape 887">
              <a:extLst>
                <a:ext uri="{FF2B5EF4-FFF2-40B4-BE49-F238E27FC236}">
                  <a16:creationId xmlns:a16="http://schemas.microsoft.com/office/drawing/2014/main" id="{F7DB74DC-290D-CA69-368A-EBC698839647}"/>
                </a:ext>
              </a:extLst>
            </p:cNvPr>
            <p:cNvSpPr/>
            <p:nvPr/>
          </p:nvSpPr>
          <p:spPr>
            <a:xfrm>
              <a:off x="10046626"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89" name="Freeform: Shape 888">
              <a:extLst>
                <a:ext uri="{FF2B5EF4-FFF2-40B4-BE49-F238E27FC236}">
                  <a16:creationId xmlns:a16="http://schemas.microsoft.com/office/drawing/2014/main" id="{CEC4BD49-6F9D-E772-FBD2-C365055B79F5}"/>
                </a:ext>
              </a:extLst>
            </p:cNvPr>
            <p:cNvSpPr/>
            <p:nvPr/>
          </p:nvSpPr>
          <p:spPr>
            <a:xfrm>
              <a:off x="9837321" y="3978424"/>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6"/>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890" name="Freeform: Shape 889">
              <a:extLst>
                <a:ext uri="{FF2B5EF4-FFF2-40B4-BE49-F238E27FC236}">
                  <a16:creationId xmlns:a16="http://schemas.microsoft.com/office/drawing/2014/main" id="{4C9F44E9-F895-E722-C734-7300A2D4E5F0}"/>
                </a:ext>
              </a:extLst>
            </p:cNvPr>
            <p:cNvSpPr/>
            <p:nvPr/>
          </p:nvSpPr>
          <p:spPr>
            <a:xfrm>
              <a:off x="1077919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1" name="Freeform: Shape 890">
              <a:extLst>
                <a:ext uri="{FF2B5EF4-FFF2-40B4-BE49-F238E27FC236}">
                  <a16:creationId xmlns:a16="http://schemas.microsoft.com/office/drawing/2014/main" id="{68A987E1-E908-3AF1-220F-77CABF95DF73}"/>
                </a:ext>
              </a:extLst>
            </p:cNvPr>
            <p:cNvSpPr/>
            <p:nvPr/>
          </p:nvSpPr>
          <p:spPr>
            <a:xfrm>
              <a:off x="1015127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2" name="Freeform: Shape 891">
              <a:extLst>
                <a:ext uri="{FF2B5EF4-FFF2-40B4-BE49-F238E27FC236}">
                  <a16:creationId xmlns:a16="http://schemas.microsoft.com/office/drawing/2014/main" id="{DE9F5F0C-C27F-A8AA-9419-F2E5C875F687}"/>
                </a:ext>
              </a:extLst>
            </p:cNvPr>
            <p:cNvSpPr/>
            <p:nvPr/>
          </p:nvSpPr>
          <p:spPr>
            <a:xfrm>
              <a:off x="10151278"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893" name="Freeform: Shape 892">
              <a:extLst>
                <a:ext uri="{FF2B5EF4-FFF2-40B4-BE49-F238E27FC236}">
                  <a16:creationId xmlns:a16="http://schemas.microsoft.com/office/drawing/2014/main" id="{7C1F8EE9-2A56-2A76-2265-02B1FCD68834}"/>
                </a:ext>
              </a:extLst>
            </p:cNvPr>
            <p:cNvSpPr/>
            <p:nvPr/>
          </p:nvSpPr>
          <p:spPr>
            <a:xfrm>
              <a:off x="96280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4" name="Freeform: Shape 893">
              <a:extLst>
                <a:ext uri="{FF2B5EF4-FFF2-40B4-BE49-F238E27FC236}">
                  <a16:creationId xmlns:a16="http://schemas.microsoft.com/office/drawing/2014/main" id="{30BE4EDC-FA18-926E-0743-6E41921EDF35}"/>
                </a:ext>
              </a:extLst>
            </p:cNvPr>
            <p:cNvSpPr/>
            <p:nvPr/>
          </p:nvSpPr>
          <p:spPr>
            <a:xfrm>
              <a:off x="931406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5" name="Freeform: Shape 894">
              <a:extLst>
                <a:ext uri="{FF2B5EF4-FFF2-40B4-BE49-F238E27FC236}">
                  <a16:creationId xmlns:a16="http://schemas.microsoft.com/office/drawing/2014/main" id="{5FEFA20B-999A-874D-49AC-03C093FAFBF1}"/>
                </a:ext>
              </a:extLst>
            </p:cNvPr>
            <p:cNvSpPr/>
            <p:nvPr/>
          </p:nvSpPr>
          <p:spPr>
            <a:xfrm>
              <a:off x="910475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6" name="Freeform: Shape 895">
              <a:extLst>
                <a:ext uri="{FF2B5EF4-FFF2-40B4-BE49-F238E27FC236}">
                  <a16:creationId xmlns:a16="http://schemas.microsoft.com/office/drawing/2014/main" id="{B7A30E99-5918-70C7-767F-BDBBE4BD9904}"/>
                </a:ext>
              </a:extLst>
            </p:cNvPr>
            <p:cNvSpPr/>
            <p:nvPr/>
          </p:nvSpPr>
          <p:spPr>
            <a:xfrm>
              <a:off x="9000103"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897" name="Freeform: Shape 896">
              <a:extLst>
                <a:ext uri="{FF2B5EF4-FFF2-40B4-BE49-F238E27FC236}">
                  <a16:creationId xmlns:a16="http://schemas.microsoft.com/office/drawing/2014/main" id="{D6D276EF-6152-2015-A182-C52ED6E76812}"/>
                </a:ext>
              </a:extLst>
            </p:cNvPr>
            <p:cNvSpPr/>
            <p:nvPr/>
          </p:nvSpPr>
          <p:spPr>
            <a:xfrm>
              <a:off x="9000103"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8" name="Freeform: Shape 897">
              <a:extLst>
                <a:ext uri="{FF2B5EF4-FFF2-40B4-BE49-F238E27FC236}">
                  <a16:creationId xmlns:a16="http://schemas.microsoft.com/office/drawing/2014/main" id="{3F9826A2-1866-0512-10D7-1E3E5537F020}"/>
                </a:ext>
              </a:extLst>
            </p:cNvPr>
            <p:cNvSpPr/>
            <p:nvPr/>
          </p:nvSpPr>
          <p:spPr>
            <a:xfrm>
              <a:off x="8790798"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899" name="Freeform: Shape 898">
              <a:extLst>
                <a:ext uri="{FF2B5EF4-FFF2-40B4-BE49-F238E27FC236}">
                  <a16:creationId xmlns:a16="http://schemas.microsoft.com/office/drawing/2014/main" id="{75C3F868-EF11-F2EC-7E27-71B4233040F5}"/>
                </a:ext>
              </a:extLst>
            </p:cNvPr>
            <p:cNvSpPr/>
            <p:nvPr/>
          </p:nvSpPr>
          <p:spPr>
            <a:xfrm>
              <a:off x="8476841"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0" name="Freeform: Shape 899">
              <a:extLst>
                <a:ext uri="{FF2B5EF4-FFF2-40B4-BE49-F238E27FC236}">
                  <a16:creationId xmlns:a16="http://schemas.microsoft.com/office/drawing/2014/main" id="{8F41BD88-4D82-A0D9-B59B-A487AB66A740}"/>
                </a:ext>
              </a:extLst>
            </p:cNvPr>
            <p:cNvSpPr/>
            <p:nvPr/>
          </p:nvSpPr>
          <p:spPr>
            <a:xfrm>
              <a:off x="7848927" y="4292381"/>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901" name="Freeform: Shape 900">
              <a:extLst>
                <a:ext uri="{FF2B5EF4-FFF2-40B4-BE49-F238E27FC236}">
                  <a16:creationId xmlns:a16="http://schemas.microsoft.com/office/drawing/2014/main" id="{2C0C5277-EADE-B23C-CBDB-E344E6331B95}"/>
                </a:ext>
              </a:extLst>
            </p:cNvPr>
            <p:cNvSpPr/>
            <p:nvPr/>
          </p:nvSpPr>
          <p:spPr>
            <a:xfrm>
              <a:off x="774427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2" name="Freeform: Shape 901">
              <a:extLst>
                <a:ext uri="{FF2B5EF4-FFF2-40B4-BE49-F238E27FC236}">
                  <a16:creationId xmlns:a16="http://schemas.microsoft.com/office/drawing/2014/main" id="{4557C947-41AC-8E3F-CE0C-A166F16D8D19}"/>
                </a:ext>
              </a:extLst>
            </p:cNvPr>
            <p:cNvSpPr/>
            <p:nvPr/>
          </p:nvSpPr>
          <p:spPr>
            <a:xfrm>
              <a:off x="7744274"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03" name="Freeform: Shape 902">
              <a:extLst>
                <a:ext uri="{FF2B5EF4-FFF2-40B4-BE49-F238E27FC236}">
                  <a16:creationId xmlns:a16="http://schemas.microsoft.com/office/drawing/2014/main" id="{D7583373-7B18-EBF5-A2E8-52567F985F28}"/>
                </a:ext>
              </a:extLst>
            </p:cNvPr>
            <p:cNvSpPr/>
            <p:nvPr/>
          </p:nvSpPr>
          <p:spPr>
            <a:xfrm>
              <a:off x="743031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4" name="Freeform: Shape 903">
              <a:extLst>
                <a:ext uri="{FF2B5EF4-FFF2-40B4-BE49-F238E27FC236}">
                  <a16:creationId xmlns:a16="http://schemas.microsoft.com/office/drawing/2014/main" id="{80892188-0B2A-4FA3-BADA-3E220FE43824}"/>
                </a:ext>
              </a:extLst>
            </p:cNvPr>
            <p:cNvSpPr/>
            <p:nvPr/>
          </p:nvSpPr>
          <p:spPr>
            <a:xfrm>
              <a:off x="7116360"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05" name="Freeform: Shape 904">
              <a:extLst>
                <a:ext uri="{FF2B5EF4-FFF2-40B4-BE49-F238E27FC236}">
                  <a16:creationId xmlns:a16="http://schemas.microsoft.com/office/drawing/2014/main" id="{8DCCC905-1732-8F75-42B6-8EC63F18C6CD}"/>
                </a:ext>
              </a:extLst>
            </p:cNvPr>
            <p:cNvSpPr/>
            <p:nvPr/>
          </p:nvSpPr>
          <p:spPr>
            <a:xfrm>
              <a:off x="6907055"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06" name="Freeform: Shape 905">
              <a:extLst>
                <a:ext uri="{FF2B5EF4-FFF2-40B4-BE49-F238E27FC236}">
                  <a16:creationId xmlns:a16="http://schemas.microsoft.com/office/drawing/2014/main" id="{689426BF-4A79-1CBD-1A5D-298F103B6B92}"/>
                </a:ext>
              </a:extLst>
            </p:cNvPr>
            <p:cNvSpPr/>
            <p:nvPr/>
          </p:nvSpPr>
          <p:spPr>
            <a:xfrm>
              <a:off x="9314060" y="4083077"/>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629 w 52326"/>
                <a:gd name="connsiteY4" fmla="*/ 31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722" y="52326"/>
                    <a:pt x="49187" y="43256"/>
                    <a:pt x="51629" y="31396"/>
                  </a:cubicBezTo>
                  <a:cubicBezTo>
                    <a:pt x="51977" y="29652"/>
                    <a:pt x="52326" y="2790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07" name="Freeform: Shape 906">
              <a:extLst>
                <a:ext uri="{FF2B5EF4-FFF2-40B4-BE49-F238E27FC236}">
                  <a16:creationId xmlns:a16="http://schemas.microsoft.com/office/drawing/2014/main" id="{123D1E7E-C1B4-4336-1375-6404C78EB70E}"/>
                </a:ext>
              </a:extLst>
            </p:cNvPr>
            <p:cNvSpPr/>
            <p:nvPr/>
          </p:nvSpPr>
          <p:spPr>
            <a:xfrm>
              <a:off x="983732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08" name="Freeform: Shape 907">
              <a:extLst>
                <a:ext uri="{FF2B5EF4-FFF2-40B4-BE49-F238E27FC236}">
                  <a16:creationId xmlns:a16="http://schemas.microsoft.com/office/drawing/2014/main" id="{16BD8096-D10B-EBF9-713A-B3E2E147E1B3}"/>
                </a:ext>
              </a:extLst>
            </p:cNvPr>
            <p:cNvSpPr/>
            <p:nvPr/>
          </p:nvSpPr>
          <p:spPr>
            <a:xfrm>
              <a:off x="10674540" y="146676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09" name="Freeform: Shape 908">
              <a:extLst>
                <a:ext uri="{FF2B5EF4-FFF2-40B4-BE49-F238E27FC236}">
                  <a16:creationId xmlns:a16="http://schemas.microsoft.com/office/drawing/2014/main" id="{F87BD094-031B-9371-B75A-995A88DC3E03}"/>
                </a:ext>
              </a:extLst>
            </p:cNvPr>
            <p:cNvSpPr/>
            <p:nvPr/>
          </p:nvSpPr>
          <p:spPr>
            <a:xfrm>
              <a:off x="1161641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0" name="Freeform: Shape 909">
              <a:extLst>
                <a:ext uri="{FF2B5EF4-FFF2-40B4-BE49-F238E27FC236}">
                  <a16:creationId xmlns:a16="http://schemas.microsoft.com/office/drawing/2014/main" id="{C94B8AE1-CBFC-4E0C-B01E-05A1B6A113BE}"/>
                </a:ext>
              </a:extLst>
            </p:cNvPr>
            <p:cNvSpPr/>
            <p:nvPr/>
          </p:nvSpPr>
          <p:spPr>
            <a:xfrm>
              <a:off x="1130245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1" name="Freeform: Shape 910">
              <a:extLst>
                <a:ext uri="{FF2B5EF4-FFF2-40B4-BE49-F238E27FC236}">
                  <a16:creationId xmlns:a16="http://schemas.microsoft.com/office/drawing/2014/main" id="{DB524E09-E29E-E374-48BF-1650A2825328}"/>
                </a:ext>
              </a:extLst>
            </p:cNvPr>
            <p:cNvSpPr/>
            <p:nvPr/>
          </p:nvSpPr>
          <p:spPr>
            <a:xfrm>
              <a:off x="1130245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2" name="Freeform: Shape 911">
              <a:extLst>
                <a:ext uri="{FF2B5EF4-FFF2-40B4-BE49-F238E27FC236}">
                  <a16:creationId xmlns:a16="http://schemas.microsoft.com/office/drawing/2014/main" id="{D86BF716-F5BD-1991-0E5D-9F6F71D369F3}"/>
                </a:ext>
              </a:extLst>
            </p:cNvPr>
            <p:cNvSpPr/>
            <p:nvPr/>
          </p:nvSpPr>
          <p:spPr>
            <a:xfrm>
              <a:off x="11093150" y="4606338"/>
              <a:ext cx="52326" cy="52326"/>
            </a:xfrm>
            <a:custGeom>
              <a:avLst/>
              <a:gdLst>
                <a:gd name="connsiteX0" fmla="*/ 26163 w 52326"/>
                <a:gd name="connsiteY0" fmla="*/ 0 h 52326"/>
                <a:gd name="connsiteX1" fmla="*/ 26163 w 52326"/>
                <a:gd name="connsiteY1" fmla="*/ 0 h 52326"/>
                <a:gd name="connsiteX2" fmla="*/ 26163 w 52326"/>
                <a:gd name="connsiteY2" fmla="*/ 0 h 52326"/>
                <a:gd name="connsiteX3" fmla="*/ 0 w 52326"/>
                <a:gd name="connsiteY3" fmla="*/ 26163 h 52326"/>
                <a:gd name="connsiteX4" fmla="*/ 26163 w 52326"/>
                <a:gd name="connsiteY4" fmla="*/ 52326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lnTo>
                    <a:pt x="26163" y="0"/>
                  </a:lnTo>
                  <a:cubicBezTo>
                    <a:pt x="11860" y="0"/>
                    <a:pt x="0" y="11861"/>
                    <a:pt x="0" y="26163"/>
                  </a:cubicBezTo>
                  <a:cubicBezTo>
                    <a:pt x="0" y="40465"/>
                    <a:pt x="11860" y="52326"/>
                    <a:pt x="26163" y="52326"/>
                  </a:cubicBezTo>
                  <a:lnTo>
                    <a:pt x="26163" y="52326"/>
                  </a:ln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13" name="Freeform: Shape 912">
              <a:extLst>
                <a:ext uri="{FF2B5EF4-FFF2-40B4-BE49-F238E27FC236}">
                  <a16:creationId xmlns:a16="http://schemas.microsoft.com/office/drawing/2014/main" id="{88CEFABA-D09A-C495-4ED8-CDCF309E43D9}"/>
                </a:ext>
              </a:extLst>
            </p:cNvPr>
            <p:cNvSpPr/>
            <p:nvPr/>
          </p:nvSpPr>
          <p:spPr>
            <a:xfrm>
              <a:off x="10046626"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4" name="Freeform: Shape 913">
              <a:extLst>
                <a:ext uri="{FF2B5EF4-FFF2-40B4-BE49-F238E27FC236}">
                  <a16:creationId xmlns:a16="http://schemas.microsoft.com/office/drawing/2014/main" id="{B1163503-AE1D-1DBF-8448-E668F8854E80}"/>
                </a:ext>
              </a:extLst>
            </p:cNvPr>
            <p:cNvSpPr/>
            <p:nvPr/>
          </p:nvSpPr>
          <p:spPr>
            <a:xfrm>
              <a:off x="983732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5" name="Freeform: Shape 914">
              <a:extLst>
                <a:ext uri="{FF2B5EF4-FFF2-40B4-BE49-F238E27FC236}">
                  <a16:creationId xmlns:a16="http://schemas.microsoft.com/office/drawing/2014/main" id="{737A6C06-08DB-6517-4760-955BA4A107D4}"/>
                </a:ext>
              </a:extLst>
            </p:cNvPr>
            <p:cNvSpPr/>
            <p:nvPr/>
          </p:nvSpPr>
          <p:spPr>
            <a:xfrm>
              <a:off x="9837321"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33837 w 52326"/>
                <a:gd name="connsiteY3" fmla="*/ 1047 h 52326"/>
                <a:gd name="connsiteX4" fmla="*/ 30001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14302"/>
                    <a:pt x="44652" y="4535"/>
                    <a:pt x="33837" y="1047"/>
                  </a:cubicBezTo>
                  <a:cubicBezTo>
                    <a:pt x="32442" y="698"/>
                    <a:pt x="31396" y="349"/>
                    <a:pt x="30001" y="349"/>
                  </a:cubicBezTo>
                  <a:cubicBezTo>
                    <a:pt x="28605" y="0"/>
                    <a:pt x="27558"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16" name="Freeform: Shape 915">
              <a:extLst>
                <a:ext uri="{FF2B5EF4-FFF2-40B4-BE49-F238E27FC236}">
                  <a16:creationId xmlns:a16="http://schemas.microsoft.com/office/drawing/2014/main" id="{ED1050B1-A2CE-615B-50DA-B077E0B6D7B2}"/>
                </a:ext>
              </a:extLst>
            </p:cNvPr>
            <p:cNvSpPr/>
            <p:nvPr/>
          </p:nvSpPr>
          <p:spPr>
            <a:xfrm>
              <a:off x="11197802"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7" name="Freeform: Shape 916">
              <a:extLst>
                <a:ext uri="{FF2B5EF4-FFF2-40B4-BE49-F238E27FC236}">
                  <a16:creationId xmlns:a16="http://schemas.microsoft.com/office/drawing/2014/main" id="{E97F9A85-623F-1C39-AE21-AB08DDC20BF4}"/>
                </a:ext>
              </a:extLst>
            </p:cNvPr>
            <p:cNvSpPr/>
            <p:nvPr/>
          </p:nvSpPr>
          <p:spPr>
            <a:xfrm>
              <a:off x="11197802"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8" name="Freeform: Shape 917">
              <a:extLst>
                <a:ext uri="{FF2B5EF4-FFF2-40B4-BE49-F238E27FC236}">
                  <a16:creationId xmlns:a16="http://schemas.microsoft.com/office/drawing/2014/main" id="{E482B38B-04B8-E2A0-9F8C-19F05289428C}"/>
                </a:ext>
              </a:extLst>
            </p:cNvPr>
            <p:cNvSpPr/>
            <p:nvPr/>
          </p:nvSpPr>
          <p:spPr>
            <a:xfrm>
              <a:off x="10151278"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19" name="Freeform: Shape 918">
              <a:extLst>
                <a:ext uri="{FF2B5EF4-FFF2-40B4-BE49-F238E27FC236}">
                  <a16:creationId xmlns:a16="http://schemas.microsoft.com/office/drawing/2014/main" id="{9FB7E0DD-893D-9D2E-4E94-474D47B07F5E}"/>
                </a:ext>
              </a:extLst>
            </p:cNvPr>
            <p:cNvSpPr/>
            <p:nvPr/>
          </p:nvSpPr>
          <p:spPr>
            <a:xfrm>
              <a:off x="8790798"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0" name="Freeform: Shape 919">
              <a:extLst>
                <a:ext uri="{FF2B5EF4-FFF2-40B4-BE49-F238E27FC236}">
                  <a16:creationId xmlns:a16="http://schemas.microsoft.com/office/drawing/2014/main" id="{78A6F466-B20C-A9F7-C2D5-8FEA883F40DB}"/>
                </a:ext>
              </a:extLst>
            </p:cNvPr>
            <p:cNvSpPr/>
            <p:nvPr/>
          </p:nvSpPr>
          <p:spPr>
            <a:xfrm>
              <a:off x="8372188"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21" name="Freeform: Shape 920">
              <a:extLst>
                <a:ext uri="{FF2B5EF4-FFF2-40B4-BE49-F238E27FC236}">
                  <a16:creationId xmlns:a16="http://schemas.microsoft.com/office/drawing/2014/main" id="{DE240629-4D0B-9929-3150-EC2481BD674C}"/>
                </a:ext>
              </a:extLst>
            </p:cNvPr>
            <p:cNvSpPr/>
            <p:nvPr/>
          </p:nvSpPr>
          <p:spPr>
            <a:xfrm>
              <a:off x="816288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2" name="Freeform: Shape 921">
              <a:extLst>
                <a:ext uri="{FF2B5EF4-FFF2-40B4-BE49-F238E27FC236}">
                  <a16:creationId xmlns:a16="http://schemas.microsoft.com/office/drawing/2014/main" id="{A10365D5-5982-56B4-D813-BC1916FE10F9}"/>
                </a:ext>
              </a:extLst>
            </p:cNvPr>
            <p:cNvSpPr/>
            <p:nvPr/>
          </p:nvSpPr>
          <p:spPr>
            <a:xfrm>
              <a:off x="795357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3" name="Freeform: Shape 922">
              <a:extLst>
                <a:ext uri="{FF2B5EF4-FFF2-40B4-BE49-F238E27FC236}">
                  <a16:creationId xmlns:a16="http://schemas.microsoft.com/office/drawing/2014/main" id="{093FE42C-68D1-FA40-6E9D-E347AA373AA4}"/>
                </a:ext>
              </a:extLst>
            </p:cNvPr>
            <p:cNvSpPr/>
            <p:nvPr/>
          </p:nvSpPr>
          <p:spPr>
            <a:xfrm>
              <a:off x="6907055"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24" name="Freeform: Shape 923">
              <a:extLst>
                <a:ext uri="{FF2B5EF4-FFF2-40B4-BE49-F238E27FC236}">
                  <a16:creationId xmlns:a16="http://schemas.microsoft.com/office/drawing/2014/main" id="{D6801097-C62B-F1EA-8ECD-EA73D7F65D5C}"/>
                </a:ext>
              </a:extLst>
            </p:cNvPr>
            <p:cNvSpPr/>
            <p:nvPr/>
          </p:nvSpPr>
          <p:spPr>
            <a:xfrm>
              <a:off x="6383793"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25" name="Freeform: Shape 924">
              <a:extLst>
                <a:ext uri="{FF2B5EF4-FFF2-40B4-BE49-F238E27FC236}">
                  <a16:creationId xmlns:a16="http://schemas.microsoft.com/office/drawing/2014/main" id="{06964311-0418-BC21-7492-07F6EA2A3BD9}"/>
                </a:ext>
              </a:extLst>
            </p:cNvPr>
            <p:cNvSpPr/>
            <p:nvPr/>
          </p:nvSpPr>
          <p:spPr>
            <a:xfrm>
              <a:off x="11407107" y="3245509"/>
              <a:ext cx="52326" cy="52326"/>
            </a:xfrm>
            <a:custGeom>
              <a:avLst/>
              <a:gdLst>
                <a:gd name="connsiteX0" fmla="*/ 2791 w 52326"/>
                <a:gd name="connsiteY0" fmla="*/ 38373 h 52326"/>
                <a:gd name="connsiteX1" fmla="*/ 3139 w 52326"/>
                <a:gd name="connsiteY1" fmla="*/ 38721 h 52326"/>
                <a:gd name="connsiteX2" fmla="*/ 26163 w 52326"/>
                <a:gd name="connsiteY2" fmla="*/ 52326 h 52326"/>
                <a:gd name="connsiteX3" fmla="*/ 52326 w 52326"/>
                <a:gd name="connsiteY3" fmla="*/ 26163 h 52326"/>
                <a:gd name="connsiteX4" fmla="*/ 52326 w 52326"/>
                <a:gd name="connsiteY4" fmla="*/ 26163 h 52326"/>
                <a:gd name="connsiteX5" fmla="*/ 49187 w 52326"/>
                <a:gd name="connsiteY5" fmla="*/ 13605 h 52326"/>
                <a:gd name="connsiteX6" fmla="*/ 26163 w 52326"/>
                <a:gd name="connsiteY6" fmla="*/ 0 h 52326"/>
                <a:gd name="connsiteX7" fmla="*/ 26163 w 52326"/>
                <a:gd name="connsiteY7" fmla="*/ 0 h 52326"/>
                <a:gd name="connsiteX8" fmla="*/ 0 w 52326"/>
                <a:gd name="connsiteY8" fmla="*/ 26163 h 52326"/>
                <a:gd name="connsiteX9" fmla="*/ 2093 w 52326"/>
                <a:gd name="connsiteY9" fmla="*/ 36279 h 52326"/>
                <a:gd name="connsiteX10" fmla="*/ 2791 w 52326"/>
                <a:gd name="connsiteY10" fmla="*/ 3837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791" y="38373"/>
                  </a:moveTo>
                  <a:cubicBezTo>
                    <a:pt x="2791" y="38373"/>
                    <a:pt x="2791" y="38721"/>
                    <a:pt x="3139" y="38721"/>
                  </a:cubicBezTo>
                  <a:cubicBezTo>
                    <a:pt x="7674" y="46745"/>
                    <a:pt x="16047" y="52326"/>
                    <a:pt x="26163" y="52326"/>
                  </a:cubicBezTo>
                  <a:cubicBezTo>
                    <a:pt x="40466" y="52326"/>
                    <a:pt x="52326" y="40465"/>
                    <a:pt x="52326" y="26163"/>
                  </a:cubicBezTo>
                  <a:lnTo>
                    <a:pt x="52326" y="26163"/>
                  </a:lnTo>
                  <a:cubicBezTo>
                    <a:pt x="52326" y="21628"/>
                    <a:pt x="51279" y="17442"/>
                    <a:pt x="49187" y="13605"/>
                  </a:cubicBezTo>
                  <a:cubicBezTo>
                    <a:pt x="44652" y="5581"/>
                    <a:pt x="36279" y="0"/>
                    <a:pt x="26163" y="0"/>
                  </a:cubicBezTo>
                  <a:lnTo>
                    <a:pt x="26163" y="0"/>
                  </a:lnTo>
                  <a:cubicBezTo>
                    <a:pt x="11860" y="0"/>
                    <a:pt x="0" y="11860"/>
                    <a:pt x="0" y="26163"/>
                  </a:cubicBezTo>
                  <a:cubicBezTo>
                    <a:pt x="0" y="29652"/>
                    <a:pt x="698" y="33140"/>
                    <a:pt x="2093" y="36279"/>
                  </a:cubicBezTo>
                  <a:cubicBezTo>
                    <a:pt x="2442" y="37326"/>
                    <a:pt x="2442" y="38024"/>
                    <a:pt x="2791" y="38373"/>
                  </a:cubicBezTo>
                  <a:close/>
                </a:path>
              </a:pathLst>
            </a:custGeom>
            <a:grpFill/>
            <a:ln w="3488" cap="flat">
              <a:noFill/>
              <a:prstDash val="solid"/>
              <a:miter/>
            </a:ln>
          </p:spPr>
          <p:txBody>
            <a:bodyPr rtlCol="0" anchor="ctr"/>
            <a:lstStyle/>
            <a:p>
              <a:endParaRPr lang="en-ID"/>
            </a:p>
          </p:txBody>
        </p:sp>
        <p:sp>
          <p:nvSpPr>
            <p:cNvPr id="926" name="Freeform: Shape 925">
              <a:extLst>
                <a:ext uri="{FF2B5EF4-FFF2-40B4-BE49-F238E27FC236}">
                  <a16:creationId xmlns:a16="http://schemas.microsoft.com/office/drawing/2014/main" id="{2EF2BFDF-E82C-8D84-1098-7DE713BDEA78}"/>
                </a:ext>
              </a:extLst>
            </p:cNvPr>
            <p:cNvSpPr/>
            <p:nvPr/>
          </p:nvSpPr>
          <p:spPr>
            <a:xfrm>
              <a:off x="10360583" y="4710991"/>
              <a:ext cx="52326" cy="52326"/>
            </a:xfrm>
            <a:custGeom>
              <a:avLst/>
              <a:gdLst>
                <a:gd name="connsiteX0" fmla="*/ 26163 w 52326"/>
                <a:gd name="connsiteY0" fmla="*/ 52326 h 52326"/>
                <a:gd name="connsiteX1" fmla="*/ 52326 w 52326"/>
                <a:gd name="connsiteY1" fmla="*/ 26163 h 52326"/>
                <a:gd name="connsiteX2" fmla="*/ 51629 w 52326"/>
                <a:gd name="connsiteY2" fmla="*/ 20930 h 52326"/>
                <a:gd name="connsiteX3" fmla="*/ 26163 w 52326"/>
                <a:gd name="connsiteY3" fmla="*/ 0 h 52326"/>
                <a:gd name="connsiteX4" fmla="*/ 0 w 52326"/>
                <a:gd name="connsiteY4" fmla="*/ 26163 h 52326"/>
                <a:gd name="connsiteX5" fmla="*/ 1047 w 52326"/>
                <a:gd name="connsiteY5" fmla="*/ 33838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4419"/>
                    <a:pt x="51977" y="22675"/>
                    <a:pt x="51629" y="20930"/>
                  </a:cubicBezTo>
                  <a:cubicBezTo>
                    <a:pt x="49187" y="9070"/>
                    <a:pt x="38722" y="0"/>
                    <a:pt x="26163" y="0"/>
                  </a:cubicBezTo>
                  <a:cubicBezTo>
                    <a:pt x="11860" y="0"/>
                    <a:pt x="0" y="11861"/>
                    <a:pt x="0" y="26163"/>
                  </a:cubicBezTo>
                  <a:cubicBezTo>
                    <a:pt x="0" y="28954"/>
                    <a:pt x="349" y="31396"/>
                    <a:pt x="1047" y="33838"/>
                  </a:cubicBezTo>
                  <a:cubicBezTo>
                    <a:pt x="4535" y="44652"/>
                    <a:pt x="14303" y="52326"/>
                    <a:pt x="26163" y="52326"/>
                  </a:cubicBezTo>
                  <a:close/>
                </a:path>
              </a:pathLst>
            </a:custGeom>
            <a:grpFill/>
            <a:ln w="3488" cap="flat">
              <a:noFill/>
              <a:prstDash val="solid"/>
              <a:miter/>
            </a:ln>
          </p:spPr>
          <p:txBody>
            <a:bodyPr rtlCol="0" anchor="ctr"/>
            <a:lstStyle/>
            <a:p>
              <a:endParaRPr lang="en-ID"/>
            </a:p>
          </p:txBody>
        </p:sp>
        <p:sp>
          <p:nvSpPr>
            <p:cNvPr id="927" name="Freeform: Shape 926">
              <a:extLst>
                <a:ext uri="{FF2B5EF4-FFF2-40B4-BE49-F238E27FC236}">
                  <a16:creationId xmlns:a16="http://schemas.microsoft.com/office/drawing/2014/main" id="{FA70E9A5-9371-89B3-76E2-340919769638}"/>
                </a:ext>
              </a:extLst>
            </p:cNvPr>
            <p:cNvSpPr/>
            <p:nvPr/>
          </p:nvSpPr>
          <p:spPr>
            <a:xfrm>
              <a:off x="7534969" y="3873772"/>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28" name="Freeform: Shape 927">
              <a:extLst>
                <a:ext uri="{FF2B5EF4-FFF2-40B4-BE49-F238E27FC236}">
                  <a16:creationId xmlns:a16="http://schemas.microsoft.com/office/drawing/2014/main" id="{3593D629-0DE8-1B5C-E294-E8449B9DADCD}"/>
                </a:ext>
              </a:extLst>
            </p:cNvPr>
            <p:cNvSpPr/>
            <p:nvPr/>
          </p:nvSpPr>
          <p:spPr>
            <a:xfrm>
              <a:off x="9104406" y="4397034"/>
              <a:ext cx="52675" cy="52674"/>
            </a:xfrm>
            <a:custGeom>
              <a:avLst/>
              <a:gdLst>
                <a:gd name="connsiteX0" fmla="*/ 52675 w 52675"/>
                <a:gd name="connsiteY0" fmla="*/ 26163 h 52674"/>
                <a:gd name="connsiteX1" fmla="*/ 26512 w 52675"/>
                <a:gd name="connsiteY1" fmla="*/ 0 h 52674"/>
                <a:gd name="connsiteX2" fmla="*/ 23721 w 52675"/>
                <a:gd name="connsiteY2" fmla="*/ 0 h 52674"/>
                <a:gd name="connsiteX3" fmla="*/ 4535 w 52675"/>
                <a:gd name="connsiteY3" fmla="*/ 11512 h 52674"/>
                <a:gd name="connsiteX4" fmla="*/ 2791 w 52675"/>
                <a:gd name="connsiteY4" fmla="*/ 14651 h 52674"/>
                <a:gd name="connsiteX5" fmla="*/ 349 w 52675"/>
                <a:gd name="connsiteY5" fmla="*/ 22675 h 52674"/>
                <a:gd name="connsiteX6" fmla="*/ 0 w 52675"/>
                <a:gd name="connsiteY6" fmla="*/ 26163 h 52674"/>
                <a:gd name="connsiteX7" fmla="*/ 0 w 52675"/>
                <a:gd name="connsiteY7" fmla="*/ 26163 h 52674"/>
                <a:gd name="connsiteX8" fmla="*/ 349 w 52675"/>
                <a:gd name="connsiteY8" fmla="*/ 29303 h 52674"/>
                <a:gd name="connsiteX9" fmla="*/ 2443 w 52675"/>
                <a:gd name="connsiteY9" fmla="*/ 36628 h 52674"/>
                <a:gd name="connsiteX10" fmla="*/ 5931 w 52675"/>
                <a:gd name="connsiteY10" fmla="*/ 42559 h 52674"/>
                <a:gd name="connsiteX11" fmla="*/ 8024 w 52675"/>
                <a:gd name="connsiteY11" fmla="*/ 45001 h 52674"/>
                <a:gd name="connsiteX12" fmla="*/ 26512 w 52675"/>
                <a:gd name="connsiteY12" fmla="*/ 52675 h 52674"/>
                <a:gd name="connsiteX13" fmla="*/ 52675 w 52675"/>
                <a:gd name="connsiteY13" fmla="*/ 26163 h 52674"/>
                <a:gd name="connsiteX14" fmla="*/ 52675 w 52675"/>
                <a:gd name="connsiteY14" fmla="*/ 26163 h 5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675" h="52674">
                  <a:moveTo>
                    <a:pt x="52675" y="26163"/>
                  </a:moveTo>
                  <a:cubicBezTo>
                    <a:pt x="52675" y="11861"/>
                    <a:pt x="40815" y="0"/>
                    <a:pt x="26512" y="0"/>
                  </a:cubicBezTo>
                  <a:cubicBezTo>
                    <a:pt x="25466" y="0"/>
                    <a:pt x="24768" y="0"/>
                    <a:pt x="23721" y="0"/>
                  </a:cubicBezTo>
                  <a:cubicBezTo>
                    <a:pt x="15698" y="698"/>
                    <a:pt x="9070" y="5233"/>
                    <a:pt x="4535" y="11512"/>
                  </a:cubicBezTo>
                  <a:cubicBezTo>
                    <a:pt x="3838" y="12558"/>
                    <a:pt x="3140" y="13605"/>
                    <a:pt x="2791" y="14651"/>
                  </a:cubicBezTo>
                  <a:cubicBezTo>
                    <a:pt x="1744" y="17093"/>
                    <a:pt x="698" y="19884"/>
                    <a:pt x="349" y="22675"/>
                  </a:cubicBezTo>
                  <a:cubicBezTo>
                    <a:pt x="349" y="23721"/>
                    <a:pt x="0" y="24768"/>
                    <a:pt x="0" y="26163"/>
                  </a:cubicBezTo>
                  <a:lnTo>
                    <a:pt x="0" y="26163"/>
                  </a:lnTo>
                  <a:cubicBezTo>
                    <a:pt x="0" y="27210"/>
                    <a:pt x="0" y="28256"/>
                    <a:pt x="349" y="29303"/>
                  </a:cubicBezTo>
                  <a:cubicBezTo>
                    <a:pt x="698" y="31744"/>
                    <a:pt x="1396" y="34186"/>
                    <a:pt x="2443" y="36628"/>
                  </a:cubicBezTo>
                  <a:cubicBezTo>
                    <a:pt x="3488" y="38721"/>
                    <a:pt x="4535" y="40814"/>
                    <a:pt x="5931" y="42559"/>
                  </a:cubicBezTo>
                  <a:cubicBezTo>
                    <a:pt x="6628" y="43256"/>
                    <a:pt x="7326" y="44303"/>
                    <a:pt x="8024" y="45001"/>
                  </a:cubicBezTo>
                  <a:cubicBezTo>
                    <a:pt x="12908" y="49884"/>
                    <a:pt x="19186" y="52675"/>
                    <a:pt x="26512" y="52675"/>
                  </a:cubicBezTo>
                  <a:cubicBezTo>
                    <a:pt x="40815" y="52326"/>
                    <a:pt x="52675" y="40465"/>
                    <a:pt x="52675" y="26163"/>
                  </a:cubicBezTo>
                  <a:lnTo>
                    <a:pt x="52675" y="26163"/>
                  </a:lnTo>
                  <a:close/>
                </a:path>
              </a:pathLst>
            </a:custGeom>
            <a:grpFill/>
            <a:ln w="3488" cap="flat">
              <a:noFill/>
              <a:prstDash val="solid"/>
              <a:miter/>
            </a:ln>
          </p:spPr>
          <p:txBody>
            <a:bodyPr rtlCol="0" anchor="ctr"/>
            <a:lstStyle/>
            <a:p>
              <a:endParaRPr lang="en-ID"/>
            </a:p>
          </p:txBody>
        </p:sp>
        <p:sp>
          <p:nvSpPr>
            <p:cNvPr id="929" name="Freeform: Shape 928">
              <a:extLst>
                <a:ext uri="{FF2B5EF4-FFF2-40B4-BE49-F238E27FC236}">
                  <a16:creationId xmlns:a16="http://schemas.microsoft.com/office/drawing/2014/main" id="{42AF606D-9AF7-CDFE-8049-158815807D48}"/>
                </a:ext>
              </a:extLst>
            </p:cNvPr>
            <p:cNvSpPr/>
            <p:nvPr/>
          </p:nvSpPr>
          <p:spPr>
            <a:xfrm>
              <a:off x="11407107"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0" name="Freeform: Shape 929">
              <a:extLst>
                <a:ext uri="{FF2B5EF4-FFF2-40B4-BE49-F238E27FC236}">
                  <a16:creationId xmlns:a16="http://schemas.microsoft.com/office/drawing/2014/main" id="{DE7D73E9-544E-ADC7-70A8-AF5D239F1DF4}"/>
                </a:ext>
              </a:extLst>
            </p:cNvPr>
            <p:cNvSpPr/>
            <p:nvPr/>
          </p:nvSpPr>
          <p:spPr>
            <a:xfrm>
              <a:off x="1140710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1" name="Freeform: Shape 930">
              <a:extLst>
                <a:ext uri="{FF2B5EF4-FFF2-40B4-BE49-F238E27FC236}">
                  <a16:creationId xmlns:a16="http://schemas.microsoft.com/office/drawing/2014/main" id="{0D304E38-8320-1F72-6026-6C94782C3078}"/>
                </a:ext>
              </a:extLst>
            </p:cNvPr>
            <p:cNvSpPr/>
            <p:nvPr/>
          </p:nvSpPr>
          <p:spPr>
            <a:xfrm>
              <a:off x="1130245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2" name="Freeform: Shape 931">
              <a:extLst>
                <a:ext uri="{FF2B5EF4-FFF2-40B4-BE49-F238E27FC236}">
                  <a16:creationId xmlns:a16="http://schemas.microsoft.com/office/drawing/2014/main" id="{6760BBF7-6500-418B-1082-71CCF85AE246}"/>
                </a:ext>
              </a:extLst>
            </p:cNvPr>
            <p:cNvSpPr/>
            <p:nvPr/>
          </p:nvSpPr>
          <p:spPr>
            <a:xfrm>
              <a:off x="11093150"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33" name="Freeform: Shape 932">
              <a:extLst>
                <a:ext uri="{FF2B5EF4-FFF2-40B4-BE49-F238E27FC236}">
                  <a16:creationId xmlns:a16="http://schemas.microsoft.com/office/drawing/2014/main" id="{0C43F41F-0C68-1875-0AF8-D87D18D1548C}"/>
                </a:ext>
              </a:extLst>
            </p:cNvPr>
            <p:cNvSpPr/>
            <p:nvPr/>
          </p:nvSpPr>
          <p:spPr>
            <a:xfrm>
              <a:off x="1025593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4" name="Freeform: Shape 933">
              <a:extLst>
                <a:ext uri="{FF2B5EF4-FFF2-40B4-BE49-F238E27FC236}">
                  <a16:creationId xmlns:a16="http://schemas.microsoft.com/office/drawing/2014/main" id="{74B059D8-8F49-686E-CFDB-7C8DCDCFFAC3}"/>
                </a:ext>
              </a:extLst>
            </p:cNvPr>
            <p:cNvSpPr/>
            <p:nvPr/>
          </p:nvSpPr>
          <p:spPr>
            <a:xfrm>
              <a:off x="1025593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5" name="Freeform: Shape 934">
              <a:extLst>
                <a:ext uri="{FF2B5EF4-FFF2-40B4-BE49-F238E27FC236}">
                  <a16:creationId xmlns:a16="http://schemas.microsoft.com/office/drawing/2014/main" id="{754B52B8-7949-5B0F-1A1B-DDDBF9562186}"/>
                </a:ext>
              </a:extLst>
            </p:cNvPr>
            <p:cNvSpPr/>
            <p:nvPr/>
          </p:nvSpPr>
          <p:spPr>
            <a:xfrm>
              <a:off x="11197802"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36" name="Freeform: Shape 935">
              <a:extLst>
                <a:ext uri="{FF2B5EF4-FFF2-40B4-BE49-F238E27FC236}">
                  <a16:creationId xmlns:a16="http://schemas.microsoft.com/office/drawing/2014/main" id="{B34924AF-FB9A-E888-EECE-15930EE081C2}"/>
                </a:ext>
              </a:extLst>
            </p:cNvPr>
            <p:cNvSpPr/>
            <p:nvPr/>
          </p:nvSpPr>
          <p:spPr>
            <a:xfrm>
              <a:off x="10988497"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37" name="Freeform: Shape 936">
              <a:extLst>
                <a:ext uri="{FF2B5EF4-FFF2-40B4-BE49-F238E27FC236}">
                  <a16:creationId xmlns:a16="http://schemas.microsoft.com/office/drawing/2014/main" id="{EB0F837F-4837-257B-6ABD-892A3616DAB3}"/>
                </a:ext>
              </a:extLst>
            </p:cNvPr>
            <p:cNvSpPr/>
            <p:nvPr/>
          </p:nvSpPr>
          <p:spPr>
            <a:xfrm>
              <a:off x="1015127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8" name="Freeform: Shape 937">
              <a:extLst>
                <a:ext uri="{FF2B5EF4-FFF2-40B4-BE49-F238E27FC236}">
                  <a16:creationId xmlns:a16="http://schemas.microsoft.com/office/drawing/2014/main" id="{5C95FDE4-6BFD-E2DB-8D41-F8AE2EA57378}"/>
                </a:ext>
              </a:extLst>
            </p:cNvPr>
            <p:cNvSpPr/>
            <p:nvPr/>
          </p:nvSpPr>
          <p:spPr>
            <a:xfrm>
              <a:off x="10151278"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39" name="Freeform: Shape 938">
              <a:extLst>
                <a:ext uri="{FF2B5EF4-FFF2-40B4-BE49-F238E27FC236}">
                  <a16:creationId xmlns:a16="http://schemas.microsoft.com/office/drawing/2014/main" id="{32783428-848C-F486-33FB-197EB5D5ADF1}"/>
                </a:ext>
              </a:extLst>
            </p:cNvPr>
            <p:cNvSpPr/>
            <p:nvPr/>
          </p:nvSpPr>
          <p:spPr>
            <a:xfrm>
              <a:off x="962801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40" name="Freeform: Shape 939">
              <a:extLst>
                <a:ext uri="{FF2B5EF4-FFF2-40B4-BE49-F238E27FC236}">
                  <a16:creationId xmlns:a16="http://schemas.microsoft.com/office/drawing/2014/main" id="{B9053850-344B-2ABE-A1CB-4EFA48544D70}"/>
                </a:ext>
              </a:extLst>
            </p:cNvPr>
            <p:cNvSpPr/>
            <p:nvPr/>
          </p:nvSpPr>
          <p:spPr>
            <a:xfrm>
              <a:off x="9523364"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1" name="Freeform: Shape 940">
              <a:extLst>
                <a:ext uri="{FF2B5EF4-FFF2-40B4-BE49-F238E27FC236}">
                  <a16:creationId xmlns:a16="http://schemas.microsoft.com/office/drawing/2014/main" id="{5F680044-7F2F-3AA4-C325-4995121525F9}"/>
                </a:ext>
              </a:extLst>
            </p:cNvPr>
            <p:cNvSpPr/>
            <p:nvPr/>
          </p:nvSpPr>
          <p:spPr>
            <a:xfrm>
              <a:off x="9314060"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2" name="Freeform: Shape 941">
              <a:extLst>
                <a:ext uri="{FF2B5EF4-FFF2-40B4-BE49-F238E27FC236}">
                  <a16:creationId xmlns:a16="http://schemas.microsoft.com/office/drawing/2014/main" id="{5534E4B7-CE12-6E82-3EE7-218F409EDA2D}"/>
                </a:ext>
              </a:extLst>
            </p:cNvPr>
            <p:cNvSpPr/>
            <p:nvPr/>
          </p:nvSpPr>
          <p:spPr>
            <a:xfrm>
              <a:off x="9000103"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3" name="Freeform: Shape 942">
              <a:extLst>
                <a:ext uri="{FF2B5EF4-FFF2-40B4-BE49-F238E27FC236}">
                  <a16:creationId xmlns:a16="http://schemas.microsoft.com/office/drawing/2014/main" id="{4379AE78-B9DA-82DA-E0B3-9A42A0A5B172}"/>
                </a:ext>
              </a:extLst>
            </p:cNvPr>
            <p:cNvSpPr/>
            <p:nvPr/>
          </p:nvSpPr>
          <p:spPr>
            <a:xfrm>
              <a:off x="9000103"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44" name="Freeform: Shape 943">
              <a:extLst>
                <a:ext uri="{FF2B5EF4-FFF2-40B4-BE49-F238E27FC236}">
                  <a16:creationId xmlns:a16="http://schemas.microsoft.com/office/drawing/2014/main" id="{F7CE4C11-67AC-7E1D-FE42-7F4429CF64E3}"/>
                </a:ext>
              </a:extLst>
            </p:cNvPr>
            <p:cNvSpPr/>
            <p:nvPr/>
          </p:nvSpPr>
          <p:spPr>
            <a:xfrm>
              <a:off x="847684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5" name="Freeform: Shape 944">
              <a:extLst>
                <a:ext uri="{FF2B5EF4-FFF2-40B4-BE49-F238E27FC236}">
                  <a16:creationId xmlns:a16="http://schemas.microsoft.com/office/drawing/2014/main" id="{A29C6051-9D74-AF01-2E1A-59799767DA34}"/>
                </a:ext>
              </a:extLst>
            </p:cNvPr>
            <p:cNvSpPr/>
            <p:nvPr/>
          </p:nvSpPr>
          <p:spPr>
            <a:xfrm>
              <a:off x="8372188" y="4501686"/>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16047 w 52326"/>
                <a:gd name="connsiteY3" fmla="*/ 50233 h 52326"/>
                <a:gd name="connsiteX4" fmla="*/ 26163 w 52326"/>
                <a:gd name="connsiteY4" fmla="*/ 52326 h 52326"/>
                <a:gd name="connsiteX5" fmla="*/ 52326 w 52326"/>
                <a:gd name="connsiteY5" fmla="*/ 26163 h 52326"/>
                <a:gd name="connsiteX6" fmla="*/ 31396 w 52326"/>
                <a:gd name="connsiteY6"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31396" y="698"/>
                  </a:moveTo>
                  <a:cubicBezTo>
                    <a:pt x="29652" y="349"/>
                    <a:pt x="27907" y="0"/>
                    <a:pt x="26163" y="0"/>
                  </a:cubicBezTo>
                  <a:cubicBezTo>
                    <a:pt x="11860" y="0"/>
                    <a:pt x="0" y="11861"/>
                    <a:pt x="0" y="26163"/>
                  </a:cubicBezTo>
                  <a:cubicBezTo>
                    <a:pt x="0" y="36977"/>
                    <a:pt x="6628" y="46396"/>
                    <a:pt x="16047" y="50233"/>
                  </a:cubicBezTo>
                  <a:cubicBezTo>
                    <a:pt x="19186" y="51628"/>
                    <a:pt x="22675" y="52326"/>
                    <a:pt x="26163" y="52326"/>
                  </a:cubicBezTo>
                  <a:cubicBezTo>
                    <a:pt x="40466" y="52326"/>
                    <a:pt x="52326" y="40465"/>
                    <a:pt x="52326" y="26163"/>
                  </a:cubicBez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946" name="Freeform: Shape 945">
              <a:extLst>
                <a:ext uri="{FF2B5EF4-FFF2-40B4-BE49-F238E27FC236}">
                  <a16:creationId xmlns:a16="http://schemas.microsoft.com/office/drawing/2014/main" id="{CE45A5BE-AC83-3EC4-8B88-DA1F928DC56C}"/>
                </a:ext>
              </a:extLst>
            </p:cNvPr>
            <p:cNvSpPr/>
            <p:nvPr/>
          </p:nvSpPr>
          <p:spPr>
            <a:xfrm>
              <a:off x="837218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47" name="Freeform: Shape 946">
              <a:extLst>
                <a:ext uri="{FF2B5EF4-FFF2-40B4-BE49-F238E27FC236}">
                  <a16:creationId xmlns:a16="http://schemas.microsoft.com/office/drawing/2014/main" id="{D22A885C-1952-0376-70DF-F1E8C3BBB54C}"/>
                </a:ext>
              </a:extLst>
            </p:cNvPr>
            <p:cNvSpPr/>
            <p:nvPr/>
          </p:nvSpPr>
          <p:spPr>
            <a:xfrm>
              <a:off x="8162884"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48" name="Freeform: Shape 947">
              <a:extLst>
                <a:ext uri="{FF2B5EF4-FFF2-40B4-BE49-F238E27FC236}">
                  <a16:creationId xmlns:a16="http://schemas.microsoft.com/office/drawing/2014/main" id="{8598366D-375C-1578-EAE1-4CE2AC1BA52C}"/>
                </a:ext>
              </a:extLst>
            </p:cNvPr>
            <p:cNvSpPr/>
            <p:nvPr/>
          </p:nvSpPr>
          <p:spPr>
            <a:xfrm>
              <a:off x="7744274" y="4083077"/>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949" name="Freeform: Shape 948">
              <a:extLst>
                <a:ext uri="{FF2B5EF4-FFF2-40B4-BE49-F238E27FC236}">
                  <a16:creationId xmlns:a16="http://schemas.microsoft.com/office/drawing/2014/main" id="{634BF6BD-E999-4254-886A-5AF0BD41415E}"/>
                </a:ext>
              </a:extLst>
            </p:cNvPr>
            <p:cNvSpPr/>
            <p:nvPr/>
          </p:nvSpPr>
          <p:spPr>
            <a:xfrm>
              <a:off x="753496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0" name="Freeform: Shape 949">
              <a:extLst>
                <a:ext uri="{FF2B5EF4-FFF2-40B4-BE49-F238E27FC236}">
                  <a16:creationId xmlns:a16="http://schemas.microsoft.com/office/drawing/2014/main" id="{BF7AE45D-E284-E2D1-B713-D406AE242D1C}"/>
                </a:ext>
              </a:extLst>
            </p:cNvPr>
            <p:cNvSpPr/>
            <p:nvPr/>
          </p:nvSpPr>
          <p:spPr>
            <a:xfrm>
              <a:off x="7221012"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51" name="Freeform: Shape 950">
              <a:extLst>
                <a:ext uri="{FF2B5EF4-FFF2-40B4-BE49-F238E27FC236}">
                  <a16:creationId xmlns:a16="http://schemas.microsoft.com/office/drawing/2014/main" id="{E02CAD09-4983-A194-45E8-BB32436C49E7}"/>
                </a:ext>
              </a:extLst>
            </p:cNvPr>
            <p:cNvSpPr/>
            <p:nvPr/>
          </p:nvSpPr>
          <p:spPr>
            <a:xfrm>
              <a:off x="6697751"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952" name="Freeform: Shape 951">
              <a:extLst>
                <a:ext uri="{FF2B5EF4-FFF2-40B4-BE49-F238E27FC236}">
                  <a16:creationId xmlns:a16="http://schemas.microsoft.com/office/drawing/2014/main" id="{CDBCB568-B686-6F88-C5AB-F41E971BA577}"/>
                </a:ext>
              </a:extLst>
            </p:cNvPr>
            <p:cNvSpPr/>
            <p:nvPr/>
          </p:nvSpPr>
          <p:spPr>
            <a:xfrm>
              <a:off x="669775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3" name="Freeform: Shape 952">
              <a:extLst>
                <a:ext uri="{FF2B5EF4-FFF2-40B4-BE49-F238E27FC236}">
                  <a16:creationId xmlns:a16="http://schemas.microsoft.com/office/drawing/2014/main" id="{AB5008D3-472C-71EE-6BA8-F7F6BED4DFE1}"/>
                </a:ext>
              </a:extLst>
            </p:cNvPr>
            <p:cNvSpPr/>
            <p:nvPr/>
          </p:nvSpPr>
          <p:spPr>
            <a:xfrm>
              <a:off x="9314060" y="4187729"/>
              <a:ext cx="52326" cy="52326"/>
            </a:xfrm>
            <a:custGeom>
              <a:avLst/>
              <a:gdLst>
                <a:gd name="connsiteX0" fmla="*/ 26163 w 52326"/>
                <a:gd name="connsiteY0" fmla="*/ 0 h 52326"/>
                <a:gd name="connsiteX1" fmla="*/ 26163 w 52326"/>
                <a:gd name="connsiteY1" fmla="*/ 0 h 52326"/>
                <a:gd name="connsiteX2" fmla="*/ 3139 w 52326"/>
                <a:gd name="connsiteY2" fmla="*/ 13605 h 52326"/>
                <a:gd name="connsiteX3" fmla="*/ 2093 w 52326"/>
                <a:gd name="connsiteY3" fmla="*/ 16047 h 52326"/>
                <a:gd name="connsiteX4" fmla="*/ 0 w 52326"/>
                <a:gd name="connsiteY4" fmla="*/ 26163 h 52326"/>
                <a:gd name="connsiteX5" fmla="*/ 26163 w 52326"/>
                <a:gd name="connsiteY5" fmla="*/ 52326 h 52326"/>
                <a:gd name="connsiteX6" fmla="*/ 26163 w 52326"/>
                <a:gd name="connsiteY6" fmla="*/ 52326 h 52326"/>
                <a:gd name="connsiteX7" fmla="*/ 50233 w 52326"/>
                <a:gd name="connsiteY7" fmla="*/ 36280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6395" y="0"/>
                    <a:pt x="7674" y="5581"/>
                    <a:pt x="3139" y="13605"/>
                  </a:cubicBezTo>
                  <a:cubicBezTo>
                    <a:pt x="2791" y="14302"/>
                    <a:pt x="2442" y="15000"/>
                    <a:pt x="2093" y="16047"/>
                  </a:cubicBezTo>
                  <a:cubicBezTo>
                    <a:pt x="698" y="19186"/>
                    <a:pt x="0" y="22675"/>
                    <a:pt x="0" y="26163"/>
                  </a:cubicBezTo>
                  <a:cubicBezTo>
                    <a:pt x="0" y="40465"/>
                    <a:pt x="11860" y="52326"/>
                    <a:pt x="26163" y="52326"/>
                  </a:cubicBezTo>
                  <a:lnTo>
                    <a:pt x="26163" y="52326"/>
                  </a:ln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54" name="Freeform: Shape 953">
              <a:extLst>
                <a:ext uri="{FF2B5EF4-FFF2-40B4-BE49-F238E27FC236}">
                  <a16:creationId xmlns:a16="http://schemas.microsoft.com/office/drawing/2014/main" id="{4BF2C4EE-BE79-5249-5BF2-E9152F748FB4}"/>
                </a:ext>
              </a:extLst>
            </p:cNvPr>
            <p:cNvSpPr/>
            <p:nvPr/>
          </p:nvSpPr>
          <p:spPr>
            <a:xfrm>
              <a:off x="10883845"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5" name="Freeform: Shape 954">
              <a:extLst>
                <a:ext uri="{FF2B5EF4-FFF2-40B4-BE49-F238E27FC236}">
                  <a16:creationId xmlns:a16="http://schemas.microsoft.com/office/drawing/2014/main" id="{69A88FB8-AAFD-3F87-BC3D-906C5629521E}"/>
                </a:ext>
              </a:extLst>
            </p:cNvPr>
            <p:cNvSpPr/>
            <p:nvPr/>
          </p:nvSpPr>
          <p:spPr>
            <a:xfrm>
              <a:off x="9942315" y="3455511"/>
              <a:ext cx="52333" cy="51977"/>
            </a:xfrm>
            <a:custGeom>
              <a:avLst/>
              <a:gdLst>
                <a:gd name="connsiteX0" fmla="*/ 25821 w 52333"/>
                <a:gd name="connsiteY0" fmla="*/ 51977 h 51977"/>
                <a:gd name="connsiteX1" fmla="*/ 38380 w 52333"/>
                <a:gd name="connsiteY1" fmla="*/ 48838 h 51977"/>
                <a:gd name="connsiteX2" fmla="*/ 39078 w 52333"/>
                <a:gd name="connsiteY2" fmla="*/ 48489 h 51977"/>
                <a:gd name="connsiteX3" fmla="*/ 41170 w 52333"/>
                <a:gd name="connsiteY3" fmla="*/ 47094 h 51977"/>
                <a:gd name="connsiteX4" fmla="*/ 44310 w 52333"/>
                <a:gd name="connsiteY4" fmla="*/ 44652 h 51977"/>
                <a:gd name="connsiteX5" fmla="*/ 44659 w 52333"/>
                <a:gd name="connsiteY5" fmla="*/ 44652 h 51977"/>
                <a:gd name="connsiteX6" fmla="*/ 52334 w 52333"/>
                <a:gd name="connsiteY6" fmla="*/ 26163 h 51977"/>
                <a:gd name="connsiteX7" fmla="*/ 26171 w 52333"/>
                <a:gd name="connsiteY7" fmla="*/ 0 h 51977"/>
                <a:gd name="connsiteX8" fmla="*/ 26171 w 52333"/>
                <a:gd name="connsiteY8" fmla="*/ 0 h 51977"/>
                <a:gd name="connsiteX9" fmla="*/ 21636 w 52333"/>
                <a:gd name="connsiteY9" fmla="*/ 349 h 51977"/>
                <a:gd name="connsiteX10" fmla="*/ 14659 w 52333"/>
                <a:gd name="connsiteY10" fmla="*/ 2791 h 51977"/>
                <a:gd name="connsiteX11" fmla="*/ 7682 w 52333"/>
                <a:gd name="connsiteY11" fmla="*/ 7675 h 51977"/>
                <a:gd name="connsiteX12" fmla="*/ 8 w 52333"/>
                <a:gd name="connsiteY12" fmla="*/ 26163 h 51977"/>
                <a:gd name="connsiteX13" fmla="*/ 25821 w 52333"/>
                <a:gd name="connsiteY13"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33" h="51977">
                  <a:moveTo>
                    <a:pt x="25821" y="51977"/>
                  </a:moveTo>
                  <a:cubicBezTo>
                    <a:pt x="30357" y="51977"/>
                    <a:pt x="34542" y="50931"/>
                    <a:pt x="38380" y="48838"/>
                  </a:cubicBezTo>
                  <a:cubicBezTo>
                    <a:pt x="38728" y="48838"/>
                    <a:pt x="38728" y="48489"/>
                    <a:pt x="39078" y="48489"/>
                  </a:cubicBezTo>
                  <a:cubicBezTo>
                    <a:pt x="39775" y="48140"/>
                    <a:pt x="40473" y="47791"/>
                    <a:pt x="41170" y="47094"/>
                  </a:cubicBezTo>
                  <a:cubicBezTo>
                    <a:pt x="42217" y="46396"/>
                    <a:pt x="43263" y="45349"/>
                    <a:pt x="44310" y="44652"/>
                  </a:cubicBezTo>
                  <a:cubicBezTo>
                    <a:pt x="44310" y="44652"/>
                    <a:pt x="44310" y="44652"/>
                    <a:pt x="44659" y="44652"/>
                  </a:cubicBezTo>
                  <a:cubicBezTo>
                    <a:pt x="49543" y="39768"/>
                    <a:pt x="52334" y="33489"/>
                    <a:pt x="52334" y="26163"/>
                  </a:cubicBezTo>
                  <a:cubicBezTo>
                    <a:pt x="52334" y="11861"/>
                    <a:pt x="40473" y="0"/>
                    <a:pt x="26171" y="0"/>
                  </a:cubicBezTo>
                  <a:lnTo>
                    <a:pt x="26171" y="0"/>
                  </a:lnTo>
                  <a:cubicBezTo>
                    <a:pt x="24775" y="0"/>
                    <a:pt x="23031" y="0"/>
                    <a:pt x="21636" y="349"/>
                  </a:cubicBezTo>
                  <a:cubicBezTo>
                    <a:pt x="19194" y="698"/>
                    <a:pt x="16751" y="1744"/>
                    <a:pt x="14659" y="2791"/>
                  </a:cubicBezTo>
                  <a:cubicBezTo>
                    <a:pt x="12217" y="4186"/>
                    <a:pt x="9774" y="5582"/>
                    <a:pt x="7682" y="7675"/>
                  </a:cubicBezTo>
                  <a:cubicBezTo>
                    <a:pt x="2798" y="12558"/>
                    <a:pt x="8" y="18838"/>
                    <a:pt x="8" y="26163"/>
                  </a:cubicBezTo>
                  <a:cubicBezTo>
                    <a:pt x="-342" y="40117"/>
                    <a:pt x="11519" y="51977"/>
                    <a:pt x="25821" y="51977"/>
                  </a:cubicBezTo>
                  <a:close/>
                </a:path>
              </a:pathLst>
            </a:custGeom>
            <a:grpFill/>
            <a:ln w="3488" cap="flat">
              <a:noFill/>
              <a:prstDash val="solid"/>
              <a:miter/>
            </a:ln>
          </p:spPr>
          <p:txBody>
            <a:bodyPr rtlCol="0" anchor="ctr"/>
            <a:lstStyle/>
            <a:p>
              <a:endParaRPr lang="en-ID"/>
            </a:p>
          </p:txBody>
        </p:sp>
        <p:sp>
          <p:nvSpPr>
            <p:cNvPr id="956" name="Freeform: Shape 955">
              <a:extLst>
                <a:ext uri="{FF2B5EF4-FFF2-40B4-BE49-F238E27FC236}">
                  <a16:creationId xmlns:a16="http://schemas.microsoft.com/office/drawing/2014/main" id="{DAF9953B-D5C7-457E-A12F-8A8B14FEDDFB}"/>
                </a:ext>
              </a:extLst>
            </p:cNvPr>
            <p:cNvSpPr/>
            <p:nvPr/>
          </p:nvSpPr>
          <p:spPr>
            <a:xfrm>
              <a:off x="1130245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7" name="Freeform: Shape 956">
              <a:extLst>
                <a:ext uri="{FF2B5EF4-FFF2-40B4-BE49-F238E27FC236}">
                  <a16:creationId xmlns:a16="http://schemas.microsoft.com/office/drawing/2014/main" id="{46EBD472-1F3C-E057-6CF5-4876C37F99F8}"/>
                </a:ext>
              </a:extLst>
            </p:cNvPr>
            <p:cNvSpPr/>
            <p:nvPr/>
          </p:nvSpPr>
          <p:spPr>
            <a:xfrm>
              <a:off x="11825716"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58" name="Freeform: Shape 957">
              <a:extLst>
                <a:ext uri="{FF2B5EF4-FFF2-40B4-BE49-F238E27FC236}">
                  <a16:creationId xmlns:a16="http://schemas.microsoft.com/office/drawing/2014/main" id="{2B63C49B-ADA9-C37F-9517-7AC0B8226A5A}"/>
                </a:ext>
              </a:extLst>
            </p:cNvPr>
            <p:cNvSpPr/>
            <p:nvPr/>
          </p:nvSpPr>
          <p:spPr>
            <a:xfrm>
              <a:off x="11616412"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59" name="Freeform: Shape 958">
              <a:extLst>
                <a:ext uri="{FF2B5EF4-FFF2-40B4-BE49-F238E27FC236}">
                  <a16:creationId xmlns:a16="http://schemas.microsoft.com/office/drawing/2014/main" id="{14A03D8B-A90B-5D27-7AA8-737BA444BE9F}"/>
                </a:ext>
              </a:extLst>
            </p:cNvPr>
            <p:cNvSpPr/>
            <p:nvPr/>
          </p:nvSpPr>
          <p:spPr>
            <a:xfrm>
              <a:off x="11093150" y="136211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6"/>
                    <a:pt x="52326" y="26163"/>
                  </a:cubicBezTo>
                  <a:lnTo>
                    <a:pt x="52326" y="26163"/>
                  </a:lnTo>
                  <a:cubicBezTo>
                    <a:pt x="52326" y="11861"/>
                    <a:pt x="40466" y="0"/>
                    <a:pt x="26163" y="0"/>
                  </a:cubicBezTo>
                  <a:lnTo>
                    <a:pt x="26163" y="0"/>
                  </a:ln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60" name="Freeform: Shape 959">
              <a:extLst>
                <a:ext uri="{FF2B5EF4-FFF2-40B4-BE49-F238E27FC236}">
                  <a16:creationId xmlns:a16="http://schemas.microsoft.com/office/drawing/2014/main" id="{29A91712-17B4-8AB5-F9DC-50272A382955}"/>
                </a:ext>
              </a:extLst>
            </p:cNvPr>
            <p:cNvSpPr/>
            <p:nvPr/>
          </p:nvSpPr>
          <p:spPr>
            <a:xfrm>
              <a:off x="10674540"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1" name="Freeform: Shape 960">
              <a:extLst>
                <a:ext uri="{FF2B5EF4-FFF2-40B4-BE49-F238E27FC236}">
                  <a16:creationId xmlns:a16="http://schemas.microsoft.com/office/drawing/2014/main" id="{76DC5D6B-26B1-92D9-065B-EC6062FD9443}"/>
                </a:ext>
              </a:extLst>
            </p:cNvPr>
            <p:cNvSpPr/>
            <p:nvPr/>
          </p:nvSpPr>
          <p:spPr>
            <a:xfrm>
              <a:off x="11511759"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2" name="Freeform: Shape 961">
              <a:extLst>
                <a:ext uri="{FF2B5EF4-FFF2-40B4-BE49-F238E27FC236}">
                  <a16:creationId xmlns:a16="http://schemas.microsoft.com/office/drawing/2014/main" id="{2A24741A-8EA4-1ABC-DA16-FD4FEDAD3C43}"/>
                </a:ext>
              </a:extLst>
            </p:cNvPr>
            <p:cNvSpPr/>
            <p:nvPr/>
          </p:nvSpPr>
          <p:spPr>
            <a:xfrm>
              <a:off x="11197802"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3" name="Freeform: Shape 962">
              <a:extLst>
                <a:ext uri="{FF2B5EF4-FFF2-40B4-BE49-F238E27FC236}">
                  <a16:creationId xmlns:a16="http://schemas.microsoft.com/office/drawing/2014/main" id="{2B004319-5E7C-722C-C682-14BB9B345E3B}"/>
                </a:ext>
              </a:extLst>
            </p:cNvPr>
            <p:cNvSpPr/>
            <p:nvPr/>
          </p:nvSpPr>
          <p:spPr>
            <a:xfrm>
              <a:off x="837218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4" name="Freeform: Shape 963">
              <a:extLst>
                <a:ext uri="{FF2B5EF4-FFF2-40B4-BE49-F238E27FC236}">
                  <a16:creationId xmlns:a16="http://schemas.microsoft.com/office/drawing/2014/main" id="{EC60260F-9708-A30F-ABFA-9671FF231DC4}"/>
                </a:ext>
              </a:extLst>
            </p:cNvPr>
            <p:cNvSpPr/>
            <p:nvPr/>
          </p:nvSpPr>
          <p:spPr>
            <a:xfrm>
              <a:off x="7848927"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5" name="Freeform: Shape 964">
              <a:extLst>
                <a:ext uri="{FF2B5EF4-FFF2-40B4-BE49-F238E27FC236}">
                  <a16:creationId xmlns:a16="http://schemas.microsoft.com/office/drawing/2014/main" id="{E9D333A0-6130-733B-56AD-23FC16153A17}"/>
                </a:ext>
              </a:extLst>
            </p:cNvPr>
            <p:cNvSpPr/>
            <p:nvPr/>
          </p:nvSpPr>
          <p:spPr>
            <a:xfrm>
              <a:off x="77442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66" name="Freeform: Shape 965">
              <a:extLst>
                <a:ext uri="{FF2B5EF4-FFF2-40B4-BE49-F238E27FC236}">
                  <a16:creationId xmlns:a16="http://schemas.microsoft.com/office/drawing/2014/main" id="{03DACEE7-6340-1B84-E2AF-0C2C5F971512}"/>
                </a:ext>
              </a:extLst>
            </p:cNvPr>
            <p:cNvSpPr/>
            <p:nvPr/>
          </p:nvSpPr>
          <p:spPr>
            <a:xfrm>
              <a:off x="6697751"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67" name="Freeform: Shape 966">
              <a:extLst>
                <a:ext uri="{FF2B5EF4-FFF2-40B4-BE49-F238E27FC236}">
                  <a16:creationId xmlns:a16="http://schemas.microsoft.com/office/drawing/2014/main" id="{A288B020-C4BF-0EA2-B1B2-2CFD5E5FF4C0}"/>
                </a:ext>
              </a:extLst>
            </p:cNvPr>
            <p:cNvSpPr/>
            <p:nvPr/>
          </p:nvSpPr>
          <p:spPr>
            <a:xfrm>
              <a:off x="10255931" y="3769468"/>
              <a:ext cx="52326" cy="51977"/>
            </a:xfrm>
            <a:custGeom>
              <a:avLst/>
              <a:gdLst>
                <a:gd name="connsiteX0" fmla="*/ 26163 w 52326"/>
                <a:gd name="connsiteY0" fmla="*/ 51977 h 51977"/>
                <a:gd name="connsiteX1" fmla="*/ 26163 w 52326"/>
                <a:gd name="connsiteY1" fmla="*/ 51977 h 51977"/>
                <a:gd name="connsiteX2" fmla="*/ 26163 w 52326"/>
                <a:gd name="connsiteY2" fmla="*/ 51977 h 51977"/>
                <a:gd name="connsiteX3" fmla="*/ 52326 w 52326"/>
                <a:gd name="connsiteY3" fmla="*/ 25814 h 51977"/>
                <a:gd name="connsiteX4" fmla="*/ 31396 w 52326"/>
                <a:gd name="connsiteY4" fmla="*/ 349 h 51977"/>
                <a:gd name="connsiteX5" fmla="*/ 30698 w 52326"/>
                <a:gd name="connsiteY5" fmla="*/ 349 h 51977"/>
                <a:gd name="connsiteX6" fmla="*/ 26163 w 52326"/>
                <a:gd name="connsiteY6" fmla="*/ 0 h 51977"/>
                <a:gd name="connsiteX7" fmla="*/ 26163 w 52326"/>
                <a:gd name="connsiteY7" fmla="*/ 0 h 51977"/>
                <a:gd name="connsiteX8" fmla="*/ 26163 w 52326"/>
                <a:gd name="connsiteY8" fmla="*/ 0 h 51977"/>
                <a:gd name="connsiteX9" fmla="*/ 0 w 52326"/>
                <a:gd name="connsiteY9" fmla="*/ 26163 h 51977"/>
                <a:gd name="connsiteX10" fmla="*/ 26163 w 52326"/>
                <a:gd name="connsiteY10"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1977">
                  <a:moveTo>
                    <a:pt x="26163" y="51977"/>
                  </a:moveTo>
                  <a:lnTo>
                    <a:pt x="26163" y="51977"/>
                  </a:ln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lnTo>
                    <a:pt x="26163" y="0"/>
                  </a:ln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968" name="Freeform: Shape 967">
              <a:extLst>
                <a:ext uri="{FF2B5EF4-FFF2-40B4-BE49-F238E27FC236}">
                  <a16:creationId xmlns:a16="http://schemas.microsoft.com/office/drawing/2014/main" id="{5955462B-9EB8-84C8-592D-37B403532CDC}"/>
                </a:ext>
              </a:extLst>
            </p:cNvPr>
            <p:cNvSpPr/>
            <p:nvPr/>
          </p:nvSpPr>
          <p:spPr>
            <a:xfrm>
              <a:off x="12139673" y="3664467"/>
              <a:ext cx="52326" cy="52326"/>
            </a:xfrm>
            <a:custGeom>
              <a:avLst/>
              <a:gdLst>
                <a:gd name="connsiteX0" fmla="*/ 26163 w 52326"/>
                <a:gd name="connsiteY0" fmla="*/ 52326 h 52326"/>
                <a:gd name="connsiteX1" fmla="*/ 31396 w 52326"/>
                <a:gd name="connsiteY1" fmla="*/ 51628 h 52326"/>
                <a:gd name="connsiteX2" fmla="*/ 52326 w 52326"/>
                <a:gd name="connsiteY2" fmla="*/ 26163 h 52326"/>
                <a:gd name="connsiteX3" fmla="*/ 26163 w 52326"/>
                <a:gd name="connsiteY3" fmla="*/ 0 h 52326"/>
                <a:gd name="connsiteX4" fmla="*/ 18489 w 52326"/>
                <a:gd name="connsiteY4" fmla="*/ 1046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27907" y="52326"/>
                    <a:pt x="29652" y="51977"/>
                    <a:pt x="31396" y="51628"/>
                  </a:cubicBezTo>
                  <a:cubicBezTo>
                    <a:pt x="43256" y="49187"/>
                    <a:pt x="52326" y="38721"/>
                    <a:pt x="52326" y="26163"/>
                  </a:cubicBezTo>
                  <a:cubicBezTo>
                    <a:pt x="52326" y="11861"/>
                    <a:pt x="40466" y="0"/>
                    <a:pt x="26163" y="0"/>
                  </a:cubicBezTo>
                  <a:cubicBezTo>
                    <a:pt x="23372" y="0"/>
                    <a:pt x="20930" y="349"/>
                    <a:pt x="18489" y="1046"/>
                  </a:cubicBezTo>
                  <a:cubicBezTo>
                    <a:pt x="7674" y="4186"/>
                    <a:pt x="0" y="14302"/>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969" name="Freeform: Shape 968">
              <a:extLst>
                <a:ext uri="{FF2B5EF4-FFF2-40B4-BE49-F238E27FC236}">
                  <a16:creationId xmlns:a16="http://schemas.microsoft.com/office/drawing/2014/main" id="{446AC8C5-0DB4-2D18-49E3-051277EA0461}"/>
                </a:ext>
              </a:extLst>
            </p:cNvPr>
            <p:cNvSpPr/>
            <p:nvPr/>
          </p:nvSpPr>
          <p:spPr>
            <a:xfrm>
              <a:off x="12035021"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0" name="Freeform: Shape 969">
              <a:extLst>
                <a:ext uri="{FF2B5EF4-FFF2-40B4-BE49-F238E27FC236}">
                  <a16:creationId xmlns:a16="http://schemas.microsoft.com/office/drawing/2014/main" id="{38E6173F-1F5D-471B-091A-C07CF32307B5}"/>
                </a:ext>
              </a:extLst>
            </p:cNvPr>
            <p:cNvSpPr/>
            <p:nvPr/>
          </p:nvSpPr>
          <p:spPr>
            <a:xfrm>
              <a:off x="12139673"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1" name="Freeform: Shape 970">
              <a:extLst>
                <a:ext uri="{FF2B5EF4-FFF2-40B4-BE49-F238E27FC236}">
                  <a16:creationId xmlns:a16="http://schemas.microsoft.com/office/drawing/2014/main" id="{7DF53EAA-3291-BDB9-5BC2-87E6C625FF3E}"/>
                </a:ext>
              </a:extLst>
            </p:cNvPr>
            <p:cNvSpPr/>
            <p:nvPr/>
          </p:nvSpPr>
          <p:spPr>
            <a:xfrm>
              <a:off x="1213967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2" name="Freeform: Shape 971">
              <a:extLst>
                <a:ext uri="{FF2B5EF4-FFF2-40B4-BE49-F238E27FC236}">
                  <a16:creationId xmlns:a16="http://schemas.microsoft.com/office/drawing/2014/main" id="{2AC1B1FC-55C9-CF9A-D31E-A52C9FAB2B75}"/>
                </a:ext>
              </a:extLst>
            </p:cNvPr>
            <p:cNvSpPr/>
            <p:nvPr/>
          </p:nvSpPr>
          <p:spPr>
            <a:xfrm>
              <a:off x="1130245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3" name="Freeform: Shape 972">
              <a:extLst>
                <a:ext uri="{FF2B5EF4-FFF2-40B4-BE49-F238E27FC236}">
                  <a16:creationId xmlns:a16="http://schemas.microsoft.com/office/drawing/2014/main" id="{AFF41409-7B91-F3E0-85AF-017BDDBE6C30}"/>
                </a:ext>
              </a:extLst>
            </p:cNvPr>
            <p:cNvSpPr/>
            <p:nvPr/>
          </p:nvSpPr>
          <p:spPr>
            <a:xfrm>
              <a:off x="1088384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4" name="Freeform: Shape 973">
              <a:extLst>
                <a:ext uri="{FF2B5EF4-FFF2-40B4-BE49-F238E27FC236}">
                  <a16:creationId xmlns:a16="http://schemas.microsoft.com/office/drawing/2014/main" id="{2D3F3856-96DB-4A86-51D0-589C5A247F7F}"/>
                </a:ext>
              </a:extLst>
            </p:cNvPr>
            <p:cNvSpPr/>
            <p:nvPr/>
          </p:nvSpPr>
          <p:spPr>
            <a:xfrm>
              <a:off x="10465236" y="502494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75" name="Freeform: Shape 974">
              <a:extLst>
                <a:ext uri="{FF2B5EF4-FFF2-40B4-BE49-F238E27FC236}">
                  <a16:creationId xmlns:a16="http://schemas.microsoft.com/office/drawing/2014/main" id="{B29EC34F-CAB5-E8D3-5192-9958C88E3BEA}"/>
                </a:ext>
              </a:extLst>
            </p:cNvPr>
            <p:cNvSpPr/>
            <p:nvPr/>
          </p:nvSpPr>
          <p:spPr>
            <a:xfrm>
              <a:off x="11511759"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6" name="Freeform: Shape 975">
              <a:extLst>
                <a:ext uri="{FF2B5EF4-FFF2-40B4-BE49-F238E27FC236}">
                  <a16:creationId xmlns:a16="http://schemas.microsoft.com/office/drawing/2014/main" id="{0456FB13-DA71-C11A-EA63-78FF4716C79A}"/>
                </a:ext>
              </a:extLst>
            </p:cNvPr>
            <p:cNvSpPr/>
            <p:nvPr/>
          </p:nvSpPr>
          <p:spPr>
            <a:xfrm>
              <a:off x="1098849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7" name="Freeform: Shape 976">
              <a:extLst>
                <a:ext uri="{FF2B5EF4-FFF2-40B4-BE49-F238E27FC236}">
                  <a16:creationId xmlns:a16="http://schemas.microsoft.com/office/drawing/2014/main" id="{5E1DA303-4E9D-30D2-D20F-C90089A9E9ED}"/>
                </a:ext>
              </a:extLst>
            </p:cNvPr>
            <p:cNvSpPr/>
            <p:nvPr/>
          </p:nvSpPr>
          <p:spPr>
            <a:xfrm>
              <a:off x="10779193"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8" name="Freeform: Shape 977">
              <a:extLst>
                <a:ext uri="{FF2B5EF4-FFF2-40B4-BE49-F238E27FC236}">
                  <a16:creationId xmlns:a16="http://schemas.microsoft.com/office/drawing/2014/main" id="{12CAC005-1DB4-EBE0-7120-67160968F24C}"/>
                </a:ext>
              </a:extLst>
            </p:cNvPr>
            <p:cNvSpPr/>
            <p:nvPr/>
          </p:nvSpPr>
          <p:spPr>
            <a:xfrm>
              <a:off x="9314060"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79" name="Freeform: Shape 978">
              <a:extLst>
                <a:ext uri="{FF2B5EF4-FFF2-40B4-BE49-F238E27FC236}">
                  <a16:creationId xmlns:a16="http://schemas.microsoft.com/office/drawing/2014/main" id="{147DA3D6-C1A0-1ACB-687B-7F2F9EAFF9B9}"/>
                </a:ext>
              </a:extLst>
            </p:cNvPr>
            <p:cNvSpPr/>
            <p:nvPr/>
          </p:nvSpPr>
          <p:spPr>
            <a:xfrm>
              <a:off x="8476841"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0" name="Freeform: Shape 979">
              <a:extLst>
                <a:ext uri="{FF2B5EF4-FFF2-40B4-BE49-F238E27FC236}">
                  <a16:creationId xmlns:a16="http://schemas.microsoft.com/office/drawing/2014/main" id="{A636624D-DA3F-700F-570E-81167B6183BD}"/>
                </a:ext>
              </a:extLst>
            </p:cNvPr>
            <p:cNvSpPr/>
            <p:nvPr/>
          </p:nvSpPr>
          <p:spPr>
            <a:xfrm>
              <a:off x="774427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1" name="Freeform: Shape 980">
              <a:extLst>
                <a:ext uri="{FF2B5EF4-FFF2-40B4-BE49-F238E27FC236}">
                  <a16:creationId xmlns:a16="http://schemas.microsoft.com/office/drawing/2014/main" id="{D83728E4-4328-C78C-7018-765495DE3BD1}"/>
                </a:ext>
              </a:extLst>
            </p:cNvPr>
            <p:cNvSpPr/>
            <p:nvPr/>
          </p:nvSpPr>
          <p:spPr>
            <a:xfrm>
              <a:off x="6802403"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82" name="Freeform: Shape 981">
              <a:extLst>
                <a:ext uri="{FF2B5EF4-FFF2-40B4-BE49-F238E27FC236}">
                  <a16:creationId xmlns:a16="http://schemas.microsoft.com/office/drawing/2014/main" id="{07FFE3F8-5FD4-3965-2F8D-32DDABC9D7C2}"/>
                </a:ext>
              </a:extLst>
            </p:cNvPr>
            <p:cNvSpPr/>
            <p:nvPr/>
          </p:nvSpPr>
          <p:spPr>
            <a:xfrm>
              <a:off x="6697751" y="178072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83" name="Freeform: Shape 982">
              <a:extLst>
                <a:ext uri="{FF2B5EF4-FFF2-40B4-BE49-F238E27FC236}">
                  <a16:creationId xmlns:a16="http://schemas.microsoft.com/office/drawing/2014/main" id="{2C0A82A0-D729-9714-A2DC-6B2C100047AD}"/>
                </a:ext>
              </a:extLst>
            </p:cNvPr>
            <p:cNvSpPr/>
            <p:nvPr/>
          </p:nvSpPr>
          <p:spPr>
            <a:xfrm>
              <a:off x="6697751"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984" name="Freeform: Shape 983">
              <a:extLst>
                <a:ext uri="{FF2B5EF4-FFF2-40B4-BE49-F238E27FC236}">
                  <a16:creationId xmlns:a16="http://schemas.microsoft.com/office/drawing/2014/main" id="{CA31DCBA-F42E-B4DA-B4C1-FF2707B3BB30}"/>
                </a:ext>
              </a:extLst>
            </p:cNvPr>
            <p:cNvSpPr/>
            <p:nvPr/>
          </p:nvSpPr>
          <p:spPr>
            <a:xfrm>
              <a:off x="6174489" y="4920296"/>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26163 w 52326"/>
                <a:gd name="connsiteY5" fmla="*/ 0 h 52326"/>
                <a:gd name="connsiteX6" fmla="*/ 18489 w 52326"/>
                <a:gd name="connsiteY6" fmla="*/ 1046 h 52326"/>
                <a:gd name="connsiteX7" fmla="*/ 15000 w 52326"/>
                <a:gd name="connsiteY7" fmla="*/ 2442 h 52326"/>
                <a:gd name="connsiteX8" fmla="*/ 11512 w 52326"/>
                <a:gd name="connsiteY8" fmla="*/ 4535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1744" y="52326"/>
                    <a:pt x="36628" y="50582"/>
                    <a:pt x="40814" y="47791"/>
                  </a:cubicBezTo>
                  <a:cubicBezTo>
                    <a:pt x="47791" y="43256"/>
                    <a:pt x="52326" y="35233"/>
                    <a:pt x="52326" y="26163"/>
                  </a:cubicBezTo>
                  <a:cubicBezTo>
                    <a:pt x="52326" y="11861"/>
                    <a:pt x="40465" y="0"/>
                    <a:pt x="26163" y="0"/>
                  </a:cubicBezTo>
                  <a:lnTo>
                    <a:pt x="26163" y="0"/>
                  </a:lnTo>
                  <a:cubicBezTo>
                    <a:pt x="23372" y="0"/>
                    <a:pt x="20930" y="349"/>
                    <a:pt x="18489" y="1046"/>
                  </a:cubicBezTo>
                  <a:cubicBezTo>
                    <a:pt x="17442" y="1395"/>
                    <a:pt x="16047" y="1744"/>
                    <a:pt x="15000" y="2442"/>
                  </a:cubicBezTo>
                  <a:cubicBezTo>
                    <a:pt x="13954" y="3140"/>
                    <a:pt x="12558" y="3488"/>
                    <a:pt x="11512" y="4535"/>
                  </a:cubicBezTo>
                  <a:cubicBezTo>
                    <a:pt x="4535" y="9070"/>
                    <a:pt x="0" y="17093"/>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985" name="Freeform: Shape 984">
              <a:extLst>
                <a:ext uri="{FF2B5EF4-FFF2-40B4-BE49-F238E27FC236}">
                  <a16:creationId xmlns:a16="http://schemas.microsoft.com/office/drawing/2014/main" id="{F1B000DE-7E2D-B39A-D99D-2026CCD0E014}"/>
                </a:ext>
              </a:extLst>
            </p:cNvPr>
            <p:cNvSpPr/>
            <p:nvPr/>
          </p:nvSpPr>
          <p:spPr>
            <a:xfrm>
              <a:off x="6069836" y="2617944"/>
              <a:ext cx="52326" cy="52326"/>
            </a:xfrm>
            <a:custGeom>
              <a:avLst/>
              <a:gdLst>
                <a:gd name="connsiteX0" fmla="*/ 13605 w 52326"/>
                <a:gd name="connsiteY0" fmla="*/ 49187 h 52326"/>
                <a:gd name="connsiteX1" fmla="*/ 26163 w 52326"/>
                <a:gd name="connsiteY1" fmla="*/ 52326 h 52326"/>
                <a:gd name="connsiteX2" fmla="*/ 26163 w 52326"/>
                <a:gd name="connsiteY2" fmla="*/ 52326 h 52326"/>
                <a:gd name="connsiteX3" fmla="*/ 52326 w 52326"/>
                <a:gd name="connsiteY3" fmla="*/ 26163 h 52326"/>
                <a:gd name="connsiteX4" fmla="*/ 38721 w 52326"/>
                <a:gd name="connsiteY4" fmla="*/ 3140 h 52326"/>
                <a:gd name="connsiteX5" fmla="*/ 26163 w 52326"/>
                <a:gd name="connsiteY5" fmla="*/ 0 h 52326"/>
                <a:gd name="connsiteX6" fmla="*/ 26163 w 52326"/>
                <a:gd name="connsiteY6" fmla="*/ 0 h 52326"/>
                <a:gd name="connsiteX7" fmla="*/ 0 w 52326"/>
                <a:gd name="connsiteY7" fmla="*/ 26163 h 52326"/>
                <a:gd name="connsiteX8" fmla="*/ 13605 w 52326"/>
                <a:gd name="connsiteY8" fmla="*/ 4918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3605" y="49187"/>
                  </a:moveTo>
                  <a:cubicBezTo>
                    <a:pt x="17442" y="51280"/>
                    <a:pt x="21628" y="52326"/>
                    <a:pt x="26163" y="52326"/>
                  </a:cubicBezTo>
                  <a:lnTo>
                    <a:pt x="26163" y="52326"/>
                  </a:lnTo>
                  <a:cubicBezTo>
                    <a:pt x="40465" y="52326"/>
                    <a:pt x="52326" y="40466"/>
                    <a:pt x="52326" y="26163"/>
                  </a:cubicBezTo>
                  <a:cubicBezTo>
                    <a:pt x="52326" y="16396"/>
                    <a:pt x="46745" y="7675"/>
                    <a:pt x="38721" y="3140"/>
                  </a:cubicBezTo>
                  <a:cubicBezTo>
                    <a:pt x="34884" y="1046"/>
                    <a:pt x="30698" y="0"/>
                    <a:pt x="26163" y="0"/>
                  </a:cubicBezTo>
                  <a:lnTo>
                    <a:pt x="26163" y="0"/>
                  </a:lnTo>
                  <a:cubicBezTo>
                    <a:pt x="11861" y="0"/>
                    <a:pt x="0" y="11861"/>
                    <a:pt x="0" y="26163"/>
                  </a:cubicBezTo>
                  <a:cubicBezTo>
                    <a:pt x="0" y="35931"/>
                    <a:pt x="5581" y="44652"/>
                    <a:pt x="13605" y="49187"/>
                  </a:cubicBezTo>
                  <a:close/>
                </a:path>
              </a:pathLst>
            </a:custGeom>
            <a:grpFill/>
            <a:ln w="3488" cap="flat">
              <a:noFill/>
              <a:prstDash val="solid"/>
              <a:miter/>
            </a:ln>
          </p:spPr>
          <p:txBody>
            <a:bodyPr rtlCol="0" anchor="ctr"/>
            <a:lstStyle/>
            <a:p>
              <a:endParaRPr lang="en-ID"/>
            </a:p>
          </p:txBody>
        </p:sp>
        <p:sp>
          <p:nvSpPr>
            <p:cNvPr id="986" name="Freeform: Shape 985">
              <a:extLst>
                <a:ext uri="{FF2B5EF4-FFF2-40B4-BE49-F238E27FC236}">
                  <a16:creationId xmlns:a16="http://schemas.microsoft.com/office/drawing/2014/main" id="{1ADC6A6E-667D-7FC1-E405-48A809DAA0C5}"/>
                </a:ext>
              </a:extLst>
            </p:cNvPr>
            <p:cNvSpPr/>
            <p:nvPr/>
          </p:nvSpPr>
          <p:spPr>
            <a:xfrm>
              <a:off x="10255931" y="3559815"/>
              <a:ext cx="52326" cy="52326"/>
            </a:xfrm>
            <a:custGeom>
              <a:avLst/>
              <a:gdLst>
                <a:gd name="connsiteX0" fmla="*/ 26163 w 52326"/>
                <a:gd name="connsiteY0" fmla="*/ 0 h 52326"/>
                <a:gd name="connsiteX1" fmla="*/ 7674 w 52326"/>
                <a:gd name="connsiteY1" fmla="*/ 7675 h 52326"/>
                <a:gd name="connsiteX2" fmla="*/ 5233 w 52326"/>
                <a:gd name="connsiteY2" fmla="*/ 10465 h 52326"/>
                <a:gd name="connsiteX3" fmla="*/ 3139 w 52326"/>
                <a:gd name="connsiteY3" fmla="*/ 13605 h 52326"/>
                <a:gd name="connsiteX4" fmla="*/ 0 w 52326"/>
                <a:gd name="connsiteY4" fmla="*/ 26163 h 52326"/>
                <a:gd name="connsiteX5" fmla="*/ 0 w 52326"/>
                <a:gd name="connsiteY5" fmla="*/ 26163 h 52326"/>
                <a:gd name="connsiteX6" fmla="*/ 26163 w 52326"/>
                <a:gd name="connsiteY6" fmla="*/ 52326 h 52326"/>
                <a:gd name="connsiteX7" fmla="*/ 44652 w 52326"/>
                <a:gd name="connsiteY7" fmla="*/ 44652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18837" y="0"/>
                    <a:pt x="12559" y="2791"/>
                    <a:pt x="7674" y="7675"/>
                  </a:cubicBezTo>
                  <a:cubicBezTo>
                    <a:pt x="6628" y="8721"/>
                    <a:pt x="5930" y="9419"/>
                    <a:pt x="5233" y="10465"/>
                  </a:cubicBezTo>
                  <a:cubicBezTo>
                    <a:pt x="4535" y="11512"/>
                    <a:pt x="3838" y="12558"/>
                    <a:pt x="3139" y="13605"/>
                  </a:cubicBezTo>
                  <a:cubicBezTo>
                    <a:pt x="1047" y="17442"/>
                    <a:pt x="0" y="21628"/>
                    <a:pt x="0" y="26163"/>
                  </a:cubicBezTo>
                  <a:lnTo>
                    <a:pt x="0" y="26163"/>
                  </a:ln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987" name="Freeform: Shape 986">
              <a:extLst>
                <a:ext uri="{FF2B5EF4-FFF2-40B4-BE49-F238E27FC236}">
                  <a16:creationId xmlns:a16="http://schemas.microsoft.com/office/drawing/2014/main" id="{57531FCB-5FB3-4B42-9D3B-1343ED8FFC12}"/>
                </a:ext>
              </a:extLst>
            </p:cNvPr>
            <p:cNvSpPr/>
            <p:nvPr/>
          </p:nvSpPr>
          <p:spPr>
            <a:xfrm>
              <a:off x="11511759" y="230398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279 w 52326"/>
                <a:gd name="connsiteY3" fmla="*/ 18489 h 52326"/>
                <a:gd name="connsiteX4" fmla="*/ 26163 w 52326"/>
                <a:gd name="connsiteY4" fmla="*/ 0 h 52326"/>
                <a:gd name="connsiteX5" fmla="*/ 0 w 52326"/>
                <a:gd name="connsiteY5" fmla="*/ 26163 h 52326"/>
                <a:gd name="connsiteX6" fmla="*/ 2093 w 52326"/>
                <a:gd name="connsiteY6" fmla="*/ 36628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3372"/>
                    <a:pt x="51977" y="20930"/>
                    <a:pt x="51279" y="18489"/>
                  </a:cubicBezTo>
                  <a:cubicBezTo>
                    <a:pt x="48140" y="7675"/>
                    <a:pt x="38023" y="0"/>
                    <a:pt x="26163" y="0"/>
                  </a:cubicBezTo>
                  <a:cubicBezTo>
                    <a:pt x="11860" y="0"/>
                    <a:pt x="0" y="11861"/>
                    <a:pt x="0" y="26163"/>
                  </a:cubicBezTo>
                  <a:cubicBezTo>
                    <a:pt x="0" y="30000"/>
                    <a:pt x="698" y="33489"/>
                    <a:pt x="2093" y="36628"/>
                  </a:cubicBezTo>
                  <a:cubicBezTo>
                    <a:pt x="6279" y="46047"/>
                    <a:pt x="15349" y="52326"/>
                    <a:pt x="26163" y="52326"/>
                  </a:cubicBezTo>
                  <a:close/>
                </a:path>
              </a:pathLst>
            </a:custGeom>
            <a:grpFill/>
            <a:ln w="3488" cap="flat">
              <a:noFill/>
              <a:prstDash val="solid"/>
              <a:miter/>
            </a:ln>
          </p:spPr>
          <p:txBody>
            <a:bodyPr rtlCol="0" anchor="ctr"/>
            <a:lstStyle/>
            <a:p>
              <a:endParaRPr lang="en-ID"/>
            </a:p>
          </p:txBody>
        </p:sp>
        <p:sp>
          <p:nvSpPr>
            <p:cNvPr id="988" name="Freeform: Shape 987">
              <a:extLst>
                <a:ext uri="{FF2B5EF4-FFF2-40B4-BE49-F238E27FC236}">
                  <a16:creationId xmlns:a16="http://schemas.microsoft.com/office/drawing/2014/main" id="{8B843A57-0524-9D5F-0425-BE3E8142D87F}"/>
                </a:ext>
              </a:extLst>
            </p:cNvPr>
            <p:cNvSpPr/>
            <p:nvPr/>
          </p:nvSpPr>
          <p:spPr>
            <a:xfrm>
              <a:off x="7011708" y="4710991"/>
              <a:ext cx="52326" cy="52326"/>
            </a:xfrm>
            <a:custGeom>
              <a:avLst/>
              <a:gdLst>
                <a:gd name="connsiteX0" fmla="*/ 0 w 52326"/>
                <a:gd name="connsiteY0" fmla="*/ 26163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0" y="26163"/>
                  </a:moveTo>
                  <a:cubicBezTo>
                    <a:pt x="0" y="40465"/>
                    <a:pt x="11861" y="52326"/>
                    <a:pt x="26163" y="52326"/>
                  </a:cubicBezTo>
                  <a:cubicBezTo>
                    <a:pt x="40465" y="52326"/>
                    <a:pt x="52326" y="40465"/>
                    <a:pt x="52326" y="26163"/>
                  </a:cubicBezTo>
                  <a:cubicBezTo>
                    <a:pt x="52326" y="26163"/>
                    <a:pt x="52326" y="26163"/>
                    <a:pt x="52326" y="26163"/>
                  </a:cubicBezTo>
                  <a:cubicBezTo>
                    <a:pt x="52326" y="11861"/>
                    <a:pt x="40465" y="0"/>
                    <a:pt x="26163" y="0"/>
                  </a:cubicBezTo>
                  <a:lnTo>
                    <a:pt x="26163" y="0"/>
                  </a:lnTo>
                  <a:cubicBezTo>
                    <a:pt x="11861"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989" name="Freeform: Shape 988">
              <a:extLst>
                <a:ext uri="{FF2B5EF4-FFF2-40B4-BE49-F238E27FC236}">
                  <a16:creationId xmlns:a16="http://schemas.microsoft.com/office/drawing/2014/main" id="{F6F54A4F-C0BD-8265-5E50-BB1335F74DDC}"/>
                </a:ext>
              </a:extLst>
            </p:cNvPr>
            <p:cNvSpPr/>
            <p:nvPr/>
          </p:nvSpPr>
          <p:spPr>
            <a:xfrm>
              <a:off x="6383793"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0" name="Freeform: Shape 989">
              <a:extLst>
                <a:ext uri="{FF2B5EF4-FFF2-40B4-BE49-F238E27FC236}">
                  <a16:creationId xmlns:a16="http://schemas.microsoft.com/office/drawing/2014/main" id="{F41E2867-88DF-36C9-C0BB-B53411B8C51D}"/>
                </a:ext>
              </a:extLst>
            </p:cNvPr>
            <p:cNvSpPr/>
            <p:nvPr/>
          </p:nvSpPr>
          <p:spPr>
            <a:xfrm>
              <a:off x="1213967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1" name="Freeform: Shape 990">
              <a:extLst>
                <a:ext uri="{FF2B5EF4-FFF2-40B4-BE49-F238E27FC236}">
                  <a16:creationId xmlns:a16="http://schemas.microsoft.com/office/drawing/2014/main" id="{C12377B7-6A75-3770-A988-DA9777229462}"/>
                </a:ext>
              </a:extLst>
            </p:cNvPr>
            <p:cNvSpPr/>
            <p:nvPr/>
          </p:nvSpPr>
          <p:spPr>
            <a:xfrm>
              <a:off x="12139673"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2" name="Freeform: Shape 991">
              <a:extLst>
                <a:ext uri="{FF2B5EF4-FFF2-40B4-BE49-F238E27FC236}">
                  <a16:creationId xmlns:a16="http://schemas.microsoft.com/office/drawing/2014/main" id="{8ABD85A5-2DD0-DD9C-E0C0-CABC15F223F7}"/>
                </a:ext>
              </a:extLst>
            </p:cNvPr>
            <p:cNvSpPr/>
            <p:nvPr/>
          </p:nvSpPr>
          <p:spPr>
            <a:xfrm>
              <a:off x="1130245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993" name="Freeform: Shape 992">
              <a:extLst>
                <a:ext uri="{FF2B5EF4-FFF2-40B4-BE49-F238E27FC236}">
                  <a16:creationId xmlns:a16="http://schemas.microsoft.com/office/drawing/2014/main" id="{AE187FC4-1F87-D10D-0929-27B61FDB2485}"/>
                </a:ext>
              </a:extLst>
            </p:cNvPr>
            <p:cNvSpPr/>
            <p:nvPr/>
          </p:nvSpPr>
          <p:spPr>
            <a:xfrm>
              <a:off x="11093150"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4" name="Freeform: Shape 993">
              <a:extLst>
                <a:ext uri="{FF2B5EF4-FFF2-40B4-BE49-F238E27FC236}">
                  <a16:creationId xmlns:a16="http://schemas.microsoft.com/office/drawing/2014/main" id="{366A1778-C804-D9C5-C6CA-A9083EBF6FAA}"/>
                </a:ext>
              </a:extLst>
            </p:cNvPr>
            <p:cNvSpPr/>
            <p:nvPr/>
          </p:nvSpPr>
          <p:spPr>
            <a:xfrm>
              <a:off x="11093150"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5" name="Freeform: Shape 994">
              <a:extLst>
                <a:ext uri="{FF2B5EF4-FFF2-40B4-BE49-F238E27FC236}">
                  <a16:creationId xmlns:a16="http://schemas.microsoft.com/office/drawing/2014/main" id="{F99BC939-D16B-2369-EE00-6CB973034382}"/>
                </a:ext>
              </a:extLst>
            </p:cNvPr>
            <p:cNvSpPr/>
            <p:nvPr/>
          </p:nvSpPr>
          <p:spPr>
            <a:xfrm>
              <a:off x="1088384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6" name="Freeform: Shape 995">
              <a:extLst>
                <a:ext uri="{FF2B5EF4-FFF2-40B4-BE49-F238E27FC236}">
                  <a16:creationId xmlns:a16="http://schemas.microsoft.com/office/drawing/2014/main" id="{EA3CD21A-C660-CF7D-9EF7-E666028C215C}"/>
                </a:ext>
              </a:extLst>
            </p:cNvPr>
            <p:cNvSpPr/>
            <p:nvPr/>
          </p:nvSpPr>
          <p:spPr>
            <a:xfrm>
              <a:off x="1015127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7" name="Freeform: Shape 996">
              <a:extLst>
                <a:ext uri="{FF2B5EF4-FFF2-40B4-BE49-F238E27FC236}">
                  <a16:creationId xmlns:a16="http://schemas.microsoft.com/office/drawing/2014/main" id="{1EE0A686-F296-96A8-FE05-98B395D945E9}"/>
                </a:ext>
              </a:extLst>
            </p:cNvPr>
            <p:cNvSpPr/>
            <p:nvPr/>
          </p:nvSpPr>
          <p:spPr>
            <a:xfrm>
              <a:off x="95233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8" name="Freeform: Shape 997">
              <a:extLst>
                <a:ext uri="{FF2B5EF4-FFF2-40B4-BE49-F238E27FC236}">
                  <a16:creationId xmlns:a16="http://schemas.microsoft.com/office/drawing/2014/main" id="{BFB3523C-72A9-2516-37AA-6072E6473C42}"/>
                </a:ext>
              </a:extLst>
            </p:cNvPr>
            <p:cNvSpPr/>
            <p:nvPr/>
          </p:nvSpPr>
          <p:spPr>
            <a:xfrm>
              <a:off x="9104755"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999" name="Freeform: Shape 998">
              <a:extLst>
                <a:ext uri="{FF2B5EF4-FFF2-40B4-BE49-F238E27FC236}">
                  <a16:creationId xmlns:a16="http://schemas.microsoft.com/office/drawing/2014/main" id="{FBFCA9F7-E850-FBF2-7F18-BCC00A3EA1D0}"/>
                </a:ext>
              </a:extLst>
            </p:cNvPr>
            <p:cNvSpPr/>
            <p:nvPr/>
          </p:nvSpPr>
          <p:spPr>
            <a:xfrm>
              <a:off x="7848927"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00" name="Freeform: Shape 999">
              <a:extLst>
                <a:ext uri="{FF2B5EF4-FFF2-40B4-BE49-F238E27FC236}">
                  <a16:creationId xmlns:a16="http://schemas.microsoft.com/office/drawing/2014/main" id="{F47C95EC-9EAF-72DE-754E-7697AAD97190}"/>
                </a:ext>
              </a:extLst>
            </p:cNvPr>
            <p:cNvSpPr/>
            <p:nvPr/>
          </p:nvSpPr>
          <p:spPr>
            <a:xfrm>
              <a:off x="6488446"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1" name="Freeform: Shape 1000">
              <a:extLst>
                <a:ext uri="{FF2B5EF4-FFF2-40B4-BE49-F238E27FC236}">
                  <a16:creationId xmlns:a16="http://schemas.microsoft.com/office/drawing/2014/main" id="{035110FC-9C56-B321-74C3-AF34C82A478A}"/>
                </a:ext>
              </a:extLst>
            </p:cNvPr>
            <p:cNvSpPr/>
            <p:nvPr/>
          </p:nvSpPr>
          <p:spPr>
            <a:xfrm>
              <a:off x="6069836" y="50249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02" name="Freeform: Shape 1001">
              <a:extLst>
                <a:ext uri="{FF2B5EF4-FFF2-40B4-BE49-F238E27FC236}">
                  <a16:creationId xmlns:a16="http://schemas.microsoft.com/office/drawing/2014/main" id="{0753F0F5-2C0F-62CE-D635-08B776AD8B9B}"/>
                </a:ext>
              </a:extLst>
            </p:cNvPr>
            <p:cNvSpPr/>
            <p:nvPr/>
          </p:nvSpPr>
          <p:spPr>
            <a:xfrm>
              <a:off x="606983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3" name="Freeform: Shape 1002">
              <a:extLst>
                <a:ext uri="{FF2B5EF4-FFF2-40B4-BE49-F238E27FC236}">
                  <a16:creationId xmlns:a16="http://schemas.microsoft.com/office/drawing/2014/main" id="{A7F7EFC7-D628-8A64-336C-A9FF5D177A65}"/>
                </a:ext>
              </a:extLst>
            </p:cNvPr>
            <p:cNvSpPr/>
            <p:nvPr/>
          </p:nvSpPr>
          <p:spPr>
            <a:xfrm>
              <a:off x="8581493" y="4397034"/>
              <a:ext cx="52326" cy="52326"/>
            </a:xfrm>
            <a:custGeom>
              <a:avLst/>
              <a:gdLst>
                <a:gd name="connsiteX0" fmla="*/ 26163 w 52326"/>
                <a:gd name="connsiteY0" fmla="*/ 0 h 52326"/>
                <a:gd name="connsiteX1" fmla="*/ 0 w 52326"/>
                <a:gd name="connsiteY1" fmla="*/ 26163 h 52326"/>
                <a:gd name="connsiteX2" fmla="*/ 5930 w 52326"/>
                <a:gd name="connsiteY2" fmla="*/ 42907 h 52326"/>
                <a:gd name="connsiteX3" fmla="*/ 26163 w 52326"/>
                <a:gd name="connsiteY3" fmla="*/ 52326 h 52326"/>
                <a:gd name="connsiteX4" fmla="*/ 52326 w 52326"/>
                <a:gd name="connsiteY4" fmla="*/ 26163 h 52326"/>
                <a:gd name="connsiteX5" fmla="*/ 52326 w 52326"/>
                <a:gd name="connsiteY5" fmla="*/ 26163 h 52326"/>
                <a:gd name="connsiteX6" fmla="*/ 44652 w 52326"/>
                <a:gd name="connsiteY6" fmla="*/ 767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2442"/>
                    <a:pt x="2093" y="38373"/>
                    <a:pt x="5930" y="42907"/>
                  </a:cubicBezTo>
                  <a:cubicBezTo>
                    <a:pt x="10814" y="48838"/>
                    <a:pt x="18140" y="52326"/>
                    <a:pt x="26163" y="52326"/>
                  </a:cubicBezTo>
                  <a:cubicBezTo>
                    <a:pt x="40466" y="52326"/>
                    <a:pt x="52326" y="40465"/>
                    <a:pt x="52326" y="26163"/>
                  </a:cubicBezTo>
                  <a:lnTo>
                    <a:pt x="52326" y="26163"/>
                  </a:lnTo>
                  <a:cubicBezTo>
                    <a:pt x="52326" y="18838"/>
                    <a:pt x="49535" y="12558"/>
                    <a:pt x="44652" y="7675"/>
                  </a:cubicBezTo>
                  <a:cubicBezTo>
                    <a:pt x="39768" y="2791"/>
                    <a:pt x="33489" y="0"/>
                    <a:pt x="26163" y="0"/>
                  </a:cubicBezTo>
                  <a:close/>
                </a:path>
              </a:pathLst>
            </a:custGeom>
            <a:grpFill/>
            <a:ln w="3488" cap="flat">
              <a:noFill/>
              <a:prstDash val="solid"/>
              <a:miter/>
            </a:ln>
          </p:spPr>
          <p:txBody>
            <a:bodyPr rtlCol="0" anchor="ctr"/>
            <a:lstStyle/>
            <a:p>
              <a:endParaRPr lang="en-ID"/>
            </a:p>
          </p:txBody>
        </p:sp>
        <p:sp>
          <p:nvSpPr>
            <p:cNvPr id="1004" name="Freeform: Shape 1003">
              <a:extLst>
                <a:ext uri="{FF2B5EF4-FFF2-40B4-BE49-F238E27FC236}">
                  <a16:creationId xmlns:a16="http://schemas.microsoft.com/office/drawing/2014/main" id="{CBEC8ED0-2111-AFF5-4D2D-796C71405B7B}"/>
                </a:ext>
              </a:extLst>
            </p:cNvPr>
            <p:cNvSpPr/>
            <p:nvPr/>
          </p:nvSpPr>
          <p:spPr>
            <a:xfrm>
              <a:off x="1130245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5" name="Freeform: Shape 1004">
              <a:extLst>
                <a:ext uri="{FF2B5EF4-FFF2-40B4-BE49-F238E27FC236}">
                  <a16:creationId xmlns:a16="http://schemas.microsoft.com/office/drawing/2014/main" id="{77CA08C7-1E9E-5C4E-7136-A17717B0DFD0}"/>
                </a:ext>
              </a:extLst>
            </p:cNvPr>
            <p:cNvSpPr/>
            <p:nvPr/>
          </p:nvSpPr>
          <p:spPr>
            <a:xfrm>
              <a:off x="1067454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06" name="Freeform: Shape 1005">
              <a:extLst>
                <a:ext uri="{FF2B5EF4-FFF2-40B4-BE49-F238E27FC236}">
                  <a16:creationId xmlns:a16="http://schemas.microsoft.com/office/drawing/2014/main" id="{E851F032-8DD2-D5DB-61CE-63769C885471}"/>
                </a:ext>
              </a:extLst>
            </p:cNvPr>
            <p:cNvSpPr/>
            <p:nvPr/>
          </p:nvSpPr>
          <p:spPr>
            <a:xfrm>
              <a:off x="1098849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07" name="Freeform: Shape 1006">
              <a:extLst>
                <a:ext uri="{FF2B5EF4-FFF2-40B4-BE49-F238E27FC236}">
                  <a16:creationId xmlns:a16="http://schemas.microsoft.com/office/drawing/2014/main" id="{5B844E39-4AB2-C5A3-D053-A6AA250B0DF5}"/>
                </a:ext>
              </a:extLst>
            </p:cNvPr>
            <p:cNvSpPr/>
            <p:nvPr/>
          </p:nvSpPr>
          <p:spPr>
            <a:xfrm>
              <a:off x="10988497"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08" name="Freeform: Shape 1007">
              <a:extLst>
                <a:ext uri="{FF2B5EF4-FFF2-40B4-BE49-F238E27FC236}">
                  <a16:creationId xmlns:a16="http://schemas.microsoft.com/office/drawing/2014/main" id="{428A4EFA-CAD7-3DDD-BABB-A573E730F3D2}"/>
                </a:ext>
              </a:extLst>
            </p:cNvPr>
            <p:cNvSpPr/>
            <p:nvPr/>
          </p:nvSpPr>
          <p:spPr>
            <a:xfrm>
              <a:off x="9941974"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09" name="Freeform: Shape 1008">
              <a:extLst>
                <a:ext uri="{FF2B5EF4-FFF2-40B4-BE49-F238E27FC236}">
                  <a16:creationId xmlns:a16="http://schemas.microsoft.com/office/drawing/2014/main" id="{F83A1521-3AC2-C18C-92B5-371806B45846}"/>
                </a:ext>
              </a:extLst>
            </p:cNvPr>
            <p:cNvSpPr/>
            <p:nvPr/>
          </p:nvSpPr>
          <p:spPr>
            <a:xfrm>
              <a:off x="9000103"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0" name="Freeform: Shape 1009">
              <a:extLst>
                <a:ext uri="{FF2B5EF4-FFF2-40B4-BE49-F238E27FC236}">
                  <a16:creationId xmlns:a16="http://schemas.microsoft.com/office/drawing/2014/main" id="{84115E64-41B6-CF4F-36F0-934A4F7653D3}"/>
                </a:ext>
              </a:extLst>
            </p:cNvPr>
            <p:cNvSpPr/>
            <p:nvPr/>
          </p:nvSpPr>
          <p:spPr>
            <a:xfrm>
              <a:off x="8895450"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1" name="Freeform: Shape 1010">
              <a:extLst>
                <a:ext uri="{FF2B5EF4-FFF2-40B4-BE49-F238E27FC236}">
                  <a16:creationId xmlns:a16="http://schemas.microsoft.com/office/drawing/2014/main" id="{8AA15F57-BF4C-2DDE-3DF5-506F7CF5D5E7}"/>
                </a:ext>
              </a:extLst>
            </p:cNvPr>
            <p:cNvSpPr/>
            <p:nvPr/>
          </p:nvSpPr>
          <p:spPr>
            <a:xfrm>
              <a:off x="8790798"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2" name="Freeform: Shape 1011">
              <a:extLst>
                <a:ext uri="{FF2B5EF4-FFF2-40B4-BE49-F238E27FC236}">
                  <a16:creationId xmlns:a16="http://schemas.microsoft.com/office/drawing/2014/main" id="{DD91AF6A-553C-9714-5A47-D73CE7FAFA94}"/>
                </a:ext>
              </a:extLst>
            </p:cNvPr>
            <p:cNvSpPr/>
            <p:nvPr/>
          </p:nvSpPr>
          <p:spPr>
            <a:xfrm>
              <a:off x="8581493"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13" name="Freeform: Shape 1012">
              <a:extLst>
                <a:ext uri="{FF2B5EF4-FFF2-40B4-BE49-F238E27FC236}">
                  <a16:creationId xmlns:a16="http://schemas.microsoft.com/office/drawing/2014/main" id="{43AB7D32-4A05-98A0-CA7B-0857DC698EF6}"/>
                </a:ext>
              </a:extLst>
            </p:cNvPr>
            <p:cNvSpPr/>
            <p:nvPr/>
          </p:nvSpPr>
          <p:spPr>
            <a:xfrm>
              <a:off x="8581493" y="2722596"/>
              <a:ext cx="52326" cy="52326"/>
            </a:xfrm>
            <a:custGeom>
              <a:avLst/>
              <a:gdLst>
                <a:gd name="connsiteX0" fmla="*/ 20930 w 52326"/>
                <a:gd name="connsiteY0" fmla="*/ 51977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6 h 52326"/>
                <a:gd name="connsiteX5" fmla="*/ 26163 w 52326"/>
                <a:gd name="connsiteY5" fmla="*/ 0 h 52326"/>
                <a:gd name="connsiteX6" fmla="*/ 0 w 52326"/>
                <a:gd name="connsiteY6" fmla="*/ 26163 h 52326"/>
                <a:gd name="connsiteX7" fmla="*/ 20930 w 52326"/>
                <a:gd name="connsiteY7" fmla="*/ 51977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977"/>
                  </a:moveTo>
                  <a:cubicBezTo>
                    <a:pt x="22675" y="52326"/>
                    <a:pt x="24419" y="52326"/>
                    <a:pt x="26163" y="52326"/>
                  </a:cubicBezTo>
                  <a:lnTo>
                    <a:pt x="26163" y="52326"/>
                  </a:lnTo>
                  <a:cubicBezTo>
                    <a:pt x="40466" y="52326"/>
                    <a:pt x="52326" y="40466"/>
                    <a:pt x="52326" y="26163"/>
                  </a:cubicBezTo>
                  <a:cubicBezTo>
                    <a:pt x="52326" y="14303"/>
                    <a:pt x="44652" y="4535"/>
                    <a:pt x="33837" y="1046"/>
                  </a:cubicBezTo>
                  <a:cubicBezTo>
                    <a:pt x="31396" y="349"/>
                    <a:pt x="28605" y="0"/>
                    <a:pt x="26163" y="0"/>
                  </a:cubicBezTo>
                  <a:cubicBezTo>
                    <a:pt x="11860" y="0"/>
                    <a:pt x="0" y="11861"/>
                    <a:pt x="0" y="26163"/>
                  </a:cubicBezTo>
                  <a:cubicBezTo>
                    <a:pt x="0" y="38721"/>
                    <a:pt x="9070" y="49535"/>
                    <a:pt x="20930" y="51977"/>
                  </a:cubicBezTo>
                  <a:close/>
                </a:path>
              </a:pathLst>
            </a:custGeom>
            <a:grpFill/>
            <a:ln w="3488" cap="flat">
              <a:noFill/>
              <a:prstDash val="solid"/>
              <a:miter/>
            </a:ln>
          </p:spPr>
          <p:txBody>
            <a:bodyPr rtlCol="0" anchor="ctr"/>
            <a:lstStyle/>
            <a:p>
              <a:endParaRPr lang="en-ID"/>
            </a:p>
          </p:txBody>
        </p:sp>
        <p:sp>
          <p:nvSpPr>
            <p:cNvPr id="1014" name="Freeform: Shape 1013">
              <a:extLst>
                <a:ext uri="{FF2B5EF4-FFF2-40B4-BE49-F238E27FC236}">
                  <a16:creationId xmlns:a16="http://schemas.microsoft.com/office/drawing/2014/main" id="{13D7AF98-D5D4-DE38-B68C-4C2700190665}"/>
                </a:ext>
              </a:extLst>
            </p:cNvPr>
            <p:cNvSpPr/>
            <p:nvPr/>
          </p:nvSpPr>
          <p:spPr>
            <a:xfrm>
              <a:off x="7848927"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15" name="Freeform: Shape 1014">
              <a:extLst>
                <a:ext uri="{FF2B5EF4-FFF2-40B4-BE49-F238E27FC236}">
                  <a16:creationId xmlns:a16="http://schemas.microsoft.com/office/drawing/2014/main" id="{1B80E223-EC24-9143-2580-3784BD877EDC}"/>
                </a:ext>
              </a:extLst>
            </p:cNvPr>
            <p:cNvSpPr/>
            <p:nvPr/>
          </p:nvSpPr>
          <p:spPr>
            <a:xfrm>
              <a:off x="7744274" y="4920296"/>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26163 w 52326"/>
                <a:gd name="connsiteY3" fmla="*/ 52326 h 52326"/>
                <a:gd name="connsiteX4" fmla="*/ 40814 w 52326"/>
                <a:gd name="connsiteY4" fmla="*/ 47791 h 52326"/>
                <a:gd name="connsiteX5" fmla="*/ 52326 w 52326"/>
                <a:gd name="connsiteY5" fmla="*/ 26163 h 52326"/>
                <a:gd name="connsiteX6" fmla="*/ 40814 w 52326"/>
                <a:gd name="connsiteY6"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0814" y="4535"/>
                  </a:moveTo>
                  <a:cubicBezTo>
                    <a:pt x="36628" y="1744"/>
                    <a:pt x="31745" y="0"/>
                    <a:pt x="26163" y="0"/>
                  </a:cubicBezTo>
                  <a:cubicBezTo>
                    <a:pt x="11860" y="0"/>
                    <a:pt x="0" y="11861"/>
                    <a:pt x="0" y="26163"/>
                  </a:cubicBezTo>
                  <a:cubicBezTo>
                    <a:pt x="0" y="40465"/>
                    <a:pt x="11860" y="52326"/>
                    <a:pt x="26163" y="52326"/>
                  </a:cubicBezTo>
                  <a:cubicBezTo>
                    <a:pt x="31745" y="52326"/>
                    <a:pt x="36628" y="50582"/>
                    <a:pt x="40814" y="47791"/>
                  </a:cubicBezTo>
                  <a:cubicBezTo>
                    <a:pt x="47791" y="43256"/>
                    <a:pt x="52326" y="35233"/>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016" name="Freeform: Shape 1015">
              <a:extLst>
                <a:ext uri="{FF2B5EF4-FFF2-40B4-BE49-F238E27FC236}">
                  <a16:creationId xmlns:a16="http://schemas.microsoft.com/office/drawing/2014/main" id="{84C48E53-A6EB-228B-AB5B-FF7F7211D932}"/>
                </a:ext>
              </a:extLst>
            </p:cNvPr>
            <p:cNvSpPr/>
            <p:nvPr/>
          </p:nvSpPr>
          <p:spPr>
            <a:xfrm>
              <a:off x="774427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17" name="Freeform: Shape 1016">
              <a:extLst>
                <a:ext uri="{FF2B5EF4-FFF2-40B4-BE49-F238E27FC236}">
                  <a16:creationId xmlns:a16="http://schemas.microsoft.com/office/drawing/2014/main" id="{8F77D3FB-0A53-043C-71D6-CC3DFE8A98AD}"/>
                </a:ext>
              </a:extLst>
            </p:cNvPr>
            <p:cNvSpPr/>
            <p:nvPr/>
          </p:nvSpPr>
          <p:spPr>
            <a:xfrm>
              <a:off x="7221012"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18" name="Freeform: Shape 1017">
              <a:extLst>
                <a:ext uri="{FF2B5EF4-FFF2-40B4-BE49-F238E27FC236}">
                  <a16:creationId xmlns:a16="http://schemas.microsoft.com/office/drawing/2014/main" id="{986D3D43-8216-F7C9-5BAC-B6EA60DDF94B}"/>
                </a:ext>
              </a:extLst>
            </p:cNvPr>
            <p:cNvSpPr/>
            <p:nvPr/>
          </p:nvSpPr>
          <p:spPr>
            <a:xfrm>
              <a:off x="7011708"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19" name="Freeform: Shape 1018">
              <a:extLst>
                <a:ext uri="{FF2B5EF4-FFF2-40B4-BE49-F238E27FC236}">
                  <a16:creationId xmlns:a16="http://schemas.microsoft.com/office/drawing/2014/main" id="{F1D591D8-F937-3F6F-B8CD-3DB782AE3E1C}"/>
                </a:ext>
              </a:extLst>
            </p:cNvPr>
            <p:cNvSpPr/>
            <p:nvPr/>
          </p:nvSpPr>
          <p:spPr>
            <a:xfrm>
              <a:off x="6383793"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20" name="Freeform: Shape 1019">
              <a:extLst>
                <a:ext uri="{FF2B5EF4-FFF2-40B4-BE49-F238E27FC236}">
                  <a16:creationId xmlns:a16="http://schemas.microsoft.com/office/drawing/2014/main" id="{35E7ACFF-7D0D-F1D5-01AF-E573DCCD4EB6}"/>
                </a:ext>
              </a:extLst>
            </p:cNvPr>
            <p:cNvSpPr/>
            <p:nvPr/>
          </p:nvSpPr>
          <p:spPr>
            <a:xfrm>
              <a:off x="6383793"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1" name="Freeform: Shape 1020">
              <a:extLst>
                <a:ext uri="{FF2B5EF4-FFF2-40B4-BE49-F238E27FC236}">
                  <a16:creationId xmlns:a16="http://schemas.microsoft.com/office/drawing/2014/main" id="{8FAF1A53-0104-6992-6E83-70274D8A9C37}"/>
                </a:ext>
              </a:extLst>
            </p:cNvPr>
            <p:cNvSpPr/>
            <p:nvPr/>
          </p:nvSpPr>
          <p:spPr>
            <a:xfrm>
              <a:off x="8686145" y="4083077"/>
              <a:ext cx="52326" cy="52326"/>
            </a:xfrm>
            <a:custGeom>
              <a:avLst/>
              <a:gdLst>
                <a:gd name="connsiteX0" fmla="*/ 52326 w 52326"/>
                <a:gd name="connsiteY0" fmla="*/ 26163 h 52326"/>
                <a:gd name="connsiteX1" fmla="*/ 26163 w 52326"/>
                <a:gd name="connsiteY1" fmla="*/ 0 h 52326"/>
                <a:gd name="connsiteX2" fmla="*/ 1047 w 52326"/>
                <a:gd name="connsiteY2" fmla="*/ 18489 h 52326"/>
                <a:gd name="connsiteX3" fmla="*/ 0 w 52326"/>
                <a:gd name="connsiteY3" fmla="*/ 26163 h 52326"/>
                <a:gd name="connsiteX4" fmla="*/ 26163 w 52326"/>
                <a:gd name="connsiteY4" fmla="*/ 52326 h 52326"/>
                <a:gd name="connsiteX5" fmla="*/ 49187 w 52326"/>
                <a:gd name="connsiteY5" fmla="*/ 38721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ubicBezTo>
                    <a:pt x="35931" y="52326"/>
                    <a:pt x="44652" y="46745"/>
                    <a:pt x="49187" y="38721"/>
                  </a:cubicBezTo>
                  <a:cubicBezTo>
                    <a:pt x="51279" y="34884"/>
                    <a:pt x="52326" y="30698"/>
                    <a:pt x="52326" y="26163"/>
                  </a:cubicBezTo>
                  <a:lnTo>
                    <a:pt x="52326" y="26163"/>
                  </a:lnTo>
                  <a:close/>
                </a:path>
              </a:pathLst>
            </a:custGeom>
            <a:grpFill/>
            <a:ln w="3488" cap="flat">
              <a:noFill/>
              <a:prstDash val="solid"/>
              <a:miter/>
            </a:ln>
          </p:spPr>
          <p:txBody>
            <a:bodyPr rtlCol="0" anchor="ctr"/>
            <a:lstStyle/>
            <a:p>
              <a:endParaRPr lang="en-ID"/>
            </a:p>
          </p:txBody>
        </p:sp>
        <p:sp>
          <p:nvSpPr>
            <p:cNvPr id="1022" name="Freeform: Shape 1021">
              <a:extLst>
                <a:ext uri="{FF2B5EF4-FFF2-40B4-BE49-F238E27FC236}">
                  <a16:creationId xmlns:a16="http://schemas.microsoft.com/office/drawing/2014/main" id="{A9C3EDEC-63D3-D1EC-0689-DBF857F690F2}"/>
                </a:ext>
              </a:extLst>
            </p:cNvPr>
            <p:cNvSpPr/>
            <p:nvPr/>
          </p:nvSpPr>
          <p:spPr>
            <a:xfrm>
              <a:off x="10046626"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23" name="Freeform: Shape 1022">
              <a:extLst>
                <a:ext uri="{FF2B5EF4-FFF2-40B4-BE49-F238E27FC236}">
                  <a16:creationId xmlns:a16="http://schemas.microsoft.com/office/drawing/2014/main" id="{AB0F2899-8DC2-7A31-4D0D-D17A327DFCAC}"/>
                </a:ext>
              </a:extLst>
            </p:cNvPr>
            <p:cNvSpPr/>
            <p:nvPr/>
          </p:nvSpPr>
          <p:spPr>
            <a:xfrm>
              <a:off x="9628017" y="5129600"/>
              <a:ext cx="52326" cy="52326"/>
            </a:xfrm>
            <a:custGeom>
              <a:avLst/>
              <a:gdLst>
                <a:gd name="connsiteX0" fmla="*/ 40814 w 52326"/>
                <a:gd name="connsiteY0" fmla="*/ 4535 h 52326"/>
                <a:gd name="connsiteX1" fmla="*/ 26163 w 52326"/>
                <a:gd name="connsiteY1" fmla="*/ 0 h 52326"/>
                <a:gd name="connsiteX2" fmla="*/ 0 w 52326"/>
                <a:gd name="connsiteY2" fmla="*/ 26163 h 52326"/>
                <a:gd name="connsiteX3" fmla="*/ 11512 w 52326"/>
                <a:gd name="connsiteY3" fmla="*/ 47791 h 52326"/>
                <a:gd name="connsiteX4" fmla="*/ 26163 w 52326"/>
                <a:gd name="connsiteY4" fmla="*/ 52326 h 52326"/>
                <a:gd name="connsiteX5" fmla="*/ 26163 w 52326"/>
                <a:gd name="connsiteY5" fmla="*/ 52326 h 52326"/>
                <a:gd name="connsiteX6" fmla="*/ 52326 w 52326"/>
                <a:gd name="connsiteY6" fmla="*/ 26163 h 52326"/>
                <a:gd name="connsiteX7" fmla="*/ 40814 w 52326"/>
                <a:gd name="connsiteY7" fmla="*/ 453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0814" y="4535"/>
                  </a:moveTo>
                  <a:cubicBezTo>
                    <a:pt x="36628" y="1744"/>
                    <a:pt x="31745" y="0"/>
                    <a:pt x="26163" y="0"/>
                  </a:cubicBezTo>
                  <a:cubicBezTo>
                    <a:pt x="11860" y="0"/>
                    <a:pt x="0" y="11861"/>
                    <a:pt x="0" y="26163"/>
                  </a:cubicBezTo>
                  <a:cubicBezTo>
                    <a:pt x="0" y="35233"/>
                    <a:pt x="4535" y="43256"/>
                    <a:pt x="11512" y="47791"/>
                  </a:cubicBezTo>
                  <a:cubicBezTo>
                    <a:pt x="15698" y="50582"/>
                    <a:pt x="20581" y="52326"/>
                    <a:pt x="26163" y="52326"/>
                  </a:cubicBezTo>
                  <a:lnTo>
                    <a:pt x="26163" y="52326"/>
                  </a:lnTo>
                  <a:cubicBezTo>
                    <a:pt x="40466" y="52326"/>
                    <a:pt x="52326" y="40465"/>
                    <a:pt x="52326" y="26163"/>
                  </a:cubicBezTo>
                  <a:cubicBezTo>
                    <a:pt x="52326" y="17093"/>
                    <a:pt x="47791" y="9070"/>
                    <a:pt x="40814" y="4535"/>
                  </a:cubicBezTo>
                  <a:close/>
                </a:path>
              </a:pathLst>
            </a:custGeom>
            <a:grpFill/>
            <a:ln w="3488" cap="flat">
              <a:noFill/>
              <a:prstDash val="solid"/>
              <a:miter/>
            </a:ln>
          </p:spPr>
          <p:txBody>
            <a:bodyPr rtlCol="0" anchor="ctr"/>
            <a:lstStyle/>
            <a:p>
              <a:endParaRPr lang="en-ID"/>
            </a:p>
          </p:txBody>
        </p:sp>
        <p:sp>
          <p:nvSpPr>
            <p:cNvPr id="1024" name="Freeform: Shape 1023">
              <a:extLst>
                <a:ext uri="{FF2B5EF4-FFF2-40B4-BE49-F238E27FC236}">
                  <a16:creationId xmlns:a16="http://schemas.microsoft.com/office/drawing/2014/main" id="{AD1B93CA-34F5-6A73-9937-428978F4673A}"/>
                </a:ext>
              </a:extLst>
            </p:cNvPr>
            <p:cNvSpPr/>
            <p:nvPr/>
          </p:nvSpPr>
          <p:spPr>
            <a:xfrm>
              <a:off x="1182571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25" name="Freeform: Shape 1024">
              <a:extLst>
                <a:ext uri="{FF2B5EF4-FFF2-40B4-BE49-F238E27FC236}">
                  <a16:creationId xmlns:a16="http://schemas.microsoft.com/office/drawing/2014/main" id="{0C3566E5-30BA-1714-19D7-B59A6060D16A}"/>
                </a:ext>
              </a:extLst>
            </p:cNvPr>
            <p:cNvSpPr/>
            <p:nvPr/>
          </p:nvSpPr>
          <p:spPr>
            <a:xfrm>
              <a:off x="12035021"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26" name="Freeform: Shape 1025">
              <a:extLst>
                <a:ext uri="{FF2B5EF4-FFF2-40B4-BE49-F238E27FC236}">
                  <a16:creationId xmlns:a16="http://schemas.microsoft.com/office/drawing/2014/main" id="{93892F2E-9174-FB43-06D0-503891E8DC8F}"/>
                </a:ext>
              </a:extLst>
            </p:cNvPr>
            <p:cNvSpPr/>
            <p:nvPr/>
          </p:nvSpPr>
          <p:spPr>
            <a:xfrm>
              <a:off x="116164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27" name="Freeform: Shape 1026">
              <a:extLst>
                <a:ext uri="{FF2B5EF4-FFF2-40B4-BE49-F238E27FC236}">
                  <a16:creationId xmlns:a16="http://schemas.microsoft.com/office/drawing/2014/main" id="{D19E0E67-8BC3-FB1C-C6A4-E3154C7D1DBE}"/>
                </a:ext>
              </a:extLst>
            </p:cNvPr>
            <p:cNvSpPr/>
            <p:nvPr/>
          </p:nvSpPr>
          <p:spPr>
            <a:xfrm>
              <a:off x="1025593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28" name="Freeform: Shape 1027">
              <a:extLst>
                <a:ext uri="{FF2B5EF4-FFF2-40B4-BE49-F238E27FC236}">
                  <a16:creationId xmlns:a16="http://schemas.microsoft.com/office/drawing/2014/main" id="{9CC70D85-C2A9-8610-BF14-12D5710E120C}"/>
                </a:ext>
              </a:extLst>
            </p:cNvPr>
            <p:cNvSpPr/>
            <p:nvPr/>
          </p:nvSpPr>
          <p:spPr>
            <a:xfrm>
              <a:off x="10046626" y="3978424"/>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29" name="Freeform: Shape 1028">
              <a:extLst>
                <a:ext uri="{FF2B5EF4-FFF2-40B4-BE49-F238E27FC236}">
                  <a16:creationId xmlns:a16="http://schemas.microsoft.com/office/drawing/2014/main" id="{50AA168B-01F8-8A3F-E996-5887A8299E0C}"/>
                </a:ext>
              </a:extLst>
            </p:cNvPr>
            <p:cNvSpPr/>
            <p:nvPr/>
          </p:nvSpPr>
          <p:spPr>
            <a:xfrm>
              <a:off x="10988497" y="3664467"/>
              <a:ext cx="52326" cy="52326"/>
            </a:xfrm>
            <a:custGeom>
              <a:avLst/>
              <a:gdLst>
                <a:gd name="connsiteX0" fmla="*/ 26163 w 52326"/>
                <a:gd name="connsiteY0" fmla="*/ 52326 h 52326"/>
                <a:gd name="connsiteX1" fmla="*/ 26163 w 52326"/>
                <a:gd name="connsiteY1" fmla="*/ 52326 h 52326"/>
                <a:gd name="connsiteX2" fmla="*/ 51279 w 52326"/>
                <a:gd name="connsiteY2" fmla="*/ 33838 h 52326"/>
                <a:gd name="connsiteX3" fmla="*/ 52326 w 52326"/>
                <a:gd name="connsiteY3" fmla="*/ 26163 h 52326"/>
                <a:gd name="connsiteX4" fmla="*/ 26163 w 52326"/>
                <a:gd name="connsiteY4" fmla="*/ 0 h 52326"/>
                <a:gd name="connsiteX5" fmla="*/ 2093 w 52326"/>
                <a:gd name="connsiteY5" fmla="*/ 16047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8023" y="52326"/>
                    <a:pt x="47791" y="44652"/>
                    <a:pt x="51279" y="33838"/>
                  </a:cubicBezTo>
                  <a:cubicBezTo>
                    <a:pt x="51977" y="31396"/>
                    <a:pt x="52326" y="28605"/>
                    <a:pt x="52326" y="26163"/>
                  </a:cubicBezTo>
                  <a:cubicBezTo>
                    <a:pt x="52326" y="11861"/>
                    <a:pt x="40466" y="0"/>
                    <a:pt x="26163" y="0"/>
                  </a:cubicBezTo>
                  <a:cubicBezTo>
                    <a:pt x="15349" y="0"/>
                    <a:pt x="5930" y="6628"/>
                    <a:pt x="2093" y="16047"/>
                  </a:cubicBezTo>
                  <a:cubicBezTo>
                    <a:pt x="698" y="19186"/>
                    <a:pt x="0" y="22675"/>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30" name="Freeform: Shape 1029">
              <a:extLst>
                <a:ext uri="{FF2B5EF4-FFF2-40B4-BE49-F238E27FC236}">
                  <a16:creationId xmlns:a16="http://schemas.microsoft.com/office/drawing/2014/main" id="{EF1BAC21-FCBC-70CE-0AFC-3E7DFA1A97E7}"/>
                </a:ext>
              </a:extLst>
            </p:cNvPr>
            <p:cNvSpPr/>
            <p:nvPr/>
          </p:nvSpPr>
          <p:spPr>
            <a:xfrm>
              <a:off x="1015127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1" name="Freeform: Shape 1030">
              <a:extLst>
                <a:ext uri="{FF2B5EF4-FFF2-40B4-BE49-F238E27FC236}">
                  <a16:creationId xmlns:a16="http://schemas.microsoft.com/office/drawing/2014/main" id="{E88DA3A8-0D36-3115-0D59-93E2F887104E}"/>
                </a:ext>
              </a:extLst>
            </p:cNvPr>
            <p:cNvSpPr/>
            <p:nvPr/>
          </p:nvSpPr>
          <p:spPr>
            <a:xfrm>
              <a:off x="99419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2" name="Freeform: Shape 1031">
              <a:extLst>
                <a:ext uri="{FF2B5EF4-FFF2-40B4-BE49-F238E27FC236}">
                  <a16:creationId xmlns:a16="http://schemas.microsoft.com/office/drawing/2014/main" id="{7B6ADCAD-602A-A1A3-6B94-EB34C7BED603}"/>
                </a:ext>
              </a:extLst>
            </p:cNvPr>
            <p:cNvSpPr/>
            <p:nvPr/>
          </p:nvSpPr>
          <p:spPr>
            <a:xfrm>
              <a:off x="952336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33" name="Freeform: Shape 1032">
              <a:extLst>
                <a:ext uri="{FF2B5EF4-FFF2-40B4-BE49-F238E27FC236}">
                  <a16:creationId xmlns:a16="http://schemas.microsoft.com/office/drawing/2014/main" id="{FA66FDA2-D2C5-5408-DAE2-5C76CEEC51D9}"/>
                </a:ext>
              </a:extLst>
            </p:cNvPr>
            <p:cNvSpPr/>
            <p:nvPr/>
          </p:nvSpPr>
          <p:spPr>
            <a:xfrm>
              <a:off x="9418712" y="5443557"/>
              <a:ext cx="52326" cy="52326"/>
            </a:xfrm>
            <a:custGeom>
              <a:avLst/>
              <a:gdLst>
                <a:gd name="connsiteX0" fmla="*/ 26163 w 52326"/>
                <a:gd name="connsiteY0" fmla="*/ 0 h 52326"/>
                <a:gd name="connsiteX1" fmla="*/ 9419 w 52326"/>
                <a:gd name="connsiteY1" fmla="*/ 5930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9884" y="0"/>
                    <a:pt x="13954" y="2093"/>
                    <a:pt x="9419" y="5930"/>
                  </a:cubicBezTo>
                  <a:cubicBezTo>
                    <a:pt x="3488" y="10814"/>
                    <a:pt x="0" y="18140"/>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34" name="Freeform: Shape 1033">
              <a:extLst>
                <a:ext uri="{FF2B5EF4-FFF2-40B4-BE49-F238E27FC236}">
                  <a16:creationId xmlns:a16="http://schemas.microsoft.com/office/drawing/2014/main" id="{16C4CC70-389F-6D7B-941D-05386FD44B11}"/>
                </a:ext>
              </a:extLst>
            </p:cNvPr>
            <p:cNvSpPr/>
            <p:nvPr/>
          </p:nvSpPr>
          <p:spPr>
            <a:xfrm>
              <a:off x="8790798" y="4292381"/>
              <a:ext cx="52326" cy="52326"/>
            </a:xfrm>
            <a:custGeom>
              <a:avLst/>
              <a:gdLst>
                <a:gd name="connsiteX0" fmla="*/ 51279 w 52326"/>
                <a:gd name="connsiteY0" fmla="*/ 18489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1279 w 52326"/>
                <a:gd name="connsiteY6" fmla="*/ 1848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1279" y="18489"/>
                  </a:moveTo>
                  <a:cubicBezTo>
                    <a:pt x="48140" y="7675"/>
                    <a:pt x="38023"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3372"/>
                    <a:pt x="51977" y="20930"/>
                    <a:pt x="51279" y="18489"/>
                  </a:cubicBezTo>
                  <a:close/>
                </a:path>
              </a:pathLst>
            </a:custGeom>
            <a:grpFill/>
            <a:ln w="3488" cap="flat">
              <a:noFill/>
              <a:prstDash val="solid"/>
              <a:miter/>
            </a:ln>
          </p:spPr>
          <p:txBody>
            <a:bodyPr rtlCol="0" anchor="ctr"/>
            <a:lstStyle/>
            <a:p>
              <a:endParaRPr lang="en-ID"/>
            </a:p>
          </p:txBody>
        </p:sp>
        <p:sp>
          <p:nvSpPr>
            <p:cNvPr id="1035" name="Freeform: Shape 1034">
              <a:extLst>
                <a:ext uri="{FF2B5EF4-FFF2-40B4-BE49-F238E27FC236}">
                  <a16:creationId xmlns:a16="http://schemas.microsoft.com/office/drawing/2014/main" id="{87CF91B5-6409-F8AB-EA5B-62E6A6C8484B}"/>
                </a:ext>
              </a:extLst>
            </p:cNvPr>
            <p:cNvSpPr/>
            <p:nvPr/>
          </p:nvSpPr>
          <p:spPr>
            <a:xfrm>
              <a:off x="847684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6" name="Freeform: Shape 1035">
              <a:extLst>
                <a:ext uri="{FF2B5EF4-FFF2-40B4-BE49-F238E27FC236}">
                  <a16:creationId xmlns:a16="http://schemas.microsoft.com/office/drawing/2014/main" id="{19627289-BDC0-7A2A-52FC-736D724793B3}"/>
                </a:ext>
              </a:extLst>
            </p:cNvPr>
            <p:cNvSpPr/>
            <p:nvPr/>
          </p:nvSpPr>
          <p:spPr>
            <a:xfrm>
              <a:off x="7430317"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37" name="Freeform: Shape 1036">
              <a:extLst>
                <a:ext uri="{FF2B5EF4-FFF2-40B4-BE49-F238E27FC236}">
                  <a16:creationId xmlns:a16="http://schemas.microsoft.com/office/drawing/2014/main" id="{11998D31-94EE-7E0C-D46E-5E1E38752198}"/>
                </a:ext>
              </a:extLst>
            </p:cNvPr>
            <p:cNvSpPr/>
            <p:nvPr/>
          </p:nvSpPr>
          <p:spPr>
            <a:xfrm>
              <a:off x="617448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8" name="Freeform: Shape 1037">
              <a:extLst>
                <a:ext uri="{FF2B5EF4-FFF2-40B4-BE49-F238E27FC236}">
                  <a16:creationId xmlns:a16="http://schemas.microsoft.com/office/drawing/2014/main" id="{983BD6B9-C765-F98D-6136-BDFBC7EDD6C0}"/>
                </a:ext>
              </a:extLst>
            </p:cNvPr>
            <p:cNvSpPr/>
            <p:nvPr/>
          </p:nvSpPr>
          <p:spPr>
            <a:xfrm>
              <a:off x="6174489"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39" name="Freeform: Shape 1038">
              <a:extLst>
                <a:ext uri="{FF2B5EF4-FFF2-40B4-BE49-F238E27FC236}">
                  <a16:creationId xmlns:a16="http://schemas.microsoft.com/office/drawing/2014/main" id="{9FEFFDEF-712D-8822-CFB5-4D5064972CF2}"/>
                </a:ext>
              </a:extLst>
            </p:cNvPr>
            <p:cNvSpPr/>
            <p:nvPr/>
          </p:nvSpPr>
          <p:spPr>
            <a:xfrm>
              <a:off x="6069488" y="5339254"/>
              <a:ext cx="52326" cy="52326"/>
            </a:xfrm>
            <a:custGeom>
              <a:avLst/>
              <a:gdLst>
                <a:gd name="connsiteX0" fmla="*/ 349 w 52326"/>
                <a:gd name="connsiteY0" fmla="*/ 28605 h 52326"/>
                <a:gd name="connsiteX1" fmla="*/ 2790 w 52326"/>
                <a:gd name="connsiteY1" fmla="*/ 37326 h 52326"/>
                <a:gd name="connsiteX2" fmla="*/ 23372 w 52326"/>
                <a:gd name="connsiteY2" fmla="*/ 51977 h 52326"/>
                <a:gd name="connsiteX3" fmla="*/ 26512 w 52326"/>
                <a:gd name="connsiteY3" fmla="*/ 52326 h 52326"/>
                <a:gd name="connsiteX4" fmla="*/ 26512 w 52326"/>
                <a:gd name="connsiteY4" fmla="*/ 52326 h 52326"/>
                <a:gd name="connsiteX5" fmla="*/ 29652 w 52326"/>
                <a:gd name="connsiteY5" fmla="*/ 51977 h 52326"/>
                <a:gd name="connsiteX6" fmla="*/ 45001 w 52326"/>
                <a:gd name="connsiteY6" fmla="*/ 44652 h 52326"/>
                <a:gd name="connsiteX7" fmla="*/ 45001 w 52326"/>
                <a:gd name="connsiteY7" fmla="*/ 44652 h 52326"/>
                <a:gd name="connsiteX8" fmla="*/ 49884 w 52326"/>
                <a:gd name="connsiteY8" fmla="*/ 37675 h 52326"/>
                <a:gd name="connsiteX9" fmla="*/ 52326 w 52326"/>
                <a:gd name="connsiteY9" fmla="*/ 28954 h 52326"/>
                <a:gd name="connsiteX10" fmla="*/ 52326 w 52326"/>
                <a:gd name="connsiteY10" fmla="*/ 26163 h 52326"/>
                <a:gd name="connsiteX11" fmla="*/ 52326 w 52326"/>
                <a:gd name="connsiteY11" fmla="*/ 23373 h 52326"/>
                <a:gd name="connsiteX12" fmla="*/ 49187 w 52326"/>
                <a:gd name="connsiteY12" fmla="*/ 13605 h 52326"/>
                <a:gd name="connsiteX13" fmla="*/ 46396 w 52326"/>
                <a:gd name="connsiteY13" fmla="*/ 9419 h 52326"/>
                <a:gd name="connsiteX14" fmla="*/ 26163 w 52326"/>
                <a:gd name="connsiteY14" fmla="*/ 0 h 52326"/>
                <a:gd name="connsiteX15" fmla="*/ 26163 w 52326"/>
                <a:gd name="connsiteY15" fmla="*/ 0 h 52326"/>
                <a:gd name="connsiteX16" fmla="*/ 7674 w 52326"/>
                <a:gd name="connsiteY16" fmla="*/ 7675 h 52326"/>
                <a:gd name="connsiteX17" fmla="*/ 3140 w 52326"/>
                <a:gd name="connsiteY17" fmla="*/ 13605 h 52326"/>
                <a:gd name="connsiteX18" fmla="*/ 0 w 52326"/>
                <a:gd name="connsiteY18" fmla="*/ 23373 h 52326"/>
                <a:gd name="connsiteX19" fmla="*/ 0 w 52326"/>
                <a:gd name="connsiteY19" fmla="*/ 26163 h 52326"/>
                <a:gd name="connsiteX20" fmla="*/ 349 w 52326"/>
                <a:gd name="connsiteY20" fmla="*/ 28605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349" y="28605"/>
                  </a:moveTo>
                  <a:cubicBezTo>
                    <a:pt x="698" y="31744"/>
                    <a:pt x="1395" y="34535"/>
                    <a:pt x="2790" y="37326"/>
                  </a:cubicBezTo>
                  <a:cubicBezTo>
                    <a:pt x="6628" y="45349"/>
                    <a:pt x="14302" y="50931"/>
                    <a:pt x="23372" y="51977"/>
                  </a:cubicBezTo>
                  <a:cubicBezTo>
                    <a:pt x="24419" y="51977"/>
                    <a:pt x="25465"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4"/>
                    <a:pt x="52326" y="28954"/>
                  </a:cubicBezTo>
                  <a:cubicBezTo>
                    <a:pt x="52326" y="27907"/>
                    <a:pt x="52326" y="27210"/>
                    <a:pt x="52326" y="26163"/>
                  </a:cubicBezTo>
                  <a:cubicBezTo>
                    <a:pt x="52326" y="25117"/>
                    <a:pt x="52326" y="24419"/>
                    <a:pt x="52326" y="23373"/>
                  </a:cubicBezTo>
                  <a:cubicBezTo>
                    <a:pt x="51977" y="19884"/>
                    <a:pt x="50931" y="16396"/>
                    <a:pt x="49187" y="13605"/>
                  </a:cubicBezTo>
                  <a:cubicBezTo>
                    <a:pt x="48489" y="12209"/>
                    <a:pt x="47442" y="10814"/>
                    <a:pt x="46396" y="9419"/>
                  </a:cubicBezTo>
                  <a:cubicBezTo>
                    <a:pt x="41512" y="3488"/>
                    <a:pt x="34186" y="0"/>
                    <a:pt x="26163" y="0"/>
                  </a:cubicBezTo>
                  <a:lnTo>
                    <a:pt x="26163" y="0"/>
                  </a:lnTo>
                  <a:cubicBezTo>
                    <a:pt x="18838" y="0"/>
                    <a:pt x="12558" y="2791"/>
                    <a:pt x="7674" y="7675"/>
                  </a:cubicBezTo>
                  <a:cubicBezTo>
                    <a:pt x="5930" y="9419"/>
                    <a:pt x="4535" y="11512"/>
                    <a:pt x="3140" y="13605"/>
                  </a:cubicBezTo>
                  <a:cubicBezTo>
                    <a:pt x="1395" y="16745"/>
                    <a:pt x="349" y="19884"/>
                    <a:pt x="0" y="23373"/>
                  </a:cubicBezTo>
                  <a:cubicBezTo>
                    <a:pt x="0" y="24419"/>
                    <a:pt x="0" y="25117"/>
                    <a:pt x="0" y="26163"/>
                  </a:cubicBezTo>
                  <a:cubicBezTo>
                    <a:pt x="0" y="27210"/>
                    <a:pt x="349" y="27559"/>
                    <a:pt x="349" y="28605"/>
                  </a:cubicBezTo>
                  <a:close/>
                </a:path>
              </a:pathLst>
            </a:custGeom>
            <a:grpFill/>
            <a:ln w="3488" cap="flat">
              <a:noFill/>
              <a:prstDash val="solid"/>
              <a:miter/>
            </a:ln>
          </p:spPr>
          <p:txBody>
            <a:bodyPr rtlCol="0" anchor="ctr"/>
            <a:lstStyle/>
            <a:p>
              <a:endParaRPr lang="en-ID"/>
            </a:p>
          </p:txBody>
        </p:sp>
        <p:sp>
          <p:nvSpPr>
            <p:cNvPr id="1040" name="Freeform: Shape 1039">
              <a:extLst>
                <a:ext uri="{FF2B5EF4-FFF2-40B4-BE49-F238E27FC236}">
                  <a16:creationId xmlns:a16="http://schemas.microsoft.com/office/drawing/2014/main" id="{135DA3C2-4D92-416F-8131-05FBF530A85B}"/>
                </a:ext>
              </a:extLst>
            </p:cNvPr>
            <p:cNvSpPr/>
            <p:nvPr/>
          </p:nvSpPr>
          <p:spPr>
            <a:xfrm>
              <a:off x="11197802" y="3350510"/>
              <a:ext cx="52326" cy="52326"/>
            </a:xfrm>
            <a:custGeom>
              <a:avLst/>
              <a:gdLst>
                <a:gd name="connsiteX0" fmla="*/ 26163 w 52326"/>
                <a:gd name="connsiteY0" fmla="*/ 52326 h 52326"/>
                <a:gd name="connsiteX1" fmla="*/ 52326 w 52326"/>
                <a:gd name="connsiteY1" fmla="*/ 26163 h 52326"/>
                <a:gd name="connsiteX2" fmla="*/ 49884 w 52326"/>
                <a:gd name="connsiteY2" fmla="*/ 15349 h 52326"/>
                <a:gd name="connsiteX3" fmla="*/ 26163 w 52326"/>
                <a:gd name="connsiteY3" fmla="*/ 0 h 52326"/>
                <a:gd name="connsiteX4" fmla="*/ 26163 w 52326"/>
                <a:gd name="connsiteY4" fmla="*/ 0 h 52326"/>
                <a:gd name="connsiteX5" fmla="*/ 0 w 52326"/>
                <a:gd name="connsiteY5" fmla="*/ 26163 h 52326"/>
                <a:gd name="connsiteX6" fmla="*/ 2093 w 52326"/>
                <a:gd name="connsiteY6" fmla="*/ 36280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22326"/>
                    <a:pt x="51629" y="18838"/>
                    <a:pt x="49884" y="15349"/>
                  </a:cubicBezTo>
                  <a:cubicBezTo>
                    <a:pt x="45699" y="6279"/>
                    <a:pt x="36628" y="0"/>
                    <a:pt x="26163" y="0"/>
                  </a:cubicBezTo>
                  <a:lnTo>
                    <a:pt x="26163" y="0"/>
                  </a:lnTo>
                  <a:cubicBezTo>
                    <a:pt x="11860" y="0"/>
                    <a:pt x="0" y="11861"/>
                    <a:pt x="0" y="26163"/>
                  </a:cubicBezTo>
                  <a:cubicBezTo>
                    <a:pt x="0" y="29652"/>
                    <a:pt x="698" y="33140"/>
                    <a:pt x="2093" y="36280"/>
                  </a:cubicBezTo>
                  <a:cubicBezTo>
                    <a:pt x="5930" y="45698"/>
                    <a:pt x="15349" y="52326"/>
                    <a:pt x="26163" y="52326"/>
                  </a:cubicBezTo>
                  <a:close/>
                </a:path>
              </a:pathLst>
            </a:custGeom>
            <a:grpFill/>
            <a:ln w="3488" cap="flat">
              <a:noFill/>
              <a:prstDash val="solid"/>
              <a:miter/>
            </a:ln>
          </p:spPr>
          <p:txBody>
            <a:bodyPr rtlCol="0" anchor="ctr"/>
            <a:lstStyle/>
            <a:p>
              <a:endParaRPr lang="en-ID"/>
            </a:p>
          </p:txBody>
        </p:sp>
        <p:sp>
          <p:nvSpPr>
            <p:cNvPr id="1041" name="Freeform: Shape 1040">
              <a:extLst>
                <a:ext uri="{FF2B5EF4-FFF2-40B4-BE49-F238E27FC236}">
                  <a16:creationId xmlns:a16="http://schemas.microsoft.com/office/drawing/2014/main" id="{0092B982-42C7-907D-98EF-C94954795DDB}"/>
                </a:ext>
              </a:extLst>
            </p:cNvPr>
            <p:cNvSpPr/>
            <p:nvPr/>
          </p:nvSpPr>
          <p:spPr>
            <a:xfrm>
              <a:off x="8162884" y="4187729"/>
              <a:ext cx="52326" cy="52326"/>
            </a:xfrm>
            <a:custGeom>
              <a:avLst/>
              <a:gdLst>
                <a:gd name="connsiteX0" fmla="*/ 47791 w 52326"/>
                <a:gd name="connsiteY0" fmla="*/ 11512 h 52326"/>
                <a:gd name="connsiteX1" fmla="*/ 26163 w 52326"/>
                <a:gd name="connsiteY1" fmla="*/ 0 h 52326"/>
                <a:gd name="connsiteX2" fmla="*/ 26163 w 52326"/>
                <a:gd name="connsiteY2" fmla="*/ 0 h 52326"/>
                <a:gd name="connsiteX3" fmla="*/ 0 w 52326"/>
                <a:gd name="connsiteY3" fmla="*/ 26163 h 52326"/>
                <a:gd name="connsiteX4" fmla="*/ 0 w 52326"/>
                <a:gd name="connsiteY4" fmla="*/ 26163 h 52326"/>
                <a:gd name="connsiteX5" fmla="*/ 7674 w 52326"/>
                <a:gd name="connsiteY5" fmla="*/ 44652 h 52326"/>
                <a:gd name="connsiteX6" fmla="*/ 26163 w 52326"/>
                <a:gd name="connsiteY6" fmla="*/ 52326 h 52326"/>
                <a:gd name="connsiteX7" fmla="*/ 52326 w 52326"/>
                <a:gd name="connsiteY7" fmla="*/ 26163 h 52326"/>
                <a:gd name="connsiteX8" fmla="*/ 47791 w 52326"/>
                <a:gd name="connsiteY8"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47791" y="11512"/>
                  </a:moveTo>
                  <a:cubicBezTo>
                    <a:pt x="43256" y="4535"/>
                    <a:pt x="35233" y="0"/>
                    <a:pt x="26163" y="0"/>
                  </a:cubicBezTo>
                  <a:lnTo>
                    <a:pt x="26163" y="0"/>
                  </a:lnTo>
                  <a:cubicBezTo>
                    <a:pt x="11860" y="0"/>
                    <a:pt x="0" y="11861"/>
                    <a:pt x="0" y="26163"/>
                  </a:cubicBezTo>
                  <a:lnTo>
                    <a:pt x="0" y="26163"/>
                  </a:lnTo>
                  <a:cubicBezTo>
                    <a:pt x="0" y="33489"/>
                    <a:pt x="2791" y="39768"/>
                    <a:pt x="7674" y="44652"/>
                  </a:cubicBezTo>
                  <a:cubicBezTo>
                    <a:pt x="12559" y="49535"/>
                    <a:pt x="18837" y="52326"/>
                    <a:pt x="26163" y="52326"/>
                  </a:cubicBezTo>
                  <a:cubicBezTo>
                    <a:pt x="40466" y="52326"/>
                    <a:pt x="52326" y="40465"/>
                    <a:pt x="52326" y="26163"/>
                  </a:cubicBezTo>
                  <a:cubicBezTo>
                    <a:pt x="52326" y="20582"/>
                    <a:pt x="50582" y="15698"/>
                    <a:pt x="47791" y="11512"/>
                  </a:cubicBezTo>
                  <a:close/>
                </a:path>
              </a:pathLst>
            </a:custGeom>
            <a:grpFill/>
            <a:ln w="3488" cap="flat">
              <a:noFill/>
              <a:prstDash val="solid"/>
              <a:miter/>
            </a:ln>
          </p:spPr>
          <p:txBody>
            <a:bodyPr rtlCol="0" anchor="ctr"/>
            <a:lstStyle/>
            <a:p>
              <a:endParaRPr lang="en-ID"/>
            </a:p>
          </p:txBody>
        </p:sp>
        <p:sp>
          <p:nvSpPr>
            <p:cNvPr id="1042" name="Freeform: Shape 1041">
              <a:extLst>
                <a:ext uri="{FF2B5EF4-FFF2-40B4-BE49-F238E27FC236}">
                  <a16:creationId xmlns:a16="http://schemas.microsoft.com/office/drawing/2014/main" id="{63BC83A6-1465-8B54-87E9-12671BAC7774}"/>
                </a:ext>
              </a:extLst>
            </p:cNvPr>
            <p:cNvSpPr/>
            <p:nvPr/>
          </p:nvSpPr>
          <p:spPr>
            <a:xfrm>
              <a:off x="11093150" y="146676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1860" y="0"/>
                    <a:pt x="0" y="11861"/>
                    <a:pt x="0" y="26163"/>
                  </a:cubicBezTo>
                  <a:lnTo>
                    <a:pt x="0" y="26163"/>
                  </a:lnTo>
                  <a:lnTo>
                    <a:pt x="0" y="26163"/>
                  </a:lnTo>
                  <a:cubicBezTo>
                    <a:pt x="0" y="40466"/>
                    <a:pt x="11860" y="52326"/>
                    <a:pt x="26163" y="52326"/>
                  </a:cubicBezTo>
                  <a:cubicBezTo>
                    <a:pt x="40466" y="52326"/>
                    <a:pt x="52326" y="40466"/>
                    <a:pt x="52326" y="26163"/>
                  </a:cubicBezTo>
                  <a:lnTo>
                    <a:pt x="52326" y="26163"/>
                  </a:ln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43" name="Freeform: Shape 1042">
              <a:extLst>
                <a:ext uri="{FF2B5EF4-FFF2-40B4-BE49-F238E27FC236}">
                  <a16:creationId xmlns:a16="http://schemas.microsoft.com/office/drawing/2014/main" id="{EEC1E541-9F32-5298-9A2C-91A1EF3D6DF5}"/>
                </a:ext>
              </a:extLst>
            </p:cNvPr>
            <p:cNvSpPr/>
            <p:nvPr/>
          </p:nvSpPr>
          <p:spPr>
            <a:xfrm>
              <a:off x="10779193" y="4920296"/>
              <a:ext cx="52326" cy="52326"/>
            </a:xfrm>
            <a:custGeom>
              <a:avLst/>
              <a:gdLst>
                <a:gd name="connsiteX0" fmla="*/ 46744 w 52326"/>
                <a:gd name="connsiteY0" fmla="*/ 10116 h 52326"/>
                <a:gd name="connsiteX1" fmla="*/ 26163 w 52326"/>
                <a:gd name="connsiteY1" fmla="*/ 0 h 52326"/>
                <a:gd name="connsiteX2" fmla="*/ 0 w 52326"/>
                <a:gd name="connsiteY2" fmla="*/ 26163 h 52326"/>
                <a:gd name="connsiteX3" fmla="*/ 698 w 52326"/>
                <a:gd name="connsiteY3" fmla="*/ 31396 h 52326"/>
                <a:gd name="connsiteX4" fmla="*/ 26163 w 52326"/>
                <a:gd name="connsiteY4" fmla="*/ 52326 h 52326"/>
                <a:gd name="connsiteX5" fmla="*/ 47094 w 52326"/>
                <a:gd name="connsiteY5" fmla="*/ 41861 h 52326"/>
                <a:gd name="connsiteX6" fmla="*/ 52326 w 52326"/>
                <a:gd name="connsiteY6" fmla="*/ 26163 h 52326"/>
                <a:gd name="connsiteX7" fmla="*/ 46744 w 52326"/>
                <a:gd name="connsiteY7" fmla="*/ 1011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46744" y="10116"/>
                  </a:moveTo>
                  <a:cubicBezTo>
                    <a:pt x="41861" y="4186"/>
                    <a:pt x="34535" y="0"/>
                    <a:pt x="26163" y="0"/>
                  </a:cubicBezTo>
                  <a:cubicBezTo>
                    <a:pt x="11860" y="0"/>
                    <a:pt x="0" y="11861"/>
                    <a:pt x="0" y="26163"/>
                  </a:cubicBezTo>
                  <a:cubicBezTo>
                    <a:pt x="0" y="27907"/>
                    <a:pt x="349" y="29652"/>
                    <a:pt x="698" y="31396"/>
                  </a:cubicBezTo>
                  <a:cubicBezTo>
                    <a:pt x="3139" y="43256"/>
                    <a:pt x="13604" y="52326"/>
                    <a:pt x="26163" y="52326"/>
                  </a:cubicBezTo>
                  <a:cubicBezTo>
                    <a:pt x="34884" y="52326"/>
                    <a:pt x="42210" y="48140"/>
                    <a:pt x="47094" y="41861"/>
                  </a:cubicBezTo>
                  <a:cubicBezTo>
                    <a:pt x="50233" y="37326"/>
                    <a:pt x="52326" y="32093"/>
                    <a:pt x="52326" y="26163"/>
                  </a:cubicBezTo>
                  <a:cubicBezTo>
                    <a:pt x="52326" y="20233"/>
                    <a:pt x="50233" y="14302"/>
                    <a:pt x="46744" y="10116"/>
                  </a:cubicBezTo>
                  <a:close/>
                </a:path>
              </a:pathLst>
            </a:custGeom>
            <a:grpFill/>
            <a:ln w="3488" cap="flat">
              <a:noFill/>
              <a:prstDash val="solid"/>
              <a:miter/>
            </a:ln>
          </p:spPr>
          <p:txBody>
            <a:bodyPr rtlCol="0" anchor="ctr"/>
            <a:lstStyle/>
            <a:p>
              <a:endParaRPr lang="en-ID"/>
            </a:p>
          </p:txBody>
        </p:sp>
        <p:sp>
          <p:nvSpPr>
            <p:cNvPr id="1044" name="Freeform: Shape 1043">
              <a:extLst>
                <a:ext uri="{FF2B5EF4-FFF2-40B4-BE49-F238E27FC236}">
                  <a16:creationId xmlns:a16="http://schemas.microsoft.com/office/drawing/2014/main" id="{CB3BF853-8804-B164-2D17-DEEC7E7CF7F8}"/>
                </a:ext>
              </a:extLst>
            </p:cNvPr>
            <p:cNvSpPr/>
            <p:nvPr/>
          </p:nvSpPr>
          <p:spPr>
            <a:xfrm>
              <a:off x="8372188" y="4815643"/>
              <a:ext cx="52326" cy="52326"/>
            </a:xfrm>
            <a:custGeom>
              <a:avLst/>
              <a:gdLst>
                <a:gd name="connsiteX0" fmla="*/ 26163 w 52326"/>
                <a:gd name="connsiteY0" fmla="*/ 52326 h 52326"/>
                <a:gd name="connsiteX1" fmla="*/ 26163 w 52326"/>
                <a:gd name="connsiteY1" fmla="*/ 52326 h 52326"/>
                <a:gd name="connsiteX2" fmla="*/ 40814 w 52326"/>
                <a:gd name="connsiteY2" fmla="*/ 47791 h 52326"/>
                <a:gd name="connsiteX3" fmla="*/ 52326 w 52326"/>
                <a:gd name="connsiteY3" fmla="*/ 26163 h 52326"/>
                <a:gd name="connsiteX4" fmla="*/ 26163 w 52326"/>
                <a:gd name="connsiteY4" fmla="*/ 0 h 52326"/>
                <a:gd name="connsiteX5" fmla="*/ 18489 w 52326"/>
                <a:gd name="connsiteY5" fmla="*/ 1046 h 52326"/>
                <a:gd name="connsiteX6" fmla="*/ 15000 w 52326"/>
                <a:gd name="connsiteY6" fmla="*/ 2442 h 52326"/>
                <a:gd name="connsiteX7" fmla="*/ 11512 w 52326"/>
                <a:gd name="connsiteY7" fmla="*/ 453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1745" y="52326"/>
                    <a:pt x="36628" y="50582"/>
                    <a:pt x="40814" y="47791"/>
                  </a:cubicBezTo>
                  <a:cubicBezTo>
                    <a:pt x="47791" y="43256"/>
                    <a:pt x="52326" y="35233"/>
                    <a:pt x="52326" y="26163"/>
                  </a:cubicBezTo>
                  <a:cubicBezTo>
                    <a:pt x="52326" y="11861"/>
                    <a:pt x="40466" y="0"/>
                    <a:pt x="26163" y="0"/>
                  </a:cubicBezTo>
                  <a:cubicBezTo>
                    <a:pt x="23372" y="0"/>
                    <a:pt x="20930" y="349"/>
                    <a:pt x="18489" y="1046"/>
                  </a:cubicBezTo>
                  <a:cubicBezTo>
                    <a:pt x="17442" y="1395"/>
                    <a:pt x="16047" y="1744"/>
                    <a:pt x="15000" y="2442"/>
                  </a:cubicBezTo>
                  <a:cubicBezTo>
                    <a:pt x="13954" y="3140"/>
                    <a:pt x="12559" y="3488"/>
                    <a:pt x="11512" y="4535"/>
                  </a:cubicBezTo>
                  <a:cubicBezTo>
                    <a:pt x="4535" y="9070"/>
                    <a:pt x="0" y="1709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5" name="Freeform: Shape 1044">
              <a:extLst>
                <a:ext uri="{FF2B5EF4-FFF2-40B4-BE49-F238E27FC236}">
                  <a16:creationId xmlns:a16="http://schemas.microsoft.com/office/drawing/2014/main" id="{8C53274C-BF68-EF91-CED6-34F55D78E393}"/>
                </a:ext>
              </a:extLst>
            </p:cNvPr>
            <p:cNvSpPr/>
            <p:nvPr/>
          </p:nvSpPr>
          <p:spPr>
            <a:xfrm>
              <a:off x="11825716"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6" name="Freeform: Shape 1045">
              <a:extLst>
                <a:ext uri="{FF2B5EF4-FFF2-40B4-BE49-F238E27FC236}">
                  <a16:creationId xmlns:a16="http://schemas.microsoft.com/office/drawing/2014/main" id="{952B2D2A-F42F-EE1C-C903-3E189682E099}"/>
                </a:ext>
              </a:extLst>
            </p:cNvPr>
            <p:cNvSpPr/>
            <p:nvPr/>
          </p:nvSpPr>
          <p:spPr>
            <a:xfrm>
              <a:off x="983732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7" name="Freeform: Shape 1046">
              <a:extLst>
                <a:ext uri="{FF2B5EF4-FFF2-40B4-BE49-F238E27FC236}">
                  <a16:creationId xmlns:a16="http://schemas.microsoft.com/office/drawing/2014/main" id="{90A90405-96ED-BABB-EEA0-193560F6D64A}"/>
                </a:ext>
              </a:extLst>
            </p:cNvPr>
            <p:cNvSpPr/>
            <p:nvPr/>
          </p:nvSpPr>
          <p:spPr>
            <a:xfrm>
              <a:off x="11930369" y="5024948"/>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48" name="Freeform: Shape 1047">
              <a:extLst>
                <a:ext uri="{FF2B5EF4-FFF2-40B4-BE49-F238E27FC236}">
                  <a16:creationId xmlns:a16="http://schemas.microsoft.com/office/drawing/2014/main" id="{27E2A520-4D91-685A-0A71-B5CB5863F821}"/>
                </a:ext>
              </a:extLst>
            </p:cNvPr>
            <p:cNvSpPr/>
            <p:nvPr/>
          </p:nvSpPr>
          <p:spPr>
            <a:xfrm>
              <a:off x="10988497"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49" name="Freeform: Shape 1048">
              <a:extLst>
                <a:ext uri="{FF2B5EF4-FFF2-40B4-BE49-F238E27FC236}">
                  <a16:creationId xmlns:a16="http://schemas.microsoft.com/office/drawing/2014/main" id="{0525F1D7-FC7A-8106-84F1-3FAA9BD5AEBB}"/>
                </a:ext>
              </a:extLst>
            </p:cNvPr>
            <p:cNvSpPr/>
            <p:nvPr/>
          </p:nvSpPr>
          <p:spPr>
            <a:xfrm>
              <a:off x="9941974"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0" name="Freeform: Shape 1049">
              <a:extLst>
                <a:ext uri="{FF2B5EF4-FFF2-40B4-BE49-F238E27FC236}">
                  <a16:creationId xmlns:a16="http://schemas.microsoft.com/office/drawing/2014/main" id="{3DBA5ABA-9F1A-AC25-A5B7-F1244714994C}"/>
                </a:ext>
              </a:extLst>
            </p:cNvPr>
            <p:cNvSpPr/>
            <p:nvPr/>
          </p:nvSpPr>
          <p:spPr>
            <a:xfrm>
              <a:off x="9314060"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1" name="Freeform: Shape 1050">
              <a:extLst>
                <a:ext uri="{FF2B5EF4-FFF2-40B4-BE49-F238E27FC236}">
                  <a16:creationId xmlns:a16="http://schemas.microsoft.com/office/drawing/2014/main" id="{8CB127FB-B61A-F5FB-E0CD-B8BB2B6B8A2E}"/>
                </a:ext>
              </a:extLst>
            </p:cNvPr>
            <p:cNvSpPr/>
            <p:nvPr/>
          </p:nvSpPr>
          <p:spPr>
            <a:xfrm>
              <a:off x="9314060"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52" name="Freeform: Shape 1051">
              <a:extLst>
                <a:ext uri="{FF2B5EF4-FFF2-40B4-BE49-F238E27FC236}">
                  <a16:creationId xmlns:a16="http://schemas.microsoft.com/office/drawing/2014/main" id="{9B567F45-7983-3585-BC78-98F730E3F86F}"/>
                </a:ext>
              </a:extLst>
            </p:cNvPr>
            <p:cNvSpPr/>
            <p:nvPr/>
          </p:nvSpPr>
          <p:spPr>
            <a:xfrm>
              <a:off x="8790798"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3" name="Freeform: Shape 1052">
              <a:extLst>
                <a:ext uri="{FF2B5EF4-FFF2-40B4-BE49-F238E27FC236}">
                  <a16:creationId xmlns:a16="http://schemas.microsoft.com/office/drawing/2014/main" id="{1E0787EF-8016-D02E-6F45-92AD0D4B672F}"/>
                </a:ext>
              </a:extLst>
            </p:cNvPr>
            <p:cNvSpPr/>
            <p:nvPr/>
          </p:nvSpPr>
          <p:spPr>
            <a:xfrm>
              <a:off x="7011708"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54" name="Freeform: Shape 1053">
              <a:extLst>
                <a:ext uri="{FF2B5EF4-FFF2-40B4-BE49-F238E27FC236}">
                  <a16:creationId xmlns:a16="http://schemas.microsoft.com/office/drawing/2014/main" id="{CC203A89-0E8F-2DE1-8572-EDF08AD69941}"/>
                </a:ext>
              </a:extLst>
            </p:cNvPr>
            <p:cNvSpPr/>
            <p:nvPr/>
          </p:nvSpPr>
          <p:spPr>
            <a:xfrm>
              <a:off x="669775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55" name="Freeform: Shape 1054">
              <a:extLst>
                <a:ext uri="{FF2B5EF4-FFF2-40B4-BE49-F238E27FC236}">
                  <a16:creationId xmlns:a16="http://schemas.microsoft.com/office/drawing/2014/main" id="{8A33647E-7D18-B49E-A6EA-E7CEA5CB2B6D}"/>
                </a:ext>
              </a:extLst>
            </p:cNvPr>
            <p:cNvSpPr/>
            <p:nvPr/>
          </p:nvSpPr>
          <p:spPr>
            <a:xfrm>
              <a:off x="648844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6" name="Freeform: Shape 1055">
              <a:extLst>
                <a:ext uri="{FF2B5EF4-FFF2-40B4-BE49-F238E27FC236}">
                  <a16:creationId xmlns:a16="http://schemas.microsoft.com/office/drawing/2014/main" id="{4525FADE-2D43-30E2-D6E4-3B525FB5E4F9}"/>
                </a:ext>
              </a:extLst>
            </p:cNvPr>
            <p:cNvSpPr/>
            <p:nvPr/>
          </p:nvSpPr>
          <p:spPr>
            <a:xfrm>
              <a:off x="6488446"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7" name="Freeform: Shape 1056">
              <a:extLst>
                <a:ext uri="{FF2B5EF4-FFF2-40B4-BE49-F238E27FC236}">
                  <a16:creationId xmlns:a16="http://schemas.microsoft.com/office/drawing/2014/main" id="{1131B3DD-C2F4-9A6A-9CFE-50C85F0CFF9B}"/>
                </a:ext>
              </a:extLst>
            </p:cNvPr>
            <p:cNvSpPr/>
            <p:nvPr/>
          </p:nvSpPr>
          <p:spPr>
            <a:xfrm>
              <a:off x="6488446"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58" name="Freeform: Shape 1057">
              <a:extLst>
                <a:ext uri="{FF2B5EF4-FFF2-40B4-BE49-F238E27FC236}">
                  <a16:creationId xmlns:a16="http://schemas.microsoft.com/office/drawing/2014/main" id="{FED0286D-91E4-7089-DCD3-23F30E149EF6}"/>
                </a:ext>
              </a:extLst>
            </p:cNvPr>
            <p:cNvSpPr/>
            <p:nvPr/>
          </p:nvSpPr>
          <p:spPr>
            <a:xfrm>
              <a:off x="9837321" y="3559815"/>
              <a:ext cx="52326" cy="52326"/>
            </a:xfrm>
            <a:custGeom>
              <a:avLst/>
              <a:gdLst>
                <a:gd name="connsiteX0" fmla="*/ 26163 w 52326"/>
                <a:gd name="connsiteY0" fmla="*/ 0 h 52326"/>
                <a:gd name="connsiteX1" fmla="*/ 5233 w 52326"/>
                <a:gd name="connsiteY1" fmla="*/ 10465 h 52326"/>
                <a:gd name="connsiteX2" fmla="*/ 0 w 52326"/>
                <a:gd name="connsiteY2" fmla="*/ 26163 h 52326"/>
                <a:gd name="connsiteX3" fmla="*/ 26163 w 52326"/>
                <a:gd name="connsiteY3" fmla="*/ 52326 h 52326"/>
                <a:gd name="connsiteX4" fmla="*/ 26163 w 52326"/>
                <a:gd name="connsiteY4" fmla="*/ 52326 h 52326"/>
                <a:gd name="connsiteX5" fmla="*/ 47791 w 52326"/>
                <a:gd name="connsiteY5" fmla="*/ 40814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7442" y="0"/>
                    <a:pt x="10116" y="4186"/>
                    <a:pt x="5233" y="10465"/>
                  </a:cubicBezTo>
                  <a:cubicBezTo>
                    <a:pt x="2093" y="15000"/>
                    <a:pt x="0" y="20233"/>
                    <a:pt x="0" y="26163"/>
                  </a:cubicBezTo>
                  <a:cubicBezTo>
                    <a:pt x="0" y="40465"/>
                    <a:pt x="11860" y="52326"/>
                    <a:pt x="26163" y="52326"/>
                  </a:cubicBezTo>
                  <a:lnTo>
                    <a:pt x="26163" y="52326"/>
                  </a:lnTo>
                  <a:cubicBezTo>
                    <a:pt x="35233" y="52326"/>
                    <a:pt x="43256" y="47791"/>
                    <a:pt x="47791" y="40814"/>
                  </a:cubicBezTo>
                  <a:cubicBezTo>
                    <a:pt x="50582" y="36628"/>
                    <a:pt x="52326" y="31744"/>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59" name="Freeform: Shape 1058">
              <a:extLst>
                <a:ext uri="{FF2B5EF4-FFF2-40B4-BE49-F238E27FC236}">
                  <a16:creationId xmlns:a16="http://schemas.microsoft.com/office/drawing/2014/main" id="{1BFD2FDD-828F-551E-7F6F-928AFAAE7073}"/>
                </a:ext>
              </a:extLst>
            </p:cNvPr>
            <p:cNvSpPr/>
            <p:nvPr/>
          </p:nvSpPr>
          <p:spPr>
            <a:xfrm>
              <a:off x="9523364" y="4710991"/>
              <a:ext cx="52326" cy="52326"/>
            </a:xfrm>
            <a:custGeom>
              <a:avLst/>
              <a:gdLst>
                <a:gd name="connsiteX0" fmla="*/ 26163 w 52326"/>
                <a:gd name="connsiteY0" fmla="*/ 0 h 52326"/>
                <a:gd name="connsiteX1" fmla="*/ 26163 w 52326"/>
                <a:gd name="connsiteY1" fmla="*/ 0 h 52326"/>
                <a:gd name="connsiteX2" fmla="*/ 4535 w 52326"/>
                <a:gd name="connsiteY2" fmla="*/ 11512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7093" y="0"/>
                    <a:pt x="9070" y="4535"/>
                    <a:pt x="4535" y="11512"/>
                  </a:cubicBezTo>
                  <a:cubicBezTo>
                    <a:pt x="1744" y="15698"/>
                    <a:pt x="0" y="20582"/>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60" name="Freeform: Shape 1059">
              <a:extLst>
                <a:ext uri="{FF2B5EF4-FFF2-40B4-BE49-F238E27FC236}">
                  <a16:creationId xmlns:a16="http://schemas.microsoft.com/office/drawing/2014/main" id="{93C15796-A7F0-CCCB-7E2B-263982F3B938}"/>
                </a:ext>
              </a:extLst>
            </p:cNvPr>
            <p:cNvSpPr/>
            <p:nvPr/>
          </p:nvSpPr>
          <p:spPr>
            <a:xfrm>
              <a:off x="8267536" y="5024948"/>
              <a:ext cx="52326" cy="52326"/>
            </a:xfrm>
            <a:custGeom>
              <a:avLst/>
              <a:gdLst>
                <a:gd name="connsiteX0" fmla="*/ 26163 w 52326"/>
                <a:gd name="connsiteY0" fmla="*/ 52326 h 52326"/>
                <a:gd name="connsiteX1" fmla="*/ 50233 w 52326"/>
                <a:gd name="connsiteY1" fmla="*/ 36280 h 52326"/>
                <a:gd name="connsiteX2" fmla="*/ 52326 w 52326"/>
                <a:gd name="connsiteY2" fmla="*/ 26163 h 52326"/>
                <a:gd name="connsiteX3" fmla="*/ 26163 w 52326"/>
                <a:gd name="connsiteY3" fmla="*/ 0 h 52326"/>
                <a:gd name="connsiteX4" fmla="*/ 26163 w 52326"/>
                <a:gd name="connsiteY4" fmla="*/ 0 h 52326"/>
                <a:gd name="connsiteX5" fmla="*/ 2093 w 52326"/>
                <a:gd name="connsiteY5" fmla="*/ 16047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6978" y="52326"/>
                    <a:pt x="46396" y="45698"/>
                    <a:pt x="50233" y="36280"/>
                  </a:cubicBezTo>
                  <a:cubicBezTo>
                    <a:pt x="51629" y="33140"/>
                    <a:pt x="52326" y="29652"/>
                    <a:pt x="52326" y="26163"/>
                  </a:cubicBezTo>
                  <a:cubicBezTo>
                    <a:pt x="52326" y="11861"/>
                    <a:pt x="40466" y="0"/>
                    <a:pt x="26163" y="0"/>
                  </a:cubicBezTo>
                  <a:lnTo>
                    <a:pt x="26163" y="0"/>
                  </a:lnTo>
                  <a:cubicBezTo>
                    <a:pt x="15349" y="0"/>
                    <a:pt x="5930" y="6628"/>
                    <a:pt x="2093" y="16047"/>
                  </a:cubicBezTo>
                  <a:cubicBezTo>
                    <a:pt x="698" y="19186"/>
                    <a:pt x="0" y="22675"/>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61" name="Freeform: Shape 1060">
              <a:extLst>
                <a:ext uri="{FF2B5EF4-FFF2-40B4-BE49-F238E27FC236}">
                  <a16:creationId xmlns:a16="http://schemas.microsoft.com/office/drawing/2014/main" id="{01CF85EC-9656-8282-2D0F-2DA9B0E1467E}"/>
                </a:ext>
              </a:extLst>
            </p:cNvPr>
            <p:cNvSpPr/>
            <p:nvPr/>
          </p:nvSpPr>
          <p:spPr>
            <a:xfrm>
              <a:off x="11302454"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2" name="Freeform: Shape 1061">
              <a:extLst>
                <a:ext uri="{FF2B5EF4-FFF2-40B4-BE49-F238E27FC236}">
                  <a16:creationId xmlns:a16="http://schemas.microsoft.com/office/drawing/2014/main" id="{E6EA80F7-E616-2ACE-2DE0-FFE2F3EDC833}"/>
                </a:ext>
              </a:extLst>
            </p:cNvPr>
            <p:cNvSpPr/>
            <p:nvPr/>
          </p:nvSpPr>
          <p:spPr>
            <a:xfrm>
              <a:off x="1088384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3" name="Freeform: Shape 1062">
              <a:extLst>
                <a:ext uri="{FF2B5EF4-FFF2-40B4-BE49-F238E27FC236}">
                  <a16:creationId xmlns:a16="http://schemas.microsoft.com/office/drawing/2014/main" id="{368542AE-7CC6-F050-A8D5-1F35E549CCA4}"/>
                </a:ext>
              </a:extLst>
            </p:cNvPr>
            <p:cNvSpPr/>
            <p:nvPr/>
          </p:nvSpPr>
          <p:spPr>
            <a:xfrm>
              <a:off x="10255931"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4" name="Freeform: Shape 1063">
              <a:extLst>
                <a:ext uri="{FF2B5EF4-FFF2-40B4-BE49-F238E27FC236}">
                  <a16:creationId xmlns:a16="http://schemas.microsoft.com/office/drawing/2014/main" id="{FC2FE2FD-5283-8B90-CCA2-7FFE9277E859}"/>
                </a:ext>
              </a:extLst>
            </p:cNvPr>
            <p:cNvSpPr/>
            <p:nvPr/>
          </p:nvSpPr>
          <p:spPr>
            <a:xfrm>
              <a:off x="10151278" y="1571420"/>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5" name="Freeform: Shape 1064">
              <a:extLst>
                <a:ext uri="{FF2B5EF4-FFF2-40B4-BE49-F238E27FC236}">
                  <a16:creationId xmlns:a16="http://schemas.microsoft.com/office/drawing/2014/main" id="{7EE19B78-7FB2-1AE2-B78A-780CF818EA8A}"/>
                </a:ext>
              </a:extLst>
            </p:cNvPr>
            <p:cNvSpPr/>
            <p:nvPr/>
          </p:nvSpPr>
          <p:spPr>
            <a:xfrm>
              <a:off x="9941974"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6" name="Freeform: Shape 1065">
              <a:extLst>
                <a:ext uri="{FF2B5EF4-FFF2-40B4-BE49-F238E27FC236}">
                  <a16:creationId xmlns:a16="http://schemas.microsoft.com/office/drawing/2014/main" id="{65B80EF4-81C7-2CB9-080B-448EBCE46C31}"/>
                </a:ext>
              </a:extLst>
            </p:cNvPr>
            <p:cNvSpPr/>
            <p:nvPr/>
          </p:nvSpPr>
          <p:spPr>
            <a:xfrm>
              <a:off x="9941974"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7" name="Freeform: Shape 1066">
              <a:extLst>
                <a:ext uri="{FF2B5EF4-FFF2-40B4-BE49-F238E27FC236}">
                  <a16:creationId xmlns:a16="http://schemas.microsoft.com/office/drawing/2014/main" id="{DBEAB1DE-4C09-6E0E-F18E-CD4FF97794A8}"/>
                </a:ext>
              </a:extLst>
            </p:cNvPr>
            <p:cNvSpPr/>
            <p:nvPr/>
          </p:nvSpPr>
          <p:spPr>
            <a:xfrm>
              <a:off x="9104755"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068" name="Freeform: Shape 1067">
              <a:extLst>
                <a:ext uri="{FF2B5EF4-FFF2-40B4-BE49-F238E27FC236}">
                  <a16:creationId xmlns:a16="http://schemas.microsoft.com/office/drawing/2014/main" id="{BA755127-94B6-44A7-B165-66F7802955C8}"/>
                </a:ext>
              </a:extLst>
            </p:cNvPr>
            <p:cNvSpPr/>
            <p:nvPr/>
          </p:nvSpPr>
          <p:spPr>
            <a:xfrm>
              <a:off x="86861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69" name="Freeform: Shape 1068">
              <a:extLst>
                <a:ext uri="{FF2B5EF4-FFF2-40B4-BE49-F238E27FC236}">
                  <a16:creationId xmlns:a16="http://schemas.microsoft.com/office/drawing/2014/main" id="{EA7AD790-211A-8B11-8A31-470B9666B7FF}"/>
                </a:ext>
              </a:extLst>
            </p:cNvPr>
            <p:cNvSpPr/>
            <p:nvPr/>
          </p:nvSpPr>
          <p:spPr>
            <a:xfrm>
              <a:off x="8581493" y="146676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0" name="Freeform: Shape 1069">
              <a:extLst>
                <a:ext uri="{FF2B5EF4-FFF2-40B4-BE49-F238E27FC236}">
                  <a16:creationId xmlns:a16="http://schemas.microsoft.com/office/drawing/2014/main" id="{790192F1-CBA0-A6A1-0A73-03C26CB196D6}"/>
                </a:ext>
              </a:extLst>
            </p:cNvPr>
            <p:cNvSpPr/>
            <p:nvPr/>
          </p:nvSpPr>
          <p:spPr>
            <a:xfrm>
              <a:off x="8372188"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1" name="Freeform: Shape 1070">
              <a:extLst>
                <a:ext uri="{FF2B5EF4-FFF2-40B4-BE49-F238E27FC236}">
                  <a16:creationId xmlns:a16="http://schemas.microsoft.com/office/drawing/2014/main" id="{7C6A7573-EB8F-820E-6FB2-95FF07B884E5}"/>
                </a:ext>
              </a:extLst>
            </p:cNvPr>
            <p:cNvSpPr/>
            <p:nvPr/>
          </p:nvSpPr>
          <p:spPr>
            <a:xfrm>
              <a:off x="837218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2" name="Freeform: Shape 1071">
              <a:extLst>
                <a:ext uri="{FF2B5EF4-FFF2-40B4-BE49-F238E27FC236}">
                  <a16:creationId xmlns:a16="http://schemas.microsoft.com/office/drawing/2014/main" id="{C6D1F26B-C240-33F3-EC25-923ABEF81ED3}"/>
                </a:ext>
              </a:extLst>
            </p:cNvPr>
            <p:cNvSpPr/>
            <p:nvPr/>
          </p:nvSpPr>
          <p:spPr>
            <a:xfrm>
              <a:off x="8162884"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3" name="Freeform: Shape 1072">
              <a:extLst>
                <a:ext uri="{FF2B5EF4-FFF2-40B4-BE49-F238E27FC236}">
                  <a16:creationId xmlns:a16="http://schemas.microsoft.com/office/drawing/2014/main" id="{0F587661-C480-9DDB-B166-964791DDB300}"/>
                </a:ext>
              </a:extLst>
            </p:cNvPr>
            <p:cNvSpPr/>
            <p:nvPr/>
          </p:nvSpPr>
          <p:spPr>
            <a:xfrm>
              <a:off x="7325665"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74" name="Freeform: Shape 1073">
              <a:extLst>
                <a:ext uri="{FF2B5EF4-FFF2-40B4-BE49-F238E27FC236}">
                  <a16:creationId xmlns:a16="http://schemas.microsoft.com/office/drawing/2014/main" id="{B3559730-32C6-54DF-5A96-ABAAEA9A3098}"/>
                </a:ext>
              </a:extLst>
            </p:cNvPr>
            <p:cNvSpPr/>
            <p:nvPr/>
          </p:nvSpPr>
          <p:spPr>
            <a:xfrm>
              <a:off x="6697751" y="481564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5" name="Freeform: Shape 1074">
              <a:extLst>
                <a:ext uri="{FF2B5EF4-FFF2-40B4-BE49-F238E27FC236}">
                  <a16:creationId xmlns:a16="http://schemas.microsoft.com/office/drawing/2014/main" id="{01D68698-7727-7455-6A8E-9A7122EE9DE2}"/>
                </a:ext>
              </a:extLst>
            </p:cNvPr>
            <p:cNvSpPr/>
            <p:nvPr/>
          </p:nvSpPr>
          <p:spPr>
            <a:xfrm>
              <a:off x="6488446"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076" name="Freeform: Shape 1075">
              <a:extLst>
                <a:ext uri="{FF2B5EF4-FFF2-40B4-BE49-F238E27FC236}">
                  <a16:creationId xmlns:a16="http://schemas.microsoft.com/office/drawing/2014/main" id="{0883C4EA-10E0-5A8E-2419-9C15958E333B}"/>
                </a:ext>
              </a:extLst>
            </p:cNvPr>
            <p:cNvSpPr/>
            <p:nvPr/>
          </p:nvSpPr>
          <p:spPr>
            <a:xfrm>
              <a:off x="6279141"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7" name="Freeform: Shape 1076">
              <a:extLst>
                <a:ext uri="{FF2B5EF4-FFF2-40B4-BE49-F238E27FC236}">
                  <a16:creationId xmlns:a16="http://schemas.microsoft.com/office/drawing/2014/main" id="{3FAF5C9D-882A-57FB-3AAC-C40F37853AF2}"/>
                </a:ext>
              </a:extLst>
            </p:cNvPr>
            <p:cNvSpPr/>
            <p:nvPr/>
          </p:nvSpPr>
          <p:spPr>
            <a:xfrm>
              <a:off x="6279141"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078" name="Freeform: Shape 1077">
              <a:extLst>
                <a:ext uri="{FF2B5EF4-FFF2-40B4-BE49-F238E27FC236}">
                  <a16:creationId xmlns:a16="http://schemas.microsoft.com/office/drawing/2014/main" id="{B83B0F15-97BB-EA14-52F8-38D36DD1E472}"/>
                </a:ext>
              </a:extLst>
            </p:cNvPr>
            <p:cNvSpPr/>
            <p:nvPr/>
          </p:nvSpPr>
          <p:spPr>
            <a:xfrm>
              <a:off x="8581493" y="2513291"/>
              <a:ext cx="52326" cy="52326"/>
            </a:xfrm>
            <a:custGeom>
              <a:avLst/>
              <a:gdLst>
                <a:gd name="connsiteX0" fmla="*/ 18489 w 52326"/>
                <a:gd name="connsiteY0" fmla="*/ 51280 h 52326"/>
                <a:gd name="connsiteX1" fmla="*/ 26163 w 52326"/>
                <a:gd name="connsiteY1" fmla="*/ 52326 h 52326"/>
                <a:gd name="connsiteX2" fmla="*/ 52326 w 52326"/>
                <a:gd name="connsiteY2" fmla="*/ 26163 h 52326"/>
                <a:gd name="connsiteX3" fmla="*/ 31396 w 52326"/>
                <a:gd name="connsiteY3" fmla="*/ 698 h 52326"/>
                <a:gd name="connsiteX4" fmla="*/ 26163 w 52326"/>
                <a:gd name="connsiteY4" fmla="*/ 0 h 52326"/>
                <a:gd name="connsiteX5" fmla="*/ 0 w 52326"/>
                <a:gd name="connsiteY5" fmla="*/ 26163 h 52326"/>
                <a:gd name="connsiteX6" fmla="*/ 18489 w 52326"/>
                <a:gd name="connsiteY6"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18489" y="51280"/>
                  </a:moveTo>
                  <a:cubicBezTo>
                    <a:pt x="20930" y="51977"/>
                    <a:pt x="23721" y="52326"/>
                    <a:pt x="26163" y="52326"/>
                  </a:cubicBezTo>
                  <a:cubicBezTo>
                    <a:pt x="40466" y="52326"/>
                    <a:pt x="52326" y="40466"/>
                    <a:pt x="52326" y="26163"/>
                  </a:cubicBezTo>
                  <a:cubicBezTo>
                    <a:pt x="52326" y="13605"/>
                    <a:pt x="43256" y="3140"/>
                    <a:pt x="31396" y="698"/>
                  </a:cubicBezTo>
                  <a:cubicBezTo>
                    <a:pt x="29652" y="349"/>
                    <a:pt x="27907" y="0"/>
                    <a:pt x="26163" y="0"/>
                  </a:cubicBezTo>
                  <a:cubicBezTo>
                    <a:pt x="11860" y="0"/>
                    <a:pt x="0" y="11861"/>
                    <a:pt x="0" y="26163"/>
                  </a:cubicBezTo>
                  <a:cubicBezTo>
                    <a:pt x="0" y="38024"/>
                    <a:pt x="7674" y="47791"/>
                    <a:pt x="18489" y="51280"/>
                  </a:cubicBezTo>
                  <a:close/>
                </a:path>
              </a:pathLst>
            </a:custGeom>
            <a:grpFill/>
            <a:ln w="3488" cap="flat">
              <a:noFill/>
              <a:prstDash val="solid"/>
              <a:miter/>
            </a:ln>
          </p:spPr>
          <p:txBody>
            <a:bodyPr rtlCol="0" anchor="ctr"/>
            <a:lstStyle/>
            <a:p>
              <a:endParaRPr lang="en-ID"/>
            </a:p>
          </p:txBody>
        </p:sp>
        <p:sp>
          <p:nvSpPr>
            <p:cNvPr id="1079" name="Freeform: Shape 1078">
              <a:extLst>
                <a:ext uri="{FF2B5EF4-FFF2-40B4-BE49-F238E27FC236}">
                  <a16:creationId xmlns:a16="http://schemas.microsoft.com/office/drawing/2014/main" id="{C026D2EF-937D-90A8-5D25-CDAD91F4E123}"/>
                </a:ext>
              </a:extLst>
            </p:cNvPr>
            <p:cNvSpPr/>
            <p:nvPr/>
          </p:nvSpPr>
          <p:spPr>
            <a:xfrm>
              <a:off x="11093150" y="3978424"/>
              <a:ext cx="52326" cy="52326"/>
            </a:xfrm>
            <a:custGeom>
              <a:avLst/>
              <a:gdLst>
                <a:gd name="connsiteX0" fmla="*/ 26163 w 52326"/>
                <a:gd name="connsiteY0" fmla="*/ 0 h 52326"/>
                <a:gd name="connsiteX1" fmla="*/ 2093 w 52326"/>
                <a:gd name="connsiteY1" fmla="*/ 16047 h 52326"/>
                <a:gd name="connsiteX2" fmla="*/ 0 w 52326"/>
                <a:gd name="connsiteY2" fmla="*/ 26163 h 52326"/>
                <a:gd name="connsiteX3" fmla="*/ 0 w 52326"/>
                <a:gd name="connsiteY3" fmla="*/ 26163 h 52326"/>
                <a:gd name="connsiteX4" fmla="*/ 26163 w 52326"/>
                <a:gd name="connsiteY4" fmla="*/ 52326 h 52326"/>
                <a:gd name="connsiteX5" fmla="*/ 26163 w 52326"/>
                <a:gd name="connsiteY5" fmla="*/ 52326 h 52326"/>
                <a:gd name="connsiteX6" fmla="*/ 51279 w 52326"/>
                <a:gd name="connsiteY6" fmla="*/ 33838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5349" y="0"/>
                    <a:pt x="5930" y="6628"/>
                    <a:pt x="2093" y="16047"/>
                  </a:cubicBezTo>
                  <a:cubicBezTo>
                    <a:pt x="698" y="19186"/>
                    <a:pt x="0" y="22675"/>
                    <a:pt x="0" y="26163"/>
                  </a:cubicBezTo>
                  <a:lnTo>
                    <a:pt x="0" y="26163"/>
                  </a:lnTo>
                  <a:cubicBezTo>
                    <a:pt x="0" y="40465"/>
                    <a:pt x="11860" y="52326"/>
                    <a:pt x="26163" y="52326"/>
                  </a:cubicBezTo>
                  <a:lnTo>
                    <a:pt x="26163" y="52326"/>
                  </a:ln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80" name="Freeform: Shape 1079">
              <a:extLst>
                <a:ext uri="{FF2B5EF4-FFF2-40B4-BE49-F238E27FC236}">
                  <a16:creationId xmlns:a16="http://schemas.microsoft.com/office/drawing/2014/main" id="{83408F41-3C05-F813-A431-D8ACE1E58C2D}"/>
                </a:ext>
              </a:extLst>
            </p:cNvPr>
            <p:cNvSpPr/>
            <p:nvPr/>
          </p:nvSpPr>
          <p:spPr>
            <a:xfrm>
              <a:off x="10151278" y="3978424"/>
              <a:ext cx="52326" cy="52326"/>
            </a:xfrm>
            <a:custGeom>
              <a:avLst/>
              <a:gdLst>
                <a:gd name="connsiteX0" fmla="*/ 52326 w 52326"/>
                <a:gd name="connsiteY0" fmla="*/ 26163 h 52326"/>
                <a:gd name="connsiteX1" fmla="*/ 51279 w 52326"/>
                <a:gd name="connsiteY1" fmla="*/ 18489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3372"/>
                    <a:pt x="51977" y="20930"/>
                    <a:pt x="51279" y="18489"/>
                  </a:cubicBezTo>
                  <a:cubicBezTo>
                    <a:pt x="48140" y="7675"/>
                    <a:pt x="38023"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81" name="Freeform: Shape 1080">
              <a:extLst>
                <a:ext uri="{FF2B5EF4-FFF2-40B4-BE49-F238E27FC236}">
                  <a16:creationId xmlns:a16="http://schemas.microsoft.com/office/drawing/2014/main" id="{27FCB1C0-244A-965E-99D6-FB946F582F50}"/>
                </a:ext>
              </a:extLst>
            </p:cNvPr>
            <p:cNvSpPr/>
            <p:nvPr/>
          </p:nvSpPr>
          <p:spPr>
            <a:xfrm>
              <a:off x="7221012" y="5024948"/>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5930 w 52326"/>
                <a:gd name="connsiteY3" fmla="*/ 42908 h 52326"/>
                <a:gd name="connsiteX4" fmla="*/ 26163 w 52326"/>
                <a:gd name="connsiteY4" fmla="*/ 52326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1860" y="0"/>
                    <a:pt x="0" y="11861"/>
                    <a:pt x="0" y="26163"/>
                  </a:cubicBezTo>
                  <a:cubicBezTo>
                    <a:pt x="0" y="32442"/>
                    <a:pt x="2093" y="38373"/>
                    <a:pt x="5930" y="42908"/>
                  </a:cubicBezTo>
                  <a:cubicBezTo>
                    <a:pt x="10814" y="48838"/>
                    <a:pt x="18140" y="52326"/>
                    <a:pt x="26163" y="52326"/>
                  </a:cubicBezTo>
                  <a:cubicBezTo>
                    <a:pt x="40466"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082" name="Freeform: Shape 1081">
              <a:extLst>
                <a:ext uri="{FF2B5EF4-FFF2-40B4-BE49-F238E27FC236}">
                  <a16:creationId xmlns:a16="http://schemas.microsoft.com/office/drawing/2014/main" id="{5114A6F3-46B4-7452-17CE-924F8210CC05}"/>
                </a:ext>
              </a:extLst>
            </p:cNvPr>
            <p:cNvSpPr/>
            <p:nvPr/>
          </p:nvSpPr>
          <p:spPr>
            <a:xfrm>
              <a:off x="11093150" y="502494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3" name="Freeform: Shape 1082">
              <a:extLst>
                <a:ext uri="{FF2B5EF4-FFF2-40B4-BE49-F238E27FC236}">
                  <a16:creationId xmlns:a16="http://schemas.microsoft.com/office/drawing/2014/main" id="{ECDF47B3-EBC8-AAC6-AF22-AD003C5F8394}"/>
                </a:ext>
              </a:extLst>
            </p:cNvPr>
            <p:cNvSpPr/>
            <p:nvPr/>
          </p:nvSpPr>
          <p:spPr>
            <a:xfrm>
              <a:off x="9000103" y="4920296"/>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084" name="Freeform: Shape 1083">
              <a:extLst>
                <a:ext uri="{FF2B5EF4-FFF2-40B4-BE49-F238E27FC236}">
                  <a16:creationId xmlns:a16="http://schemas.microsoft.com/office/drawing/2014/main" id="{7FFF2384-13A6-6FCD-6EE8-B2F75F8926FF}"/>
                </a:ext>
              </a:extLst>
            </p:cNvPr>
            <p:cNvSpPr/>
            <p:nvPr/>
          </p:nvSpPr>
          <p:spPr>
            <a:xfrm>
              <a:off x="8581493"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5" name="Freeform: Shape 1084">
              <a:extLst>
                <a:ext uri="{FF2B5EF4-FFF2-40B4-BE49-F238E27FC236}">
                  <a16:creationId xmlns:a16="http://schemas.microsoft.com/office/drawing/2014/main" id="{AB23E10F-E5DE-66CB-15E5-3EF53E5F6896}"/>
                </a:ext>
              </a:extLst>
            </p:cNvPr>
            <p:cNvSpPr/>
            <p:nvPr/>
          </p:nvSpPr>
          <p:spPr>
            <a:xfrm>
              <a:off x="10255931" y="3350510"/>
              <a:ext cx="52326" cy="52326"/>
            </a:xfrm>
            <a:custGeom>
              <a:avLst/>
              <a:gdLst>
                <a:gd name="connsiteX0" fmla="*/ 26163 w 52326"/>
                <a:gd name="connsiteY0" fmla="*/ 52326 h 52326"/>
                <a:gd name="connsiteX1" fmla="*/ 26163 w 52326"/>
                <a:gd name="connsiteY1" fmla="*/ 52326 h 52326"/>
                <a:gd name="connsiteX2" fmla="*/ 36279 w 52326"/>
                <a:gd name="connsiteY2" fmla="*/ 5023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9652" y="52326"/>
                    <a:pt x="33140" y="51628"/>
                    <a:pt x="36279" y="50233"/>
                  </a:cubicBezTo>
                  <a:cubicBezTo>
                    <a:pt x="45699" y="46396"/>
                    <a:pt x="52326" y="36977"/>
                    <a:pt x="52326" y="26163"/>
                  </a:cubicBezTo>
                  <a:lnTo>
                    <a:pt x="52326" y="26163"/>
                  </a:lnTo>
                  <a:cubicBezTo>
                    <a:pt x="52326" y="11861"/>
                    <a:pt x="40466" y="0"/>
                    <a:pt x="26163" y="0"/>
                  </a:cubicBezTo>
                  <a:lnTo>
                    <a:pt x="26163" y="0"/>
                  </a:lnTo>
                  <a:cubicBezTo>
                    <a:pt x="21977" y="0"/>
                    <a:pt x="18140" y="1046"/>
                    <a:pt x="14651" y="2791"/>
                  </a:cubicBezTo>
                  <a:cubicBezTo>
                    <a:pt x="5930" y="6977"/>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6" name="Freeform: Shape 1085">
              <a:extLst>
                <a:ext uri="{FF2B5EF4-FFF2-40B4-BE49-F238E27FC236}">
                  <a16:creationId xmlns:a16="http://schemas.microsoft.com/office/drawing/2014/main" id="{C178E181-6077-F09C-0F84-F811167DBA15}"/>
                </a:ext>
              </a:extLst>
            </p:cNvPr>
            <p:cNvSpPr/>
            <p:nvPr/>
          </p:nvSpPr>
          <p:spPr>
            <a:xfrm>
              <a:off x="7221012" y="4710991"/>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087" name="Freeform: Shape 1086">
              <a:extLst>
                <a:ext uri="{FF2B5EF4-FFF2-40B4-BE49-F238E27FC236}">
                  <a16:creationId xmlns:a16="http://schemas.microsoft.com/office/drawing/2014/main" id="{F9BB300C-E5A1-3137-8FC5-0E175F1AC183}"/>
                </a:ext>
              </a:extLst>
            </p:cNvPr>
            <p:cNvSpPr/>
            <p:nvPr/>
          </p:nvSpPr>
          <p:spPr>
            <a:xfrm>
              <a:off x="1109315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88" name="Freeform: Shape 1087">
              <a:extLst>
                <a:ext uri="{FF2B5EF4-FFF2-40B4-BE49-F238E27FC236}">
                  <a16:creationId xmlns:a16="http://schemas.microsoft.com/office/drawing/2014/main" id="{5344E9A9-4B58-38AF-E1AE-35A6D5484DD4}"/>
                </a:ext>
              </a:extLst>
            </p:cNvPr>
            <p:cNvSpPr/>
            <p:nvPr/>
          </p:nvSpPr>
          <p:spPr>
            <a:xfrm>
              <a:off x="10883845"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89" name="Freeform: Shape 1088">
              <a:extLst>
                <a:ext uri="{FF2B5EF4-FFF2-40B4-BE49-F238E27FC236}">
                  <a16:creationId xmlns:a16="http://schemas.microsoft.com/office/drawing/2014/main" id="{DF65BA83-B663-C759-241E-4FAABB2A04F5}"/>
                </a:ext>
              </a:extLst>
            </p:cNvPr>
            <p:cNvSpPr/>
            <p:nvPr/>
          </p:nvSpPr>
          <p:spPr>
            <a:xfrm>
              <a:off x="10674540" y="4711340"/>
              <a:ext cx="52326" cy="51977"/>
            </a:xfrm>
            <a:custGeom>
              <a:avLst/>
              <a:gdLst>
                <a:gd name="connsiteX0" fmla="*/ 26163 w 52326"/>
                <a:gd name="connsiteY0" fmla="*/ 51977 h 51977"/>
                <a:gd name="connsiteX1" fmla="*/ 26163 w 52326"/>
                <a:gd name="connsiteY1" fmla="*/ 51977 h 51977"/>
                <a:gd name="connsiteX2" fmla="*/ 52326 w 52326"/>
                <a:gd name="connsiteY2" fmla="*/ 25814 h 51977"/>
                <a:gd name="connsiteX3" fmla="*/ 31396 w 52326"/>
                <a:gd name="connsiteY3" fmla="*/ 349 h 51977"/>
                <a:gd name="connsiteX4" fmla="*/ 30698 w 52326"/>
                <a:gd name="connsiteY4" fmla="*/ 349 h 51977"/>
                <a:gd name="connsiteX5" fmla="*/ 26163 w 52326"/>
                <a:gd name="connsiteY5" fmla="*/ 0 h 51977"/>
                <a:gd name="connsiteX6" fmla="*/ 26163 w 52326"/>
                <a:gd name="connsiteY6" fmla="*/ 0 h 51977"/>
                <a:gd name="connsiteX7" fmla="*/ 0 w 52326"/>
                <a:gd name="connsiteY7" fmla="*/ 26163 h 51977"/>
                <a:gd name="connsiteX8" fmla="*/ 26163 w 52326"/>
                <a:gd name="connsiteY8" fmla="*/ 51977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1977">
                  <a:moveTo>
                    <a:pt x="26163" y="51977"/>
                  </a:moveTo>
                  <a:cubicBezTo>
                    <a:pt x="26163" y="51977"/>
                    <a:pt x="26163" y="51977"/>
                    <a:pt x="26163" y="51977"/>
                  </a:cubicBezTo>
                  <a:cubicBezTo>
                    <a:pt x="40466" y="51977"/>
                    <a:pt x="52326" y="40117"/>
                    <a:pt x="52326" y="25814"/>
                  </a:cubicBezTo>
                  <a:cubicBezTo>
                    <a:pt x="52326" y="13256"/>
                    <a:pt x="43256" y="2791"/>
                    <a:pt x="31396" y="349"/>
                  </a:cubicBezTo>
                  <a:cubicBezTo>
                    <a:pt x="31047" y="349"/>
                    <a:pt x="31047" y="349"/>
                    <a:pt x="30698" y="349"/>
                  </a:cubicBezTo>
                  <a:cubicBezTo>
                    <a:pt x="29302" y="0"/>
                    <a:pt x="27558" y="0"/>
                    <a:pt x="26163" y="0"/>
                  </a:cubicBezTo>
                  <a:cubicBezTo>
                    <a:pt x="26163" y="0"/>
                    <a:pt x="26163" y="0"/>
                    <a:pt x="26163" y="0"/>
                  </a:cubicBezTo>
                  <a:cubicBezTo>
                    <a:pt x="11860" y="0"/>
                    <a:pt x="0" y="11861"/>
                    <a:pt x="0" y="26163"/>
                  </a:cubicBezTo>
                  <a:cubicBezTo>
                    <a:pt x="0" y="40117"/>
                    <a:pt x="11860" y="51977"/>
                    <a:pt x="26163" y="51977"/>
                  </a:cubicBezTo>
                  <a:close/>
                </a:path>
              </a:pathLst>
            </a:custGeom>
            <a:grpFill/>
            <a:ln w="3488" cap="flat">
              <a:noFill/>
              <a:prstDash val="solid"/>
              <a:miter/>
            </a:ln>
          </p:spPr>
          <p:txBody>
            <a:bodyPr rtlCol="0" anchor="ctr"/>
            <a:lstStyle/>
            <a:p>
              <a:endParaRPr lang="en-ID"/>
            </a:p>
          </p:txBody>
        </p:sp>
        <p:sp>
          <p:nvSpPr>
            <p:cNvPr id="1090" name="Freeform: Shape 1089">
              <a:extLst>
                <a:ext uri="{FF2B5EF4-FFF2-40B4-BE49-F238E27FC236}">
                  <a16:creationId xmlns:a16="http://schemas.microsoft.com/office/drawing/2014/main" id="{1B506154-701E-72BA-BD7D-A5A2690D0257}"/>
                </a:ext>
              </a:extLst>
            </p:cNvPr>
            <p:cNvSpPr/>
            <p:nvPr/>
          </p:nvSpPr>
          <p:spPr>
            <a:xfrm>
              <a:off x="10046626" y="4292381"/>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cubicBezTo>
                    <a:pt x="0" y="26163"/>
                    <a:pt x="0" y="26163"/>
                    <a:pt x="0" y="26163"/>
                  </a:cubicBezTo>
                  <a:cubicBezTo>
                    <a:pt x="0" y="40465"/>
                    <a:pt x="11860" y="52326"/>
                    <a:pt x="26163" y="52326"/>
                  </a:cubicBezTo>
                  <a:cubicBezTo>
                    <a:pt x="40466" y="52326"/>
                    <a:pt x="52326" y="40465"/>
                    <a:pt x="52326" y="26163"/>
                  </a:cubicBezTo>
                  <a:cubicBezTo>
                    <a:pt x="52326" y="26163"/>
                    <a:pt x="52326" y="26163"/>
                    <a:pt x="52326" y="26163"/>
                  </a:cubicBezTo>
                  <a:close/>
                </a:path>
              </a:pathLst>
            </a:custGeom>
            <a:grpFill/>
            <a:ln w="3488" cap="flat">
              <a:noFill/>
              <a:prstDash val="solid"/>
              <a:miter/>
            </a:ln>
          </p:spPr>
          <p:txBody>
            <a:bodyPr rtlCol="0" anchor="ctr"/>
            <a:lstStyle/>
            <a:p>
              <a:endParaRPr lang="en-ID"/>
            </a:p>
          </p:txBody>
        </p:sp>
        <p:sp>
          <p:nvSpPr>
            <p:cNvPr id="1091" name="Freeform: Shape 1090">
              <a:extLst>
                <a:ext uri="{FF2B5EF4-FFF2-40B4-BE49-F238E27FC236}">
                  <a16:creationId xmlns:a16="http://schemas.microsoft.com/office/drawing/2014/main" id="{99AB46FE-90E1-55F1-32C5-06022CF269FF}"/>
                </a:ext>
              </a:extLst>
            </p:cNvPr>
            <p:cNvSpPr/>
            <p:nvPr/>
          </p:nvSpPr>
          <p:spPr>
            <a:xfrm>
              <a:off x="11197802" y="376912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2" name="Freeform: Shape 1091">
              <a:extLst>
                <a:ext uri="{FF2B5EF4-FFF2-40B4-BE49-F238E27FC236}">
                  <a16:creationId xmlns:a16="http://schemas.microsoft.com/office/drawing/2014/main" id="{CC0828FA-A6BD-3AFD-172C-6C29412EC23C}"/>
                </a:ext>
              </a:extLst>
            </p:cNvPr>
            <p:cNvSpPr/>
            <p:nvPr/>
          </p:nvSpPr>
          <p:spPr>
            <a:xfrm>
              <a:off x="10779193"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3" name="Freeform: Shape 1092">
              <a:extLst>
                <a:ext uri="{FF2B5EF4-FFF2-40B4-BE49-F238E27FC236}">
                  <a16:creationId xmlns:a16="http://schemas.microsoft.com/office/drawing/2014/main" id="{D7890743-B67B-4965-3E06-8A12BDB86C49}"/>
                </a:ext>
              </a:extLst>
            </p:cNvPr>
            <p:cNvSpPr/>
            <p:nvPr/>
          </p:nvSpPr>
          <p:spPr>
            <a:xfrm>
              <a:off x="96280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4" name="Freeform: Shape 1093">
              <a:extLst>
                <a:ext uri="{FF2B5EF4-FFF2-40B4-BE49-F238E27FC236}">
                  <a16:creationId xmlns:a16="http://schemas.microsoft.com/office/drawing/2014/main" id="{820424E7-7AF4-0908-5F59-FA0942D67452}"/>
                </a:ext>
              </a:extLst>
            </p:cNvPr>
            <p:cNvSpPr/>
            <p:nvPr/>
          </p:nvSpPr>
          <p:spPr>
            <a:xfrm>
              <a:off x="952336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5" name="Freeform: Shape 1094">
              <a:extLst>
                <a:ext uri="{FF2B5EF4-FFF2-40B4-BE49-F238E27FC236}">
                  <a16:creationId xmlns:a16="http://schemas.microsoft.com/office/drawing/2014/main" id="{40DB03F5-FC8A-6517-5AF9-800497368CF3}"/>
                </a:ext>
              </a:extLst>
            </p:cNvPr>
            <p:cNvSpPr/>
            <p:nvPr/>
          </p:nvSpPr>
          <p:spPr>
            <a:xfrm>
              <a:off x="7430317"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6" name="Freeform: Shape 1095">
              <a:extLst>
                <a:ext uri="{FF2B5EF4-FFF2-40B4-BE49-F238E27FC236}">
                  <a16:creationId xmlns:a16="http://schemas.microsoft.com/office/drawing/2014/main" id="{F56ABF11-885A-0E56-8E6C-20BC6265D098}"/>
                </a:ext>
              </a:extLst>
            </p:cNvPr>
            <p:cNvSpPr/>
            <p:nvPr/>
          </p:nvSpPr>
          <p:spPr>
            <a:xfrm>
              <a:off x="7430317" y="4606338"/>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097" name="Freeform: Shape 1096">
              <a:extLst>
                <a:ext uri="{FF2B5EF4-FFF2-40B4-BE49-F238E27FC236}">
                  <a16:creationId xmlns:a16="http://schemas.microsoft.com/office/drawing/2014/main" id="{A41B5521-11A5-BC9E-7B1D-23F3F9932B4C}"/>
                </a:ext>
              </a:extLst>
            </p:cNvPr>
            <p:cNvSpPr/>
            <p:nvPr/>
          </p:nvSpPr>
          <p:spPr>
            <a:xfrm>
              <a:off x="7430317"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098" name="Freeform: Shape 1097">
              <a:extLst>
                <a:ext uri="{FF2B5EF4-FFF2-40B4-BE49-F238E27FC236}">
                  <a16:creationId xmlns:a16="http://schemas.microsoft.com/office/drawing/2014/main" id="{112266F3-8507-5DFC-C3E2-D6BFE4A8EB69}"/>
                </a:ext>
              </a:extLst>
            </p:cNvPr>
            <p:cNvSpPr/>
            <p:nvPr/>
          </p:nvSpPr>
          <p:spPr>
            <a:xfrm>
              <a:off x="7430317"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099" name="Freeform: Shape 1098">
              <a:extLst>
                <a:ext uri="{FF2B5EF4-FFF2-40B4-BE49-F238E27FC236}">
                  <a16:creationId xmlns:a16="http://schemas.microsoft.com/office/drawing/2014/main" id="{5CCA02E2-3254-DB00-A6A4-EAB6B96543AF}"/>
                </a:ext>
              </a:extLst>
            </p:cNvPr>
            <p:cNvSpPr/>
            <p:nvPr/>
          </p:nvSpPr>
          <p:spPr>
            <a:xfrm rot="17550026">
              <a:off x="7221177" y="38736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100" name="Freeform: Shape 1099">
              <a:extLst>
                <a:ext uri="{FF2B5EF4-FFF2-40B4-BE49-F238E27FC236}">
                  <a16:creationId xmlns:a16="http://schemas.microsoft.com/office/drawing/2014/main" id="{63ACB482-C67A-ED85-7EDA-C3FAE04B0DEE}"/>
                </a:ext>
              </a:extLst>
            </p:cNvPr>
            <p:cNvSpPr/>
            <p:nvPr/>
          </p:nvSpPr>
          <p:spPr>
            <a:xfrm>
              <a:off x="6802403"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01" name="Freeform: Shape 1100">
              <a:extLst>
                <a:ext uri="{FF2B5EF4-FFF2-40B4-BE49-F238E27FC236}">
                  <a16:creationId xmlns:a16="http://schemas.microsoft.com/office/drawing/2014/main" id="{D088C4E2-8E47-7D3A-71D7-ECAC5E124999}"/>
                </a:ext>
              </a:extLst>
            </p:cNvPr>
            <p:cNvSpPr/>
            <p:nvPr/>
          </p:nvSpPr>
          <p:spPr>
            <a:xfrm>
              <a:off x="648844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2" name="Freeform: Shape 1101">
              <a:extLst>
                <a:ext uri="{FF2B5EF4-FFF2-40B4-BE49-F238E27FC236}">
                  <a16:creationId xmlns:a16="http://schemas.microsoft.com/office/drawing/2014/main" id="{B0C03C33-EC99-45D5-54DC-750C146F37A2}"/>
                </a:ext>
              </a:extLst>
            </p:cNvPr>
            <p:cNvSpPr/>
            <p:nvPr/>
          </p:nvSpPr>
          <p:spPr>
            <a:xfrm>
              <a:off x="638379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03" name="Freeform: Shape 1102">
              <a:extLst>
                <a:ext uri="{FF2B5EF4-FFF2-40B4-BE49-F238E27FC236}">
                  <a16:creationId xmlns:a16="http://schemas.microsoft.com/office/drawing/2014/main" id="{C6BE46C0-B608-0ED0-2FC2-B62D48A2C3D4}"/>
                </a:ext>
              </a:extLst>
            </p:cNvPr>
            <p:cNvSpPr/>
            <p:nvPr/>
          </p:nvSpPr>
          <p:spPr>
            <a:xfrm>
              <a:off x="6383793"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04" name="Freeform: Shape 1103">
              <a:extLst>
                <a:ext uri="{FF2B5EF4-FFF2-40B4-BE49-F238E27FC236}">
                  <a16:creationId xmlns:a16="http://schemas.microsoft.com/office/drawing/2014/main" id="{52B40DF2-72B5-2627-7906-C9F6EB046754}"/>
                </a:ext>
              </a:extLst>
            </p:cNvPr>
            <p:cNvSpPr/>
            <p:nvPr/>
          </p:nvSpPr>
          <p:spPr>
            <a:xfrm>
              <a:off x="11616412" y="366446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05" name="Freeform: Shape 1104">
              <a:extLst>
                <a:ext uri="{FF2B5EF4-FFF2-40B4-BE49-F238E27FC236}">
                  <a16:creationId xmlns:a16="http://schemas.microsoft.com/office/drawing/2014/main" id="{37C069F7-46AE-E307-D79F-335858CC0DA4}"/>
                </a:ext>
              </a:extLst>
            </p:cNvPr>
            <p:cNvSpPr/>
            <p:nvPr/>
          </p:nvSpPr>
          <p:spPr>
            <a:xfrm>
              <a:off x="6802403" y="4710991"/>
              <a:ext cx="52326" cy="52326"/>
            </a:xfrm>
            <a:custGeom>
              <a:avLst/>
              <a:gdLst>
                <a:gd name="connsiteX0" fmla="*/ 26163 w 52326"/>
                <a:gd name="connsiteY0" fmla="*/ 0 h 52326"/>
                <a:gd name="connsiteX1" fmla="*/ 26163 w 52326"/>
                <a:gd name="connsiteY1" fmla="*/ 0 h 52326"/>
                <a:gd name="connsiteX2" fmla="*/ 18489 w 52326"/>
                <a:gd name="connsiteY2" fmla="*/ 1046 h 52326"/>
                <a:gd name="connsiteX3" fmla="*/ 0 w 52326"/>
                <a:gd name="connsiteY3" fmla="*/ 26163 h 52326"/>
                <a:gd name="connsiteX4" fmla="*/ 13605 w 52326"/>
                <a:gd name="connsiteY4" fmla="*/ 49187 h 52326"/>
                <a:gd name="connsiteX5" fmla="*/ 26163 w 52326"/>
                <a:gd name="connsiteY5" fmla="*/ 52326 h 52326"/>
                <a:gd name="connsiteX6" fmla="*/ 52326 w 52326"/>
                <a:gd name="connsiteY6" fmla="*/ 26163 h 52326"/>
                <a:gd name="connsiteX7" fmla="*/ 46396 w 52326"/>
                <a:gd name="connsiteY7" fmla="*/ 9419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3372" y="0"/>
                    <a:pt x="20930" y="349"/>
                    <a:pt x="18489" y="1046"/>
                  </a:cubicBezTo>
                  <a:cubicBezTo>
                    <a:pt x="7674" y="4186"/>
                    <a:pt x="0" y="14302"/>
                    <a:pt x="0" y="26163"/>
                  </a:cubicBezTo>
                  <a:cubicBezTo>
                    <a:pt x="0" y="35931"/>
                    <a:pt x="5581" y="44652"/>
                    <a:pt x="13605" y="49187"/>
                  </a:cubicBezTo>
                  <a:cubicBezTo>
                    <a:pt x="17442" y="51280"/>
                    <a:pt x="21628" y="52326"/>
                    <a:pt x="26163" y="52326"/>
                  </a:cubicBezTo>
                  <a:cubicBezTo>
                    <a:pt x="40465" y="52326"/>
                    <a:pt x="52326" y="40465"/>
                    <a:pt x="52326" y="26163"/>
                  </a:cubicBez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106" name="Freeform: Shape 1105">
              <a:extLst>
                <a:ext uri="{FF2B5EF4-FFF2-40B4-BE49-F238E27FC236}">
                  <a16:creationId xmlns:a16="http://schemas.microsoft.com/office/drawing/2014/main" id="{27A660E8-4A9B-935C-DA52-405FB7F1CB8F}"/>
                </a:ext>
              </a:extLst>
            </p:cNvPr>
            <p:cNvSpPr/>
            <p:nvPr/>
          </p:nvSpPr>
          <p:spPr>
            <a:xfrm>
              <a:off x="10988497" y="4710991"/>
              <a:ext cx="52326" cy="52326"/>
            </a:xfrm>
            <a:custGeom>
              <a:avLst/>
              <a:gdLst>
                <a:gd name="connsiteX0" fmla="*/ 1047 w 52326"/>
                <a:gd name="connsiteY0" fmla="*/ 33838 h 52326"/>
                <a:gd name="connsiteX1" fmla="*/ 26163 w 52326"/>
                <a:gd name="connsiteY1" fmla="*/ 52326 h 52326"/>
                <a:gd name="connsiteX2" fmla="*/ 26163 w 52326"/>
                <a:gd name="connsiteY2" fmla="*/ 52326 h 52326"/>
                <a:gd name="connsiteX3" fmla="*/ 49187 w 52326"/>
                <a:gd name="connsiteY3" fmla="*/ 38721 h 52326"/>
                <a:gd name="connsiteX4" fmla="*/ 52326 w 52326"/>
                <a:gd name="connsiteY4" fmla="*/ 26163 h 52326"/>
                <a:gd name="connsiteX5" fmla="*/ 26163 w 52326"/>
                <a:gd name="connsiteY5" fmla="*/ 0 h 52326"/>
                <a:gd name="connsiteX6" fmla="*/ 12907 w 52326"/>
                <a:gd name="connsiteY6" fmla="*/ 3488 h 52326"/>
                <a:gd name="connsiteX7" fmla="*/ 0 w 52326"/>
                <a:gd name="connsiteY7" fmla="*/ 26163 h 52326"/>
                <a:gd name="connsiteX8" fmla="*/ 0 w 52326"/>
                <a:gd name="connsiteY8" fmla="*/ 26163 h 52326"/>
                <a:gd name="connsiteX9" fmla="*/ 349 w 52326"/>
                <a:gd name="connsiteY9" fmla="*/ 30000 h 52326"/>
                <a:gd name="connsiteX10" fmla="*/ 1047 w 52326"/>
                <a:gd name="connsiteY10" fmla="*/ 33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1047" y="33838"/>
                  </a:moveTo>
                  <a:cubicBezTo>
                    <a:pt x="4186" y="44652"/>
                    <a:pt x="14303" y="52326"/>
                    <a:pt x="26163" y="52326"/>
                  </a:cubicBezTo>
                  <a:lnTo>
                    <a:pt x="26163" y="52326"/>
                  </a:lnTo>
                  <a:cubicBezTo>
                    <a:pt x="35931" y="52326"/>
                    <a:pt x="44652" y="46745"/>
                    <a:pt x="49187" y="38721"/>
                  </a:cubicBezTo>
                  <a:cubicBezTo>
                    <a:pt x="51279" y="34884"/>
                    <a:pt x="52326" y="30698"/>
                    <a:pt x="52326" y="26163"/>
                  </a:cubicBezTo>
                  <a:cubicBezTo>
                    <a:pt x="52326" y="11861"/>
                    <a:pt x="40466" y="0"/>
                    <a:pt x="26163" y="0"/>
                  </a:cubicBezTo>
                  <a:cubicBezTo>
                    <a:pt x="21280" y="0"/>
                    <a:pt x="17093" y="1395"/>
                    <a:pt x="12907" y="3488"/>
                  </a:cubicBezTo>
                  <a:cubicBezTo>
                    <a:pt x="5233" y="8023"/>
                    <a:pt x="0" y="16396"/>
                    <a:pt x="0" y="26163"/>
                  </a:cubicBezTo>
                  <a:cubicBezTo>
                    <a:pt x="0" y="26163"/>
                    <a:pt x="0" y="26163"/>
                    <a:pt x="0" y="26163"/>
                  </a:cubicBezTo>
                  <a:cubicBezTo>
                    <a:pt x="0" y="27559"/>
                    <a:pt x="0" y="28605"/>
                    <a:pt x="349" y="30000"/>
                  </a:cubicBezTo>
                  <a:cubicBezTo>
                    <a:pt x="349" y="31396"/>
                    <a:pt x="698" y="32791"/>
                    <a:pt x="1047" y="33838"/>
                  </a:cubicBezTo>
                  <a:close/>
                </a:path>
              </a:pathLst>
            </a:custGeom>
            <a:grpFill/>
            <a:ln w="3488" cap="flat">
              <a:noFill/>
              <a:prstDash val="solid"/>
              <a:miter/>
            </a:ln>
          </p:spPr>
          <p:txBody>
            <a:bodyPr rtlCol="0" anchor="ctr"/>
            <a:lstStyle/>
            <a:p>
              <a:endParaRPr lang="en-ID"/>
            </a:p>
          </p:txBody>
        </p:sp>
        <p:sp>
          <p:nvSpPr>
            <p:cNvPr id="1107" name="Freeform: Shape 1106">
              <a:extLst>
                <a:ext uri="{FF2B5EF4-FFF2-40B4-BE49-F238E27FC236}">
                  <a16:creationId xmlns:a16="http://schemas.microsoft.com/office/drawing/2014/main" id="{2AB42A4C-7CF9-E6A6-CE67-35D349AE66EE}"/>
                </a:ext>
              </a:extLst>
            </p:cNvPr>
            <p:cNvSpPr/>
            <p:nvPr/>
          </p:nvSpPr>
          <p:spPr>
            <a:xfrm>
              <a:off x="9941974" y="4606338"/>
              <a:ext cx="52326" cy="52326"/>
            </a:xfrm>
            <a:custGeom>
              <a:avLst/>
              <a:gdLst>
                <a:gd name="connsiteX0" fmla="*/ 26163 w 52326"/>
                <a:gd name="connsiteY0" fmla="*/ 52326 h 52326"/>
                <a:gd name="connsiteX1" fmla="*/ 26163 w 52326"/>
                <a:gd name="connsiteY1" fmla="*/ 52326 h 52326"/>
                <a:gd name="connsiteX2" fmla="*/ 49187 w 52326"/>
                <a:gd name="connsiteY2" fmla="*/ 38721 h 52326"/>
                <a:gd name="connsiteX3" fmla="*/ 52326 w 52326"/>
                <a:gd name="connsiteY3" fmla="*/ 26163 h 52326"/>
                <a:gd name="connsiteX4" fmla="*/ 26163 w 52326"/>
                <a:gd name="connsiteY4" fmla="*/ 0 h 52326"/>
                <a:gd name="connsiteX5" fmla="*/ 3139 w 52326"/>
                <a:gd name="connsiteY5" fmla="*/ 13605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35931" y="52326"/>
                    <a:pt x="44652" y="46745"/>
                    <a:pt x="49187" y="38721"/>
                  </a:cubicBezTo>
                  <a:cubicBezTo>
                    <a:pt x="51279" y="34884"/>
                    <a:pt x="52326" y="30698"/>
                    <a:pt x="52326" y="26163"/>
                  </a:cubicBezTo>
                  <a:cubicBezTo>
                    <a:pt x="52326" y="11861"/>
                    <a:pt x="40466" y="0"/>
                    <a:pt x="26163" y="0"/>
                  </a:cubicBezTo>
                  <a:cubicBezTo>
                    <a:pt x="16395" y="0"/>
                    <a:pt x="7674" y="5581"/>
                    <a:pt x="3139" y="13605"/>
                  </a:cubicBezTo>
                  <a:cubicBezTo>
                    <a:pt x="1047" y="17442"/>
                    <a:pt x="0" y="2162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08" name="Freeform: Shape 1107">
              <a:extLst>
                <a:ext uri="{FF2B5EF4-FFF2-40B4-BE49-F238E27FC236}">
                  <a16:creationId xmlns:a16="http://schemas.microsoft.com/office/drawing/2014/main" id="{0C43FFFA-9EF7-EFCD-4F0E-717890F047D7}"/>
                </a:ext>
              </a:extLst>
            </p:cNvPr>
            <p:cNvSpPr/>
            <p:nvPr/>
          </p:nvSpPr>
          <p:spPr>
            <a:xfrm>
              <a:off x="9000103" y="4501686"/>
              <a:ext cx="52326" cy="52326"/>
            </a:xfrm>
            <a:custGeom>
              <a:avLst/>
              <a:gdLst>
                <a:gd name="connsiteX0" fmla="*/ 26163 w 52326"/>
                <a:gd name="connsiteY0" fmla="*/ 0 h 52326"/>
                <a:gd name="connsiteX1" fmla="*/ 7674 w 52326"/>
                <a:gd name="connsiteY1" fmla="*/ 7675 h 52326"/>
                <a:gd name="connsiteX2" fmla="*/ 0 w 52326"/>
                <a:gd name="connsiteY2" fmla="*/ 26163 h 52326"/>
                <a:gd name="connsiteX3" fmla="*/ 26163 w 52326"/>
                <a:gd name="connsiteY3" fmla="*/ 52326 h 52326"/>
                <a:gd name="connsiteX4" fmla="*/ 44652 w 52326"/>
                <a:gd name="connsiteY4" fmla="*/ 44652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5"/>
                  </a:cubicBezTo>
                  <a:cubicBezTo>
                    <a:pt x="2791" y="12558"/>
                    <a:pt x="0" y="18838"/>
                    <a:pt x="0" y="26163"/>
                  </a:cubicBezTo>
                  <a:cubicBezTo>
                    <a:pt x="0" y="40465"/>
                    <a:pt x="11860" y="52326"/>
                    <a:pt x="26163" y="52326"/>
                  </a:cubicBez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09" name="Freeform: Shape 1108">
              <a:extLst>
                <a:ext uri="{FF2B5EF4-FFF2-40B4-BE49-F238E27FC236}">
                  <a16:creationId xmlns:a16="http://schemas.microsoft.com/office/drawing/2014/main" id="{7B66E2E9-589D-7DD9-F6CC-8269989B5AE9}"/>
                </a:ext>
              </a:extLst>
            </p:cNvPr>
            <p:cNvSpPr/>
            <p:nvPr/>
          </p:nvSpPr>
          <p:spPr>
            <a:xfrm>
              <a:off x="9418712" y="512960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4652 w 52326"/>
                <a:gd name="connsiteY3" fmla="*/ 7674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cubicBezTo>
                    <a:pt x="52326" y="18838"/>
                    <a:pt x="49535" y="12558"/>
                    <a:pt x="44652" y="7674"/>
                  </a:cubicBezTo>
                  <a:cubicBezTo>
                    <a:pt x="39768" y="2791"/>
                    <a:pt x="33489"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110" name="Freeform: Shape 1109">
              <a:extLst>
                <a:ext uri="{FF2B5EF4-FFF2-40B4-BE49-F238E27FC236}">
                  <a16:creationId xmlns:a16="http://schemas.microsoft.com/office/drawing/2014/main" id="{BE3BC5B6-D8A0-5060-20C0-F81106672F6A}"/>
                </a:ext>
              </a:extLst>
            </p:cNvPr>
            <p:cNvSpPr/>
            <p:nvPr/>
          </p:nvSpPr>
          <p:spPr>
            <a:xfrm>
              <a:off x="11721064"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1" name="Freeform: Shape 1110">
              <a:extLst>
                <a:ext uri="{FF2B5EF4-FFF2-40B4-BE49-F238E27FC236}">
                  <a16:creationId xmlns:a16="http://schemas.microsoft.com/office/drawing/2014/main" id="{203431CB-1E9C-DEFD-C628-5008367C3649}"/>
                </a:ext>
              </a:extLst>
            </p:cNvPr>
            <p:cNvSpPr/>
            <p:nvPr/>
          </p:nvSpPr>
          <p:spPr>
            <a:xfrm>
              <a:off x="11302454" y="4083077"/>
              <a:ext cx="52326" cy="51977"/>
            </a:xfrm>
            <a:custGeom>
              <a:avLst/>
              <a:gdLst>
                <a:gd name="connsiteX0" fmla="*/ 26163 w 52326"/>
                <a:gd name="connsiteY0" fmla="*/ 0 h 51977"/>
                <a:gd name="connsiteX1" fmla="*/ 26163 w 52326"/>
                <a:gd name="connsiteY1" fmla="*/ 0 h 51977"/>
                <a:gd name="connsiteX2" fmla="*/ 21628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cubicBezTo>
                    <a:pt x="26163" y="0"/>
                    <a:pt x="26163" y="0"/>
                    <a:pt x="26163" y="0"/>
                  </a:cubicBezTo>
                  <a:cubicBezTo>
                    <a:pt x="24419" y="0"/>
                    <a:pt x="23024" y="0"/>
                    <a:pt x="21628" y="349"/>
                  </a:cubicBezTo>
                  <a:cubicBezTo>
                    <a:pt x="21280" y="349"/>
                    <a:pt x="21280" y="349"/>
                    <a:pt x="20930" y="349"/>
                  </a:cubicBezTo>
                  <a:cubicBezTo>
                    <a:pt x="9070" y="2791"/>
                    <a:pt x="0" y="13256"/>
                    <a:pt x="0" y="25814"/>
                  </a:cubicBezTo>
                  <a:cubicBezTo>
                    <a:pt x="0" y="40117"/>
                    <a:pt x="11860" y="51977"/>
                    <a:pt x="26163" y="51977"/>
                  </a:cubicBezTo>
                  <a:cubicBezTo>
                    <a:pt x="26163" y="51977"/>
                    <a:pt x="26163" y="51977"/>
                    <a:pt x="26163" y="51977"/>
                  </a:cubicBez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12" name="Freeform: Shape 1111">
              <a:extLst>
                <a:ext uri="{FF2B5EF4-FFF2-40B4-BE49-F238E27FC236}">
                  <a16:creationId xmlns:a16="http://schemas.microsoft.com/office/drawing/2014/main" id="{0D58B6E4-58EB-365D-9D34-985D53AAB9F3}"/>
                </a:ext>
              </a:extLst>
            </p:cNvPr>
            <p:cNvSpPr/>
            <p:nvPr/>
          </p:nvSpPr>
          <p:spPr>
            <a:xfrm>
              <a:off x="10674540"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13" name="Freeform: Shape 1112">
              <a:extLst>
                <a:ext uri="{FF2B5EF4-FFF2-40B4-BE49-F238E27FC236}">
                  <a16:creationId xmlns:a16="http://schemas.microsoft.com/office/drawing/2014/main" id="{5F7CDA63-7378-7E01-C34C-CAE401D8A86D}"/>
                </a:ext>
              </a:extLst>
            </p:cNvPr>
            <p:cNvSpPr/>
            <p:nvPr/>
          </p:nvSpPr>
          <p:spPr>
            <a:xfrm>
              <a:off x="10465236" y="5234253"/>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14" name="Freeform: Shape 1113">
              <a:extLst>
                <a:ext uri="{FF2B5EF4-FFF2-40B4-BE49-F238E27FC236}">
                  <a16:creationId xmlns:a16="http://schemas.microsoft.com/office/drawing/2014/main" id="{6F615BDA-C85E-554E-B2DA-180CFEF14516}"/>
                </a:ext>
              </a:extLst>
            </p:cNvPr>
            <p:cNvSpPr/>
            <p:nvPr/>
          </p:nvSpPr>
          <p:spPr>
            <a:xfrm>
              <a:off x="1098849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5" name="Freeform: Shape 1114">
              <a:extLst>
                <a:ext uri="{FF2B5EF4-FFF2-40B4-BE49-F238E27FC236}">
                  <a16:creationId xmlns:a16="http://schemas.microsoft.com/office/drawing/2014/main" id="{899626FE-3F2D-9444-091C-E1DBF8617859}"/>
                </a:ext>
              </a:extLst>
            </p:cNvPr>
            <p:cNvSpPr/>
            <p:nvPr/>
          </p:nvSpPr>
          <p:spPr>
            <a:xfrm>
              <a:off x="9000103"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16" name="Freeform: Shape 1115">
              <a:extLst>
                <a:ext uri="{FF2B5EF4-FFF2-40B4-BE49-F238E27FC236}">
                  <a16:creationId xmlns:a16="http://schemas.microsoft.com/office/drawing/2014/main" id="{F8DDD642-C071-43F9-B01D-54679E96B206}"/>
                </a:ext>
              </a:extLst>
            </p:cNvPr>
            <p:cNvSpPr/>
            <p:nvPr/>
          </p:nvSpPr>
          <p:spPr>
            <a:xfrm>
              <a:off x="9000103"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7" name="Freeform: Shape 1116">
              <a:extLst>
                <a:ext uri="{FF2B5EF4-FFF2-40B4-BE49-F238E27FC236}">
                  <a16:creationId xmlns:a16="http://schemas.microsoft.com/office/drawing/2014/main" id="{3D35B1C1-214F-0F7F-689E-A378B8C9DD6A}"/>
                </a:ext>
              </a:extLst>
            </p:cNvPr>
            <p:cNvSpPr/>
            <p:nvPr/>
          </p:nvSpPr>
          <p:spPr>
            <a:xfrm>
              <a:off x="8790798"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18" name="Freeform: Shape 1117">
              <a:extLst>
                <a:ext uri="{FF2B5EF4-FFF2-40B4-BE49-F238E27FC236}">
                  <a16:creationId xmlns:a16="http://schemas.microsoft.com/office/drawing/2014/main" id="{FA85123C-4B57-231C-A57D-5EE75FBA5D9B}"/>
                </a:ext>
              </a:extLst>
            </p:cNvPr>
            <p:cNvSpPr/>
            <p:nvPr/>
          </p:nvSpPr>
          <p:spPr>
            <a:xfrm rot="21046898">
              <a:off x="8581641" y="3664347"/>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119" name="Freeform: Shape 1118">
              <a:extLst>
                <a:ext uri="{FF2B5EF4-FFF2-40B4-BE49-F238E27FC236}">
                  <a16:creationId xmlns:a16="http://schemas.microsoft.com/office/drawing/2014/main" id="{0D62F64D-9B7E-88C2-4EB1-91CC803144BF}"/>
                </a:ext>
              </a:extLst>
            </p:cNvPr>
            <p:cNvSpPr/>
            <p:nvPr/>
          </p:nvSpPr>
          <p:spPr>
            <a:xfrm>
              <a:off x="8267536"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0" name="Freeform: Shape 1119">
              <a:extLst>
                <a:ext uri="{FF2B5EF4-FFF2-40B4-BE49-F238E27FC236}">
                  <a16:creationId xmlns:a16="http://schemas.microsoft.com/office/drawing/2014/main" id="{AAD7F3F9-43E9-9167-364F-DD799BEB836A}"/>
                </a:ext>
              </a:extLst>
            </p:cNvPr>
            <p:cNvSpPr/>
            <p:nvPr/>
          </p:nvSpPr>
          <p:spPr>
            <a:xfrm>
              <a:off x="816288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1" name="Freeform: Shape 1120">
              <a:extLst>
                <a:ext uri="{FF2B5EF4-FFF2-40B4-BE49-F238E27FC236}">
                  <a16:creationId xmlns:a16="http://schemas.microsoft.com/office/drawing/2014/main" id="{4BE203D0-D286-E4C5-EA55-0E7496A3CB25}"/>
                </a:ext>
              </a:extLst>
            </p:cNvPr>
            <p:cNvSpPr/>
            <p:nvPr/>
          </p:nvSpPr>
          <p:spPr>
            <a:xfrm>
              <a:off x="7744274"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2" name="Freeform: Shape 1121">
              <a:extLst>
                <a:ext uri="{FF2B5EF4-FFF2-40B4-BE49-F238E27FC236}">
                  <a16:creationId xmlns:a16="http://schemas.microsoft.com/office/drawing/2014/main" id="{4ECB83F9-C867-975E-5191-3CFF82C9282D}"/>
                </a:ext>
              </a:extLst>
            </p:cNvPr>
            <p:cNvSpPr/>
            <p:nvPr/>
          </p:nvSpPr>
          <p:spPr>
            <a:xfrm>
              <a:off x="7430317"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23" name="Freeform: Shape 1122">
              <a:extLst>
                <a:ext uri="{FF2B5EF4-FFF2-40B4-BE49-F238E27FC236}">
                  <a16:creationId xmlns:a16="http://schemas.microsoft.com/office/drawing/2014/main" id="{2BAFB461-5D9E-1401-F9A3-8568ADFFDB93}"/>
                </a:ext>
              </a:extLst>
            </p:cNvPr>
            <p:cNvSpPr/>
            <p:nvPr/>
          </p:nvSpPr>
          <p:spPr>
            <a:xfrm>
              <a:off x="7430317"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4" name="Freeform: Shape 1123">
              <a:extLst>
                <a:ext uri="{FF2B5EF4-FFF2-40B4-BE49-F238E27FC236}">
                  <a16:creationId xmlns:a16="http://schemas.microsoft.com/office/drawing/2014/main" id="{50103197-D289-7B54-70C7-A12AE87ADCB5}"/>
                </a:ext>
              </a:extLst>
            </p:cNvPr>
            <p:cNvSpPr/>
            <p:nvPr/>
          </p:nvSpPr>
          <p:spPr>
            <a:xfrm>
              <a:off x="10151278" y="3350510"/>
              <a:ext cx="52326" cy="52326"/>
            </a:xfrm>
            <a:custGeom>
              <a:avLst/>
              <a:gdLst>
                <a:gd name="connsiteX0" fmla="*/ 26163 w 52326"/>
                <a:gd name="connsiteY0" fmla="*/ 52326 h 52326"/>
                <a:gd name="connsiteX1" fmla="*/ 51279 w 52326"/>
                <a:gd name="connsiteY1" fmla="*/ 33838 h 52326"/>
                <a:gd name="connsiteX2" fmla="*/ 52326 w 52326"/>
                <a:gd name="connsiteY2" fmla="*/ 26163 h 52326"/>
                <a:gd name="connsiteX3" fmla="*/ 26163 w 52326"/>
                <a:gd name="connsiteY3" fmla="*/ 0 h 52326"/>
                <a:gd name="connsiteX4" fmla="*/ 26163 w 52326"/>
                <a:gd name="connsiteY4" fmla="*/ 0 h 52326"/>
                <a:gd name="connsiteX5" fmla="*/ 2791 w 52326"/>
                <a:gd name="connsiteY5" fmla="*/ 14651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38023" y="52326"/>
                    <a:pt x="47791" y="44652"/>
                    <a:pt x="51279" y="33838"/>
                  </a:cubicBezTo>
                  <a:cubicBezTo>
                    <a:pt x="51977" y="31396"/>
                    <a:pt x="52326" y="28605"/>
                    <a:pt x="52326" y="26163"/>
                  </a:cubicBezTo>
                  <a:cubicBezTo>
                    <a:pt x="52326" y="11861"/>
                    <a:pt x="40466" y="0"/>
                    <a:pt x="26163" y="0"/>
                  </a:cubicBezTo>
                  <a:lnTo>
                    <a:pt x="26163" y="0"/>
                  </a:lnTo>
                  <a:cubicBezTo>
                    <a:pt x="15698" y="0"/>
                    <a:pt x="6977" y="5930"/>
                    <a:pt x="2791" y="14651"/>
                  </a:cubicBezTo>
                  <a:cubicBezTo>
                    <a:pt x="1047" y="18140"/>
                    <a:pt x="0" y="2197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25" name="Freeform: Shape 1124">
              <a:extLst>
                <a:ext uri="{FF2B5EF4-FFF2-40B4-BE49-F238E27FC236}">
                  <a16:creationId xmlns:a16="http://schemas.microsoft.com/office/drawing/2014/main" id="{D023D03C-D553-8B89-2852-EA3D85E1C5AC}"/>
                </a:ext>
              </a:extLst>
            </p:cNvPr>
            <p:cNvSpPr/>
            <p:nvPr/>
          </p:nvSpPr>
          <p:spPr>
            <a:xfrm>
              <a:off x="9314397" y="3873772"/>
              <a:ext cx="52337" cy="52326"/>
            </a:xfrm>
            <a:custGeom>
              <a:avLst/>
              <a:gdLst>
                <a:gd name="connsiteX0" fmla="*/ 18151 w 52337"/>
                <a:gd name="connsiteY0" fmla="*/ 51280 h 52326"/>
                <a:gd name="connsiteX1" fmla="*/ 23034 w 52337"/>
                <a:gd name="connsiteY1" fmla="*/ 52326 h 52326"/>
                <a:gd name="connsiteX2" fmla="*/ 23384 w 52337"/>
                <a:gd name="connsiteY2" fmla="*/ 52326 h 52326"/>
                <a:gd name="connsiteX3" fmla="*/ 26175 w 52337"/>
                <a:gd name="connsiteY3" fmla="*/ 52326 h 52326"/>
                <a:gd name="connsiteX4" fmla="*/ 52338 w 52337"/>
                <a:gd name="connsiteY4" fmla="*/ 26163 h 52326"/>
                <a:gd name="connsiteX5" fmla="*/ 33849 w 52337"/>
                <a:gd name="connsiteY5" fmla="*/ 1046 h 52326"/>
                <a:gd name="connsiteX6" fmla="*/ 26175 w 52337"/>
                <a:gd name="connsiteY6" fmla="*/ 0 h 52326"/>
                <a:gd name="connsiteX7" fmla="*/ 26175 w 52337"/>
                <a:gd name="connsiteY7" fmla="*/ 0 h 52326"/>
                <a:gd name="connsiteX8" fmla="*/ 11 w 52337"/>
                <a:gd name="connsiteY8" fmla="*/ 26163 h 52326"/>
                <a:gd name="connsiteX9" fmla="*/ 18151 w 52337"/>
                <a:gd name="connsiteY9" fmla="*/ 5128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37" h="52326">
                  <a:moveTo>
                    <a:pt x="18151" y="51280"/>
                  </a:moveTo>
                  <a:cubicBezTo>
                    <a:pt x="19895" y="51628"/>
                    <a:pt x="21290" y="51977"/>
                    <a:pt x="23034" y="52326"/>
                  </a:cubicBezTo>
                  <a:cubicBezTo>
                    <a:pt x="23034" y="52326"/>
                    <a:pt x="23034" y="52326"/>
                    <a:pt x="23384" y="52326"/>
                  </a:cubicBezTo>
                  <a:cubicBezTo>
                    <a:pt x="24430" y="52326"/>
                    <a:pt x="25128" y="52326"/>
                    <a:pt x="26175" y="52326"/>
                  </a:cubicBezTo>
                  <a:cubicBezTo>
                    <a:pt x="40477" y="52326"/>
                    <a:pt x="52338" y="40465"/>
                    <a:pt x="52338" y="26163"/>
                  </a:cubicBezTo>
                  <a:cubicBezTo>
                    <a:pt x="52338" y="14302"/>
                    <a:pt x="44662" y="4535"/>
                    <a:pt x="33849" y="1046"/>
                  </a:cubicBezTo>
                  <a:cubicBezTo>
                    <a:pt x="31407" y="349"/>
                    <a:pt x="28616" y="0"/>
                    <a:pt x="26175" y="0"/>
                  </a:cubicBezTo>
                  <a:lnTo>
                    <a:pt x="26175" y="0"/>
                  </a:lnTo>
                  <a:cubicBezTo>
                    <a:pt x="11872" y="0"/>
                    <a:pt x="11" y="11861"/>
                    <a:pt x="11" y="26163"/>
                  </a:cubicBezTo>
                  <a:cubicBezTo>
                    <a:pt x="-338" y="38024"/>
                    <a:pt x="7337" y="47791"/>
                    <a:pt x="18151" y="51280"/>
                  </a:cubicBezTo>
                  <a:close/>
                </a:path>
              </a:pathLst>
            </a:custGeom>
            <a:grpFill/>
            <a:ln w="3488" cap="flat">
              <a:noFill/>
              <a:prstDash val="solid"/>
              <a:miter/>
            </a:ln>
          </p:spPr>
          <p:txBody>
            <a:bodyPr rtlCol="0" anchor="ctr"/>
            <a:lstStyle/>
            <a:p>
              <a:endParaRPr lang="en-ID"/>
            </a:p>
          </p:txBody>
        </p:sp>
        <p:sp>
          <p:nvSpPr>
            <p:cNvPr id="1126" name="Freeform: Shape 1125">
              <a:extLst>
                <a:ext uri="{FF2B5EF4-FFF2-40B4-BE49-F238E27FC236}">
                  <a16:creationId xmlns:a16="http://schemas.microsoft.com/office/drawing/2014/main" id="{2E1CD82E-1517-F7F9-5A59-C7E5E466529C}"/>
                </a:ext>
              </a:extLst>
            </p:cNvPr>
            <p:cNvSpPr/>
            <p:nvPr/>
          </p:nvSpPr>
          <p:spPr>
            <a:xfrm>
              <a:off x="7221012" y="3769120"/>
              <a:ext cx="52326" cy="52326"/>
            </a:xfrm>
            <a:custGeom>
              <a:avLst/>
              <a:gdLst>
                <a:gd name="connsiteX0" fmla="*/ 26163 w 52326"/>
                <a:gd name="connsiteY0" fmla="*/ 52326 h 52326"/>
                <a:gd name="connsiteX1" fmla="*/ 26163 w 52326"/>
                <a:gd name="connsiteY1" fmla="*/ 52326 h 52326"/>
                <a:gd name="connsiteX2" fmla="*/ 31396 w 52326"/>
                <a:gd name="connsiteY2" fmla="*/ 51628 h 52326"/>
                <a:gd name="connsiteX3" fmla="*/ 52326 w 52326"/>
                <a:gd name="connsiteY3" fmla="*/ 26163 h 52326"/>
                <a:gd name="connsiteX4" fmla="*/ 26163 w 52326"/>
                <a:gd name="connsiteY4" fmla="*/ 0 h 52326"/>
                <a:gd name="connsiteX5" fmla="*/ 16047 w 52326"/>
                <a:gd name="connsiteY5" fmla="*/ 2093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907" y="52326"/>
                    <a:pt x="29652" y="51977"/>
                    <a:pt x="31396" y="51628"/>
                  </a:cubicBezTo>
                  <a:cubicBezTo>
                    <a:pt x="43256" y="49187"/>
                    <a:pt x="52326" y="38721"/>
                    <a:pt x="52326" y="26163"/>
                  </a:cubicBezTo>
                  <a:cubicBezTo>
                    <a:pt x="52326" y="11861"/>
                    <a:pt x="40466" y="0"/>
                    <a:pt x="26163" y="0"/>
                  </a:cubicBezTo>
                  <a:cubicBezTo>
                    <a:pt x="22675" y="0"/>
                    <a:pt x="19186" y="698"/>
                    <a:pt x="16047" y="2093"/>
                  </a:cubicBezTo>
                  <a:cubicBezTo>
                    <a:pt x="6628" y="5930"/>
                    <a:pt x="0" y="1534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27" name="Freeform: Shape 1126">
              <a:extLst>
                <a:ext uri="{FF2B5EF4-FFF2-40B4-BE49-F238E27FC236}">
                  <a16:creationId xmlns:a16="http://schemas.microsoft.com/office/drawing/2014/main" id="{14F2FE88-7E90-386F-4F4B-3C29C8C74C7B}"/>
                </a:ext>
              </a:extLst>
            </p:cNvPr>
            <p:cNvSpPr/>
            <p:nvPr/>
          </p:nvSpPr>
          <p:spPr>
            <a:xfrm>
              <a:off x="12035021" y="2408639"/>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49187 w 52326"/>
                <a:gd name="connsiteY3" fmla="*/ 13605 h 52326"/>
                <a:gd name="connsiteX4" fmla="*/ 48838 w 52326"/>
                <a:gd name="connsiteY4" fmla="*/ 12907 h 52326"/>
                <a:gd name="connsiteX5" fmla="*/ 44652 w 52326"/>
                <a:gd name="connsiteY5" fmla="*/ 7675 h 52326"/>
                <a:gd name="connsiteX6" fmla="*/ 44303 w 52326"/>
                <a:gd name="connsiteY6" fmla="*/ 7675 h 52326"/>
                <a:gd name="connsiteX7" fmla="*/ 42210 w 52326"/>
                <a:gd name="connsiteY7" fmla="*/ 5581 h 52326"/>
                <a:gd name="connsiteX8" fmla="*/ 26163 w 52326"/>
                <a:gd name="connsiteY8" fmla="*/ 0 h 52326"/>
                <a:gd name="connsiteX9" fmla="*/ 0 w 52326"/>
                <a:gd name="connsiteY9" fmla="*/ 26163 h 52326"/>
                <a:gd name="connsiteX10" fmla="*/ 3139 w 52326"/>
                <a:gd name="connsiteY10" fmla="*/ 38721 h 52326"/>
                <a:gd name="connsiteX11" fmla="*/ 26163 w 52326"/>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26163" y="52326"/>
                  </a:moveTo>
                  <a:lnTo>
                    <a:pt x="26163" y="52326"/>
                  </a:lnTo>
                  <a:cubicBezTo>
                    <a:pt x="40466" y="52326"/>
                    <a:pt x="52326" y="40466"/>
                    <a:pt x="52326" y="26163"/>
                  </a:cubicBezTo>
                  <a:cubicBezTo>
                    <a:pt x="52326" y="21628"/>
                    <a:pt x="51279" y="17442"/>
                    <a:pt x="49187" y="13605"/>
                  </a:cubicBezTo>
                  <a:cubicBezTo>
                    <a:pt x="49187" y="13256"/>
                    <a:pt x="48838" y="13256"/>
                    <a:pt x="48838" y="12907"/>
                  </a:cubicBezTo>
                  <a:cubicBezTo>
                    <a:pt x="47791" y="10814"/>
                    <a:pt x="46396" y="9070"/>
                    <a:pt x="44652" y="7675"/>
                  </a:cubicBezTo>
                  <a:cubicBezTo>
                    <a:pt x="44652" y="7675"/>
                    <a:pt x="44652" y="7675"/>
                    <a:pt x="44303" y="7675"/>
                  </a:cubicBezTo>
                  <a:cubicBezTo>
                    <a:pt x="43605" y="6977"/>
                    <a:pt x="42908" y="6279"/>
                    <a:pt x="42210" y="5581"/>
                  </a:cubicBezTo>
                  <a:cubicBezTo>
                    <a:pt x="37675" y="2093"/>
                    <a:pt x="32093" y="0"/>
                    <a:pt x="26163" y="0"/>
                  </a:cubicBezTo>
                  <a:cubicBezTo>
                    <a:pt x="11860" y="0"/>
                    <a:pt x="0" y="11861"/>
                    <a:pt x="0" y="26163"/>
                  </a:cubicBezTo>
                  <a:cubicBezTo>
                    <a:pt x="0" y="30698"/>
                    <a:pt x="1047" y="34884"/>
                    <a:pt x="3139" y="38721"/>
                  </a:cubicBezTo>
                  <a:cubicBezTo>
                    <a:pt x="7674" y="46745"/>
                    <a:pt x="16395" y="52326"/>
                    <a:pt x="26163" y="52326"/>
                  </a:cubicBezTo>
                  <a:close/>
                </a:path>
              </a:pathLst>
            </a:custGeom>
            <a:grpFill/>
            <a:ln w="3488" cap="flat">
              <a:noFill/>
              <a:prstDash val="solid"/>
              <a:miter/>
            </a:ln>
          </p:spPr>
          <p:txBody>
            <a:bodyPr rtlCol="0" anchor="ctr"/>
            <a:lstStyle/>
            <a:p>
              <a:endParaRPr lang="en-ID"/>
            </a:p>
          </p:txBody>
        </p:sp>
        <p:sp>
          <p:nvSpPr>
            <p:cNvPr id="1128" name="Freeform: Shape 1127">
              <a:extLst>
                <a:ext uri="{FF2B5EF4-FFF2-40B4-BE49-F238E27FC236}">
                  <a16:creationId xmlns:a16="http://schemas.microsoft.com/office/drawing/2014/main" id="{5ACAF367-229E-2D98-292A-A236B0FC1FF7}"/>
                </a:ext>
              </a:extLst>
            </p:cNvPr>
            <p:cNvSpPr/>
            <p:nvPr/>
          </p:nvSpPr>
          <p:spPr>
            <a:xfrm>
              <a:off x="10046626"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29" name="Freeform: Shape 1128">
              <a:extLst>
                <a:ext uri="{FF2B5EF4-FFF2-40B4-BE49-F238E27FC236}">
                  <a16:creationId xmlns:a16="http://schemas.microsoft.com/office/drawing/2014/main" id="{E0268BD7-79C1-8587-5691-01B782A45EEE}"/>
                </a:ext>
              </a:extLst>
            </p:cNvPr>
            <p:cNvSpPr/>
            <p:nvPr/>
          </p:nvSpPr>
          <p:spPr>
            <a:xfrm>
              <a:off x="1151175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30" name="Freeform: Shape 1129">
              <a:extLst>
                <a:ext uri="{FF2B5EF4-FFF2-40B4-BE49-F238E27FC236}">
                  <a16:creationId xmlns:a16="http://schemas.microsoft.com/office/drawing/2014/main" id="{3282B0B1-B6A8-5245-76E0-333D3BF594EF}"/>
                </a:ext>
              </a:extLst>
            </p:cNvPr>
            <p:cNvSpPr/>
            <p:nvPr/>
          </p:nvSpPr>
          <p:spPr>
            <a:xfrm>
              <a:off x="11197802"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1" name="Freeform: Shape 1130">
              <a:extLst>
                <a:ext uri="{FF2B5EF4-FFF2-40B4-BE49-F238E27FC236}">
                  <a16:creationId xmlns:a16="http://schemas.microsoft.com/office/drawing/2014/main" id="{A4B59129-7789-220A-79D9-2B6916C5E206}"/>
                </a:ext>
              </a:extLst>
            </p:cNvPr>
            <p:cNvSpPr/>
            <p:nvPr/>
          </p:nvSpPr>
          <p:spPr>
            <a:xfrm>
              <a:off x="1015127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2" name="Freeform: Shape 1131">
              <a:extLst>
                <a:ext uri="{FF2B5EF4-FFF2-40B4-BE49-F238E27FC236}">
                  <a16:creationId xmlns:a16="http://schemas.microsoft.com/office/drawing/2014/main" id="{54B0E045-EE68-8FD4-4909-27240C530952}"/>
                </a:ext>
              </a:extLst>
            </p:cNvPr>
            <p:cNvSpPr/>
            <p:nvPr/>
          </p:nvSpPr>
          <p:spPr>
            <a:xfrm>
              <a:off x="9628017"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133" name="Freeform: Shape 1132">
              <a:extLst>
                <a:ext uri="{FF2B5EF4-FFF2-40B4-BE49-F238E27FC236}">
                  <a16:creationId xmlns:a16="http://schemas.microsoft.com/office/drawing/2014/main" id="{F09C4CC2-4FB7-6CE8-451A-2D69E19698FC}"/>
                </a:ext>
              </a:extLst>
            </p:cNvPr>
            <p:cNvSpPr/>
            <p:nvPr/>
          </p:nvSpPr>
          <p:spPr>
            <a:xfrm>
              <a:off x="8581493" y="261794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26163 w 52326"/>
                <a:gd name="connsiteY3" fmla="*/ 52326 h 52326"/>
                <a:gd name="connsiteX4" fmla="*/ 52326 w 52326"/>
                <a:gd name="connsiteY4" fmla="*/ 26163 h 52326"/>
                <a:gd name="connsiteX5" fmla="*/ 26163 w 52326"/>
                <a:gd name="connsiteY5" fmla="*/ 0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1860" y="0"/>
                    <a:pt x="0" y="11861"/>
                    <a:pt x="0" y="26163"/>
                  </a:cubicBezTo>
                  <a:cubicBezTo>
                    <a:pt x="0" y="40466"/>
                    <a:pt x="11860" y="52326"/>
                    <a:pt x="26163" y="52326"/>
                  </a:cubicBezTo>
                  <a:lnTo>
                    <a:pt x="26163" y="52326"/>
                  </a:lnTo>
                  <a:cubicBezTo>
                    <a:pt x="40466" y="52326"/>
                    <a:pt x="52326" y="40466"/>
                    <a:pt x="52326" y="26163"/>
                  </a:cubicBezTo>
                  <a:cubicBezTo>
                    <a:pt x="52326" y="11861"/>
                    <a:pt x="40466" y="0"/>
                    <a:pt x="26163" y="0"/>
                  </a:cubicBezTo>
                  <a:lnTo>
                    <a:pt x="26163" y="0"/>
                  </a:lnTo>
                  <a:close/>
                </a:path>
              </a:pathLst>
            </a:custGeom>
            <a:grpFill/>
            <a:ln w="3488" cap="flat">
              <a:noFill/>
              <a:prstDash val="solid"/>
              <a:miter/>
            </a:ln>
          </p:spPr>
          <p:txBody>
            <a:bodyPr rtlCol="0" anchor="ctr"/>
            <a:lstStyle/>
            <a:p>
              <a:endParaRPr lang="en-ID"/>
            </a:p>
          </p:txBody>
        </p:sp>
        <p:sp>
          <p:nvSpPr>
            <p:cNvPr id="1134" name="Freeform: Shape 1133">
              <a:extLst>
                <a:ext uri="{FF2B5EF4-FFF2-40B4-BE49-F238E27FC236}">
                  <a16:creationId xmlns:a16="http://schemas.microsoft.com/office/drawing/2014/main" id="{83716E49-4DC3-C788-5EB5-D55FD4A0900A}"/>
                </a:ext>
              </a:extLst>
            </p:cNvPr>
            <p:cNvSpPr/>
            <p:nvPr/>
          </p:nvSpPr>
          <p:spPr>
            <a:xfrm>
              <a:off x="8162884"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35" name="Freeform: Shape 1134">
              <a:extLst>
                <a:ext uri="{FF2B5EF4-FFF2-40B4-BE49-F238E27FC236}">
                  <a16:creationId xmlns:a16="http://schemas.microsoft.com/office/drawing/2014/main" id="{0690E17B-29FE-4BEE-4669-CF136CDF2E7E}"/>
                </a:ext>
              </a:extLst>
            </p:cNvPr>
            <p:cNvSpPr/>
            <p:nvPr/>
          </p:nvSpPr>
          <p:spPr>
            <a:xfrm>
              <a:off x="816288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6" name="Freeform: Shape 1135">
              <a:extLst>
                <a:ext uri="{FF2B5EF4-FFF2-40B4-BE49-F238E27FC236}">
                  <a16:creationId xmlns:a16="http://schemas.microsoft.com/office/drawing/2014/main" id="{83A3FE31-C8C3-B459-B66F-CF21055ED02B}"/>
                </a:ext>
              </a:extLst>
            </p:cNvPr>
            <p:cNvSpPr/>
            <p:nvPr/>
          </p:nvSpPr>
          <p:spPr>
            <a:xfrm>
              <a:off x="795357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7" name="Freeform: Shape 1136">
              <a:extLst>
                <a:ext uri="{FF2B5EF4-FFF2-40B4-BE49-F238E27FC236}">
                  <a16:creationId xmlns:a16="http://schemas.microsoft.com/office/drawing/2014/main" id="{737590D1-A859-5CC9-3651-82FBFEE3904E}"/>
                </a:ext>
              </a:extLst>
            </p:cNvPr>
            <p:cNvSpPr/>
            <p:nvPr/>
          </p:nvSpPr>
          <p:spPr>
            <a:xfrm>
              <a:off x="7848927"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38" name="Freeform: Shape 1137">
              <a:extLst>
                <a:ext uri="{FF2B5EF4-FFF2-40B4-BE49-F238E27FC236}">
                  <a16:creationId xmlns:a16="http://schemas.microsoft.com/office/drawing/2014/main" id="{1EA801CE-0EE1-C849-A85B-44654231989B}"/>
                </a:ext>
              </a:extLst>
            </p:cNvPr>
            <p:cNvSpPr/>
            <p:nvPr/>
          </p:nvSpPr>
          <p:spPr>
            <a:xfrm>
              <a:off x="7221012" y="5234253"/>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39" name="Freeform: Shape 1138">
              <a:extLst>
                <a:ext uri="{FF2B5EF4-FFF2-40B4-BE49-F238E27FC236}">
                  <a16:creationId xmlns:a16="http://schemas.microsoft.com/office/drawing/2014/main" id="{B4F3B048-BBAF-1FCC-D309-429FFFAE53BE}"/>
                </a:ext>
              </a:extLst>
            </p:cNvPr>
            <p:cNvSpPr/>
            <p:nvPr/>
          </p:nvSpPr>
          <p:spPr>
            <a:xfrm>
              <a:off x="72210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40" name="Freeform: Shape 1139">
              <a:extLst>
                <a:ext uri="{FF2B5EF4-FFF2-40B4-BE49-F238E27FC236}">
                  <a16:creationId xmlns:a16="http://schemas.microsoft.com/office/drawing/2014/main" id="{DA4E82F1-82CA-F6B5-3E15-0AF4CE57AED3}"/>
                </a:ext>
              </a:extLst>
            </p:cNvPr>
            <p:cNvSpPr/>
            <p:nvPr/>
          </p:nvSpPr>
          <p:spPr>
            <a:xfrm>
              <a:off x="6907055"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1" name="Freeform: Shape 1140">
              <a:extLst>
                <a:ext uri="{FF2B5EF4-FFF2-40B4-BE49-F238E27FC236}">
                  <a16:creationId xmlns:a16="http://schemas.microsoft.com/office/drawing/2014/main" id="{E4EFAA26-CCF3-1011-B72C-3AD8969570A4}"/>
                </a:ext>
              </a:extLst>
            </p:cNvPr>
            <p:cNvSpPr/>
            <p:nvPr/>
          </p:nvSpPr>
          <p:spPr>
            <a:xfrm>
              <a:off x="6697751"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2" name="Freeform: Shape 1141">
              <a:extLst>
                <a:ext uri="{FF2B5EF4-FFF2-40B4-BE49-F238E27FC236}">
                  <a16:creationId xmlns:a16="http://schemas.microsoft.com/office/drawing/2014/main" id="{0DF72F94-F648-3320-9ABB-DF6762D70C1E}"/>
                </a:ext>
              </a:extLst>
            </p:cNvPr>
            <p:cNvSpPr/>
            <p:nvPr/>
          </p:nvSpPr>
          <p:spPr>
            <a:xfrm>
              <a:off x="669775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143" name="Freeform: Shape 1142">
              <a:extLst>
                <a:ext uri="{FF2B5EF4-FFF2-40B4-BE49-F238E27FC236}">
                  <a16:creationId xmlns:a16="http://schemas.microsoft.com/office/drawing/2014/main" id="{E230729D-F955-3816-002D-FCDF56C94675}"/>
                </a:ext>
              </a:extLst>
            </p:cNvPr>
            <p:cNvSpPr/>
            <p:nvPr/>
          </p:nvSpPr>
          <p:spPr>
            <a:xfrm>
              <a:off x="6383793" y="4710991"/>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44" name="Freeform: Shape 1143">
              <a:extLst>
                <a:ext uri="{FF2B5EF4-FFF2-40B4-BE49-F238E27FC236}">
                  <a16:creationId xmlns:a16="http://schemas.microsoft.com/office/drawing/2014/main" id="{B29FA019-E4C6-206B-1E38-226AF5ACAE67}"/>
                </a:ext>
              </a:extLst>
            </p:cNvPr>
            <p:cNvSpPr/>
            <p:nvPr/>
          </p:nvSpPr>
          <p:spPr>
            <a:xfrm>
              <a:off x="6383793" y="5338905"/>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45" name="Freeform: Shape 1144">
              <a:extLst>
                <a:ext uri="{FF2B5EF4-FFF2-40B4-BE49-F238E27FC236}">
                  <a16:creationId xmlns:a16="http://schemas.microsoft.com/office/drawing/2014/main" id="{E4A3F768-D100-1C59-7D91-7C09C51B9CBC}"/>
                </a:ext>
              </a:extLst>
            </p:cNvPr>
            <p:cNvSpPr/>
            <p:nvPr/>
          </p:nvSpPr>
          <p:spPr>
            <a:xfrm>
              <a:off x="6174489"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6" name="Freeform: Shape 1145">
              <a:extLst>
                <a:ext uri="{FF2B5EF4-FFF2-40B4-BE49-F238E27FC236}">
                  <a16:creationId xmlns:a16="http://schemas.microsoft.com/office/drawing/2014/main" id="{BAC4AF9A-1F41-2D54-424F-0C988CC14BC7}"/>
                </a:ext>
              </a:extLst>
            </p:cNvPr>
            <p:cNvSpPr/>
            <p:nvPr/>
          </p:nvSpPr>
          <p:spPr>
            <a:xfrm>
              <a:off x="6069836"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47" name="Freeform: Shape 1146">
              <a:extLst>
                <a:ext uri="{FF2B5EF4-FFF2-40B4-BE49-F238E27FC236}">
                  <a16:creationId xmlns:a16="http://schemas.microsoft.com/office/drawing/2014/main" id="{BCC454E0-964B-3BCA-F69E-A9090DA65E0E}"/>
                </a:ext>
              </a:extLst>
            </p:cNvPr>
            <p:cNvSpPr/>
            <p:nvPr/>
          </p:nvSpPr>
          <p:spPr>
            <a:xfrm>
              <a:off x="9837321" y="4292381"/>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11512 w 52326"/>
                <a:gd name="connsiteY3" fmla="*/ 4535 h 52326"/>
                <a:gd name="connsiteX4" fmla="*/ 0 w 52326"/>
                <a:gd name="connsiteY4" fmla="*/ 26163 h 52326"/>
                <a:gd name="connsiteX5" fmla="*/ 26163 w 52326"/>
                <a:gd name="connsiteY5" fmla="*/ 52326 h 52326"/>
                <a:gd name="connsiteX6" fmla="*/ 26163 w 52326"/>
                <a:gd name="connsiteY6" fmla="*/ 52326 h 52326"/>
                <a:gd name="connsiteX7" fmla="*/ 40814 w 52326"/>
                <a:gd name="connsiteY7" fmla="*/ 47791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21628" y="0"/>
                    <a:pt x="17442" y="1046"/>
                    <a:pt x="13604" y="3140"/>
                  </a:cubicBezTo>
                  <a:cubicBezTo>
                    <a:pt x="12907" y="3488"/>
                    <a:pt x="12209" y="3837"/>
                    <a:pt x="11512" y="4535"/>
                  </a:cubicBezTo>
                  <a:cubicBezTo>
                    <a:pt x="4535" y="9070"/>
                    <a:pt x="0" y="17093"/>
                    <a:pt x="0" y="26163"/>
                  </a:cubicBezTo>
                  <a:cubicBezTo>
                    <a:pt x="0" y="40465"/>
                    <a:pt x="11860" y="52326"/>
                    <a:pt x="26163" y="52326"/>
                  </a:cubicBezTo>
                  <a:lnTo>
                    <a:pt x="26163" y="52326"/>
                  </a:lnTo>
                  <a:cubicBezTo>
                    <a:pt x="31745" y="52326"/>
                    <a:pt x="36628" y="50582"/>
                    <a:pt x="40814" y="47791"/>
                  </a:cubicBezTo>
                  <a:cubicBezTo>
                    <a:pt x="47791" y="43256"/>
                    <a:pt x="52326" y="35233"/>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48" name="Freeform: Shape 1147">
              <a:extLst>
                <a:ext uri="{FF2B5EF4-FFF2-40B4-BE49-F238E27FC236}">
                  <a16:creationId xmlns:a16="http://schemas.microsoft.com/office/drawing/2014/main" id="{2AC81371-5173-3D57-7BA1-1F7172F7A009}"/>
                </a:ext>
              </a:extLst>
            </p:cNvPr>
            <p:cNvSpPr/>
            <p:nvPr/>
          </p:nvSpPr>
          <p:spPr>
            <a:xfrm>
              <a:off x="6383793" y="3350510"/>
              <a:ext cx="52326" cy="52326"/>
            </a:xfrm>
            <a:custGeom>
              <a:avLst/>
              <a:gdLst>
                <a:gd name="connsiteX0" fmla="*/ 26163 w 52326"/>
                <a:gd name="connsiteY0" fmla="*/ 52326 h 52326"/>
                <a:gd name="connsiteX1" fmla="*/ 26163 w 52326"/>
                <a:gd name="connsiteY1" fmla="*/ 52326 h 52326"/>
                <a:gd name="connsiteX2" fmla="*/ 33837 w 52326"/>
                <a:gd name="connsiteY2" fmla="*/ 51280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14651 w 52326"/>
                <a:gd name="connsiteY7" fmla="*/ 2791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28954" y="52326"/>
                    <a:pt x="31396" y="51977"/>
                    <a:pt x="33837" y="51280"/>
                  </a:cubicBezTo>
                  <a:cubicBezTo>
                    <a:pt x="44652" y="48140"/>
                    <a:pt x="52326" y="38024"/>
                    <a:pt x="52326" y="26163"/>
                  </a:cubicBezTo>
                  <a:lnTo>
                    <a:pt x="52326" y="26163"/>
                  </a:lnTo>
                  <a:cubicBezTo>
                    <a:pt x="52326" y="11861"/>
                    <a:pt x="40465" y="0"/>
                    <a:pt x="26163" y="0"/>
                  </a:cubicBezTo>
                  <a:lnTo>
                    <a:pt x="26163" y="0"/>
                  </a:lnTo>
                  <a:cubicBezTo>
                    <a:pt x="21977" y="0"/>
                    <a:pt x="18140" y="1046"/>
                    <a:pt x="14651" y="2791"/>
                  </a:cubicBezTo>
                  <a:cubicBezTo>
                    <a:pt x="5930" y="6977"/>
                    <a:pt x="0" y="16047"/>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49" name="Freeform: Shape 1148">
              <a:extLst>
                <a:ext uri="{FF2B5EF4-FFF2-40B4-BE49-F238E27FC236}">
                  <a16:creationId xmlns:a16="http://schemas.microsoft.com/office/drawing/2014/main" id="{6F7B9624-CBFC-AE5A-E119-2BD163D48DFE}"/>
                </a:ext>
              </a:extLst>
            </p:cNvPr>
            <p:cNvSpPr/>
            <p:nvPr/>
          </p:nvSpPr>
          <p:spPr>
            <a:xfrm>
              <a:off x="7325665" y="5129600"/>
              <a:ext cx="52326" cy="52326"/>
            </a:xfrm>
            <a:custGeom>
              <a:avLst/>
              <a:gdLst>
                <a:gd name="connsiteX0" fmla="*/ 26163 w 52326"/>
                <a:gd name="connsiteY0" fmla="*/ 0 h 52326"/>
                <a:gd name="connsiteX1" fmla="*/ 26163 w 52326"/>
                <a:gd name="connsiteY1" fmla="*/ 0 h 52326"/>
                <a:gd name="connsiteX2" fmla="*/ 2093 w 52326"/>
                <a:gd name="connsiteY2" fmla="*/ 15698 h 52326"/>
                <a:gd name="connsiteX3" fmla="*/ 0 w 52326"/>
                <a:gd name="connsiteY3" fmla="*/ 26163 h 52326"/>
                <a:gd name="connsiteX4" fmla="*/ 26163 w 52326"/>
                <a:gd name="connsiteY4" fmla="*/ 52326 h 52326"/>
                <a:gd name="connsiteX5" fmla="*/ 50233 w 52326"/>
                <a:gd name="connsiteY5" fmla="*/ 36280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15349" y="0"/>
                    <a:pt x="6279" y="6279"/>
                    <a:pt x="2093" y="15698"/>
                  </a:cubicBezTo>
                  <a:cubicBezTo>
                    <a:pt x="698" y="18838"/>
                    <a:pt x="0" y="22326"/>
                    <a:pt x="0" y="26163"/>
                  </a:cubicBezTo>
                  <a:cubicBezTo>
                    <a:pt x="0" y="40465"/>
                    <a:pt x="11860" y="52326"/>
                    <a:pt x="26163" y="52326"/>
                  </a:cubicBezTo>
                  <a:cubicBezTo>
                    <a:pt x="36978" y="52326"/>
                    <a:pt x="46396" y="45698"/>
                    <a:pt x="50233" y="36280"/>
                  </a:cubicBezTo>
                  <a:cubicBezTo>
                    <a:pt x="51629" y="33140"/>
                    <a:pt x="52326" y="29652"/>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50" name="Freeform: Shape 1149">
              <a:extLst>
                <a:ext uri="{FF2B5EF4-FFF2-40B4-BE49-F238E27FC236}">
                  <a16:creationId xmlns:a16="http://schemas.microsoft.com/office/drawing/2014/main" id="{E1FC9714-3F8C-86BB-1F32-F0D1A8E60830}"/>
                </a:ext>
              </a:extLst>
            </p:cNvPr>
            <p:cNvSpPr/>
            <p:nvPr/>
          </p:nvSpPr>
          <p:spPr>
            <a:xfrm>
              <a:off x="11302454"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1" name="Freeform: Shape 1150">
              <a:extLst>
                <a:ext uri="{FF2B5EF4-FFF2-40B4-BE49-F238E27FC236}">
                  <a16:creationId xmlns:a16="http://schemas.microsoft.com/office/drawing/2014/main" id="{C10C6B55-52F4-FC5D-0804-D31089DA393F}"/>
                </a:ext>
              </a:extLst>
            </p:cNvPr>
            <p:cNvSpPr/>
            <p:nvPr/>
          </p:nvSpPr>
          <p:spPr>
            <a:xfrm>
              <a:off x="1025593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2" name="Freeform: Shape 1151">
              <a:extLst>
                <a:ext uri="{FF2B5EF4-FFF2-40B4-BE49-F238E27FC236}">
                  <a16:creationId xmlns:a16="http://schemas.microsoft.com/office/drawing/2014/main" id="{319670BF-D100-259B-1707-E80E9DDB01B0}"/>
                </a:ext>
              </a:extLst>
            </p:cNvPr>
            <p:cNvSpPr/>
            <p:nvPr/>
          </p:nvSpPr>
          <p:spPr>
            <a:xfrm>
              <a:off x="983732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3" name="Freeform: Shape 1152">
              <a:extLst>
                <a:ext uri="{FF2B5EF4-FFF2-40B4-BE49-F238E27FC236}">
                  <a16:creationId xmlns:a16="http://schemas.microsoft.com/office/drawing/2014/main" id="{5D064CE4-9C20-90D5-3ECB-C8FB839B400A}"/>
                </a:ext>
              </a:extLst>
            </p:cNvPr>
            <p:cNvSpPr/>
            <p:nvPr/>
          </p:nvSpPr>
          <p:spPr>
            <a:xfrm>
              <a:off x="10779193"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4" name="Freeform: Shape 1153">
              <a:extLst>
                <a:ext uri="{FF2B5EF4-FFF2-40B4-BE49-F238E27FC236}">
                  <a16:creationId xmlns:a16="http://schemas.microsoft.com/office/drawing/2014/main" id="{98686645-0787-4861-8800-A4559E029A3B}"/>
                </a:ext>
              </a:extLst>
            </p:cNvPr>
            <p:cNvSpPr/>
            <p:nvPr/>
          </p:nvSpPr>
          <p:spPr>
            <a:xfrm>
              <a:off x="10151278" y="4292381"/>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16047 w 52326"/>
                <a:gd name="connsiteY5" fmla="*/ 2093 h 52326"/>
                <a:gd name="connsiteX6" fmla="*/ 15000 w 52326"/>
                <a:gd name="connsiteY6" fmla="*/ 2442 h 52326"/>
                <a:gd name="connsiteX7" fmla="*/ 13604 w 52326"/>
                <a:gd name="connsiteY7" fmla="*/ 3140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cubicBezTo>
                    <a:pt x="22675" y="0"/>
                    <a:pt x="19186" y="698"/>
                    <a:pt x="16047" y="2093"/>
                  </a:cubicBezTo>
                  <a:cubicBezTo>
                    <a:pt x="15698" y="2093"/>
                    <a:pt x="15349" y="2442"/>
                    <a:pt x="15000" y="2442"/>
                  </a:cubicBezTo>
                  <a:cubicBezTo>
                    <a:pt x="14651" y="2791"/>
                    <a:pt x="13954" y="2791"/>
                    <a:pt x="13604" y="3140"/>
                  </a:cubicBezTo>
                  <a:cubicBezTo>
                    <a:pt x="5582" y="7675"/>
                    <a:pt x="0" y="16047"/>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55" name="Freeform: Shape 1154">
              <a:extLst>
                <a:ext uri="{FF2B5EF4-FFF2-40B4-BE49-F238E27FC236}">
                  <a16:creationId xmlns:a16="http://schemas.microsoft.com/office/drawing/2014/main" id="{FB0BDF08-E4EB-A24E-704C-624D69A81940}"/>
                </a:ext>
              </a:extLst>
            </p:cNvPr>
            <p:cNvSpPr/>
            <p:nvPr/>
          </p:nvSpPr>
          <p:spPr>
            <a:xfrm>
              <a:off x="9628017"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6" name="Freeform: Shape 1155">
              <a:extLst>
                <a:ext uri="{FF2B5EF4-FFF2-40B4-BE49-F238E27FC236}">
                  <a16:creationId xmlns:a16="http://schemas.microsoft.com/office/drawing/2014/main" id="{6989A689-327B-F5EA-92A1-DB528EEF5252}"/>
                </a:ext>
              </a:extLst>
            </p:cNvPr>
            <p:cNvSpPr/>
            <p:nvPr/>
          </p:nvSpPr>
          <p:spPr>
            <a:xfrm>
              <a:off x="9628017"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7" name="Freeform: Shape 1156">
              <a:extLst>
                <a:ext uri="{FF2B5EF4-FFF2-40B4-BE49-F238E27FC236}">
                  <a16:creationId xmlns:a16="http://schemas.microsoft.com/office/drawing/2014/main" id="{8B3B42E3-47CD-1856-689E-A6F233B6CC77}"/>
                </a:ext>
              </a:extLst>
            </p:cNvPr>
            <p:cNvSpPr/>
            <p:nvPr/>
          </p:nvSpPr>
          <p:spPr>
            <a:xfrm>
              <a:off x="952336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8" name="Freeform: Shape 1157">
              <a:extLst>
                <a:ext uri="{FF2B5EF4-FFF2-40B4-BE49-F238E27FC236}">
                  <a16:creationId xmlns:a16="http://schemas.microsoft.com/office/drawing/2014/main" id="{3FECDE4C-6D65-821B-1E93-77142ACB561C}"/>
                </a:ext>
              </a:extLst>
            </p:cNvPr>
            <p:cNvSpPr/>
            <p:nvPr/>
          </p:nvSpPr>
          <p:spPr>
            <a:xfrm>
              <a:off x="910475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59" name="Freeform: Shape 1158">
              <a:extLst>
                <a:ext uri="{FF2B5EF4-FFF2-40B4-BE49-F238E27FC236}">
                  <a16:creationId xmlns:a16="http://schemas.microsoft.com/office/drawing/2014/main" id="{0BEC5979-51EF-2D63-10F0-48982CBC5BA0}"/>
                </a:ext>
              </a:extLst>
            </p:cNvPr>
            <p:cNvSpPr/>
            <p:nvPr/>
          </p:nvSpPr>
          <p:spPr>
            <a:xfrm>
              <a:off x="9104755" y="3559815"/>
              <a:ext cx="52326" cy="52326"/>
            </a:xfrm>
            <a:custGeom>
              <a:avLst/>
              <a:gdLst>
                <a:gd name="connsiteX0" fmla="*/ 26163 w 52326"/>
                <a:gd name="connsiteY0" fmla="*/ 0 h 52326"/>
                <a:gd name="connsiteX1" fmla="*/ 26163 w 52326"/>
                <a:gd name="connsiteY1" fmla="*/ 0 h 52326"/>
                <a:gd name="connsiteX2" fmla="*/ 21977 w 52326"/>
                <a:gd name="connsiteY2" fmla="*/ 349 h 52326"/>
                <a:gd name="connsiteX3" fmla="*/ 20930 w 52326"/>
                <a:gd name="connsiteY3" fmla="*/ 698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lnTo>
                    <a:pt x="26163" y="0"/>
                  </a:lnTo>
                  <a:cubicBezTo>
                    <a:pt x="24768" y="0"/>
                    <a:pt x="23372" y="0"/>
                    <a:pt x="21977" y="349"/>
                  </a:cubicBezTo>
                  <a:cubicBezTo>
                    <a:pt x="21628" y="349"/>
                    <a:pt x="21280" y="349"/>
                    <a:pt x="20930" y="698"/>
                  </a:cubicBezTo>
                  <a:cubicBezTo>
                    <a:pt x="9070" y="3140"/>
                    <a:pt x="0" y="13605"/>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60" name="Freeform: Shape 1159">
              <a:extLst>
                <a:ext uri="{FF2B5EF4-FFF2-40B4-BE49-F238E27FC236}">
                  <a16:creationId xmlns:a16="http://schemas.microsoft.com/office/drawing/2014/main" id="{27F90552-A856-9347-CE67-939CDE04BCF8}"/>
                </a:ext>
              </a:extLst>
            </p:cNvPr>
            <p:cNvSpPr/>
            <p:nvPr/>
          </p:nvSpPr>
          <p:spPr>
            <a:xfrm>
              <a:off x="774427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1" name="Freeform: Shape 1160">
              <a:extLst>
                <a:ext uri="{FF2B5EF4-FFF2-40B4-BE49-F238E27FC236}">
                  <a16:creationId xmlns:a16="http://schemas.microsoft.com/office/drawing/2014/main" id="{52E6EC55-DBD0-734A-D924-0FBB7B36F5B5}"/>
                </a:ext>
              </a:extLst>
            </p:cNvPr>
            <p:cNvSpPr/>
            <p:nvPr/>
          </p:nvSpPr>
          <p:spPr>
            <a:xfrm>
              <a:off x="7116360"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2" name="Freeform: Shape 1161">
              <a:extLst>
                <a:ext uri="{FF2B5EF4-FFF2-40B4-BE49-F238E27FC236}">
                  <a16:creationId xmlns:a16="http://schemas.microsoft.com/office/drawing/2014/main" id="{6C07B7D0-E8E2-6A1F-0B98-98EA3AF97629}"/>
                </a:ext>
              </a:extLst>
            </p:cNvPr>
            <p:cNvSpPr/>
            <p:nvPr/>
          </p:nvSpPr>
          <p:spPr>
            <a:xfrm>
              <a:off x="7011708" y="481564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3" name="Freeform: Shape 1162">
              <a:extLst>
                <a:ext uri="{FF2B5EF4-FFF2-40B4-BE49-F238E27FC236}">
                  <a16:creationId xmlns:a16="http://schemas.microsoft.com/office/drawing/2014/main" id="{37AD35BC-EB2E-A67D-9633-0A3707E8374E}"/>
                </a:ext>
              </a:extLst>
            </p:cNvPr>
            <p:cNvSpPr/>
            <p:nvPr/>
          </p:nvSpPr>
          <p:spPr>
            <a:xfrm>
              <a:off x="7011708"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4" name="Freeform: Shape 1163">
              <a:extLst>
                <a:ext uri="{FF2B5EF4-FFF2-40B4-BE49-F238E27FC236}">
                  <a16:creationId xmlns:a16="http://schemas.microsoft.com/office/drawing/2014/main" id="{E74B1819-5843-9252-F802-957DEF9F760B}"/>
                </a:ext>
              </a:extLst>
            </p:cNvPr>
            <p:cNvSpPr/>
            <p:nvPr/>
          </p:nvSpPr>
          <p:spPr>
            <a:xfrm>
              <a:off x="6279141" y="25132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65" name="Freeform: Shape 1164">
              <a:extLst>
                <a:ext uri="{FF2B5EF4-FFF2-40B4-BE49-F238E27FC236}">
                  <a16:creationId xmlns:a16="http://schemas.microsoft.com/office/drawing/2014/main" id="{2276492F-AF38-17FC-B2BB-E82983193B84}"/>
                </a:ext>
              </a:extLst>
            </p:cNvPr>
            <p:cNvSpPr/>
            <p:nvPr/>
          </p:nvSpPr>
          <p:spPr>
            <a:xfrm>
              <a:off x="6174489" y="5443557"/>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6" name="Freeform: Shape 1165">
              <a:extLst>
                <a:ext uri="{FF2B5EF4-FFF2-40B4-BE49-F238E27FC236}">
                  <a16:creationId xmlns:a16="http://schemas.microsoft.com/office/drawing/2014/main" id="{3FD80B89-4698-4C73-2F72-B0A6FD857072}"/>
                </a:ext>
              </a:extLst>
            </p:cNvPr>
            <p:cNvSpPr/>
            <p:nvPr/>
          </p:nvSpPr>
          <p:spPr>
            <a:xfrm>
              <a:off x="6174489" y="52342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167" name="Freeform: Shape 1166">
              <a:extLst>
                <a:ext uri="{FF2B5EF4-FFF2-40B4-BE49-F238E27FC236}">
                  <a16:creationId xmlns:a16="http://schemas.microsoft.com/office/drawing/2014/main" id="{5362AC71-45E5-3D7D-0D9B-B6FA7BBF9B04}"/>
                </a:ext>
              </a:extLst>
            </p:cNvPr>
            <p:cNvSpPr/>
            <p:nvPr/>
          </p:nvSpPr>
          <p:spPr>
            <a:xfrm>
              <a:off x="8685796" y="4606338"/>
              <a:ext cx="52370" cy="52326"/>
            </a:xfrm>
            <a:custGeom>
              <a:avLst/>
              <a:gdLst>
                <a:gd name="connsiteX0" fmla="*/ 48140 w 52370"/>
                <a:gd name="connsiteY0" fmla="*/ 11512 h 52326"/>
                <a:gd name="connsiteX1" fmla="*/ 41163 w 52370"/>
                <a:gd name="connsiteY1" fmla="*/ 4535 h 52326"/>
                <a:gd name="connsiteX2" fmla="*/ 39071 w 52370"/>
                <a:gd name="connsiteY2" fmla="*/ 3140 h 52326"/>
                <a:gd name="connsiteX3" fmla="*/ 29303 w 52370"/>
                <a:gd name="connsiteY3" fmla="*/ 0 h 52326"/>
                <a:gd name="connsiteX4" fmla="*/ 26512 w 52370"/>
                <a:gd name="connsiteY4" fmla="*/ 0 h 52326"/>
                <a:gd name="connsiteX5" fmla="*/ 23373 w 52370"/>
                <a:gd name="connsiteY5" fmla="*/ 349 h 52326"/>
                <a:gd name="connsiteX6" fmla="*/ 14652 w 52370"/>
                <a:gd name="connsiteY6" fmla="*/ 2791 h 52326"/>
                <a:gd name="connsiteX7" fmla="*/ 10117 w 52370"/>
                <a:gd name="connsiteY7" fmla="*/ 5581 h 52326"/>
                <a:gd name="connsiteX8" fmla="*/ 7675 w 52370"/>
                <a:gd name="connsiteY8" fmla="*/ 7675 h 52326"/>
                <a:gd name="connsiteX9" fmla="*/ 2443 w 52370"/>
                <a:gd name="connsiteY9" fmla="*/ 15349 h 52326"/>
                <a:gd name="connsiteX10" fmla="*/ 349 w 52370"/>
                <a:gd name="connsiteY10" fmla="*/ 21279 h 52326"/>
                <a:gd name="connsiteX11" fmla="*/ 0 w 52370"/>
                <a:gd name="connsiteY11" fmla="*/ 26163 h 52326"/>
                <a:gd name="connsiteX12" fmla="*/ 0 w 52370"/>
                <a:gd name="connsiteY12" fmla="*/ 26163 h 52326"/>
                <a:gd name="connsiteX13" fmla="*/ 26163 w 52370"/>
                <a:gd name="connsiteY13" fmla="*/ 52326 h 52326"/>
                <a:gd name="connsiteX14" fmla="*/ 28954 w 52370"/>
                <a:gd name="connsiteY14" fmla="*/ 52326 h 52326"/>
                <a:gd name="connsiteX15" fmla="*/ 38722 w 52370"/>
                <a:gd name="connsiteY15" fmla="*/ 49187 h 52326"/>
                <a:gd name="connsiteX16" fmla="*/ 42210 w 52370"/>
                <a:gd name="connsiteY16" fmla="*/ 46745 h 52326"/>
                <a:gd name="connsiteX17" fmla="*/ 44652 w 52370"/>
                <a:gd name="connsiteY17" fmla="*/ 44652 h 52326"/>
                <a:gd name="connsiteX18" fmla="*/ 47792 w 52370"/>
                <a:gd name="connsiteY18" fmla="*/ 40814 h 52326"/>
                <a:gd name="connsiteX19" fmla="*/ 52326 w 52370"/>
                <a:gd name="connsiteY19" fmla="*/ 26163 h 52326"/>
                <a:gd name="connsiteX20" fmla="*/ 48140 w 52370"/>
                <a:gd name="connsiteY20" fmla="*/ 1151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70" h="52326">
                  <a:moveTo>
                    <a:pt x="48140" y="11512"/>
                  </a:moveTo>
                  <a:cubicBezTo>
                    <a:pt x="46396" y="8721"/>
                    <a:pt x="43954" y="6279"/>
                    <a:pt x="41163" y="4535"/>
                  </a:cubicBezTo>
                  <a:cubicBezTo>
                    <a:pt x="40466" y="4186"/>
                    <a:pt x="39768" y="3488"/>
                    <a:pt x="39071" y="3140"/>
                  </a:cubicBezTo>
                  <a:cubicBezTo>
                    <a:pt x="35931" y="1395"/>
                    <a:pt x="32792" y="349"/>
                    <a:pt x="29303" y="0"/>
                  </a:cubicBezTo>
                  <a:cubicBezTo>
                    <a:pt x="28256" y="0"/>
                    <a:pt x="27559" y="0"/>
                    <a:pt x="26512" y="0"/>
                  </a:cubicBezTo>
                  <a:cubicBezTo>
                    <a:pt x="25466" y="0"/>
                    <a:pt x="24419" y="0"/>
                    <a:pt x="23373" y="349"/>
                  </a:cubicBezTo>
                  <a:cubicBezTo>
                    <a:pt x="20233" y="698"/>
                    <a:pt x="17442" y="1744"/>
                    <a:pt x="14652" y="2791"/>
                  </a:cubicBezTo>
                  <a:cubicBezTo>
                    <a:pt x="13256" y="3488"/>
                    <a:pt x="11512" y="4535"/>
                    <a:pt x="10117" y="5581"/>
                  </a:cubicBezTo>
                  <a:cubicBezTo>
                    <a:pt x="9419" y="6279"/>
                    <a:pt x="8373" y="6977"/>
                    <a:pt x="7675" y="7675"/>
                  </a:cubicBezTo>
                  <a:cubicBezTo>
                    <a:pt x="5582" y="9768"/>
                    <a:pt x="3838" y="12558"/>
                    <a:pt x="2443" y="15349"/>
                  </a:cubicBezTo>
                  <a:cubicBezTo>
                    <a:pt x="1744" y="17093"/>
                    <a:pt x="1047" y="19186"/>
                    <a:pt x="349" y="21279"/>
                  </a:cubicBezTo>
                  <a:cubicBezTo>
                    <a:pt x="0" y="23023"/>
                    <a:pt x="0" y="24419"/>
                    <a:pt x="0" y="26163"/>
                  </a:cubicBezTo>
                  <a:lnTo>
                    <a:pt x="0" y="26163"/>
                  </a:lnTo>
                  <a:cubicBezTo>
                    <a:pt x="0" y="40465"/>
                    <a:pt x="11861" y="52326"/>
                    <a:pt x="26163" y="52326"/>
                  </a:cubicBezTo>
                  <a:cubicBezTo>
                    <a:pt x="27210" y="52326"/>
                    <a:pt x="27907" y="52326"/>
                    <a:pt x="28954" y="52326"/>
                  </a:cubicBezTo>
                  <a:cubicBezTo>
                    <a:pt x="32442" y="51977"/>
                    <a:pt x="35931" y="50931"/>
                    <a:pt x="38722" y="49187"/>
                  </a:cubicBezTo>
                  <a:cubicBezTo>
                    <a:pt x="40117" y="48489"/>
                    <a:pt x="41163" y="47791"/>
                    <a:pt x="42210" y="46745"/>
                  </a:cubicBezTo>
                  <a:cubicBezTo>
                    <a:pt x="42908" y="46047"/>
                    <a:pt x="43954" y="45349"/>
                    <a:pt x="44652" y="44652"/>
                  </a:cubicBezTo>
                  <a:cubicBezTo>
                    <a:pt x="45699" y="43605"/>
                    <a:pt x="46745" y="42210"/>
                    <a:pt x="47792" y="40814"/>
                  </a:cubicBezTo>
                  <a:cubicBezTo>
                    <a:pt x="50582" y="36628"/>
                    <a:pt x="52326" y="31744"/>
                    <a:pt x="52326" y="26163"/>
                  </a:cubicBezTo>
                  <a:cubicBezTo>
                    <a:pt x="52675" y="20582"/>
                    <a:pt x="50931" y="15698"/>
                    <a:pt x="48140" y="11512"/>
                  </a:cubicBezTo>
                  <a:close/>
                </a:path>
              </a:pathLst>
            </a:custGeom>
            <a:grpFill/>
            <a:ln w="3488" cap="flat">
              <a:noFill/>
              <a:prstDash val="solid"/>
              <a:miter/>
            </a:ln>
          </p:spPr>
          <p:txBody>
            <a:bodyPr rtlCol="0" anchor="ctr"/>
            <a:lstStyle/>
            <a:p>
              <a:endParaRPr lang="en-ID"/>
            </a:p>
          </p:txBody>
        </p:sp>
        <p:sp>
          <p:nvSpPr>
            <p:cNvPr id="1168" name="Freeform: Shape 1167">
              <a:extLst>
                <a:ext uri="{FF2B5EF4-FFF2-40B4-BE49-F238E27FC236}">
                  <a16:creationId xmlns:a16="http://schemas.microsoft.com/office/drawing/2014/main" id="{F730B322-98C1-3B18-CB0A-D3680ADE68D8}"/>
                </a:ext>
              </a:extLst>
            </p:cNvPr>
            <p:cNvSpPr/>
            <p:nvPr/>
          </p:nvSpPr>
          <p:spPr>
            <a:xfrm>
              <a:off x="10674540" y="3141206"/>
              <a:ext cx="52326" cy="52326"/>
            </a:xfrm>
            <a:custGeom>
              <a:avLst/>
              <a:gdLst>
                <a:gd name="connsiteX0" fmla="*/ 26163 w 52326"/>
                <a:gd name="connsiteY0" fmla="*/ 0 h 52326"/>
                <a:gd name="connsiteX1" fmla="*/ 13604 w 52326"/>
                <a:gd name="connsiteY1" fmla="*/ 3140 h 52326"/>
                <a:gd name="connsiteX2" fmla="*/ 0 w 52326"/>
                <a:gd name="connsiteY2" fmla="*/ 26163 h 52326"/>
                <a:gd name="connsiteX3" fmla="*/ 26163 w 52326"/>
                <a:gd name="connsiteY3" fmla="*/ 52326 h 52326"/>
                <a:gd name="connsiteX4" fmla="*/ 26163 w 52326"/>
                <a:gd name="connsiteY4" fmla="*/ 52326 h 52326"/>
                <a:gd name="connsiteX5" fmla="*/ 33837 w 52326"/>
                <a:gd name="connsiteY5" fmla="*/ 51280 h 52326"/>
                <a:gd name="connsiteX6" fmla="*/ 38373 w 52326"/>
                <a:gd name="connsiteY6" fmla="*/ 49535 h 52326"/>
                <a:gd name="connsiteX7" fmla="*/ 38722 w 52326"/>
                <a:gd name="connsiteY7" fmla="*/ 49535 h 52326"/>
                <a:gd name="connsiteX8" fmla="*/ 52326 w 52326"/>
                <a:gd name="connsiteY8" fmla="*/ 26512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cubicBezTo>
                    <a:pt x="21628" y="0"/>
                    <a:pt x="17442" y="1046"/>
                    <a:pt x="13604" y="3140"/>
                  </a:cubicBezTo>
                  <a:cubicBezTo>
                    <a:pt x="5582" y="7675"/>
                    <a:pt x="0" y="16047"/>
                    <a:pt x="0" y="26163"/>
                  </a:cubicBezTo>
                  <a:cubicBezTo>
                    <a:pt x="0" y="40465"/>
                    <a:pt x="11860" y="52326"/>
                    <a:pt x="26163" y="52326"/>
                  </a:cubicBezTo>
                  <a:lnTo>
                    <a:pt x="26163" y="52326"/>
                  </a:lnTo>
                  <a:cubicBezTo>
                    <a:pt x="28954" y="52326"/>
                    <a:pt x="31396" y="51977"/>
                    <a:pt x="33837" y="51280"/>
                  </a:cubicBezTo>
                  <a:cubicBezTo>
                    <a:pt x="35233" y="50931"/>
                    <a:pt x="36978" y="50233"/>
                    <a:pt x="38373" y="49535"/>
                  </a:cubicBezTo>
                  <a:cubicBezTo>
                    <a:pt x="38373" y="49535"/>
                    <a:pt x="38722" y="49535"/>
                    <a:pt x="38722" y="49535"/>
                  </a:cubicBezTo>
                  <a:cubicBezTo>
                    <a:pt x="46744" y="45001"/>
                    <a:pt x="52326" y="36628"/>
                    <a:pt x="52326" y="26512"/>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69" name="Freeform: Shape 1168">
              <a:extLst>
                <a:ext uri="{FF2B5EF4-FFF2-40B4-BE49-F238E27FC236}">
                  <a16:creationId xmlns:a16="http://schemas.microsoft.com/office/drawing/2014/main" id="{56F634BD-7E05-D131-6EE8-85169E304364}"/>
                </a:ext>
              </a:extLst>
            </p:cNvPr>
            <p:cNvSpPr/>
            <p:nvPr/>
          </p:nvSpPr>
          <p:spPr>
            <a:xfrm>
              <a:off x="10779193" y="4397034"/>
              <a:ext cx="52326" cy="52326"/>
            </a:xfrm>
            <a:custGeom>
              <a:avLst/>
              <a:gdLst>
                <a:gd name="connsiteX0" fmla="*/ 26163 w 52326"/>
                <a:gd name="connsiteY0" fmla="*/ 0 h 52326"/>
                <a:gd name="connsiteX1" fmla="*/ 3139 w 52326"/>
                <a:gd name="connsiteY1" fmla="*/ 13605 h 52326"/>
                <a:gd name="connsiteX2" fmla="*/ 3139 w 52326"/>
                <a:gd name="connsiteY2" fmla="*/ 13605 h 52326"/>
                <a:gd name="connsiteX3" fmla="*/ 349 w 52326"/>
                <a:gd name="connsiteY3" fmla="*/ 21628 h 52326"/>
                <a:gd name="connsiteX4" fmla="*/ 0 w 52326"/>
                <a:gd name="connsiteY4" fmla="*/ 26163 h 52326"/>
                <a:gd name="connsiteX5" fmla="*/ 26163 w 52326"/>
                <a:gd name="connsiteY5" fmla="*/ 52326 h 52326"/>
                <a:gd name="connsiteX6" fmla="*/ 49187 w 52326"/>
                <a:gd name="connsiteY6" fmla="*/ 38721 h 52326"/>
                <a:gd name="connsiteX7" fmla="*/ 52326 w 52326"/>
                <a:gd name="connsiteY7" fmla="*/ 26163 h 52326"/>
                <a:gd name="connsiteX8" fmla="*/ 26163 w 52326"/>
                <a:gd name="connsiteY8"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0"/>
                  </a:moveTo>
                  <a:cubicBezTo>
                    <a:pt x="16395" y="0"/>
                    <a:pt x="7674" y="5581"/>
                    <a:pt x="3139" y="13605"/>
                  </a:cubicBezTo>
                  <a:cubicBezTo>
                    <a:pt x="3139" y="13605"/>
                    <a:pt x="3139" y="13605"/>
                    <a:pt x="3139" y="13605"/>
                  </a:cubicBezTo>
                  <a:cubicBezTo>
                    <a:pt x="1744" y="16047"/>
                    <a:pt x="1047" y="18838"/>
                    <a:pt x="349" y="21628"/>
                  </a:cubicBezTo>
                  <a:cubicBezTo>
                    <a:pt x="0" y="23023"/>
                    <a:pt x="0" y="24419"/>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70" name="Freeform: Shape 1169">
              <a:extLst>
                <a:ext uri="{FF2B5EF4-FFF2-40B4-BE49-F238E27FC236}">
                  <a16:creationId xmlns:a16="http://schemas.microsoft.com/office/drawing/2014/main" id="{03219723-8279-8519-E6EE-18B56F6ACB6F}"/>
                </a:ext>
              </a:extLst>
            </p:cNvPr>
            <p:cNvSpPr/>
            <p:nvPr/>
          </p:nvSpPr>
          <p:spPr>
            <a:xfrm>
              <a:off x="11616412" y="5234253"/>
              <a:ext cx="52326" cy="52326"/>
            </a:xfrm>
            <a:custGeom>
              <a:avLst/>
              <a:gdLst>
                <a:gd name="connsiteX0" fmla="*/ 26163 w 52326"/>
                <a:gd name="connsiteY0" fmla="*/ 0 h 52326"/>
                <a:gd name="connsiteX1" fmla="*/ 7674 w 52326"/>
                <a:gd name="connsiteY1" fmla="*/ 7674 h 52326"/>
                <a:gd name="connsiteX2" fmla="*/ 0 w 52326"/>
                <a:gd name="connsiteY2" fmla="*/ 26163 h 52326"/>
                <a:gd name="connsiteX3" fmla="*/ 26163 w 52326"/>
                <a:gd name="connsiteY3" fmla="*/ 52326 h 52326"/>
                <a:gd name="connsiteX4" fmla="*/ 42908 w 52326"/>
                <a:gd name="connsiteY4" fmla="*/ 4639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8837" y="0"/>
                    <a:pt x="12559" y="2791"/>
                    <a:pt x="7674" y="7674"/>
                  </a:cubicBezTo>
                  <a:cubicBezTo>
                    <a:pt x="2791" y="12558"/>
                    <a:pt x="0" y="18838"/>
                    <a:pt x="0" y="26163"/>
                  </a:cubicBezTo>
                  <a:cubicBezTo>
                    <a:pt x="0" y="40465"/>
                    <a:pt x="11860" y="52326"/>
                    <a:pt x="26163" y="52326"/>
                  </a:cubicBezTo>
                  <a:cubicBezTo>
                    <a:pt x="32442" y="52326"/>
                    <a:pt x="38373" y="50233"/>
                    <a:pt x="42908" y="46396"/>
                  </a:cubicBezTo>
                  <a:cubicBezTo>
                    <a:pt x="48838" y="41512"/>
                    <a:pt x="52326" y="34187"/>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71" name="Freeform: Shape 1170">
              <a:extLst>
                <a:ext uri="{FF2B5EF4-FFF2-40B4-BE49-F238E27FC236}">
                  <a16:creationId xmlns:a16="http://schemas.microsoft.com/office/drawing/2014/main" id="{62BA34F0-00F6-3A08-72EB-5EDE1E22DE8A}"/>
                </a:ext>
              </a:extLst>
            </p:cNvPr>
            <p:cNvSpPr/>
            <p:nvPr/>
          </p:nvSpPr>
          <p:spPr>
            <a:xfrm>
              <a:off x="10465236"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72" name="Freeform: Shape 1171">
              <a:extLst>
                <a:ext uri="{FF2B5EF4-FFF2-40B4-BE49-F238E27FC236}">
                  <a16:creationId xmlns:a16="http://schemas.microsoft.com/office/drawing/2014/main" id="{74C3C650-AFC8-3148-289A-7C70E4F8EC1F}"/>
                </a:ext>
              </a:extLst>
            </p:cNvPr>
            <p:cNvSpPr/>
            <p:nvPr/>
          </p:nvSpPr>
          <p:spPr>
            <a:xfrm>
              <a:off x="1151175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3" name="Freeform: Shape 1172">
              <a:extLst>
                <a:ext uri="{FF2B5EF4-FFF2-40B4-BE49-F238E27FC236}">
                  <a16:creationId xmlns:a16="http://schemas.microsoft.com/office/drawing/2014/main" id="{0EAEC393-B588-900A-42EE-0C922D7E447A}"/>
                </a:ext>
              </a:extLst>
            </p:cNvPr>
            <p:cNvSpPr/>
            <p:nvPr/>
          </p:nvSpPr>
          <p:spPr>
            <a:xfrm>
              <a:off x="10988497" y="3245858"/>
              <a:ext cx="52326" cy="52326"/>
            </a:xfrm>
            <a:custGeom>
              <a:avLst/>
              <a:gdLst>
                <a:gd name="connsiteX0" fmla="*/ 26163 w 52326"/>
                <a:gd name="connsiteY0" fmla="*/ 52326 h 52326"/>
                <a:gd name="connsiteX1" fmla="*/ 26163 w 52326"/>
                <a:gd name="connsiteY1" fmla="*/ 52326 h 52326"/>
                <a:gd name="connsiteX2" fmla="*/ 38722 w 52326"/>
                <a:gd name="connsiteY2" fmla="*/ 49187 h 52326"/>
                <a:gd name="connsiteX3" fmla="*/ 52326 w 52326"/>
                <a:gd name="connsiteY3" fmla="*/ 26163 h 52326"/>
                <a:gd name="connsiteX4" fmla="*/ 26163 w 52326"/>
                <a:gd name="connsiteY4" fmla="*/ 0 h 52326"/>
                <a:gd name="connsiteX5" fmla="*/ 26163 w 52326"/>
                <a:gd name="connsiteY5" fmla="*/ 0 h 52326"/>
                <a:gd name="connsiteX6" fmla="*/ 13604 w 52326"/>
                <a:gd name="connsiteY6" fmla="*/ 3140 h 52326"/>
                <a:gd name="connsiteX7" fmla="*/ 10116 w 52326"/>
                <a:gd name="connsiteY7" fmla="*/ 5581 h 52326"/>
                <a:gd name="connsiteX8" fmla="*/ 9419 w 52326"/>
                <a:gd name="connsiteY8" fmla="*/ 593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30698" y="52326"/>
                    <a:pt x="34884" y="51280"/>
                    <a:pt x="38722" y="49187"/>
                  </a:cubicBezTo>
                  <a:cubicBezTo>
                    <a:pt x="46744" y="44652"/>
                    <a:pt x="52326" y="36280"/>
                    <a:pt x="52326" y="26163"/>
                  </a:cubicBezTo>
                  <a:cubicBezTo>
                    <a:pt x="52326" y="11861"/>
                    <a:pt x="40466" y="0"/>
                    <a:pt x="26163" y="0"/>
                  </a:cubicBezTo>
                  <a:lnTo>
                    <a:pt x="26163" y="0"/>
                  </a:lnTo>
                  <a:cubicBezTo>
                    <a:pt x="21628" y="0"/>
                    <a:pt x="17442" y="1046"/>
                    <a:pt x="13604" y="3140"/>
                  </a:cubicBezTo>
                  <a:cubicBezTo>
                    <a:pt x="12209" y="3837"/>
                    <a:pt x="11163" y="4535"/>
                    <a:pt x="10116" y="5581"/>
                  </a:cubicBezTo>
                  <a:cubicBezTo>
                    <a:pt x="10116" y="5581"/>
                    <a:pt x="9768" y="5930"/>
                    <a:pt x="9419" y="5930"/>
                  </a:cubicBezTo>
                  <a:cubicBezTo>
                    <a:pt x="3488" y="10814"/>
                    <a:pt x="0" y="18140"/>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74" name="Freeform: Shape 1173">
              <a:extLst>
                <a:ext uri="{FF2B5EF4-FFF2-40B4-BE49-F238E27FC236}">
                  <a16:creationId xmlns:a16="http://schemas.microsoft.com/office/drawing/2014/main" id="{6AB52AC6-1E8E-3805-8E89-A77F61CEEBF2}"/>
                </a:ext>
              </a:extLst>
            </p:cNvPr>
            <p:cNvSpPr/>
            <p:nvPr/>
          </p:nvSpPr>
          <p:spPr>
            <a:xfrm>
              <a:off x="9941974"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5" name="Freeform: Shape 1174">
              <a:extLst>
                <a:ext uri="{FF2B5EF4-FFF2-40B4-BE49-F238E27FC236}">
                  <a16:creationId xmlns:a16="http://schemas.microsoft.com/office/drawing/2014/main" id="{8C48EEF1-FA5D-81C7-8DB1-DBB4FED453AC}"/>
                </a:ext>
              </a:extLst>
            </p:cNvPr>
            <p:cNvSpPr/>
            <p:nvPr/>
          </p:nvSpPr>
          <p:spPr>
            <a:xfrm>
              <a:off x="973266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6" name="Freeform: Shape 1175">
              <a:extLst>
                <a:ext uri="{FF2B5EF4-FFF2-40B4-BE49-F238E27FC236}">
                  <a16:creationId xmlns:a16="http://schemas.microsoft.com/office/drawing/2014/main" id="{0C3CAEA5-5201-4570-71C6-A08D5F96D397}"/>
                </a:ext>
              </a:extLst>
            </p:cNvPr>
            <p:cNvSpPr/>
            <p:nvPr/>
          </p:nvSpPr>
          <p:spPr>
            <a:xfrm>
              <a:off x="8476841"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7" name="Freeform: Shape 1176">
              <a:extLst>
                <a:ext uri="{FF2B5EF4-FFF2-40B4-BE49-F238E27FC236}">
                  <a16:creationId xmlns:a16="http://schemas.microsoft.com/office/drawing/2014/main" id="{DA39AB9B-6CD0-EBA0-7556-DA33DCA969E6}"/>
                </a:ext>
              </a:extLst>
            </p:cNvPr>
            <p:cNvSpPr/>
            <p:nvPr/>
          </p:nvSpPr>
          <p:spPr>
            <a:xfrm>
              <a:off x="847684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8" name="Freeform: Shape 1177">
              <a:extLst>
                <a:ext uri="{FF2B5EF4-FFF2-40B4-BE49-F238E27FC236}">
                  <a16:creationId xmlns:a16="http://schemas.microsoft.com/office/drawing/2014/main" id="{B0B0F762-33E5-78BA-DE09-135C7BA441C2}"/>
                </a:ext>
              </a:extLst>
            </p:cNvPr>
            <p:cNvSpPr/>
            <p:nvPr/>
          </p:nvSpPr>
          <p:spPr>
            <a:xfrm>
              <a:off x="8372188"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79" name="Freeform: Shape 1178">
              <a:extLst>
                <a:ext uri="{FF2B5EF4-FFF2-40B4-BE49-F238E27FC236}">
                  <a16:creationId xmlns:a16="http://schemas.microsoft.com/office/drawing/2014/main" id="{7CC12C08-3D7E-7853-D58D-5E5D7619FE15}"/>
                </a:ext>
              </a:extLst>
            </p:cNvPr>
            <p:cNvSpPr/>
            <p:nvPr/>
          </p:nvSpPr>
          <p:spPr>
            <a:xfrm>
              <a:off x="7953579"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0" name="Freeform: Shape 1179">
              <a:extLst>
                <a:ext uri="{FF2B5EF4-FFF2-40B4-BE49-F238E27FC236}">
                  <a16:creationId xmlns:a16="http://schemas.microsoft.com/office/drawing/2014/main" id="{1CCDC11B-1D4F-EACF-8026-AF3DDB1B9BD6}"/>
                </a:ext>
              </a:extLst>
            </p:cNvPr>
            <p:cNvSpPr/>
            <p:nvPr/>
          </p:nvSpPr>
          <p:spPr>
            <a:xfrm>
              <a:off x="7953579"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1" name="Freeform: Shape 1180">
              <a:extLst>
                <a:ext uri="{FF2B5EF4-FFF2-40B4-BE49-F238E27FC236}">
                  <a16:creationId xmlns:a16="http://schemas.microsoft.com/office/drawing/2014/main" id="{3C19FCA0-3E87-9CA9-C3D8-2C474BF4D43A}"/>
                </a:ext>
              </a:extLst>
            </p:cNvPr>
            <p:cNvSpPr/>
            <p:nvPr/>
          </p:nvSpPr>
          <p:spPr>
            <a:xfrm>
              <a:off x="7744274" y="4815643"/>
              <a:ext cx="52326" cy="52326"/>
            </a:xfrm>
            <a:custGeom>
              <a:avLst/>
              <a:gdLst>
                <a:gd name="connsiteX0" fmla="*/ 26163 w 52326"/>
                <a:gd name="connsiteY0" fmla="*/ 0 h 52326"/>
                <a:gd name="connsiteX1" fmla="*/ 3139 w 52326"/>
                <a:gd name="connsiteY1" fmla="*/ 13605 h 52326"/>
                <a:gd name="connsiteX2" fmla="*/ 0 w 52326"/>
                <a:gd name="connsiteY2" fmla="*/ 26163 h 52326"/>
                <a:gd name="connsiteX3" fmla="*/ 26163 w 52326"/>
                <a:gd name="connsiteY3" fmla="*/ 52326 h 52326"/>
                <a:gd name="connsiteX4" fmla="*/ 49187 w 52326"/>
                <a:gd name="connsiteY4" fmla="*/ 38721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6395" y="0"/>
                    <a:pt x="7674" y="5581"/>
                    <a:pt x="3139" y="13605"/>
                  </a:cubicBezTo>
                  <a:cubicBezTo>
                    <a:pt x="1047" y="17442"/>
                    <a:pt x="0" y="21628"/>
                    <a:pt x="0" y="26163"/>
                  </a:cubicBezTo>
                  <a:cubicBezTo>
                    <a:pt x="0" y="40465"/>
                    <a:pt x="11860" y="52326"/>
                    <a:pt x="26163" y="52326"/>
                  </a:cubicBezTo>
                  <a:cubicBezTo>
                    <a:pt x="35931" y="52326"/>
                    <a:pt x="44652" y="46745"/>
                    <a:pt x="49187" y="38721"/>
                  </a:cubicBezTo>
                  <a:cubicBezTo>
                    <a:pt x="51279" y="34884"/>
                    <a:pt x="52326" y="30698"/>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182" name="Freeform: Shape 1181">
              <a:extLst>
                <a:ext uri="{FF2B5EF4-FFF2-40B4-BE49-F238E27FC236}">
                  <a16:creationId xmlns:a16="http://schemas.microsoft.com/office/drawing/2014/main" id="{9D6A7D55-D754-9C97-6812-8EE8C43AEE2D}"/>
                </a:ext>
              </a:extLst>
            </p:cNvPr>
            <p:cNvSpPr/>
            <p:nvPr/>
          </p:nvSpPr>
          <p:spPr>
            <a:xfrm>
              <a:off x="7325665"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3" name="Freeform: Shape 1182">
              <a:extLst>
                <a:ext uri="{FF2B5EF4-FFF2-40B4-BE49-F238E27FC236}">
                  <a16:creationId xmlns:a16="http://schemas.microsoft.com/office/drawing/2014/main" id="{B2FBC6AC-B3EC-DC8A-CD77-2FBCF80924AC}"/>
                </a:ext>
              </a:extLst>
            </p:cNvPr>
            <p:cNvSpPr/>
            <p:nvPr/>
          </p:nvSpPr>
          <p:spPr>
            <a:xfrm>
              <a:off x="6802403"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1" y="0"/>
                    <a:pt x="0" y="11861"/>
                    <a:pt x="0" y="26163"/>
                  </a:cubicBezTo>
                  <a:cubicBezTo>
                    <a:pt x="0" y="40465"/>
                    <a:pt x="11861" y="52326"/>
                    <a:pt x="26163" y="52326"/>
                  </a:cubicBezTo>
                  <a:cubicBezTo>
                    <a:pt x="40465" y="52326"/>
                    <a:pt x="52326" y="40465"/>
                    <a:pt x="52326" y="26163"/>
                  </a:cubicBezTo>
                  <a:lnTo>
                    <a:pt x="52326" y="26163"/>
                  </a:ln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84" name="Freeform: Shape 1183">
              <a:extLst>
                <a:ext uri="{FF2B5EF4-FFF2-40B4-BE49-F238E27FC236}">
                  <a16:creationId xmlns:a16="http://schemas.microsoft.com/office/drawing/2014/main" id="{2C2C1C58-EF5E-8C78-853E-897AABA8D3E5}"/>
                </a:ext>
              </a:extLst>
            </p:cNvPr>
            <p:cNvSpPr/>
            <p:nvPr/>
          </p:nvSpPr>
          <p:spPr>
            <a:xfrm>
              <a:off x="6697751"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185" name="Freeform: Shape 1184">
              <a:extLst>
                <a:ext uri="{FF2B5EF4-FFF2-40B4-BE49-F238E27FC236}">
                  <a16:creationId xmlns:a16="http://schemas.microsoft.com/office/drawing/2014/main" id="{E5436E65-1694-0504-168B-6FF4457FD0F1}"/>
                </a:ext>
              </a:extLst>
            </p:cNvPr>
            <p:cNvSpPr/>
            <p:nvPr/>
          </p:nvSpPr>
          <p:spPr>
            <a:xfrm>
              <a:off x="6697751"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6" name="Freeform: Shape 1185">
              <a:extLst>
                <a:ext uri="{FF2B5EF4-FFF2-40B4-BE49-F238E27FC236}">
                  <a16:creationId xmlns:a16="http://schemas.microsoft.com/office/drawing/2014/main" id="{925DD35A-C763-31CE-B6ED-2D9720A2F63F}"/>
                </a:ext>
              </a:extLst>
            </p:cNvPr>
            <p:cNvSpPr/>
            <p:nvPr/>
          </p:nvSpPr>
          <p:spPr>
            <a:xfrm>
              <a:off x="648844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87" name="Freeform: Shape 1186">
              <a:extLst>
                <a:ext uri="{FF2B5EF4-FFF2-40B4-BE49-F238E27FC236}">
                  <a16:creationId xmlns:a16="http://schemas.microsoft.com/office/drawing/2014/main" id="{FAAADB32-9B0A-768B-AD1F-2D581BBEE058}"/>
                </a:ext>
              </a:extLst>
            </p:cNvPr>
            <p:cNvSpPr/>
            <p:nvPr/>
          </p:nvSpPr>
          <p:spPr>
            <a:xfrm>
              <a:off x="11616412" y="2722596"/>
              <a:ext cx="52326" cy="52326"/>
            </a:xfrm>
            <a:custGeom>
              <a:avLst/>
              <a:gdLst>
                <a:gd name="connsiteX0" fmla="*/ 26163 w 52326"/>
                <a:gd name="connsiteY0" fmla="*/ 52326 h 52326"/>
                <a:gd name="connsiteX1" fmla="*/ 46047 w 52326"/>
                <a:gd name="connsiteY1" fmla="*/ 43256 h 52326"/>
                <a:gd name="connsiteX2" fmla="*/ 47094 w 52326"/>
                <a:gd name="connsiteY2" fmla="*/ 41861 h 52326"/>
                <a:gd name="connsiteX3" fmla="*/ 49187 w 52326"/>
                <a:gd name="connsiteY3" fmla="*/ 38721 h 52326"/>
                <a:gd name="connsiteX4" fmla="*/ 52326 w 52326"/>
                <a:gd name="connsiteY4" fmla="*/ 26163 h 52326"/>
                <a:gd name="connsiteX5" fmla="*/ 26163 w 52326"/>
                <a:gd name="connsiteY5" fmla="*/ 0 h 52326"/>
                <a:gd name="connsiteX6" fmla="*/ 26163 w 52326"/>
                <a:gd name="connsiteY6" fmla="*/ 0 h 52326"/>
                <a:gd name="connsiteX7" fmla="*/ 3139 w 52326"/>
                <a:gd name="connsiteY7" fmla="*/ 1360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cubicBezTo>
                    <a:pt x="34187" y="52326"/>
                    <a:pt x="41163" y="48838"/>
                    <a:pt x="46047" y="43256"/>
                  </a:cubicBezTo>
                  <a:cubicBezTo>
                    <a:pt x="46396" y="42907"/>
                    <a:pt x="46744" y="42210"/>
                    <a:pt x="47094" y="41861"/>
                  </a:cubicBezTo>
                  <a:cubicBezTo>
                    <a:pt x="47791" y="40814"/>
                    <a:pt x="48489" y="39768"/>
                    <a:pt x="49187" y="38721"/>
                  </a:cubicBezTo>
                  <a:cubicBezTo>
                    <a:pt x="51279" y="34884"/>
                    <a:pt x="52326" y="30698"/>
                    <a:pt x="52326" y="26163"/>
                  </a:cubicBezTo>
                  <a:cubicBezTo>
                    <a:pt x="52326" y="11861"/>
                    <a:pt x="40466" y="0"/>
                    <a:pt x="26163" y="0"/>
                  </a:cubicBezTo>
                  <a:lnTo>
                    <a:pt x="26163" y="0"/>
                  </a:lnTo>
                  <a:cubicBezTo>
                    <a:pt x="16395" y="0"/>
                    <a:pt x="7674" y="5581"/>
                    <a:pt x="3139" y="13605"/>
                  </a:cubicBezTo>
                  <a:cubicBezTo>
                    <a:pt x="1047" y="17442"/>
                    <a:pt x="0" y="21628"/>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88" name="Freeform: Shape 1187">
              <a:extLst>
                <a:ext uri="{FF2B5EF4-FFF2-40B4-BE49-F238E27FC236}">
                  <a16:creationId xmlns:a16="http://schemas.microsoft.com/office/drawing/2014/main" id="{1F0B8421-E653-370C-592D-B45411708EAB}"/>
                </a:ext>
              </a:extLst>
            </p:cNvPr>
            <p:cNvSpPr/>
            <p:nvPr/>
          </p:nvSpPr>
          <p:spPr>
            <a:xfrm>
              <a:off x="11825716" y="4920296"/>
              <a:ext cx="52326" cy="52326"/>
            </a:xfrm>
            <a:custGeom>
              <a:avLst/>
              <a:gdLst>
                <a:gd name="connsiteX0" fmla="*/ 42908 w 52326"/>
                <a:gd name="connsiteY0" fmla="*/ 5930 h 52326"/>
                <a:gd name="connsiteX1" fmla="*/ 26163 w 52326"/>
                <a:gd name="connsiteY1" fmla="*/ 0 h 52326"/>
                <a:gd name="connsiteX2" fmla="*/ 0 w 52326"/>
                <a:gd name="connsiteY2" fmla="*/ 26163 h 52326"/>
                <a:gd name="connsiteX3" fmla="*/ 9419 w 52326"/>
                <a:gd name="connsiteY3" fmla="*/ 46396 h 52326"/>
                <a:gd name="connsiteX4" fmla="*/ 26163 w 52326"/>
                <a:gd name="connsiteY4" fmla="*/ 52326 h 52326"/>
                <a:gd name="connsiteX5" fmla="*/ 52326 w 52326"/>
                <a:gd name="connsiteY5" fmla="*/ 26163 h 52326"/>
                <a:gd name="connsiteX6" fmla="*/ 42908 w 52326"/>
                <a:gd name="connsiteY6" fmla="*/ 5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42908" y="5930"/>
                  </a:moveTo>
                  <a:cubicBezTo>
                    <a:pt x="38373" y="2093"/>
                    <a:pt x="32442" y="0"/>
                    <a:pt x="26163" y="0"/>
                  </a:cubicBezTo>
                  <a:cubicBezTo>
                    <a:pt x="11860" y="0"/>
                    <a:pt x="0" y="11861"/>
                    <a:pt x="0" y="26163"/>
                  </a:cubicBezTo>
                  <a:cubicBezTo>
                    <a:pt x="0" y="34187"/>
                    <a:pt x="3838" y="41512"/>
                    <a:pt x="9419" y="46396"/>
                  </a:cubicBezTo>
                  <a:cubicBezTo>
                    <a:pt x="13954" y="50233"/>
                    <a:pt x="19884" y="52326"/>
                    <a:pt x="26163" y="52326"/>
                  </a:cubicBezTo>
                  <a:cubicBezTo>
                    <a:pt x="40466" y="52326"/>
                    <a:pt x="52326" y="40465"/>
                    <a:pt x="52326" y="26163"/>
                  </a:cubicBezTo>
                  <a:cubicBezTo>
                    <a:pt x="52326" y="18140"/>
                    <a:pt x="48489" y="10814"/>
                    <a:pt x="42908" y="5930"/>
                  </a:cubicBezTo>
                  <a:close/>
                </a:path>
              </a:pathLst>
            </a:custGeom>
            <a:grpFill/>
            <a:ln w="3488" cap="flat">
              <a:noFill/>
              <a:prstDash val="solid"/>
              <a:miter/>
            </a:ln>
          </p:spPr>
          <p:txBody>
            <a:bodyPr rtlCol="0" anchor="ctr"/>
            <a:lstStyle/>
            <a:p>
              <a:endParaRPr lang="en-ID"/>
            </a:p>
          </p:txBody>
        </p:sp>
        <p:sp>
          <p:nvSpPr>
            <p:cNvPr id="1189" name="Freeform: Shape 1188">
              <a:extLst>
                <a:ext uri="{FF2B5EF4-FFF2-40B4-BE49-F238E27FC236}">
                  <a16:creationId xmlns:a16="http://schemas.microsoft.com/office/drawing/2014/main" id="{E2A38A67-C093-9171-D666-E7C9C9827745}"/>
                </a:ext>
              </a:extLst>
            </p:cNvPr>
            <p:cNvSpPr/>
            <p:nvPr/>
          </p:nvSpPr>
          <p:spPr>
            <a:xfrm>
              <a:off x="6697751" y="3769120"/>
              <a:ext cx="52326" cy="52326"/>
            </a:xfrm>
            <a:custGeom>
              <a:avLst/>
              <a:gdLst>
                <a:gd name="connsiteX0" fmla="*/ 51629 w 52326"/>
                <a:gd name="connsiteY0" fmla="*/ 20930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26163 w 52326"/>
                <a:gd name="connsiteY5" fmla="*/ 52326 h 52326"/>
                <a:gd name="connsiteX6" fmla="*/ 52326 w 52326"/>
                <a:gd name="connsiteY6" fmla="*/ 26163 h 52326"/>
                <a:gd name="connsiteX7" fmla="*/ 51629 w 52326"/>
                <a:gd name="connsiteY7" fmla="*/ 2093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1629" y="20930"/>
                  </a:moveTo>
                  <a:cubicBezTo>
                    <a:pt x="49187" y="9070"/>
                    <a:pt x="38721" y="0"/>
                    <a:pt x="26163" y="0"/>
                  </a:cubicBezTo>
                  <a:cubicBezTo>
                    <a:pt x="11861" y="0"/>
                    <a:pt x="0" y="11861"/>
                    <a:pt x="0" y="26163"/>
                  </a:cubicBezTo>
                  <a:cubicBezTo>
                    <a:pt x="0" y="28954"/>
                    <a:pt x="349" y="31396"/>
                    <a:pt x="1047" y="33838"/>
                  </a:cubicBezTo>
                  <a:cubicBezTo>
                    <a:pt x="4186" y="44652"/>
                    <a:pt x="14302" y="52326"/>
                    <a:pt x="26163" y="52326"/>
                  </a:cubicBezTo>
                  <a:lnTo>
                    <a:pt x="26163" y="52326"/>
                  </a:lnTo>
                  <a:cubicBezTo>
                    <a:pt x="40465" y="52326"/>
                    <a:pt x="52326" y="40465"/>
                    <a:pt x="52326" y="26163"/>
                  </a:cubicBezTo>
                  <a:cubicBezTo>
                    <a:pt x="52326" y="24419"/>
                    <a:pt x="51977" y="22675"/>
                    <a:pt x="51629" y="20930"/>
                  </a:cubicBezTo>
                  <a:close/>
                </a:path>
              </a:pathLst>
            </a:custGeom>
            <a:grpFill/>
            <a:ln w="3488" cap="flat">
              <a:noFill/>
              <a:prstDash val="solid"/>
              <a:miter/>
            </a:ln>
          </p:spPr>
          <p:txBody>
            <a:bodyPr rtlCol="0" anchor="ctr"/>
            <a:lstStyle/>
            <a:p>
              <a:endParaRPr lang="en-ID"/>
            </a:p>
          </p:txBody>
        </p:sp>
        <p:sp>
          <p:nvSpPr>
            <p:cNvPr id="1190" name="Freeform: Shape 1189">
              <a:extLst>
                <a:ext uri="{FF2B5EF4-FFF2-40B4-BE49-F238E27FC236}">
                  <a16:creationId xmlns:a16="http://schemas.microsoft.com/office/drawing/2014/main" id="{123F4581-3207-1D48-75F8-2C5C4BB2C7EE}"/>
                </a:ext>
              </a:extLst>
            </p:cNvPr>
            <p:cNvSpPr/>
            <p:nvPr/>
          </p:nvSpPr>
          <p:spPr>
            <a:xfrm>
              <a:off x="8162884"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1" name="Freeform: Shape 1190">
              <a:extLst>
                <a:ext uri="{FF2B5EF4-FFF2-40B4-BE49-F238E27FC236}">
                  <a16:creationId xmlns:a16="http://schemas.microsoft.com/office/drawing/2014/main" id="{272AA79C-55BC-9317-A06D-C7129287F74B}"/>
                </a:ext>
              </a:extLst>
            </p:cNvPr>
            <p:cNvSpPr/>
            <p:nvPr/>
          </p:nvSpPr>
          <p:spPr>
            <a:xfrm>
              <a:off x="1140710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2" name="Freeform: Shape 1191">
              <a:extLst>
                <a:ext uri="{FF2B5EF4-FFF2-40B4-BE49-F238E27FC236}">
                  <a16:creationId xmlns:a16="http://schemas.microsoft.com/office/drawing/2014/main" id="{857E46E4-1367-7B1A-9604-E45772C8CFA5}"/>
                </a:ext>
              </a:extLst>
            </p:cNvPr>
            <p:cNvSpPr/>
            <p:nvPr/>
          </p:nvSpPr>
          <p:spPr>
            <a:xfrm>
              <a:off x="12035021"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93" name="Freeform: Shape 1192">
              <a:extLst>
                <a:ext uri="{FF2B5EF4-FFF2-40B4-BE49-F238E27FC236}">
                  <a16:creationId xmlns:a16="http://schemas.microsoft.com/office/drawing/2014/main" id="{277E316C-A60C-C69F-96CD-3E5CB99389E0}"/>
                </a:ext>
              </a:extLst>
            </p:cNvPr>
            <p:cNvSpPr/>
            <p:nvPr/>
          </p:nvSpPr>
          <p:spPr>
            <a:xfrm>
              <a:off x="11721064"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4" name="Freeform: Shape 1193">
              <a:extLst>
                <a:ext uri="{FF2B5EF4-FFF2-40B4-BE49-F238E27FC236}">
                  <a16:creationId xmlns:a16="http://schemas.microsoft.com/office/drawing/2014/main" id="{1C32108F-6A52-3B15-77F4-1A7285296110}"/>
                </a:ext>
              </a:extLst>
            </p:cNvPr>
            <p:cNvSpPr/>
            <p:nvPr/>
          </p:nvSpPr>
          <p:spPr>
            <a:xfrm>
              <a:off x="1025593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5" name="Freeform: Shape 1194">
              <a:extLst>
                <a:ext uri="{FF2B5EF4-FFF2-40B4-BE49-F238E27FC236}">
                  <a16:creationId xmlns:a16="http://schemas.microsoft.com/office/drawing/2014/main" id="{73437ED7-C781-190C-C7DD-25008DB7F9B7}"/>
                </a:ext>
              </a:extLst>
            </p:cNvPr>
            <p:cNvSpPr/>
            <p:nvPr/>
          </p:nvSpPr>
          <p:spPr>
            <a:xfrm>
              <a:off x="10046626"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6" name="Freeform: Shape 1195">
              <a:extLst>
                <a:ext uri="{FF2B5EF4-FFF2-40B4-BE49-F238E27FC236}">
                  <a16:creationId xmlns:a16="http://schemas.microsoft.com/office/drawing/2014/main" id="{214967F3-7A1C-E4A1-B6C0-778430CDBC44}"/>
                </a:ext>
              </a:extLst>
            </p:cNvPr>
            <p:cNvSpPr/>
            <p:nvPr/>
          </p:nvSpPr>
          <p:spPr>
            <a:xfrm>
              <a:off x="11930369" y="481564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lnTo>
                    <a:pt x="52326" y="26163"/>
                  </a:lnTo>
                  <a:cubicBezTo>
                    <a:pt x="52326" y="11861"/>
                    <a:pt x="40466" y="0"/>
                    <a:pt x="26163" y="0"/>
                  </a:cubicBezTo>
                  <a:cubicBezTo>
                    <a:pt x="11860" y="0"/>
                    <a:pt x="0" y="11861"/>
                    <a:pt x="0" y="26163"/>
                  </a:cubicBezTo>
                  <a:lnTo>
                    <a:pt x="0" y="26163"/>
                  </a:ln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197" name="Freeform: Shape 1196">
              <a:extLst>
                <a:ext uri="{FF2B5EF4-FFF2-40B4-BE49-F238E27FC236}">
                  <a16:creationId xmlns:a16="http://schemas.microsoft.com/office/drawing/2014/main" id="{93757BF8-C775-B907-53D1-E4EFC27E18DE}"/>
                </a:ext>
              </a:extLst>
            </p:cNvPr>
            <p:cNvSpPr/>
            <p:nvPr/>
          </p:nvSpPr>
          <p:spPr>
            <a:xfrm>
              <a:off x="11511759"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198" name="Freeform: Shape 1197">
              <a:extLst>
                <a:ext uri="{FF2B5EF4-FFF2-40B4-BE49-F238E27FC236}">
                  <a16:creationId xmlns:a16="http://schemas.microsoft.com/office/drawing/2014/main" id="{9AAB7B81-7A2E-C469-AD02-9B68887747E0}"/>
                </a:ext>
              </a:extLst>
            </p:cNvPr>
            <p:cNvSpPr/>
            <p:nvPr/>
          </p:nvSpPr>
          <p:spPr>
            <a:xfrm>
              <a:off x="11511759" y="2931901"/>
              <a:ext cx="52326" cy="52326"/>
            </a:xfrm>
            <a:custGeom>
              <a:avLst/>
              <a:gdLst>
                <a:gd name="connsiteX0" fmla="*/ 26163 w 52326"/>
                <a:gd name="connsiteY0" fmla="*/ 52326 h 52326"/>
                <a:gd name="connsiteX1" fmla="*/ 26163 w 52326"/>
                <a:gd name="connsiteY1" fmla="*/ 52326 h 52326"/>
                <a:gd name="connsiteX2" fmla="*/ 46396 w 52326"/>
                <a:gd name="connsiteY2" fmla="*/ 42907 h 52326"/>
                <a:gd name="connsiteX3" fmla="*/ 52326 w 52326"/>
                <a:gd name="connsiteY3" fmla="*/ 26163 h 52326"/>
                <a:gd name="connsiteX4" fmla="*/ 26163 w 52326"/>
                <a:gd name="connsiteY4" fmla="*/ 0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34187" y="52326"/>
                    <a:pt x="41512" y="48489"/>
                    <a:pt x="46396" y="42907"/>
                  </a:cubicBezTo>
                  <a:cubicBezTo>
                    <a:pt x="50233" y="38373"/>
                    <a:pt x="52326" y="32442"/>
                    <a:pt x="52326" y="26163"/>
                  </a:cubicBezTo>
                  <a:cubicBezTo>
                    <a:pt x="52326" y="11861"/>
                    <a:pt x="40466" y="0"/>
                    <a:pt x="26163" y="0"/>
                  </a:cubicBezTo>
                  <a:lnTo>
                    <a:pt x="26163" y="0"/>
                  </a:lnTo>
                  <a:cubicBezTo>
                    <a:pt x="18837" y="0"/>
                    <a:pt x="12559" y="2791"/>
                    <a:pt x="7674" y="7675"/>
                  </a:cubicBezTo>
                  <a:cubicBezTo>
                    <a:pt x="2791" y="12558"/>
                    <a:pt x="0" y="18837"/>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199" name="Freeform: Shape 1198">
              <a:extLst>
                <a:ext uri="{FF2B5EF4-FFF2-40B4-BE49-F238E27FC236}">
                  <a16:creationId xmlns:a16="http://schemas.microsoft.com/office/drawing/2014/main" id="{B3C7A541-F828-C0C4-CBFE-6F608A5F3A33}"/>
                </a:ext>
              </a:extLst>
            </p:cNvPr>
            <p:cNvSpPr/>
            <p:nvPr/>
          </p:nvSpPr>
          <p:spPr>
            <a:xfrm>
              <a:off x="10988497"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0" name="Freeform: Shape 1199">
              <a:extLst>
                <a:ext uri="{FF2B5EF4-FFF2-40B4-BE49-F238E27FC236}">
                  <a16:creationId xmlns:a16="http://schemas.microsoft.com/office/drawing/2014/main" id="{3F59EFE1-EC71-0005-C45F-1958E4DCF30F}"/>
                </a:ext>
              </a:extLst>
            </p:cNvPr>
            <p:cNvSpPr/>
            <p:nvPr/>
          </p:nvSpPr>
          <p:spPr>
            <a:xfrm>
              <a:off x="10779193"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01" name="Freeform: Shape 1200">
              <a:extLst>
                <a:ext uri="{FF2B5EF4-FFF2-40B4-BE49-F238E27FC236}">
                  <a16:creationId xmlns:a16="http://schemas.microsoft.com/office/drawing/2014/main" id="{C68FC8CF-971D-CCBA-9758-BD2EBE47915F}"/>
                </a:ext>
              </a:extLst>
            </p:cNvPr>
            <p:cNvSpPr/>
            <p:nvPr/>
          </p:nvSpPr>
          <p:spPr>
            <a:xfrm>
              <a:off x="9941974"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2" name="Freeform: Shape 1201">
              <a:extLst>
                <a:ext uri="{FF2B5EF4-FFF2-40B4-BE49-F238E27FC236}">
                  <a16:creationId xmlns:a16="http://schemas.microsoft.com/office/drawing/2014/main" id="{071BCD09-1421-E665-10CA-C345EF31ED0A}"/>
                </a:ext>
              </a:extLst>
            </p:cNvPr>
            <p:cNvSpPr/>
            <p:nvPr/>
          </p:nvSpPr>
          <p:spPr>
            <a:xfrm>
              <a:off x="9104755"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3" name="Freeform: Shape 1202">
              <a:extLst>
                <a:ext uri="{FF2B5EF4-FFF2-40B4-BE49-F238E27FC236}">
                  <a16:creationId xmlns:a16="http://schemas.microsoft.com/office/drawing/2014/main" id="{FC92A591-8336-31A6-AAAB-859B0CA5DB88}"/>
                </a:ext>
              </a:extLst>
            </p:cNvPr>
            <p:cNvSpPr/>
            <p:nvPr/>
          </p:nvSpPr>
          <p:spPr>
            <a:xfrm>
              <a:off x="8790798"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4" name="Freeform: Shape 1203">
              <a:extLst>
                <a:ext uri="{FF2B5EF4-FFF2-40B4-BE49-F238E27FC236}">
                  <a16:creationId xmlns:a16="http://schemas.microsoft.com/office/drawing/2014/main" id="{310A8E10-D50E-F657-4757-612FA53AC345}"/>
                </a:ext>
              </a:extLst>
            </p:cNvPr>
            <p:cNvSpPr/>
            <p:nvPr/>
          </p:nvSpPr>
          <p:spPr>
            <a:xfrm>
              <a:off x="816288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05" name="Freeform: Shape 1204">
              <a:extLst>
                <a:ext uri="{FF2B5EF4-FFF2-40B4-BE49-F238E27FC236}">
                  <a16:creationId xmlns:a16="http://schemas.microsoft.com/office/drawing/2014/main" id="{93402C8F-5FF3-F7DC-07FD-54D5A964E85F}"/>
                </a:ext>
              </a:extLst>
            </p:cNvPr>
            <p:cNvSpPr/>
            <p:nvPr/>
          </p:nvSpPr>
          <p:spPr>
            <a:xfrm>
              <a:off x="753496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06" name="Freeform: Shape 1205">
              <a:extLst>
                <a:ext uri="{FF2B5EF4-FFF2-40B4-BE49-F238E27FC236}">
                  <a16:creationId xmlns:a16="http://schemas.microsoft.com/office/drawing/2014/main" id="{A9258417-6C65-39D1-1C34-7B4A361F93E4}"/>
                </a:ext>
              </a:extLst>
            </p:cNvPr>
            <p:cNvSpPr/>
            <p:nvPr/>
          </p:nvSpPr>
          <p:spPr>
            <a:xfrm>
              <a:off x="6802403" y="49202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07" name="Freeform: Shape 1206">
              <a:extLst>
                <a:ext uri="{FF2B5EF4-FFF2-40B4-BE49-F238E27FC236}">
                  <a16:creationId xmlns:a16="http://schemas.microsoft.com/office/drawing/2014/main" id="{D42C1DCA-F33B-131B-9DF2-A06E10F32710}"/>
                </a:ext>
              </a:extLst>
            </p:cNvPr>
            <p:cNvSpPr/>
            <p:nvPr/>
          </p:nvSpPr>
          <p:spPr>
            <a:xfrm>
              <a:off x="6593098" y="5234253"/>
              <a:ext cx="52326" cy="52326"/>
            </a:xfrm>
            <a:custGeom>
              <a:avLst/>
              <a:gdLst>
                <a:gd name="connsiteX0" fmla="*/ 26163 w 52326"/>
                <a:gd name="connsiteY0" fmla="*/ 52326 h 52326"/>
                <a:gd name="connsiteX1" fmla="*/ 26163 w 52326"/>
                <a:gd name="connsiteY1" fmla="*/ 52326 h 52326"/>
                <a:gd name="connsiteX2" fmla="*/ 30349 w 52326"/>
                <a:gd name="connsiteY2" fmla="*/ 51977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27559" y="52326"/>
                    <a:pt x="28954" y="52326"/>
                    <a:pt x="30349" y="51977"/>
                  </a:cubicBezTo>
                  <a:cubicBezTo>
                    <a:pt x="42908" y="49884"/>
                    <a:pt x="52326" y="39070"/>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08" name="Freeform: Shape 1207">
              <a:extLst>
                <a:ext uri="{FF2B5EF4-FFF2-40B4-BE49-F238E27FC236}">
                  <a16:creationId xmlns:a16="http://schemas.microsoft.com/office/drawing/2014/main" id="{695C4807-5FC7-5B15-8FC0-363209222CE7}"/>
                </a:ext>
              </a:extLst>
            </p:cNvPr>
            <p:cNvSpPr/>
            <p:nvPr/>
          </p:nvSpPr>
          <p:spPr>
            <a:xfrm>
              <a:off x="6383793" y="4920296"/>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09" name="Freeform: Shape 1208">
              <a:extLst>
                <a:ext uri="{FF2B5EF4-FFF2-40B4-BE49-F238E27FC236}">
                  <a16:creationId xmlns:a16="http://schemas.microsoft.com/office/drawing/2014/main" id="{44174D11-0B8F-C2FF-16C6-544304627239}"/>
                </a:ext>
              </a:extLst>
            </p:cNvPr>
            <p:cNvSpPr/>
            <p:nvPr/>
          </p:nvSpPr>
          <p:spPr>
            <a:xfrm>
              <a:off x="6279141" y="5443557"/>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1" y="0"/>
                    <a:pt x="0" y="11861"/>
                    <a:pt x="0" y="26163"/>
                  </a:cubicBezTo>
                  <a:cubicBezTo>
                    <a:pt x="0" y="40465"/>
                    <a:pt x="11861" y="52326"/>
                    <a:pt x="26163" y="52326"/>
                  </a:cubicBezTo>
                  <a:lnTo>
                    <a:pt x="26163" y="52326"/>
                  </a:lnTo>
                  <a:cubicBezTo>
                    <a:pt x="40465" y="52326"/>
                    <a:pt x="52326" y="40465"/>
                    <a:pt x="52326" y="26163"/>
                  </a:cubicBezTo>
                  <a:cubicBezTo>
                    <a:pt x="52326" y="11861"/>
                    <a:pt x="40465" y="0"/>
                    <a:pt x="26163" y="0"/>
                  </a:cubicBezTo>
                  <a:close/>
                </a:path>
              </a:pathLst>
            </a:custGeom>
            <a:grpFill/>
            <a:ln w="3488" cap="flat">
              <a:noFill/>
              <a:prstDash val="solid"/>
              <a:miter/>
            </a:ln>
          </p:spPr>
          <p:txBody>
            <a:bodyPr rtlCol="0" anchor="ctr"/>
            <a:lstStyle/>
            <a:p>
              <a:endParaRPr lang="en-ID"/>
            </a:p>
          </p:txBody>
        </p:sp>
        <p:sp>
          <p:nvSpPr>
            <p:cNvPr id="1210" name="Freeform: Shape 1209">
              <a:extLst>
                <a:ext uri="{FF2B5EF4-FFF2-40B4-BE49-F238E27FC236}">
                  <a16:creationId xmlns:a16="http://schemas.microsoft.com/office/drawing/2014/main" id="{95E9D3BC-2E14-F61F-5442-58167B0F0EBF}"/>
                </a:ext>
              </a:extLst>
            </p:cNvPr>
            <p:cNvSpPr/>
            <p:nvPr/>
          </p:nvSpPr>
          <p:spPr>
            <a:xfrm>
              <a:off x="10151278" y="3559815"/>
              <a:ext cx="52326" cy="52326"/>
            </a:xfrm>
            <a:custGeom>
              <a:avLst/>
              <a:gdLst>
                <a:gd name="connsiteX0" fmla="*/ 26163 w 52326"/>
                <a:gd name="connsiteY0" fmla="*/ 52326 h 52326"/>
                <a:gd name="connsiteX1" fmla="*/ 52326 w 52326"/>
                <a:gd name="connsiteY1" fmla="*/ 26163 h 52326"/>
                <a:gd name="connsiteX2" fmla="*/ 44652 w 52326"/>
                <a:gd name="connsiteY2" fmla="*/ 7675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5"/>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211" name="Freeform: Shape 1210">
              <a:extLst>
                <a:ext uri="{FF2B5EF4-FFF2-40B4-BE49-F238E27FC236}">
                  <a16:creationId xmlns:a16="http://schemas.microsoft.com/office/drawing/2014/main" id="{CBEA2ACE-96E7-ECEC-6FAC-340084004CA5}"/>
                </a:ext>
              </a:extLst>
            </p:cNvPr>
            <p:cNvSpPr/>
            <p:nvPr/>
          </p:nvSpPr>
          <p:spPr>
            <a:xfrm>
              <a:off x="11825716" y="4187729"/>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26163 w 52326"/>
                <a:gd name="connsiteY4" fmla="*/ 0 h 52326"/>
                <a:gd name="connsiteX5" fmla="*/ 26163 w 52326"/>
                <a:gd name="connsiteY5" fmla="*/ 0 h 52326"/>
                <a:gd name="connsiteX6" fmla="*/ 26163 w 52326"/>
                <a:gd name="connsiteY6" fmla="*/ 0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26163" y="52326"/>
                    <a:pt x="26163" y="52326"/>
                    <a:pt x="26163" y="52326"/>
                  </a:cubicBezTo>
                  <a:cubicBezTo>
                    <a:pt x="40466" y="52326"/>
                    <a:pt x="52326" y="40465"/>
                    <a:pt x="52326" y="26163"/>
                  </a:cubicBezTo>
                  <a:cubicBezTo>
                    <a:pt x="52326" y="11861"/>
                    <a:pt x="40466" y="0"/>
                    <a:pt x="26163" y="0"/>
                  </a:cubicBezTo>
                  <a:cubicBezTo>
                    <a:pt x="26163" y="0"/>
                    <a:pt x="26163"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2" name="Freeform: Shape 1211">
              <a:extLst>
                <a:ext uri="{FF2B5EF4-FFF2-40B4-BE49-F238E27FC236}">
                  <a16:creationId xmlns:a16="http://schemas.microsoft.com/office/drawing/2014/main" id="{513E6676-5E39-2E80-DFE2-0D21D53E69A9}"/>
                </a:ext>
              </a:extLst>
            </p:cNvPr>
            <p:cNvSpPr/>
            <p:nvPr/>
          </p:nvSpPr>
          <p:spPr>
            <a:xfrm>
              <a:off x="11616412"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3" name="Freeform: Shape 1212">
              <a:extLst>
                <a:ext uri="{FF2B5EF4-FFF2-40B4-BE49-F238E27FC236}">
                  <a16:creationId xmlns:a16="http://schemas.microsoft.com/office/drawing/2014/main" id="{882E4E44-569E-14ED-288D-1A93F236D735}"/>
                </a:ext>
              </a:extLst>
            </p:cNvPr>
            <p:cNvSpPr/>
            <p:nvPr/>
          </p:nvSpPr>
          <p:spPr>
            <a:xfrm>
              <a:off x="12139673" y="3559815"/>
              <a:ext cx="52326" cy="52326"/>
            </a:xfrm>
            <a:custGeom>
              <a:avLst/>
              <a:gdLst>
                <a:gd name="connsiteX0" fmla="*/ 26163 w 52326"/>
                <a:gd name="connsiteY0" fmla="*/ 52326 h 52326"/>
                <a:gd name="connsiteX1" fmla="*/ 26163 w 52326"/>
                <a:gd name="connsiteY1" fmla="*/ 52326 h 52326"/>
                <a:gd name="connsiteX2" fmla="*/ 47791 w 52326"/>
                <a:gd name="connsiteY2" fmla="*/ 40814 h 52326"/>
                <a:gd name="connsiteX3" fmla="*/ 49884 w 52326"/>
                <a:gd name="connsiteY3" fmla="*/ 37326 h 52326"/>
                <a:gd name="connsiteX4" fmla="*/ 51279 w 52326"/>
                <a:gd name="connsiteY4" fmla="*/ 33838 h 52326"/>
                <a:gd name="connsiteX5" fmla="*/ 52326 w 52326"/>
                <a:gd name="connsiteY5" fmla="*/ 26163 h 52326"/>
                <a:gd name="connsiteX6" fmla="*/ 26163 w 52326"/>
                <a:gd name="connsiteY6" fmla="*/ 0 h 52326"/>
                <a:gd name="connsiteX7" fmla="*/ 5233 w 52326"/>
                <a:gd name="connsiteY7" fmla="*/ 10465 h 52326"/>
                <a:gd name="connsiteX8" fmla="*/ 0 w 52326"/>
                <a:gd name="connsiteY8" fmla="*/ 26163 h 52326"/>
                <a:gd name="connsiteX9" fmla="*/ 26163 w 52326"/>
                <a:gd name="connsiteY9"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52326"/>
                  </a:moveTo>
                  <a:lnTo>
                    <a:pt x="26163" y="52326"/>
                  </a:lnTo>
                  <a:cubicBezTo>
                    <a:pt x="35233" y="52326"/>
                    <a:pt x="43256" y="47791"/>
                    <a:pt x="47791" y="40814"/>
                  </a:cubicBezTo>
                  <a:cubicBezTo>
                    <a:pt x="48489" y="39768"/>
                    <a:pt x="49187" y="38721"/>
                    <a:pt x="49884" y="37326"/>
                  </a:cubicBezTo>
                  <a:cubicBezTo>
                    <a:pt x="50582" y="36280"/>
                    <a:pt x="50931" y="35233"/>
                    <a:pt x="51279" y="33838"/>
                  </a:cubicBezTo>
                  <a:cubicBezTo>
                    <a:pt x="51977" y="31396"/>
                    <a:pt x="52326" y="28605"/>
                    <a:pt x="52326" y="26163"/>
                  </a:cubicBezTo>
                  <a:cubicBezTo>
                    <a:pt x="52326" y="11861"/>
                    <a:pt x="40466" y="0"/>
                    <a:pt x="26163" y="0"/>
                  </a:cubicBezTo>
                  <a:cubicBezTo>
                    <a:pt x="17442" y="0"/>
                    <a:pt x="10116" y="4186"/>
                    <a:pt x="5233" y="10465"/>
                  </a:cubicBezTo>
                  <a:cubicBezTo>
                    <a:pt x="2093" y="15000"/>
                    <a:pt x="0" y="2023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14" name="Freeform: Shape 1213">
              <a:extLst>
                <a:ext uri="{FF2B5EF4-FFF2-40B4-BE49-F238E27FC236}">
                  <a16:creationId xmlns:a16="http://schemas.microsoft.com/office/drawing/2014/main" id="{A96DDC5D-80B7-3ED5-ABB2-B1C1334DD3D6}"/>
                </a:ext>
              </a:extLst>
            </p:cNvPr>
            <p:cNvSpPr/>
            <p:nvPr/>
          </p:nvSpPr>
          <p:spPr>
            <a:xfrm>
              <a:off x="9941974" y="199003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5" name="Freeform: Shape 1214">
              <a:extLst>
                <a:ext uri="{FF2B5EF4-FFF2-40B4-BE49-F238E27FC236}">
                  <a16:creationId xmlns:a16="http://schemas.microsoft.com/office/drawing/2014/main" id="{3C78EA07-98D3-7D25-3D58-481C93B2F747}"/>
                </a:ext>
              </a:extLst>
            </p:cNvPr>
            <p:cNvSpPr/>
            <p:nvPr/>
          </p:nvSpPr>
          <p:spPr>
            <a:xfrm>
              <a:off x="9732669"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6" name="Freeform: Shape 1215">
              <a:extLst>
                <a:ext uri="{FF2B5EF4-FFF2-40B4-BE49-F238E27FC236}">
                  <a16:creationId xmlns:a16="http://schemas.microsoft.com/office/drawing/2014/main" id="{4E8392DE-05BB-874D-0B38-E755000F4275}"/>
                </a:ext>
              </a:extLst>
            </p:cNvPr>
            <p:cNvSpPr/>
            <p:nvPr/>
          </p:nvSpPr>
          <p:spPr>
            <a:xfrm>
              <a:off x="9418712"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7" name="Freeform: Shape 1216">
              <a:extLst>
                <a:ext uri="{FF2B5EF4-FFF2-40B4-BE49-F238E27FC236}">
                  <a16:creationId xmlns:a16="http://schemas.microsoft.com/office/drawing/2014/main" id="{546660D3-5A5B-6A9A-7712-1F88337761E1}"/>
                </a:ext>
              </a:extLst>
            </p:cNvPr>
            <p:cNvSpPr/>
            <p:nvPr/>
          </p:nvSpPr>
          <p:spPr>
            <a:xfrm>
              <a:off x="95233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18" name="Freeform: Shape 1217">
              <a:extLst>
                <a:ext uri="{FF2B5EF4-FFF2-40B4-BE49-F238E27FC236}">
                  <a16:creationId xmlns:a16="http://schemas.microsoft.com/office/drawing/2014/main" id="{76C1A6AF-83E5-F754-DF2D-E87B6BFA6275}"/>
                </a:ext>
              </a:extLst>
            </p:cNvPr>
            <p:cNvSpPr/>
            <p:nvPr/>
          </p:nvSpPr>
          <p:spPr>
            <a:xfrm>
              <a:off x="8476841" y="3978424"/>
              <a:ext cx="52326" cy="52326"/>
            </a:xfrm>
            <a:custGeom>
              <a:avLst/>
              <a:gdLst>
                <a:gd name="connsiteX0" fmla="*/ 20930 w 52326"/>
                <a:gd name="connsiteY0" fmla="*/ 51628 h 52326"/>
                <a:gd name="connsiteX1" fmla="*/ 26163 w 52326"/>
                <a:gd name="connsiteY1" fmla="*/ 52326 h 52326"/>
                <a:gd name="connsiteX2" fmla="*/ 52326 w 52326"/>
                <a:gd name="connsiteY2" fmla="*/ 26163 h 52326"/>
                <a:gd name="connsiteX3" fmla="*/ 38722 w 52326"/>
                <a:gd name="connsiteY3" fmla="*/ 3140 h 52326"/>
                <a:gd name="connsiteX4" fmla="*/ 26163 w 52326"/>
                <a:gd name="connsiteY4" fmla="*/ 0 h 52326"/>
                <a:gd name="connsiteX5" fmla="*/ 0 w 52326"/>
                <a:gd name="connsiteY5" fmla="*/ 26163 h 52326"/>
                <a:gd name="connsiteX6" fmla="*/ 0 w 52326"/>
                <a:gd name="connsiteY6" fmla="*/ 26163 h 52326"/>
                <a:gd name="connsiteX7" fmla="*/ 20930 w 52326"/>
                <a:gd name="connsiteY7" fmla="*/ 5162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0930" y="51628"/>
                  </a:moveTo>
                  <a:cubicBezTo>
                    <a:pt x="22675" y="51977"/>
                    <a:pt x="24419" y="52326"/>
                    <a:pt x="26163" y="52326"/>
                  </a:cubicBezTo>
                  <a:cubicBezTo>
                    <a:pt x="40466" y="52326"/>
                    <a:pt x="52326" y="40465"/>
                    <a:pt x="52326" y="26163"/>
                  </a:cubicBezTo>
                  <a:cubicBezTo>
                    <a:pt x="52326" y="16396"/>
                    <a:pt x="46744" y="7675"/>
                    <a:pt x="38722" y="3140"/>
                  </a:cubicBezTo>
                  <a:cubicBezTo>
                    <a:pt x="34884" y="1046"/>
                    <a:pt x="30698" y="0"/>
                    <a:pt x="26163" y="0"/>
                  </a:cubicBezTo>
                  <a:cubicBezTo>
                    <a:pt x="11860" y="0"/>
                    <a:pt x="0" y="11861"/>
                    <a:pt x="0" y="26163"/>
                  </a:cubicBezTo>
                  <a:lnTo>
                    <a:pt x="0" y="26163"/>
                  </a:lnTo>
                  <a:cubicBezTo>
                    <a:pt x="0" y="38721"/>
                    <a:pt x="9070" y="49187"/>
                    <a:pt x="20930" y="51628"/>
                  </a:cubicBezTo>
                  <a:close/>
                </a:path>
              </a:pathLst>
            </a:custGeom>
            <a:grpFill/>
            <a:ln w="3488" cap="flat">
              <a:noFill/>
              <a:prstDash val="solid"/>
              <a:miter/>
            </a:ln>
          </p:spPr>
          <p:txBody>
            <a:bodyPr rtlCol="0" anchor="ctr"/>
            <a:lstStyle/>
            <a:p>
              <a:endParaRPr lang="en-ID"/>
            </a:p>
          </p:txBody>
        </p:sp>
        <p:sp>
          <p:nvSpPr>
            <p:cNvPr id="1219" name="Freeform: Shape 1218">
              <a:extLst>
                <a:ext uri="{FF2B5EF4-FFF2-40B4-BE49-F238E27FC236}">
                  <a16:creationId xmlns:a16="http://schemas.microsoft.com/office/drawing/2014/main" id="{EA6C59F4-B917-040A-7ECC-7ACF85282656}"/>
                </a:ext>
              </a:extLst>
            </p:cNvPr>
            <p:cNvSpPr/>
            <p:nvPr/>
          </p:nvSpPr>
          <p:spPr>
            <a:xfrm>
              <a:off x="8267536"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0" name="Freeform: Shape 1219">
              <a:extLst>
                <a:ext uri="{FF2B5EF4-FFF2-40B4-BE49-F238E27FC236}">
                  <a16:creationId xmlns:a16="http://schemas.microsoft.com/office/drawing/2014/main" id="{0A494000-634D-5138-D28B-72A48954F2E5}"/>
                </a:ext>
              </a:extLst>
            </p:cNvPr>
            <p:cNvSpPr/>
            <p:nvPr/>
          </p:nvSpPr>
          <p:spPr>
            <a:xfrm>
              <a:off x="7953579"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1" name="Freeform: Shape 1220">
              <a:extLst>
                <a:ext uri="{FF2B5EF4-FFF2-40B4-BE49-F238E27FC236}">
                  <a16:creationId xmlns:a16="http://schemas.microsoft.com/office/drawing/2014/main" id="{C9B37FA0-EB01-838A-CDBB-EDED39742771}"/>
                </a:ext>
              </a:extLst>
            </p:cNvPr>
            <p:cNvSpPr/>
            <p:nvPr/>
          </p:nvSpPr>
          <p:spPr>
            <a:xfrm>
              <a:off x="10255931" y="3664467"/>
              <a:ext cx="52326" cy="52326"/>
            </a:xfrm>
            <a:custGeom>
              <a:avLst/>
              <a:gdLst>
                <a:gd name="connsiteX0" fmla="*/ 26163 w 52326"/>
                <a:gd name="connsiteY0" fmla="*/ 0 h 52326"/>
                <a:gd name="connsiteX1" fmla="*/ 0 w 52326"/>
                <a:gd name="connsiteY1" fmla="*/ 26163 h 52326"/>
                <a:gd name="connsiteX2" fmla="*/ 3139 w 52326"/>
                <a:gd name="connsiteY2" fmla="*/ 38721 h 52326"/>
                <a:gd name="connsiteX3" fmla="*/ 26163 w 52326"/>
                <a:gd name="connsiteY3" fmla="*/ 52326 h 52326"/>
                <a:gd name="connsiteX4" fmla="*/ 26163 w 52326"/>
                <a:gd name="connsiteY4" fmla="*/ 52326 h 52326"/>
                <a:gd name="connsiteX5" fmla="*/ 52326 w 52326"/>
                <a:gd name="connsiteY5" fmla="*/ 26163 h 52326"/>
                <a:gd name="connsiteX6" fmla="*/ 49187 w 52326"/>
                <a:gd name="connsiteY6" fmla="*/ 13605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0698"/>
                    <a:pt x="1047" y="34884"/>
                    <a:pt x="3139" y="38721"/>
                  </a:cubicBezTo>
                  <a:cubicBezTo>
                    <a:pt x="7674" y="46745"/>
                    <a:pt x="16047" y="52326"/>
                    <a:pt x="26163" y="52326"/>
                  </a:cubicBezTo>
                  <a:lnTo>
                    <a:pt x="26163" y="52326"/>
                  </a:lnTo>
                  <a:cubicBezTo>
                    <a:pt x="40466" y="52326"/>
                    <a:pt x="52326" y="40465"/>
                    <a:pt x="52326" y="26163"/>
                  </a:cubicBezTo>
                  <a:cubicBezTo>
                    <a:pt x="52326" y="21628"/>
                    <a:pt x="51279" y="17442"/>
                    <a:pt x="49187" y="13605"/>
                  </a:cubicBezTo>
                  <a:cubicBezTo>
                    <a:pt x="44652" y="5581"/>
                    <a:pt x="35931" y="0"/>
                    <a:pt x="26163" y="0"/>
                  </a:cubicBezTo>
                  <a:close/>
                </a:path>
              </a:pathLst>
            </a:custGeom>
            <a:grpFill/>
            <a:ln w="3488" cap="flat">
              <a:noFill/>
              <a:prstDash val="solid"/>
              <a:miter/>
            </a:ln>
          </p:spPr>
          <p:txBody>
            <a:bodyPr rtlCol="0" anchor="ctr"/>
            <a:lstStyle/>
            <a:p>
              <a:endParaRPr lang="en-ID"/>
            </a:p>
          </p:txBody>
        </p:sp>
        <p:sp>
          <p:nvSpPr>
            <p:cNvPr id="1222" name="Freeform: Shape 1221">
              <a:extLst>
                <a:ext uri="{FF2B5EF4-FFF2-40B4-BE49-F238E27FC236}">
                  <a16:creationId xmlns:a16="http://schemas.microsoft.com/office/drawing/2014/main" id="{6ACB6772-2A0C-F32F-5C83-B6FF467F0C2B}"/>
                </a:ext>
              </a:extLst>
            </p:cNvPr>
            <p:cNvSpPr/>
            <p:nvPr/>
          </p:nvSpPr>
          <p:spPr>
            <a:xfrm>
              <a:off x="8372188" y="5129600"/>
              <a:ext cx="52326" cy="52326"/>
            </a:xfrm>
            <a:custGeom>
              <a:avLst/>
              <a:gdLst>
                <a:gd name="connsiteX0" fmla="*/ 52326 w 52326"/>
                <a:gd name="connsiteY0" fmla="*/ 26163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0 w 52326"/>
                <a:gd name="connsiteY5" fmla="*/ 26163 h 52326"/>
                <a:gd name="connsiteX6" fmla="*/ 26163 w 52326"/>
                <a:gd name="connsiteY6" fmla="*/ 52326 h 52326"/>
                <a:gd name="connsiteX7" fmla="*/ 52326 w 52326"/>
                <a:gd name="connsiteY7" fmla="*/ 26163 h 52326"/>
                <a:gd name="connsiteX8" fmla="*/ 52326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52326" y="26163"/>
                  </a:moveTo>
                  <a:lnTo>
                    <a:pt x="52326" y="26163"/>
                  </a:lnTo>
                  <a:cubicBezTo>
                    <a:pt x="52326" y="11861"/>
                    <a:pt x="40466" y="0"/>
                    <a:pt x="26163" y="0"/>
                  </a:cubicBezTo>
                  <a:cubicBezTo>
                    <a:pt x="11860" y="0"/>
                    <a:pt x="0" y="11861"/>
                    <a:pt x="0" y="26163"/>
                  </a:cubicBezTo>
                  <a:lnTo>
                    <a:pt x="0" y="26163"/>
                  </a:ln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223" name="Freeform: Shape 1222">
              <a:extLst>
                <a:ext uri="{FF2B5EF4-FFF2-40B4-BE49-F238E27FC236}">
                  <a16:creationId xmlns:a16="http://schemas.microsoft.com/office/drawing/2014/main" id="{055F1A23-915E-9A5D-E8D4-03DF5C558776}"/>
                </a:ext>
              </a:extLst>
            </p:cNvPr>
            <p:cNvSpPr/>
            <p:nvPr/>
          </p:nvSpPr>
          <p:spPr>
            <a:xfrm>
              <a:off x="11511759"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4" name="Freeform: Shape 1223">
              <a:extLst>
                <a:ext uri="{FF2B5EF4-FFF2-40B4-BE49-F238E27FC236}">
                  <a16:creationId xmlns:a16="http://schemas.microsoft.com/office/drawing/2014/main" id="{2E545A38-B496-8761-51D0-6551B7118681}"/>
                </a:ext>
              </a:extLst>
            </p:cNvPr>
            <p:cNvSpPr/>
            <p:nvPr/>
          </p:nvSpPr>
          <p:spPr>
            <a:xfrm>
              <a:off x="10883845" y="4815643"/>
              <a:ext cx="52326" cy="52326"/>
            </a:xfrm>
            <a:custGeom>
              <a:avLst/>
              <a:gdLst>
                <a:gd name="connsiteX0" fmla="*/ 26163 w 52326"/>
                <a:gd name="connsiteY0" fmla="*/ 52326 h 52326"/>
                <a:gd name="connsiteX1" fmla="*/ 51629 w 52326"/>
                <a:gd name="connsiteY1" fmla="*/ 31396 h 52326"/>
                <a:gd name="connsiteX2" fmla="*/ 52326 w 52326"/>
                <a:gd name="connsiteY2" fmla="*/ 26163 h 52326"/>
                <a:gd name="connsiteX3" fmla="*/ 26163 w 52326"/>
                <a:gd name="connsiteY3" fmla="*/ 0 h 52326"/>
                <a:gd name="connsiteX4" fmla="*/ 698 w 52326"/>
                <a:gd name="connsiteY4" fmla="*/ 2093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722" y="52326"/>
                    <a:pt x="49187" y="43256"/>
                    <a:pt x="51629" y="31396"/>
                  </a:cubicBezTo>
                  <a:cubicBezTo>
                    <a:pt x="51977" y="29652"/>
                    <a:pt x="52326" y="27907"/>
                    <a:pt x="52326" y="26163"/>
                  </a:cubicBezTo>
                  <a:cubicBezTo>
                    <a:pt x="52326" y="11861"/>
                    <a:pt x="40466" y="0"/>
                    <a:pt x="26163" y="0"/>
                  </a:cubicBezTo>
                  <a:cubicBezTo>
                    <a:pt x="13604" y="0"/>
                    <a:pt x="3139" y="9070"/>
                    <a:pt x="698" y="20930"/>
                  </a:cubicBezTo>
                  <a:cubicBezTo>
                    <a:pt x="349" y="22675"/>
                    <a:pt x="0" y="24419"/>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5" name="Freeform: Shape 1224">
              <a:extLst>
                <a:ext uri="{FF2B5EF4-FFF2-40B4-BE49-F238E27FC236}">
                  <a16:creationId xmlns:a16="http://schemas.microsoft.com/office/drawing/2014/main" id="{16673615-7377-ACFD-FAD7-55A3B3F9A2F3}"/>
                </a:ext>
              </a:extLst>
            </p:cNvPr>
            <p:cNvSpPr/>
            <p:nvPr/>
          </p:nvSpPr>
          <p:spPr>
            <a:xfrm>
              <a:off x="11616412"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6" name="Freeform: Shape 1225">
              <a:extLst>
                <a:ext uri="{FF2B5EF4-FFF2-40B4-BE49-F238E27FC236}">
                  <a16:creationId xmlns:a16="http://schemas.microsoft.com/office/drawing/2014/main" id="{03FEB860-583C-BE65-DA05-019EABE92147}"/>
                </a:ext>
              </a:extLst>
            </p:cNvPr>
            <p:cNvSpPr/>
            <p:nvPr/>
          </p:nvSpPr>
          <p:spPr>
            <a:xfrm>
              <a:off x="12139673"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7" name="Freeform: Shape 1226">
              <a:extLst>
                <a:ext uri="{FF2B5EF4-FFF2-40B4-BE49-F238E27FC236}">
                  <a16:creationId xmlns:a16="http://schemas.microsoft.com/office/drawing/2014/main" id="{5EEEE55E-5C41-D48C-44A1-2B9D8EC3F245}"/>
                </a:ext>
              </a:extLst>
            </p:cNvPr>
            <p:cNvSpPr/>
            <p:nvPr/>
          </p:nvSpPr>
          <p:spPr>
            <a:xfrm>
              <a:off x="1172106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28" name="Freeform: Shape 1227">
              <a:extLst>
                <a:ext uri="{FF2B5EF4-FFF2-40B4-BE49-F238E27FC236}">
                  <a16:creationId xmlns:a16="http://schemas.microsoft.com/office/drawing/2014/main" id="{0E20A7C6-DDF8-3165-AF9E-BB58D7BBCF27}"/>
                </a:ext>
              </a:extLst>
            </p:cNvPr>
            <p:cNvSpPr/>
            <p:nvPr/>
          </p:nvSpPr>
          <p:spPr>
            <a:xfrm>
              <a:off x="11093150"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29" name="Freeform: Shape 1228">
              <a:extLst>
                <a:ext uri="{FF2B5EF4-FFF2-40B4-BE49-F238E27FC236}">
                  <a16:creationId xmlns:a16="http://schemas.microsoft.com/office/drawing/2014/main" id="{E47D2362-4AC9-DE45-0274-8F9868F78054}"/>
                </a:ext>
              </a:extLst>
            </p:cNvPr>
            <p:cNvSpPr/>
            <p:nvPr/>
          </p:nvSpPr>
          <p:spPr>
            <a:xfrm>
              <a:off x="10883845"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0" name="Freeform: Shape 1229">
              <a:extLst>
                <a:ext uri="{FF2B5EF4-FFF2-40B4-BE49-F238E27FC236}">
                  <a16:creationId xmlns:a16="http://schemas.microsoft.com/office/drawing/2014/main" id="{C13E4E9B-01BD-FD50-4515-7C0290DFEC24}"/>
                </a:ext>
              </a:extLst>
            </p:cNvPr>
            <p:cNvSpPr/>
            <p:nvPr/>
          </p:nvSpPr>
          <p:spPr>
            <a:xfrm>
              <a:off x="10883845" y="4187729"/>
              <a:ext cx="51984" cy="52326"/>
            </a:xfrm>
            <a:custGeom>
              <a:avLst/>
              <a:gdLst>
                <a:gd name="connsiteX0" fmla="*/ 26163 w 51984"/>
                <a:gd name="connsiteY0" fmla="*/ 0 h 52326"/>
                <a:gd name="connsiteX1" fmla="*/ 26163 w 51984"/>
                <a:gd name="connsiteY1" fmla="*/ 0 h 52326"/>
                <a:gd name="connsiteX2" fmla="*/ 13604 w 51984"/>
                <a:gd name="connsiteY2" fmla="*/ 3140 h 52326"/>
                <a:gd name="connsiteX3" fmla="*/ 0 w 51984"/>
                <a:gd name="connsiteY3" fmla="*/ 26163 h 52326"/>
                <a:gd name="connsiteX4" fmla="*/ 26163 w 51984"/>
                <a:gd name="connsiteY4" fmla="*/ 52326 h 52326"/>
                <a:gd name="connsiteX5" fmla="*/ 36279 w 51984"/>
                <a:gd name="connsiteY5" fmla="*/ 50233 h 52326"/>
                <a:gd name="connsiteX6" fmla="*/ 38023 w 51984"/>
                <a:gd name="connsiteY6" fmla="*/ 49535 h 52326"/>
                <a:gd name="connsiteX7" fmla="*/ 38373 w 51984"/>
                <a:gd name="connsiteY7" fmla="*/ 49187 h 52326"/>
                <a:gd name="connsiteX8" fmla="*/ 51977 w 51984"/>
                <a:gd name="connsiteY8" fmla="*/ 26163 h 52326"/>
                <a:gd name="connsiteX9" fmla="*/ 26163 w 51984"/>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84"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29652" y="52326"/>
                    <a:pt x="33140" y="51628"/>
                    <a:pt x="36279" y="50233"/>
                  </a:cubicBezTo>
                  <a:cubicBezTo>
                    <a:pt x="36978" y="49884"/>
                    <a:pt x="37326" y="49535"/>
                    <a:pt x="38023" y="49535"/>
                  </a:cubicBezTo>
                  <a:cubicBezTo>
                    <a:pt x="38023" y="49535"/>
                    <a:pt x="38373" y="49535"/>
                    <a:pt x="38373" y="49187"/>
                  </a:cubicBezTo>
                  <a:cubicBezTo>
                    <a:pt x="46396" y="44652"/>
                    <a:pt x="51977" y="36280"/>
                    <a:pt x="51977"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31" name="Freeform: Shape 1230">
              <a:extLst>
                <a:ext uri="{FF2B5EF4-FFF2-40B4-BE49-F238E27FC236}">
                  <a16:creationId xmlns:a16="http://schemas.microsoft.com/office/drawing/2014/main" id="{0E7DA0F6-5AF3-C08E-893E-D22E106AEC43}"/>
                </a:ext>
              </a:extLst>
            </p:cNvPr>
            <p:cNvSpPr/>
            <p:nvPr/>
          </p:nvSpPr>
          <p:spPr>
            <a:xfrm>
              <a:off x="10674540"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2" name="Freeform: Shape 1231">
              <a:extLst>
                <a:ext uri="{FF2B5EF4-FFF2-40B4-BE49-F238E27FC236}">
                  <a16:creationId xmlns:a16="http://schemas.microsoft.com/office/drawing/2014/main" id="{A9445721-D844-37EF-760B-BC5D651454FA}"/>
                </a:ext>
              </a:extLst>
            </p:cNvPr>
            <p:cNvSpPr/>
            <p:nvPr/>
          </p:nvSpPr>
          <p:spPr>
            <a:xfrm>
              <a:off x="10569888"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3" name="Freeform: Shape 1232">
              <a:extLst>
                <a:ext uri="{FF2B5EF4-FFF2-40B4-BE49-F238E27FC236}">
                  <a16:creationId xmlns:a16="http://schemas.microsoft.com/office/drawing/2014/main" id="{39E83E97-F39A-DEF8-35FE-13E6E2E252FD}"/>
                </a:ext>
              </a:extLst>
            </p:cNvPr>
            <p:cNvSpPr/>
            <p:nvPr/>
          </p:nvSpPr>
          <p:spPr>
            <a:xfrm>
              <a:off x="9418712"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4" name="Freeform: Shape 1233">
              <a:extLst>
                <a:ext uri="{FF2B5EF4-FFF2-40B4-BE49-F238E27FC236}">
                  <a16:creationId xmlns:a16="http://schemas.microsoft.com/office/drawing/2014/main" id="{87A4F6E5-72F8-4BAC-9E6F-C318A7D25682}"/>
                </a:ext>
              </a:extLst>
            </p:cNvPr>
            <p:cNvSpPr/>
            <p:nvPr/>
          </p:nvSpPr>
          <p:spPr>
            <a:xfrm>
              <a:off x="9314060"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35" name="Freeform: Shape 1234">
              <a:extLst>
                <a:ext uri="{FF2B5EF4-FFF2-40B4-BE49-F238E27FC236}">
                  <a16:creationId xmlns:a16="http://schemas.microsoft.com/office/drawing/2014/main" id="{9E69F9BE-C8A9-8D8B-73A3-3736C87C8E25}"/>
                </a:ext>
              </a:extLst>
            </p:cNvPr>
            <p:cNvSpPr/>
            <p:nvPr/>
          </p:nvSpPr>
          <p:spPr>
            <a:xfrm>
              <a:off x="91047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6" name="Freeform: Shape 1235">
              <a:extLst>
                <a:ext uri="{FF2B5EF4-FFF2-40B4-BE49-F238E27FC236}">
                  <a16:creationId xmlns:a16="http://schemas.microsoft.com/office/drawing/2014/main" id="{260CA773-F475-AAB0-C950-E14303D7C972}"/>
                </a:ext>
              </a:extLst>
            </p:cNvPr>
            <p:cNvSpPr/>
            <p:nvPr/>
          </p:nvSpPr>
          <p:spPr>
            <a:xfrm>
              <a:off x="8790798"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7" name="Freeform: Shape 1236">
              <a:extLst>
                <a:ext uri="{FF2B5EF4-FFF2-40B4-BE49-F238E27FC236}">
                  <a16:creationId xmlns:a16="http://schemas.microsoft.com/office/drawing/2014/main" id="{046DDEC5-2A7F-33A4-6555-D7E8CFB2D197}"/>
                </a:ext>
              </a:extLst>
            </p:cNvPr>
            <p:cNvSpPr/>
            <p:nvPr/>
          </p:nvSpPr>
          <p:spPr>
            <a:xfrm>
              <a:off x="8686145" y="4187729"/>
              <a:ext cx="52326" cy="52326"/>
            </a:xfrm>
            <a:custGeom>
              <a:avLst/>
              <a:gdLst>
                <a:gd name="connsiteX0" fmla="*/ 26163 w 52326"/>
                <a:gd name="connsiteY0" fmla="*/ 0 h 52326"/>
                <a:gd name="connsiteX1" fmla="*/ 349 w 52326"/>
                <a:gd name="connsiteY1" fmla="*/ 23023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2907" y="0"/>
                    <a:pt x="1744" y="10116"/>
                    <a:pt x="349" y="23023"/>
                  </a:cubicBezTo>
                  <a:cubicBezTo>
                    <a:pt x="349" y="24070"/>
                    <a:pt x="0" y="25117"/>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38" name="Freeform: Shape 1237">
              <a:extLst>
                <a:ext uri="{FF2B5EF4-FFF2-40B4-BE49-F238E27FC236}">
                  <a16:creationId xmlns:a16="http://schemas.microsoft.com/office/drawing/2014/main" id="{4465A65B-723A-0AC4-59FD-B1994F7F04B8}"/>
                </a:ext>
              </a:extLst>
            </p:cNvPr>
            <p:cNvSpPr/>
            <p:nvPr/>
          </p:nvSpPr>
          <p:spPr>
            <a:xfrm>
              <a:off x="7953579"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39" name="Freeform: Shape 1238">
              <a:extLst>
                <a:ext uri="{FF2B5EF4-FFF2-40B4-BE49-F238E27FC236}">
                  <a16:creationId xmlns:a16="http://schemas.microsoft.com/office/drawing/2014/main" id="{193C11FE-3F0C-F15C-3288-8DE7BE47E3B7}"/>
                </a:ext>
              </a:extLst>
            </p:cNvPr>
            <p:cNvSpPr/>
            <p:nvPr/>
          </p:nvSpPr>
          <p:spPr>
            <a:xfrm>
              <a:off x="732566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0" name="Freeform: Shape 1239">
              <a:extLst>
                <a:ext uri="{FF2B5EF4-FFF2-40B4-BE49-F238E27FC236}">
                  <a16:creationId xmlns:a16="http://schemas.microsoft.com/office/drawing/2014/main" id="{25250153-92BD-B17E-A934-9A3B7D2DF518}"/>
                </a:ext>
              </a:extLst>
            </p:cNvPr>
            <p:cNvSpPr/>
            <p:nvPr/>
          </p:nvSpPr>
          <p:spPr>
            <a:xfrm>
              <a:off x="732566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1" name="Freeform: Shape 1240">
              <a:extLst>
                <a:ext uri="{FF2B5EF4-FFF2-40B4-BE49-F238E27FC236}">
                  <a16:creationId xmlns:a16="http://schemas.microsoft.com/office/drawing/2014/main" id="{4B9155A7-CA4A-5369-B9E1-AFD7C65B49CC}"/>
                </a:ext>
              </a:extLst>
            </p:cNvPr>
            <p:cNvSpPr/>
            <p:nvPr/>
          </p:nvSpPr>
          <p:spPr>
            <a:xfrm>
              <a:off x="690705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2" name="Freeform: Shape 1241">
              <a:extLst>
                <a:ext uri="{FF2B5EF4-FFF2-40B4-BE49-F238E27FC236}">
                  <a16:creationId xmlns:a16="http://schemas.microsoft.com/office/drawing/2014/main" id="{2C48BFFC-ED91-BE5D-8E8F-A3E6D42EDEEC}"/>
                </a:ext>
              </a:extLst>
            </p:cNvPr>
            <p:cNvSpPr/>
            <p:nvPr/>
          </p:nvSpPr>
          <p:spPr>
            <a:xfrm>
              <a:off x="6697751"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3" name="Freeform: Shape 1242">
              <a:extLst>
                <a:ext uri="{FF2B5EF4-FFF2-40B4-BE49-F238E27FC236}">
                  <a16:creationId xmlns:a16="http://schemas.microsoft.com/office/drawing/2014/main" id="{9C6C5E34-EA91-8903-EEB0-BF2FC4A234AA}"/>
                </a:ext>
              </a:extLst>
            </p:cNvPr>
            <p:cNvSpPr/>
            <p:nvPr/>
          </p:nvSpPr>
          <p:spPr>
            <a:xfrm>
              <a:off x="6697751" y="3350510"/>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4" name="Freeform: Shape 1243">
              <a:extLst>
                <a:ext uri="{FF2B5EF4-FFF2-40B4-BE49-F238E27FC236}">
                  <a16:creationId xmlns:a16="http://schemas.microsoft.com/office/drawing/2014/main" id="{16E3D1AF-598A-B04C-F0ED-77F9BE714AE9}"/>
                </a:ext>
              </a:extLst>
            </p:cNvPr>
            <p:cNvSpPr/>
            <p:nvPr/>
          </p:nvSpPr>
          <p:spPr>
            <a:xfrm>
              <a:off x="6488446"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5" name="Freeform: Shape 1244">
              <a:extLst>
                <a:ext uri="{FF2B5EF4-FFF2-40B4-BE49-F238E27FC236}">
                  <a16:creationId xmlns:a16="http://schemas.microsoft.com/office/drawing/2014/main" id="{7ECD311F-A1BA-B7F2-B20B-573EDA7BF108}"/>
                </a:ext>
              </a:extLst>
            </p:cNvPr>
            <p:cNvSpPr/>
            <p:nvPr/>
          </p:nvSpPr>
          <p:spPr>
            <a:xfrm>
              <a:off x="6279141"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46" name="Freeform: Shape 1245">
              <a:extLst>
                <a:ext uri="{FF2B5EF4-FFF2-40B4-BE49-F238E27FC236}">
                  <a16:creationId xmlns:a16="http://schemas.microsoft.com/office/drawing/2014/main" id="{9C5E2C08-EA6E-28A0-CA9F-9C68B5D270A5}"/>
                </a:ext>
              </a:extLst>
            </p:cNvPr>
            <p:cNvSpPr/>
            <p:nvPr/>
          </p:nvSpPr>
          <p:spPr>
            <a:xfrm>
              <a:off x="1004662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1629 w 52326"/>
                <a:gd name="connsiteY3" fmla="*/ 20930 h 52326"/>
                <a:gd name="connsiteX4" fmla="*/ 26163 w 52326"/>
                <a:gd name="connsiteY4" fmla="*/ 0 h 52326"/>
                <a:gd name="connsiteX5" fmla="*/ 0 w 52326"/>
                <a:gd name="connsiteY5" fmla="*/ 26163 h 52326"/>
                <a:gd name="connsiteX6" fmla="*/ 2442 w 52326"/>
                <a:gd name="connsiteY6" fmla="*/ 37326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6"/>
                    <a:pt x="52326" y="26163"/>
                  </a:cubicBezTo>
                  <a:cubicBezTo>
                    <a:pt x="52326" y="24419"/>
                    <a:pt x="51977" y="22675"/>
                    <a:pt x="51629" y="20930"/>
                  </a:cubicBezTo>
                  <a:cubicBezTo>
                    <a:pt x="49187" y="9070"/>
                    <a:pt x="38722" y="0"/>
                    <a:pt x="26163" y="0"/>
                  </a:cubicBezTo>
                  <a:cubicBezTo>
                    <a:pt x="11860" y="0"/>
                    <a:pt x="0" y="11861"/>
                    <a:pt x="0" y="26163"/>
                  </a:cubicBezTo>
                  <a:cubicBezTo>
                    <a:pt x="0" y="30000"/>
                    <a:pt x="1047" y="33838"/>
                    <a:pt x="2442" y="37326"/>
                  </a:cubicBezTo>
                  <a:cubicBezTo>
                    <a:pt x="6628" y="46047"/>
                    <a:pt x="15698" y="52326"/>
                    <a:pt x="26163" y="52326"/>
                  </a:cubicBezTo>
                  <a:close/>
                </a:path>
              </a:pathLst>
            </a:custGeom>
            <a:grpFill/>
            <a:ln w="3488" cap="flat">
              <a:noFill/>
              <a:prstDash val="solid"/>
              <a:miter/>
            </a:ln>
          </p:spPr>
          <p:txBody>
            <a:bodyPr rtlCol="0" anchor="ctr"/>
            <a:lstStyle/>
            <a:p>
              <a:endParaRPr lang="en-ID"/>
            </a:p>
          </p:txBody>
        </p:sp>
        <p:sp>
          <p:nvSpPr>
            <p:cNvPr id="1247" name="Freeform: Shape 1246">
              <a:extLst>
                <a:ext uri="{FF2B5EF4-FFF2-40B4-BE49-F238E27FC236}">
                  <a16:creationId xmlns:a16="http://schemas.microsoft.com/office/drawing/2014/main" id="{D9DA22B4-37AE-BADA-A2D7-F59255A4744B}"/>
                </a:ext>
              </a:extLst>
            </p:cNvPr>
            <p:cNvSpPr/>
            <p:nvPr/>
          </p:nvSpPr>
          <p:spPr>
            <a:xfrm>
              <a:off x="10779193" y="3350510"/>
              <a:ext cx="52675" cy="52326"/>
            </a:xfrm>
            <a:custGeom>
              <a:avLst/>
              <a:gdLst>
                <a:gd name="connsiteX0" fmla="*/ 3139 w 52675"/>
                <a:gd name="connsiteY0" fmla="*/ 38721 h 52326"/>
                <a:gd name="connsiteX1" fmla="*/ 4535 w 52675"/>
                <a:gd name="connsiteY1" fmla="*/ 40814 h 52326"/>
                <a:gd name="connsiteX2" fmla="*/ 23721 w 52675"/>
                <a:gd name="connsiteY2" fmla="*/ 52326 h 52326"/>
                <a:gd name="connsiteX3" fmla="*/ 26512 w 52675"/>
                <a:gd name="connsiteY3" fmla="*/ 52326 h 52326"/>
                <a:gd name="connsiteX4" fmla="*/ 26512 w 52675"/>
                <a:gd name="connsiteY4" fmla="*/ 52326 h 52326"/>
                <a:gd name="connsiteX5" fmla="*/ 48140 w 52675"/>
                <a:gd name="connsiteY5" fmla="*/ 40814 h 52326"/>
                <a:gd name="connsiteX6" fmla="*/ 49535 w 52675"/>
                <a:gd name="connsiteY6" fmla="*/ 38721 h 52326"/>
                <a:gd name="connsiteX7" fmla="*/ 52675 w 52675"/>
                <a:gd name="connsiteY7" fmla="*/ 28954 h 52326"/>
                <a:gd name="connsiteX8" fmla="*/ 52675 w 52675"/>
                <a:gd name="connsiteY8" fmla="*/ 26163 h 52326"/>
                <a:gd name="connsiteX9" fmla="*/ 52675 w 52675"/>
                <a:gd name="connsiteY9" fmla="*/ 23372 h 52326"/>
                <a:gd name="connsiteX10" fmla="*/ 49535 w 52675"/>
                <a:gd name="connsiteY10" fmla="*/ 13605 h 52326"/>
                <a:gd name="connsiteX11" fmla="*/ 48140 w 52675"/>
                <a:gd name="connsiteY11" fmla="*/ 11512 h 52326"/>
                <a:gd name="connsiteX12" fmla="*/ 26512 w 52675"/>
                <a:gd name="connsiteY12" fmla="*/ 0 h 52326"/>
                <a:gd name="connsiteX13" fmla="*/ 26512 w 52675"/>
                <a:gd name="connsiteY13" fmla="*/ 0 h 52326"/>
                <a:gd name="connsiteX14" fmla="*/ 23721 w 52675"/>
                <a:gd name="connsiteY14" fmla="*/ 0 h 52326"/>
                <a:gd name="connsiteX15" fmla="*/ 4535 w 52675"/>
                <a:gd name="connsiteY15" fmla="*/ 11512 h 52326"/>
                <a:gd name="connsiteX16" fmla="*/ 3139 w 52675"/>
                <a:gd name="connsiteY16" fmla="*/ 13605 h 52326"/>
                <a:gd name="connsiteX17" fmla="*/ 0 w 52675"/>
                <a:gd name="connsiteY17" fmla="*/ 23372 h 52326"/>
                <a:gd name="connsiteX18" fmla="*/ 0 w 52675"/>
                <a:gd name="connsiteY18" fmla="*/ 26163 h 52326"/>
                <a:gd name="connsiteX19" fmla="*/ 0 w 52675"/>
                <a:gd name="connsiteY19" fmla="*/ 28954 h 52326"/>
                <a:gd name="connsiteX20" fmla="*/ 3139 w 52675"/>
                <a:gd name="connsiteY20" fmla="*/ 38721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675" h="52326">
                  <a:moveTo>
                    <a:pt x="3139" y="38721"/>
                  </a:moveTo>
                  <a:cubicBezTo>
                    <a:pt x="3488" y="39419"/>
                    <a:pt x="3838" y="40117"/>
                    <a:pt x="4535" y="40814"/>
                  </a:cubicBezTo>
                  <a:cubicBezTo>
                    <a:pt x="8721" y="47094"/>
                    <a:pt x="15698" y="51280"/>
                    <a:pt x="23721" y="52326"/>
                  </a:cubicBezTo>
                  <a:cubicBezTo>
                    <a:pt x="24768" y="52326"/>
                    <a:pt x="25466" y="52326"/>
                    <a:pt x="26512" y="52326"/>
                  </a:cubicBezTo>
                  <a:lnTo>
                    <a:pt x="26512" y="52326"/>
                  </a:lnTo>
                  <a:cubicBezTo>
                    <a:pt x="35582" y="52326"/>
                    <a:pt x="43605" y="47791"/>
                    <a:pt x="48140" y="40814"/>
                  </a:cubicBezTo>
                  <a:cubicBezTo>
                    <a:pt x="48489" y="40117"/>
                    <a:pt x="49187" y="39419"/>
                    <a:pt x="49535" y="38721"/>
                  </a:cubicBezTo>
                  <a:cubicBezTo>
                    <a:pt x="51279" y="35582"/>
                    <a:pt x="52326" y="32442"/>
                    <a:pt x="52675" y="28954"/>
                  </a:cubicBezTo>
                  <a:cubicBezTo>
                    <a:pt x="52675" y="27907"/>
                    <a:pt x="52675" y="27210"/>
                    <a:pt x="52675" y="26163"/>
                  </a:cubicBezTo>
                  <a:cubicBezTo>
                    <a:pt x="52675" y="25117"/>
                    <a:pt x="52675" y="24419"/>
                    <a:pt x="52675" y="23372"/>
                  </a:cubicBezTo>
                  <a:cubicBezTo>
                    <a:pt x="52326" y="19884"/>
                    <a:pt x="51279" y="16396"/>
                    <a:pt x="49535" y="13605"/>
                  </a:cubicBezTo>
                  <a:cubicBezTo>
                    <a:pt x="49187" y="12907"/>
                    <a:pt x="48838" y="12209"/>
                    <a:pt x="48140" y="11512"/>
                  </a:cubicBezTo>
                  <a:cubicBezTo>
                    <a:pt x="43605" y="4535"/>
                    <a:pt x="35582" y="0"/>
                    <a:pt x="26512" y="0"/>
                  </a:cubicBezTo>
                  <a:lnTo>
                    <a:pt x="26512" y="0"/>
                  </a:lnTo>
                  <a:cubicBezTo>
                    <a:pt x="25466" y="0"/>
                    <a:pt x="24768" y="0"/>
                    <a:pt x="23721" y="0"/>
                  </a:cubicBezTo>
                  <a:cubicBezTo>
                    <a:pt x="15698" y="698"/>
                    <a:pt x="9070" y="5233"/>
                    <a:pt x="4535" y="11512"/>
                  </a:cubicBezTo>
                  <a:cubicBezTo>
                    <a:pt x="4186" y="12209"/>
                    <a:pt x="3488" y="12907"/>
                    <a:pt x="3139" y="13605"/>
                  </a:cubicBezTo>
                  <a:cubicBezTo>
                    <a:pt x="1395" y="16744"/>
                    <a:pt x="349" y="19884"/>
                    <a:pt x="0" y="23372"/>
                  </a:cubicBezTo>
                  <a:cubicBezTo>
                    <a:pt x="0" y="24419"/>
                    <a:pt x="0" y="25117"/>
                    <a:pt x="0" y="26163"/>
                  </a:cubicBezTo>
                  <a:cubicBezTo>
                    <a:pt x="0" y="27210"/>
                    <a:pt x="0" y="27907"/>
                    <a:pt x="0" y="28954"/>
                  </a:cubicBezTo>
                  <a:cubicBezTo>
                    <a:pt x="349" y="32442"/>
                    <a:pt x="1395" y="35582"/>
                    <a:pt x="3139" y="38721"/>
                  </a:cubicBezTo>
                  <a:close/>
                </a:path>
              </a:pathLst>
            </a:custGeom>
            <a:grpFill/>
            <a:ln w="3488" cap="flat">
              <a:noFill/>
              <a:prstDash val="solid"/>
              <a:miter/>
            </a:ln>
          </p:spPr>
          <p:txBody>
            <a:bodyPr rtlCol="0" anchor="ctr"/>
            <a:lstStyle/>
            <a:p>
              <a:endParaRPr lang="en-ID"/>
            </a:p>
          </p:txBody>
        </p:sp>
        <p:sp>
          <p:nvSpPr>
            <p:cNvPr id="1248" name="Freeform: Shape 1247">
              <a:extLst>
                <a:ext uri="{FF2B5EF4-FFF2-40B4-BE49-F238E27FC236}">
                  <a16:creationId xmlns:a16="http://schemas.microsoft.com/office/drawing/2014/main" id="{F68CCEAF-3F9A-1C1D-413C-A5270B089520}"/>
                </a:ext>
              </a:extLst>
            </p:cNvPr>
            <p:cNvSpPr/>
            <p:nvPr/>
          </p:nvSpPr>
          <p:spPr>
            <a:xfrm>
              <a:off x="12035021"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49" name="Freeform: Shape 1248">
              <a:extLst>
                <a:ext uri="{FF2B5EF4-FFF2-40B4-BE49-F238E27FC236}">
                  <a16:creationId xmlns:a16="http://schemas.microsoft.com/office/drawing/2014/main" id="{6F868E8D-AABA-755B-1E13-ACD170D921A4}"/>
                </a:ext>
              </a:extLst>
            </p:cNvPr>
            <p:cNvSpPr/>
            <p:nvPr/>
          </p:nvSpPr>
          <p:spPr>
            <a:xfrm>
              <a:off x="1213967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0" name="Freeform: Shape 1249">
              <a:extLst>
                <a:ext uri="{FF2B5EF4-FFF2-40B4-BE49-F238E27FC236}">
                  <a16:creationId xmlns:a16="http://schemas.microsoft.com/office/drawing/2014/main" id="{A7C7D4C8-F15D-13E4-00C7-54A000325E05}"/>
                </a:ext>
              </a:extLst>
            </p:cNvPr>
            <p:cNvSpPr/>
            <p:nvPr/>
          </p:nvSpPr>
          <p:spPr>
            <a:xfrm>
              <a:off x="11721064"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1" name="Freeform: Shape 1250">
              <a:extLst>
                <a:ext uri="{FF2B5EF4-FFF2-40B4-BE49-F238E27FC236}">
                  <a16:creationId xmlns:a16="http://schemas.microsoft.com/office/drawing/2014/main" id="{4B6B1078-2CF7-DA1D-129A-EF53BF3FCBC9}"/>
                </a:ext>
              </a:extLst>
            </p:cNvPr>
            <p:cNvSpPr/>
            <p:nvPr/>
          </p:nvSpPr>
          <p:spPr>
            <a:xfrm>
              <a:off x="11093150" y="2513291"/>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26163 w 52326"/>
                <a:gd name="connsiteY3" fmla="*/ 0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lnTo>
                    <a:pt x="52326" y="26163"/>
                  </a:lnTo>
                  <a:cubicBezTo>
                    <a:pt x="52326" y="11861"/>
                    <a:pt x="40466" y="0"/>
                    <a:pt x="26163" y="0"/>
                  </a:cubicBez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2" name="Freeform: Shape 1251">
              <a:extLst>
                <a:ext uri="{FF2B5EF4-FFF2-40B4-BE49-F238E27FC236}">
                  <a16:creationId xmlns:a16="http://schemas.microsoft.com/office/drawing/2014/main" id="{BA616DAB-48E6-3D7D-9221-DD92E8F37F87}"/>
                </a:ext>
              </a:extLst>
            </p:cNvPr>
            <p:cNvSpPr/>
            <p:nvPr/>
          </p:nvSpPr>
          <p:spPr>
            <a:xfrm>
              <a:off x="10046626"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53" name="Freeform: Shape 1252">
              <a:extLst>
                <a:ext uri="{FF2B5EF4-FFF2-40B4-BE49-F238E27FC236}">
                  <a16:creationId xmlns:a16="http://schemas.microsoft.com/office/drawing/2014/main" id="{75B36F3E-C268-113C-2415-6753EE62E692}"/>
                </a:ext>
              </a:extLst>
            </p:cNvPr>
            <p:cNvSpPr/>
            <p:nvPr/>
          </p:nvSpPr>
          <p:spPr>
            <a:xfrm>
              <a:off x="10046626"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4" name="Freeform: Shape 1253">
              <a:extLst>
                <a:ext uri="{FF2B5EF4-FFF2-40B4-BE49-F238E27FC236}">
                  <a16:creationId xmlns:a16="http://schemas.microsoft.com/office/drawing/2014/main" id="{1DC84CA0-2668-89D9-1C85-4FA99ACB9E59}"/>
                </a:ext>
              </a:extLst>
            </p:cNvPr>
            <p:cNvSpPr/>
            <p:nvPr/>
          </p:nvSpPr>
          <p:spPr>
            <a:xfrm>
              <a:off x="9837321" y="4501686"/>
              <a:ext cx="52326" cy="52326"/>
            </a:xfrm>
            <a:custGeom>
              <a:avLst/>
              <a:gdLst>
                <a:gd name="connsiteX0" fmla="*/ 26163 w 52326"/>
                <a:gd name="connsiteY0" fmla="*/ 0 h 52326"/>
                <a:gd name="connsiteX1" fmla="*/ 26163 w 52326"/>
                <a:gd name="connsiteY1" fmla="*/ 0 h 52326"/>
                <a:gd name="connsiteX2" fmla="*/ 13604 w 52326"/>
                <a:gd name="connsiteY2" fmla="*/ 3140 h 52326"/>
                <a:gd name="connsiteX3" fmla="*/ 0 w 52326"/>
                <a:gd name="connsiteY3" fmla="*/ 26163 h 52326"/>
                <a:gd name="connsiteX4" fmla="*/ 26163 w 52326"/>
                <a:gd name="connsiteY4" fmla="*/ 52326 h 52326"/>
                <a:gd name="connsiteX5" fmla="*/ 38722 w 52326"/>
                <a:gd name="connsiteY5" fmla="*/ 49187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lnTo>
                    <a:pt x="26163" y="0"/>
                  </a:lnTo>
                  <a:cubicBezTo>
                    <a:pt x="21628" y="0"/>
                    <a:pt x="17442" y="1046"/>
                    <a:pt x="13604" y="3140"/>
                  </a:cubicBezTo>
                  <a:cubicBezTo>
                    <a:pt x="5582" y="7675"/>
                    <a:pt x="0" y="16047"/>
                    <a:pt x="0" y="26163"/>
                  </a:cubicBezTo>
                  <a:cubicBezTo>
                    <a:pt x="0" y="40465"/>
                    <a:pt x="11860" y="52326"/>
                    <a:pt x="26163" y="52326"/>
                  </a:cubicBezTo>
                  <a:cubicBezTo>
                    <a:pt x="30698" y="52326"/>
                    <a:pt x="34884" y="51280"/>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55" name="Freeform: Shape 1254">
              <a:extLst>
                <a:ext uri="{FF2B5EF4-FFF2-40B4-BE49-F238E27FC236}">
                  <a16:creationId xmlns:a16="http://schemas.microsoft.com/office/drawing/2014/main" id="{4AA95E7D-A02C-7E9B-7828-093FF9AECD23}"/>
                </a:ext>
              </a:extLst>
            </p:cNvPr>
            <p:cNvSpPr/>
            <p:nvPr/>
          </p:nvSpPr>
          <p:spPr>
            <a:xfrm>
              <a:off x="10151278" y="366446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6" name="Freeform: Shape 1255">
              <a:extLst>
                <a:ext uri="{FF2B5EF4-FFF2-40B4-BE49-F238E27FC236}">
                  <a16:creationId xmlns:a16="http://schemas.microsoft.com/office/drawing/2014/main" id="{8FDF1ED4-252A-04ED-8D85-0ED610D8B763}"/>
                </a:ext>
              </a:extLst>
            </p:cNvPr>
            <p:cNvSpPr/>
            <p:nvPr/>
          </p:nvSpPr>
          <p:spPr>
            <a:xfrm>
              <a:off x="9628017" y="314120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57" name="Freeform: Shape 1256">
              <a:extLst>
                <a:ext uri="{FF2B5EF4-FFF2-40B4-BE49-F238E27FC236}">
                  <a16:creationId xmlns:a16="http://schemas.microsoft.com/office/drawing/2014/main" id="{72941415-6069-2D54-2FA9-37696981549F}"/>
                </a:ext>
              </a:extLst>
            </p:cNvPr>
            <p:cNvSpPr/>
            <p:nvPr/>
          </p:nvSpPr>
          <p:spPr>
            <a:xfrm>
              <a:off x="9418712"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58" name="Freeform: Shape 1257">
              <a:extLst>
                <a:ext uri="{FF2B5EF4-FFF2-40B4-BE49-F238E27FC236}">
                  <a16:creationId xmlns:a16="http://schemas.microsoft.com/office/drawing/2014/main" id="{DC72E2F2-7008-2903-B755-B07B5A9EB1D6}"/>
                </a:ext>
              </a:extLst>
            </p:cNvPr>
            <p:cNvSpPr/>
            <p:nvPr/>
          </p:nvSpPr>
          <p:spPr>
            <a:xfrm>
              <a:off x="8372188"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59" name="Freeform: Shape 1258">
              <a:extLst>
                <a:ext uri="{FF2B5EF4-FFF2-40B4-BE49-F238E27FC236}">
                  <a16:creationId xmlns:a16="http://schemas.microsoft.com/office/drawing/2014/main" id="{9346B399-E6E4-9936-2D4D-DB81D3CE3E84}"/>
                </a:ext>
              </a:extLst>
            </p:cNvPr>
            <p:cNvSpPr/>
            <p:nvPr/>
          </p:nvSpPr>
          <p:spPr>
            <a:xfrm>
              <a:off x="8162884"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0" name="Freeform: Shape 1259">
              <a:extLst>
                <a:ext uri="{FF2B5EF4-FFF2-40B4-BE49-F238E27FC236}">
                  <a16:creationId xmlns:a16="http://schemas.microsoft.com/office/drawing/2014/main" id="{9793EF8C-3B7E-AD9D-793E-958344BB23CF}"/>
                </a:ext>
              </a:extLst>
            </p:cNvPr>
            <p:cNvSpPr/>
            <p:nvPr/>
          </p:nvSpPr>
          <p:spPr>
            <a:xfrm>
              <a:off x="6488446" y="303655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61" name="Freeform: Shape 1260">
              <a:extLst>
                <a:ext uri="{FF2B5EF4-FFF2-40B4-BE49-F238E27FC236}">
                  <a16:creationId xmlns:a16="http://schemas.microsoft.com/office/drawing/2014/main" id="{078322DB-94FB-6DC2-A5DB-5005D4E7E5BD}"/>
                </a:ext>
              </a:extLst>
            </p:cNvPr>
            <p:cNvSpPr/>
            <p:nvPr/>
          </p:nvSpPr>
          <p:spPr>
            <a:xfrm>
              <a:off x="7848927" y="5338905"/>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31396 w 52326"/>
                <a:gd name="connsiteY5" fmla="*/ 51629 h 52326"/>
                <a:gd name="connsiteX6" fmla="*/ 38373 w 52326"/>
                <a:gd name="connsiteY6" fmla="*/ 49187 h 52326"/>
                <a:gd name="connsiteX7" fmla="*/ 38722 w 52326"/>
                <a:gd name="connsiteY7" fmla="*/ 49187 h 52326"/>
                <a:gd name="connsiteX8" fmla="*/ 52326 w 52326"/>
                <a:gd name="connsiteY8" fmla="*/ 26163 h 52326"/>
                <a:gd name="connsiteX9" fmla="*/ 52326 w 52326"/>
                <a:gd name="connsiteY9" fmla="*/ 26163 h 52326"/>
                <a:gd name="connsiteX10" fmla="*/ 31396 w 52326"/>
                <a:gd name="connsiteY10"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31396" y="698"/>
                  </a:moveTo>
                  <a:cubicBezTo>
                    <a:pt x="29652" y="349"/>
                    <a:pt x="27907" y="0"/>
                    <a:pt x="26163" y="0"/>
                  </a:cubicBezTo>
                  <a:cubicBezTo>
                    <a:pt x="11860" y="0"/>
                    <a:pt x="0" y="11861"/>
                    <a:pt x="0" y="26163"/>
                  </a:cubicBezTo>
                  <a:cubicBezTo>
                    <a:pt x="0" y="26163"/>
                    <a:pt x="0" y="26163"/>
                    <a:pt x="0" y="26163"/>
                  </a:cubicBezTo>
                  <a:cubicBezTo>
                    <a:pt x="0" y="40465"/>
                    <a:pt x="11860" y="52326"/>
                    <a:pt x="26163" y="52326"/>
                  </a:cubicBezTo>
                  <a:cubicBezTo>
                    <a:pt x="27907" y="52326"/>
                    <a:pt x="29652" y="51977"/>
                    <a:pt x="31396" y="51629"/>
                  </a:cubicBezTo>
                  <a:cubicBezTo>
                    <a:pt x="33837" y="51279"/>
                    <a:pt x="36279" y="50233"/>
                    <a:pt x="38373" y="49187"/>
                  </a:cubicBezTo>
                  <a:cubicBezTo>
                    <a:pt x="38373" y="49187"/>
                    <a:pt x="38722" y="49187"/>
                    <a:pt x="38722" y="49187"/>
                  </a:cubicBezTo>
                  <a:cubicBezTo>
                    <a:pt x="46744" y="44652"/>
                    <a:pt x="52326" y="36280"/>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262" name="Freeform: Shape 1261">
              <a:extLst>
                <a:ext uri="{FF2B5EF4-FFF2-40B4-BE49-F238E27FC236}">
                  <a16:creationId xmlns:a16="http://schemas.microsoft.com/office/drawing/2014/main" id="{CE7BC2B1-094A-94E6-461C-F449A8D8DEF6}"/>
                </a:ext>
              </a:extLst>
            </p:cNvPr>
            <p:cNvSpPr/>
            <p:nvPr/>
          </p:nvSpPr>
          <p:spPr>
            <a:xfrm>
              <a:off x="10151278" y="4397034"/>
              <a:ext cx="52326" cy="52326"/>
            </a:xfrm>
            <a:custGeom>
              <a:avLst/>
              <a:gdLst>
                <a:gd name="connsiteX0" fmla="*/ 36978 w 52326"/>
                <a:gd name="connsiteY0" fmla="*/ 2442 h 52326"/>
                <a:gd name="connsiteX1" fmla="*/ 29302 w 52326"/>
                <a:gd name="connsiteY1" fmla="*/ 349 h 52326"/>
                <a:gd name="connsiteX2" fmla="*/ 26163 w 52326"/>
                <a:gd name="connsiteY2" fmla="*/ 0 h 52326"/>
                <a:gd name="connsiteX3" fmla="*/ 26163 w 52326"/>
                <a:gd name="connsiteY3" fmla="*/ 0 h 52326"/>
                <a:gd name="connsiteX4" fmla="*/ 0 w 52326"/>
                <a:gd name="connsiteY4" fmla="*/ 26163 h 52326"/>
                <a:gd name="connsiteX5" fmla="*/ 26163 w 52326"/>
                <a:gd name="connsiteY5" fmla="*/ 52326 h 52326"/>
                <a:gd name="connsiteX6" fmla="*/ 26163 w 52326"/>
                <a:gd name="connsiteY6" fmla="*/ 52326 h 52326"/>
                <a:gd name="connsiteX7" fmla="*/ 52326 w 52326"/>
                <a:gd name="connsiteY7" fmla="*/ 26163 h 52326"/>
                <a:gd name="connsiteX8" fmla="*/ 36978 w 52326"/>
                <a:gd name="connsiteY8" fmla="*/ 2442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6978" y="2442"/>
                  </a:moveTo>
                  <a:cubicBezTo>
                    <a:pt x="34535" y="1395"/>
                    <a:pt x="31745" y="698"/>
                    <a:pt x="29302" y="349"/>
                  </a:cubicBezTo>
                  <a:cubicBezTo>
                    <a:pt x="28256" y="349"/>
                    <a:pt x="27210" y="0"/>
                    <a:pt x="26163" y="0"/>
                  </a:cubicBez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5698"/>
                    <a:pt x="46047" y="6628"/>
                    <a:pt x="36978" y="2442"/>
                  </a:cubicBezTo>
                  <a:close/>
                </a:path>
              </a:pathLst>
            </a:custGeom>
            <a:grpFill/>
            <a:ln w="3488" cap="flat">
              <a:noFill/>
              <a:prstDash val="solid"/>
              <a:miter/>
            </a:ln>
          </p:spPr>
          <p:txBody>
            <a:bodyPr rtlCol="0" anchor="ctr"/>
            <a:lstStyle/>
            <a:p>
              <a:endParaRPr lang="en-ID"/>
            </a:p>
          </p:txBody>
        </p:sp>
        <p:sp>
          <p:nvSpPr>
            <p:cNvPr id="1263" name="Freeform: Shape 1262">
              <a:extLst>
                <a:ext uri="{FF2B5EF4-FFF2-40B4-BE49-F238E27FC236}">
                  <a16:creationId xmlns:a16="http://schemas.microsoft.com/office/drawing/2014/main" id="{96708878-4D45-4EAD-AB72-5D077375637A}"/>
                </a:ext>
              </a:extLst>
            </p:cNvPr>
            <p:cNvSpPr/>
            <p:nvPr/>
          </p:nvSpPr>
          <p:spPr>
            <a:xfrm>
              <a:off x="9628017" y="3873772"/>
              <a:ext cx="52326" cy="52326"/>
            </a:xfrm>
            <a:custGeom>
              <a:avLst/>
              <a:gdLst>
                <a:gd name="connsiteX0" fmla="*/ 26163 w 52326"/>
                <a:gd name="connsiteY0" fmla="*/ 52326 h 52326"/>
                <a:gd name="connsiteX1" fmla="*/ 52326 w 52326"/>
                <a:gd name="connsiteY1" fmla="*/ 26163 h 52326"/>
                <a:gd name="connsiteX2" fmla="*/ 50233 w 52326"/>
                <a:gd name="connsiteY2" fmla="*/ 16047 h 52326"/>
                <a:gd name="connsiteX3" fmla="*/ 49187 w 52326"/>
                <a:gd name="connsiteY3" fmla="*/ 13954 h 52326"/>
                <a:gd name="connsiteX4" fmla="*/ 49187 w 52326"/>
                <a:gd name="connsiteY4" fmla="*/ 13605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4535 w 52326"/>
                <a:gd name="connsiteY9" fmla="*/ 40814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cubicBezTo>
                    <a:pt x="40466" y="52326"/>
                    <a:pt x="52326" y="40465"/>
                    <a:pt x="52326" y="26163"/>
                  </a:cubicBezTo>
                  <a:cubicBezTo>
                    <a:pt x="52326" y="22675"/>
                    <a:pt x="51629" y="19186"/>
                    <a:pt x="50233" y="16047"/>
                  </a:cubicBezTo>
                  <a:cubicBezTo>
                    <a:pt x="49884" y="15349"/>
                    <a:pt x="49535" y="14651"/>
                    <a:pt x="49187" y="13954"/>
                  </a:cubicBezTo>
                  <a:cubicBezTo>
                    <a:pt x="49187" y="13954"/>
                    <a:pt x="49187" y="13605"/>
                    <a:pt x="49187" y="13605"/>
                  </a:cubicBezTo>
                  <a:cubicBezTo>
                    <a:pt x="44652" y="5581"/>
                    <a:pt x="36279" y="0"/>
                    <a:pt x="26163" y="0"/>
                  </a:cubicBezTo>
                  <a:lnTo>
                    <a:pt x="26163" y="0"/>
                  </a:lnTo>
                  <a:cubicBezTo>
                    <a:pt x="11860" y="0"/>
                    <a:pt x="0" y="11861"/>
                    <a:pt x="0" y="26163"/>
                  </a:cubicBezTo>
                  <a:lnTo>
                    <a:pt x="0" y="26163"/>
                  </a:lnTo>
                  <a:cubicBezTo>
                    <a:pt x="0" y="31744"/>
                    <a:pt x="1744" y="36628"/>
                    <a:pt x="4535" y="40814"/>
                  </a:cubicBezTo>
                  <a:cubicBezTo>
                    <a:pt x="9070" y="47791"/>
                    <a:pt x="17093" y="52326"/>
                    <a:pt x="26163" y="52326"/>
                  </a:cubicBezTo>
                  <a:close/>
                </a:path>
              </a:pathLst>
            </a:custGeom>
            <a:grpFill/>
            <a:ln w="3488" cap="flat">
              <a:noFill/>
              <a:prstDash val="solid"/>
              <a:miter/>
            </a:ln>
          </p:spPr>
          <p:txBody>
            <a:bodyPr rtlCol="0" anchor="ctr"/>
            <a:lstStyle/>
            <a:p>
              <a:endParaRPr lang="en-ID"/>
            </a:p>
          </p:txBody>
        </p:sp>
        <p:sp>
          <p:nvSpPr>
            <p:cNvPr id="1264" name="Freeform: Shape 1263">
              <a:extLst>
                <a:ext uri="{FF2B5EF4-FFF2-40B4-BE49-F238E27FC236}">
                  <a16:creationId xmlns:a16="http://schemas.microsoft.com/office/drawing/2014/main" id="{1AFEFDB4-4BD3-2C84-9BED-3604DFDB4C37}"/>
                </a:ext>
              </a:extLst>
            </p:cNvPr>
            <p:cNvSpPr/>
            <p:nvPr/>
          </p:nvSpPr>
          <p:spPr>
            <a:xfrm>
              <a:off x="10360583"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0 w 52326"/>
                <a:gd name="connsiteY3" fmla="*/ 26163 h 52326"/>
                <a:gd name="connsiteX4" fmla="*/ 349 w 52326"/>
                <a:gd name="connsiteY4" fmla="*/ 30000 h 52326"/>
                <a:gd name="connsiteX5" fmla="*/ 1047 w 52326"/>
                <a:gd name="connsiteY5" fmla="*/ 33837 h 52326"/>
                <a:gd name="connsiteX6" fmla="*/ 26163 w 52326"/>
                <a:gd name="connsiteY6" fmla="*/ 52326 h 52326"/>
                <a:gd name="connsiteX7" fmla="*/ 38722 w 52326"/>
                <a:gd name="connsiteY7" fmla="*/ 49187 h 52326"/>
                <a:gd name="connsiteX8" fmla="*/ 52326 w 52326"/>
                <a:gd name="connsiteY8" fmla="*/ 26163 h 52326"/>
                <a:gd name="connsiteX9" fmla="*/ 26163 w 52326"/>
                <a:gd name="connsiteY9"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26163" y="0"/>
                  </a:moveTo>
                  <a:lnTo>
                    <a:pt x="26163" y="0"/>
                  </a:lnTo>
                  <a:cubicBezTo>
                    <a:pt x="11860" y="0"/>
                    <a:pt x="0" y="11861"/>
                    <a:pt x="0" y="26163"/>
                  </a:cubicBezTo>
                  <a:cubicBezTo>
                    <a:pt x="0" y="26163"/>
                    <a:pt x="0" y="26163"/>
                    <a:pt x="0" y="26163"/>
                  </a:cubicBezTo>
                  <a:cubicBezTo>
                    <a:pt x="0" y="27559"/>
                    <a:pt x="0" y="28605"/>
                    <a:pt x="349" y="30000"/>
                  </a:cubicBezTo>
                  <a:cubicBezTo>
                    <a:pt x="698" y="31396"/>
                    <a:pt x="698" y="32791"/>
                    <a:pt x="1047" y="33837"/>
                  </a:cubicBezTo>
                  <a:cubicBezTo>
                    <a:pt x="4186" y="44652"/>
                    <a:pt x="14303" y="52326"/>
                    <a:pt x="26163" y="52326"/>
                  </a:cubicBezTo>
                  <a:cubicBezTo>
                    <a:pt x="30698" y="52326"/>
                    <a:pt x="34884" y="51279"/>
                    <a:pt x="38722" y="49187"/>
                  </a:cubicBezTo>
                  <a:cubicBezTo>
                    <a:pt x="46744" y="44652"/>
                    <a:pt x="52326" y="36280"/>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65" name="Freeform: Shape 1264">
              <a:extLst>
                <a:ext uri="{FF2B5EF4-FFF2-40B4-BE49-F238E27FC236}">
                  <a16:creationId xmlns:a16="http://schemas.microsoft.com/office/drawing/2014/main" id="{FD7EE0D1-C7E3-30A0-626E-97EC835CC65F}"/>
                </a:ext>
              </a:extLst>
            </p:cNvPr>
            <p:cNvSpPr/>
            <p:nvPr/>
          </p:nvSpPr>
          <p:spPr>
            <a:xfrm>
              <a:off x="11616412" y="5338905"/>
              <a:ext cx="52326" cy="51977"/>
            </a:xfrm>
            <a:custGeom>
              <a:avLst/>
              <a:gdLst>
                <a:gd name="connsiteX0" fmla="*/ 26163 w 52326"/>
                <a:gd name="connsiteY0" fmla="*/ 0 h 51977"/>
                <a:gd name="connsiteX1" fmla="*/ 26163 w 52326"/>
                <a:gd name="connsiteY1" fmla="*/ 0 h 51977"/>
                <a:gd name="connsiteX2" fmla="*/ 21977 w 52326"/>
                <a:gd name="connsiteY2" fmla="*/ 349 h 51977"/>
                <a:gd name="connsiteX3" fmla="*/ 20930 w 52326"/>
                <a:gd name="connsiteY3" fmla="*/ 349 h 51977"/>
                <a:gd name="connsiteX4" fmla="*/ 0 w 52326"/>
                <a:gd name="connsiteY4" fmla="*/ 25814 h 51977"/>
                <a:gd name="connsiteX5" fmla="*/ 26163 w 52326"/>
                <a:gd name="connsiteY5" fmla="*/ 51977 h 51977"/>
                <a:gd name="connsiteX6" fmla="*/ 26163 w 52326"/>
                <a:gd name="connsiteY6" fmla="*/ 51977 h 51977"/>
                <a:gd name="connsiteX7" fmla="*/ 52326 w 52326"/>
                <a:gd name="connsiteY7" fmla="*/ 25814 h 51977"/>
                <a:gd name="connsiteX8" fmla="*/ 52326 w 52326"/>
                <a:gd name="connsiteY8" fmla="*/ 25814 h 51977"/>
                <a:gd name="connsiteX9" fmla="*/ 26163 w 52326"/>
                <a:gd name="connsiteY9" fmla="*/ 0 h 5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1977">
                  <a:moveTo>
                    <a:pt x="26163" y="0"/>
                  </a:moveTo>
                  <a:lnTo>
                    <a:pt x="26163" y="0"/>
                  </a:lnTo>
                  <a:cubicBezTo>
                    <a:pt x="24768" y="0"/>
                    <a:pt x="23372" y="0"/>
                    <a:pt x="21977" y="349"/>
                  </a:cubicBezTo>
                  <a:cubicBezTo>
                    <a:pt x="21628" y="349"/>
                    <a:pt x="21280" y="349"/>
                    <a:pt x="20930" y="349"/>
                  </a:cubicBezTo>
                  <a:cubicBezTo>
                    <a:pt x="9070" y="2791"/>
                    <a:pt x="0" y="13256"/>
                    <a:pt x="0" y="25814"/>
                  </a:cubicBezTo>
                  <a:cubicBezTo>
                    <a:pt x="0" y="40117"/>
                    <a:pt x="11860" y="51977"/>
                    <a:pt x="26163" y="51977"/>
                  </a:cubicBezTo>
                  <a:lnTo>
                    <a:pt x="26163" y="51977"/>
                  </a:lnTo>
                  <a:cubicBezTo>
                    <a:pt x="40466" y="51977"/>
                    <a:pt x="52326" y="40117"/>
                    <a:pt x="52326" y="25814"/>
                  </a:cubicBezTo>
                  <a:lnTo>
                    <a:pt x="52326" y="25814"/>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66" name="Freeform: Shape 1265">
              <a:extLst>
                <a:ext uri="{FF2B5EF4-FFF2-40B4-BE49-F238E27FC236}">
                  <a16:creationId xmlns:a16="http://schemas.microsoft.com/office/drawing/2014/main" id="{63AAA741-10AE-FCCD-0647-69041CA8C3DC}"/>
                </a:ext>
              </a:extLst>
            </p:cNvPr>
            <p:cNvSpPr/>
            <p:nvPr/>
          </p:nvSpPr>
          <p:spPr>
            <a:xfrm>
              <a:off x="983732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67" name="Freeform: Shape 1266">
              <a:extLst>
                <a:ext uri="{FF2B5EF4-FFF2-40B4-BE49-F238E27FC236}">
                  <a16:creationId xmlns:a16="http://schemas.microsoft.com/office/drawing/2014/main" id="{23F13F39-C13E-EA89-AC9D-45DE8BCED9C6}"/>
                </a:ext>
              </a:extLst>
            </p:cNvPr>
            <p:cNvSpPr/>
            <p:nvPr/>
          </p:nvSpPr>
          <p:spPr>
            <a:xfrm>
              <a:off x="9941974"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68" name="Freeform: Shape 1267">
              <a:extLst>
                <a:ext uri="{FF2B5EF4-FFF2-40B4-BE49-F238E27FC236}">
                  <a16:creationId xmlns:a16="http://schemas.microsoft.com/office/drawing/2014/main" id="{582FFFC5-ED97-E09B-E920-479EB363D7CF}"/>
                </a:ext>
              </a:extLst>
            </p:cNvPr>
            <p:cNvSpPr/>
            <p:nvPr/>
          </p:nvSpPr>
          <p:spPr>
            <a:xfrm>
              <a:off x="99419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69" name="Freeform: Shape 1268">
              <a:extLst>
                <a:ext uri="{FF2B5EF4-FFF2-40B4-BE49-F238E27FC236}">
                  <a16:creationId xmlns:a16="http://schemas.microsoft.com/office/drawing/2014/main" id="{D3742A77-FE83-4D8E-2B91-0E9607C18518}"/>
                </a:ext>
              </a:extLst>
            </p:cNvPr>
            <p:cNvSpPr/>
            <p:nvPr/>
          </p:nvSpPr>
          <p:spPr>
            <a:xfrm>
              <a:off x="8895450"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0" name="Freeform: Shape 1269">
              <a:extLst>
                <a:ext uri="{FF2B5EF4-FFF2-40B4-BE49-F238E27FC236}">
                  <a16:creationId xmlns:a16="http://schemas.microsoft.com/office/drawing/2014/main" id="{D5BEE2EA-D74F-598C-802A-A53297CF13E0}"/>
                </a:ext>
              </a:extLst>
            </p:cNvPr>
            <p:cNvSpPr/>
            <p:nvPr/>
          </p:nvSpPr>
          <p:spPr>
            <a:xfrm>
              <a:off x="8790798"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1" name="Freeform: Shape 1270">
              <a:extLst>
                <a:ext uri="{FF2B5EF4-FFF2-40B4-BE49-F238E27FC236}">
                  <a16:creationId xmlns:a16="http://schemas.microsoft.com/office/drawing/2014/main" id="{DB3A6CA0-B11C-A038-2610-53F0E5EFFFC2}"/>
                </a:ext>
              </a:extLst>
            </p:cNvPr>
            <p:cNvSpPr/>
            <p:nvPr/>
          </p:nvSpPr>
          <p:spPr>
            <a:xfrm>
              <a:off x="8685796" y="5128903"/>
              <a:ext cx="52675" cy="52682"/>
            </a:xfrm>
            <a:custGeom>
              <a:avLst/>
              <a:gdLst>
                <a:gd name="connsiteX0" fmla="*/ 52675 w 52675"/>
                <a:gd name="connsiteY0" fmla="*/ 26861 h 52682"/>
                <a:gd name="connsiteX1" fmla="*/ 52675 w 52675"/>
                <a:gd name="connsiteY1" fmla="*/ 24070 h 52682"/>
                <a:gd name="connsiteX2" fmla="*/ 47094 w 52675"/>
                <a:gd name="connsiteY2" fmla="*/ 10465 h 52682"/>
                <a:gd name="connsiteX3" fmla="*/ 45001 w 52675"/>
                <a:gd name="connsiteY3" fmla="*/ 8023 h 52682"/>
                <a:gd name="connsiteX4" fmla="*/ 42559 w 52675"/>
                <a:gd name="connsiteY4" fmla="*/ 5930 h 52682"/>
                <a:gd name="connsiteX5" fmla="*/ 37675 w 52675"/>
                <a:gd name="connsiteY5" fmla="*/ 2790 h 52682"/>
                <a:gd name="connsiteX6" fmla="*/ 29652 w 52675"/>
                <a:gd name="connsiteY6" fmla="*/ 349 h 52682"/>
                <a:gd name="connsiteX7" fmla="*/ 26163 w 52675"/>
                <a:gd name="connsiteY7" fmla="*/ 0 h 52682"/>
                <a:gd name="connsiteX8" fmla="*/ 23373 w 52675"/>
                <a:gd name="connsiteY8" fmla="*/ 0 h 52682"/>
                <a:gd name="connsiteX9" fmla="*/ 13605 w 52675"/>
                <a:gd name="connsiteY9" fmla="*/ 3139 h 52682"/>
                <a:gd name="connsiteX10" fmla="*/ 11512 w 52675"/>
                <a:gd name="connsiteY10" fmla="*/ 4535 h 52682"/>
                <a:gd name="connsiteX11" fmla="*/ 0 w 52675"/>
                <a:gd name="connsiteY11" fmla="*/ 23721 h 52682"/>
                <a:gd name="connsiteX12" fmla="*/ 0 w 52675"/>
                <a:gd name="connsiteY12" fmla="*/ 26512 h 52682"/>
                <a:gd name="connsiteX13" fmla="*/ 0 w 52675"/>
                <a:gd name="connsiteY13" fmla="*/ 26512 h 52682"/>
                <a:gd name="connsiteX14" fmla="*/ 349 w 52675"/>
                <a:gd name="connsiteY14" fmla="*/ 30349 h 52682"/>
                <a:gd name="connsiteX15" fmla="*/ 1047 w 52675"/>
                <a:gd name="connsiteY15" fmla="*/ 34186 h 52682"/>
                <a:gd name="connsiteX16" fmla="*/ 26163 w 52675"/>
                <a:gd name="connsiteY16" fmla="*/ 52675 h 52682"/>
                <a:gd name="connsiteX17" fmla="*/ 52675 w 52675"/>
                <a:gd name="connsiteY17" fmla="*/ 26861 h 52682"/>
                <a:gd name="connsiteX18" fmla="*/ 52675 w 52675"/>
                <a:gd name="connsiteY18" fmla="*/ 26861 h 5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2675" h="52682">
                  <a:moveTo>
                    <a:pt x="52675" y="26861"/>
                  </a:moveTo>
                  <a:cubicBezTo>
                    <a:pt x="52675" y="25814"/>
                    <a:pt x="52675" y="25116"/>
                    <a:pt x="52675" y="24070"/>
                  </a:cubicBezTo>
                  <a:cubicBezTo>
                    <a:pt x="52326" y="19186"/>
                    <a:pt x="50234" y="14302"/>
                    <a:pt x="47094" y="10465"/>
                  </a:cubicBezTo>
                  <a:cubicBezTo>
                    <a:pt x="46396" y="9767"/>
                    <a:pt x="45699" y="8721"/>
                    <a:pt x="45001" y="8023"/>
                  </a:cubicBezTo>
                  <a:cubicBezTo>
                    <a:pt x="44304" y="7326"/>
                    <a:pt x="43605" y="6628"/>
                    <a:pt x="42559" y="5930"/>
                  </a:cubicBezTo>
                  <a:cubicBezTo>
                    <a:pt x="41163" y="4883"/>
                    <a:pt x="39419" y="3837"/>
                    <a:pt x="37675" y="2790"/>
                  </a:cubicBezTo>
                  <a:cubicBezTo>
                    <a:pt x="35233" y="1744"/>
                    <a:pt x="32442" y="698"/>
                    <a:pt x="29652" y="349"/>
                  </a:cubicBezTo>
                  <a:cubicBezTo>
                    <a:pt x="28606" y="349"/>
                    <a:pt x="27559" y="0"/>
                    <a:pt x="26163" y="0"/>
                  </a:cubicBezTo>
                  <a:cubicBezTo>
                    <a:pt x="25117" y="0"/>
                    <a:pt x="24419" y="0"/>
                    <a:pt x="23373" y="0"/>
                  </a:cubicBezTo>
                  <a:cubicBezTo>
                    <a:pt x="19885" y="349"/>
                    <a:pt x="16396" y="1395"/>
                    <a:pt x="13605" y="3139"/>
                  </a:cubicBezTo>
                  <a:cubicBezTo>
                    <a:pt x="12908" y="3488"/>
                    <a:pt x="12209" y="3837"/>
                    <a:pt x="11512" y="4535"/>
                  </a:cubicBezTo>
                  <a:cubicBezTo>
                    <a:pt x="5233" y="8721"/>
                    <a:pt x="1047" y="15698"/>
                    <a:pt x="0" y="23721"/>
                  </a:cubicBezTo>
                  <a:cubicBezTo>
                    <a:pt x="0" y="24768"/>
                    <a:pt x="0" y="25465"/>
                    <a:pt x="0" y="26512"/>
                  </a:cubicBezTo>
                  <a:cubicBezTo>
                    <a:pt x="0" y="26512"/>
                    <a:pt x="0" y="26512"/>
                    <a:pt x="0" y="26512"/>
                  </a:cubicBezTo>
                  <a:cubicBezTo>
                    <a:pt x="0" y="27907"/>
                    <a:pt x="0" y="28954"/>
                    <a:pt x="349" y="30349"/>
                  </a:cubicBezTo>
                  <a:cubicBezTo>
                    <a:pt x="698" y="31744"/>
                    <a:pt x="698" y="33140"/>
                    <a:pt x="1047" y="34186"/>
                  </a:cubicBezTo>
                  <a:cubicBezTo>
                    <a:pt x="4187" y="45000"/>
                    <a:pt x="14303" y="52675"/>
                    <a:pt x="26163" y="52675"/>
                  </a:cubicBezTo>
                  <a:cubicBezTo>
                    <a:pt x="40815" y="53024"/>
                    <a:pt x="52675" y="41163"/>
                    <a:pt x="52675" y="26861"/>
                  </a:cubicBezTo>
                  <a:cubicBezTo>
                    <a:pt x="52675" y="26861"/>
                    <a:pt x="52675" y="26861"/>
                    <a:pt x="52675" y="26861"/>
                  </a:cubicBezTo>
                  <a:close/>
                </a:path>
              </a:pathLst>
            </a:custGeom>
            <a:grpFill/>
            <a:ln w="3488" cap="flat">
              <a:noFill/>
              <a:prstDash val="solid"/>
              <a:miter/>
            </a:ln>
          </p:spPr>
          <p:txBody>
            <a:bodyPr rtlCol="0" anchor="ctr"/>
            <a:lstStyle/>
            <a:p>
              <a:endParaRPr lang="en-ID"/>
            </a:p>
          </p:txBody>
        </p:sp>
        <p:sp>
          <p:nvSpPr>
            <p:cNvPr id="1272" name="Freeform: Shape 1271">
              <a:extLst>
                <a:ext uri="{FF2B5EF4-FFF2-40B4-BE49-F238E27FC236}">
                  <a16:creationId xmlns:a16="http://schemas.microsoft.com/office/drawing/2014/main" id="{ABFA7477-0D6A-1576-E910-2D26E621BC21}"/>
                </a:ext>
              </a:extLst>
            </p:cNvPr>
            <p:cNvSpPr/>
            <p:nvPr/>
          </p:nvSpPr>
          <p:spPr>
            <a:xfrm>
              <a:off x="8581493" y="4606338"/>
              <a:ext cx="52326" cy="52326"/>
            </a:xfrm>
            <a:custGeom>
              <a:avLst/>
              <a:gdLst>
                <a:gd name="connsiteX0" fmla="*/ 26163 w 52326"/>
                <a:gd name="connsiteY0" fmla="*/ 0 h 52326"/>
                <a:gd name="connsiteX1" fmla="*/ 0 w 52326"/>
                <a:gd name="connsiteY1" fmla="*/ 26163 h 52326"/>
                <a:gd name="connsiteX2" fmla="*/ 0 w 52326"/>
                <a:gd name="connsiteY2" fmla="*/ 26163 h 52326"/>
                <a:gd name="connsiteX3" fmla="*/ 26163 w 52326"/>
                <a:gd name="connsiteY3" fmla="*/ 52326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lnTo>
                    <a:pt x="0" y="26163"/>
                  </a:ln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273" name="Freeform: Shape 1272">
              <a:extLst>
                <a:ext uri="{FF2B5EF4-FFF2-40B4-BE49-F238E27FC236}">
                  <a16:creationId xmlns:a16="http://schemas.microsoft.com/office/drawing/2014/main" id="{A021E469-5C5A-16DC-E4A7-23B62A300741}"/>
                </a:ext>
              </a:extLst>
            </p:cNvPr>
            <p:cNvSpPr/>
            <p:nvPr/>
          </p:nvSpPr>
          <p:spPr>
            <a:xfrm rot="21046898">
              <a:off x="8581647" y="3978308"/>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274" name="Freeform: Shape 1273">
              <a:extLst>
                <a:ext uri="{FF2B5EF4-FFF2-40B4-BE49-F238E27FC236}">
                  <a16:creationId xmlns:a16="http://schemas.microsoft.com/office/drawing/2014/main" id="{EA3D0B1C-D003-29C2-BEE9-19F63249B0B3}"/>
                </a:ext>
              </a:extLst>
            </p:cNvPr>
            <p:cNvSpPr/>
            <p:nvPr/>
          </p:nvSpPr>
          <p:spPr>
            <a:xfrm>
              <a:off x="8476841" y="471099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5" name="Freeform: Shape 1274">
              <a:extLst>
                <a:ext uri="{FF2B5EF4-FFF2-40B4-BE49-F238E27FC236}">
                  <a16:creationId xmlns:a16="http://schemas.microsoft.com/office/drawing/2014/main" id="{54C2327B-A17A-B6ED-FAF1-F13C1395FF5C}"/>
                </a:ext>
              </a:extLst>
            </p:cNvPr>
            <p:cNvSpPr/>
            <p:nvPr/>
          </p:nvSpPr>
          <p:spPr>
            <a:xfrm>
              <a:off x="8372188"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76" name="Freeform: Shape 1275">
              <a:extLst>
                <a:ext uri="{FF2B5EF4-FFF2-40B4-BE49-F238E27FC236}">
                  <a16:creationId xmlns:a16="http://schemas.microsoft.com/office/drawing/2014/main" id="{2DD88DBC-0133-93E1-E7A9-51C4D1AFE565}"/>
                </a:ext>
              </a:extLst>
            </p:cNvPr>
            <p:cNvSpPr/>
            <p:nvPr/>
          </p:nvSpPr>
          <p:spPr>
            <a:xfrm>
              <a:off x="7953579"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7" name="Freeform: Shape 1276">
              <a:extLst>
                <a:ext uri="{FF2B5EF4-FFF2-40B4-BE49-F238E27FC236}">
                  <a16:creationId xmlns:a16="http://schemas.microsoft.com/office/drawing/2014/main" id="{A907E215-BB5D-8EF5-9961-7922649538F0}"/>
                </a:ext>
              </a:extLst>
            </p:cNvPr>
            <p:cNvSpPr/>
            <p:nvPr/>
          </p:nvSpPr>
          <p:spPr>
            <a:xfrm>
              <a:off x="7744274"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78" name="Freeform: Shape 1277">
              <a:extLst>
                <a:ext uri="{FF2B5EF4-FFF2-40B4-BE49-F238E27FC236}">
                  <a16:creationId xmlns:a16="http://schemas.microsoft.com/office/drawing/2014/main" id="{CF9A1C90-D976-75C2-6D43-71FCEBC75262}"/>
                </a:ext>
              </a:extLst>
            </p:cNvPr>
            <p:cNvSpPr/>
            <p:nvPr/>
          </p:nvSpPr>
          <p:spPr>
            <a:xfrm>
              <a:off x="7221012"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279" name="Freeform: Shape 1278">
              <a:extLst>
                <a:ext uri="{FF2B5EF4-FFF2-40B4-BE49-F238E27FC236}">
                  <a16:creationId xmlns:a16="http://schemas.microsoft.com/office/drawing/2014/main" id="{9BF952BF-F72B-37BB-BE83-FEB67FE5739E}"/>
                </a:ext>
              </a:extLst>
            </p:cNvPr>
            <p:cNvSpPr/>
            <p:nvPr/>
          </p:nvSpPr>
          <p:spPr>
            <a:xfrm>
              <a:off x="7011708" y="282724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6"/>
                    <a:pt x="52326" y="26163"/>
                  </a:cubicBezTo>
                  <a:cubicBezTo>
                    <a:pt x="52326" y="11861"/>
                    <a:pt x="40465" y="0"/>
                    <a:pt x="26163" y="0"/>
                  </a:cubicBezTo>
                  <a:lnTo>
                    <a:pt x="26163" y="0"/>
                  </a:lnTo>
                  <a:cubicBezTo>
                    <a:pt x="11861" y="0"/>
                    <a:pt x="0" y="11861"/>
                    <a:pt x="0" y="26163"/>
                  </a:cubicBezTo>
                  <a:cubicBezTo>
                    <a:pt x="0" y="40466"/>
                    <a:pt x="11861" y="52326"/>
                    <a:pt x="26163" y="52326"/>
                  </a:cubicBezTo>
                  <a:close/>
                </a:path>
              </a:pathLst>
            </a:custGeom>
            <a:grpFill/>
            <a:ln w="3488" cap="flat">
              <a:noFill/>
              <a:prstDash val="solid"/>
              <a:miter/>
            </a:ln>
          </p:spPr>
          <p:txBody>
            <a:bodyPr rtlCol="0" anchor="ctr"/>
            <a:lstStyle/>
            <a:p>
              <a:endParaRPr lang="en-ID"/>
            </a:p>
          </p:txBody>
        </p:sp>
        <p:sp>
          <p:nvSpPr>
            <p:cNvPr id="1280" name="Freeform: Shape 1279">
              <a:extLst>
                <a:ext uri="{FF2B5EF4-FFF2-40B4-BE49-F238E27FC236}">
                  <a16:creationId xmlns:a16="http://schemas.microsoft.com/office/drawing/2014/main" id="{954A5DB8-D122-054B-9B10-3AA4F815B3B9}"/>
                </a:ext>
              </a:extLst>
            </p:cNvPr>
            <p:cNvSpPr/>
            <p:nvPr/>
          </p:nvSpPr>
          <p:spPr>
            <a:xfrm>
              <a:off x="6907055" y="397842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1" name="Freeform: Shape 1280">
              <a:extLst>
                <a:ext uri="{FF2B5EF4-FFF2-40B4-BE49-F238E27FC236}">
                  <a16:creationId xmlns:a16="http://schemas.microsoft.com/office/drawing/2014/main" id="{15E8D822-5499-9BA0-6B78-EC4AA56A8776}"/>
                </a:ext>
              </a:extLst>
            </p:cNvPr>
            <p:cNvSpPr/>
            <p:nvPr/>
          </p:nvSpPr>
          <p:spPr>
            <a:xfrm>
              <a:off x="6697751" y="167607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2" name="Freeform: Shape 1281">
              <a:extLst>
                <a:ext uri="{FF2B5EF4-FFF2-40B4-BE49-F238E27FC236}">
                  <a16:creationId xmlns:a16="http://schemas.microsoft.com/office/drawing/2014/main" id="{CA7641EF-4198-6C8C-136B-A43E7C8778A0}"/>
                </a:ext>
              </a:extLst>
            </p:cNvPr>
            <p:cNvSpPr/>
            <p:nvPr/>
          </p:nvSpPr>
          <p:spPr>
            <a:xfrm>
              <a:off x="11825716"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3" name="Freeform: Shape 1282">
              <a:extLst>
                <a:ext uri="{FF2B5EF4-FFF2-40B4-BE49-F238E27FC236}">
                  <a16:creationId xmlns:a16="http://schemas.microsoft.com/office/drawing/2014/main" id="{281DC701-61FC-39D8-A2E0-845C159CFC3C}"/>
                </a:ext>
              </a:extLst>
            </p:cNvPr>
            <p:cNvSpPr/>
            <p:nvPr/>
          </p:nvSpPr>
          <p:spPr>
            <a:xfrm>
              <a:off x="8162884" y="5024948"/>
              <a:ext cx="51986" cy="52326"/>
            </a:xfrm>
            <a:custGeom>
              <a:avLst/>
              <a:gdLst>
                <a:gd name="connsiteX0" fmla="*/ 31396 w 51986"/>
                <a:gd name="connsiteY0" fmla="*/ 698 h 52326"/>
                <a:gd name="connsiteX1" fmla="*/ 26163 w 51986"/>
                <a:gd name="connsiteY1" fmla="*/ 0 h 52326"/>
                <a:gd name="connsiteX2" fmla="*/ 26163 w 51986"/>
                <a:gd name="connsiteY2" fmla="*/ 0 h 52326"/>
                <a:gd name="connsiteX3" fmla="*/ 26163 w 51986"/>
                <a:gd name="connsiteY3" fmla="*/ 0 h 52326"/>
                <a:gd name="connsiteX4" fmla="*/ 0 w 51986"/>
                <a:gd name="connsiteY4" fmla="*/ 26163 h 52326"/>
                <a:gd name="connsiteX5" fmla="*/ 13604 w 51986"/>
                <a:gd name="connsiteY5" fmla="*/ 49187 h 52326"/>
                <a:gd name="connsiteX6" fmla="*/ 13954 w 51986"/>
                <a:gd name="connsiteY6" fmla="*/ 49535 h 52326"/>
                <a:gd name="connsiteX7" fmla="*/ 15698 w 51986"/>
                <a:gd name="connsiteY7" fmla="*/ 50233 h 52326"/>
                <a:gd name="connsiteX8" fmla="*/ 25814 w 51986"/>
                <a:gd name="connsiteY8" fmla="*/ 52326 h 52326"/>
                <a:gd name="connsiteX9" fmla="*/ 31047 w 51986"/>
                <a:gd name="connsiteY9" fmla="*/ 51629 h 52326"/>
                <a:gd name="connsiteX10" fmla="*/ 38023 w 51986"/>
                <a:gd name="connsiteY10" fmla="*/ 49187 h 52326"/>
                <a:gd name="connsiteX11" fmla="*/ 38373 w 51986"/>
                <a:gd name="connsiteY11" fmla="*/ 49187 h 52326"/>
                <a:gd name="connsiteX12" fmla="*/ 51977 w 51986"/>
                <a:gd name="connsiteY12" fmla="*/ 26163 h 52326"/>
                <a:gd name="connsiteX13" fmla="*/ 51977 w 51986"/>
                <a:gd name="connsiteY13" fmla="*/ 26163 h 52326"/>
                <a:gd name="connsiteX14" fmla="*/ 31396 w 51986"/>
                <a:gd name="connsiteY14"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986" h="52326">
                  <a:moveTo>
                    <a:pt x="31396" y="698"/>
                  </a:moveTo>
                  <a:cubicBezTo>
                    <a:pt x="29652" y="349"/>
                    <a:pt x="27907" y="0"/>
                    <a:pt x="26163" y="0"/>
                  </a:cubicBezTo>
                  <a:cubicBezTo>
                    <a:pt x="26163" y="0"/>
                    <a:pt x="26163" y="0"/>
                    <a:pt x="26163" y="0"/>
                  </a:cubicBezTo>
                  <a:cubicBezTo>
                    <a:pt x="26163" y="0"/>
                    <a:pt x="26163" y="0"/>
                    <a:pt x="26163" y="0"/>
                  </a:cubicBezTo>
                  <a:cubicBezTo>
                    <a:pt x="11860" y="0"/>
                    <a:pt x="0" y="11861"/>
                    <a:pt x="0" y="26163"/>
                  </a:cubicBezTo>
                  <a:cubicBezTo>
                    <a:pt x="0" y="35931"/>
                    <a:pt x="5582" y="44652"/>
                    <a:pt x="13604" y="49187"/>
                  </a:cubicBezTo>
                  <a:cubicBezTo>
                    <a:pt x="13604" y="49187"/>
                    <a:pt x="13954" y="49187"/>
                    <a:pt x="13954" y="49535"/>
                  </a:cubicBezTo>
                  <a:cubicBezTo>
                    <a:pt x="14651" y="49884"/>
                    <a:pt x="15000" y="50233"/>
                    <a:pt x="15698" y="50233"/>
                  </a:cubicBezTo>
                  <a:cubicBezTo>
                    <a:pt x="18837" y="51629"/>
                    <a:pt x="22325" y="52326"/>
                    <a:pt x="25814" y="52326"/>
                  </a:cubicBezTo>
                  <a:cubicBezTo>
                    <a:pt x="27558" y="52326"/>
                    <a:pt x="29302" y="51977"/>
                    <a:pt x="31047" y="51629"/>
                  </a:cubicBezTo>
                  <a:cubicBezTo>
                    <a:pt x="33489" y="51279"/>
                    <a:pt x="35931" y="50233"/>
                    <a:pt x="38023" y="49187"/>
                  </a:cubicBezTo>
                  <a:cubicBezTo>
                    <a:pt x="38023" y="49187"/>
                    <a:pt x="38373" y="49187"/>
                    <a:pt x="38373" y="49187"/>
                  </a:cubicBezTo>
                  <a:cubicBezTo>
                    <a:pt x="46396" y="44652"/>
                    <a:pt x="51977" y="36280"/>
                    <a:pt x="51977" y="26163"/>
                  </a:cubicBezTo>
                  <a:lnTo>
                    <a:pt x="51977"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284" name="Freeform: Shape 1283">
              <a:extLst>
                <a:ext uri="{FF2B5EF4-FFF2-40B4-BE49-F238E27FC236}">
                  <a16:creationId xmlns:a16="http://schemas.microsoft.com/office/drawing/2014/main" id="{2FA91796-18A5-C12F-1AD2-D7C49B0EE796}"/>
                </a:ext>
              </a:extLst>
            </p:cNvPr>
            <p:cNvSpPr/>
            <p:nvPr/>
          </p:nvSpPr>
          <p:spPr>
            <a:xfrm>
              <a:off x="9628017"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cubicBezTo>
                    <a:pt x="40466" y="52326"/>
                    <a:pt x="52326" y="40465"/>
                    <a:pt x="52326" y="26163"/>
                  </a:cubicBezTo>
                  <a:cubicBezTo>
                    <a:pt x="52326" y="26163"/>
                    <a:pt x="52326" y="26163"/>
                    <a:pt x="52326" y="26163"/>
                  </a:cubicBezTo>
                  <a:lnTo>
                    <a:pt x="52326" y="26163"/>
                  </a:lnTo>
                  <a:cubicBezTo>
                    <a:pt x="52326" y="11861"/>
                    <a:pt x="40466" y="0"/>
                    <a:pt x="26163" y="0"/>
                  </a:cubicBezTo>
                  <a:lnTo>
                    <a:pt x="26163" y="0"/>
                  </a:ln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285" name="Freeform: Shape 1284">
              <a:extLst>
                <a:ext uri="{FF2B5EF4-FFF2-40B4-BE49-F238E27FC236}">
                  <a16:creationId xmlns:a16="http://schemas.microsoft.com/office/drawing/2014/main" id="{B0E4A5BA-92D7-9399-2D99-D504D0A472CC}"/>
                </a:ext>
              </a:extLst>
            </p:cNvPr>
            <p:cNvSpPr/>
            <p:nvPr/>
          </p:nvSpPr>
          <p:spPr>
            <a:xfrm>
              <a:off x="8372188" y="2617944"/>
              <a:ext cx="52326" cy="52326"/>
            </a:xfrm>
            <a:custGeom>
              <a:avLst/>
              <a:gdLst>
                <a:gd name="connsiteX0" fmla="*/ 31396 w 52326"/>
                <a:gd name="connsiteY0" fmla="*/ 349 h 52326"/>
                <a:gd name="connsiteX1" fmla="*/ 26163 w 52326"/>
                <a:gd name="connsiteY1" fmla="*/ 0 h 52326"/>
                <a:gd name="connsiteX2" fmla="*/ 26163 w 52326"/>
                <a:gd name="connsiteY2" fmla="*/ 0 h 52326"/>
                <a:gd name="connsiteX3" fmla="*/ 0 w 52326"/>
                <a:gd name="connsiteY3" fmla="*/ 26163 h 52326"/>
                <a:gd name="connsiteX4" fmla="*/ 18489 w 52326"/>
                <a:gd name="connsiteY4" fmla="*/ 51280 h 52326"/>
                <a:gd name="connsiteX5" fmla="*/ 26163 w 52326"/>
                <a:gd name="connsiteY5" fmla="*/ 52326 h 52326"/>
                <a:gd name="connsiteX6" fmla="*/ 52326 w 52326"/>
                <a:gd name="connsiteY6" fmla="*/ 26163 h 52326"/>
                <a:gd name="connsiteX7" fmla="*/ 52326 w 52326"/>
                <a:gd name="connsiteY7" fmla="*/ 26163 h 52326"/>
                <a:gd name="connsiteX8" fmla="*/ 31396 w 52326"/>
                <a:gd name="connsiteY8" fmla="*/ 349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1396" y="349"/>
                  </a:moveTo>
                  <a:cubicBezTo>
                    <a:pt x="29652" y="0"/>
                    <a:pt x="27907" y="0"/>
                    <a:pt x="26163" y="0"/>
                  </a:cubicBezTo>
                  <a:lnTo>
                    <a:pt x="26163" y="0"/>
                  </a:lnTo>
                  <a:cubicBezTo>
                    <a:pt x="11860" y="0"/>
                    <a:pt x="0" y="11861"/>
                    <a:pt x="0" y="26163"/>
                  </a:cubicBezTo>
                  <a:cubicBezTo>
                    <a:pt x="0" y="38024"/>
                    <a:pt x="7674" y="47791"/>
                    <a:pt x="18489" y="51280"/>
                  </a:cubicBezTo>
                  <a:cubicBezTo>
                    <a:pt x="20930" y="51977"/>
                    <a:pt x="23721" y="52326"/>
                    <a:pt x="26163" y="52326"/>
                  </a:cubicBezTo>
                  <a:cubicBezTo>
                    <a:pt x="40466" y="52326"/>
                    <a:pt x="52326" y="40466"/>
                    <a:pt x="52326" y="26163"/>
                  </a:cubicBezTo>
                  <a:lnTo>
                    <a:pt x="52326" y="26163"/>
                  </a:lnTo>
                  <a:cubicBezTo>
                    <a:pt x="52326" y="13605"/>
                    <a:pt x="43256" y="2791"/>
                    <a:pt x="31396" y="349"/>
                  </a:cubicBezTo>
                  <a:close/>
                </a:path>
              </a:pathLst>
            </a:custGeom>
            <a:grpFill/>
            <a:ln w="3488" cap="flat">
              <a:noFill/>
              <a:prstDash val="solid"/>
              <a:miter/>
            </a:ln>
          </p:spPr>
          <p:txBody>
            <a:bodyPr rtlCol="0" anchor="ctr"/>
            <a:lstStyle/>
            <a:p>
              <a:endParaRPr lang="en-ID"/>
            </a:p>
          </p:txBody>
        </p:sp>
        <p:sp>
          <p:nvSpPr>
            <p:cNvPr id="1286" name="Freeform: Shape 1285">
              <a:extLst>
                <a:ext uri="{FF2B5EF4-FFF2-40B4-BE49-F238E27FC236}">
                  <a16:creationId xmlns:a16="http://schemas.microsoft.com/office/drawing/2014/main" id="{FD39EAA4-04C8-9217-CE05-A8B4DB4EC80D}"/>
                </a:ext>
              </a:extLst>
            </p:cNvPr>
            <p:cNvSpPr/>
            <p:nvPr/>
          </p:nvSpPr>
          <p:spPr>
            <a:xfrm>
              <a:off x="9837321"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7" name="Freeform: Shape 1286">
              <a:extLst>
                <a:ext uri="{FF2B5EF4-FFF2-40B4-BE49-F238E27FC236}">
                  <a16:creationId xmlns:a16="http://schemas.microsoft.com/office/drawing/2014/main" id="{6B4CF80B-6843-9263-E667-736498A4AF6F}"/>
                </a:ext>
              </a:extLst>
            </p:cNvPr>
            <p:cNvSpPr/>
            <p:nvPr/>
          </p:nvSpPr>
          <p:spPr>
            <a:xfrm>
              <a:off x="1119780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8" name="Freeform: Shape 1287">
              <a:extLst>
                <a:ext uri="{FF2B5EF4-FFF2-40B4-BE49-F238E27FC236}">
                  <a16:creationId xmlns:a16="http://schemas.microsoft.com/office/drawing/2014/main" id="{49738FF3-8D9C-78DF-6091-7C0A6B901506}"/>
                </a:ext>
              </a:extLst>
            </p:cNvPr>
            <p:cNvSpPr/>
            <p:nvPr/>
          </p:nvSpPr>
          <p:spPr>
            <a:xfrm>
              <a:off x="10779193" y="533890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89" name="Freeform: Shape 1288">
              <a:extLst>
                <a:ext uri="{FF2B5EF4-FFF2-40B4-BE49-F238E27FC236}">
                  <a16:creationId xmlns:a16="http://schemas.microsoft.com/office/drawing/2014/main" id="{70485DCF-5720-1077-6E76-451B117AAF7C}"/>
                </a:ext>
              </a:extLst>
            </p:cNvPr>
            <p:cNvSpPr/>
            <p:nvPr/>
          </p:nvSpPr>
          <p:spPr>
            <a:xfrm>
              <a:off x="9418712"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0" name="Freeform: Shape 1289">
              <a:extLst>
                <a:ext uri="{FF2B5EF4-FFF2-40B4-BE49-F238E27FC236}">
                  <a16:creationId xmlns:a16="http://schemas.microsoft.com/office/drawing/2014/main" id="{690F3266-4B93-9478-10F9-D80491F89FA4}"/>
                </a:ext>
              </a:extLst>
            </p:cNvPr>
            <p:cNvSpPr/>
            <p:nvPr/>
          </p:nvSpPr>
          <p:spPr>
            <a:xfrm>
              <a:off x="9314060"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1" name="Freeform: Shape 1290">
              <a:extLst>
                <a:ext uri="{FF2B5EF4-FFF2-40B4-BE49-F238E27FC236}">
                  <a16:creationId xmlns:a16="http://schemas.microsoft.com/office/drawing/2014/main" id="{E46D30E5-59C4-A8A0-DE7E-8681E17A60D2}"/>
                </a:ext>
              </a:extLst>
            </p:cNvPr>
            <p:cNvSpPr/>
            <p:nvPr/>
          </p:nvSpPr>
          <p:spPr>
            <a:xfrm>
              <a:off x="8686145" y="450168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2" name="Freeform: Shape 1291">
              <a:extLst>
                <a:ext uri="{FF2B5EF4-FFF2-40B4-BE49-F238E27FC236}">
                  <a16:creationId xmlns:a16="http://schemas.microsoft.com/office/drawing/2014/main" id="{4BF2EADF-19B5-90D4-3947-A8B8416A6B98}"/>
                </a:ext>
              </a:extLst>
            </p:cNvPr>
            <p:cNvSpPr/>
            <p:nvPr/>
          </p:nvSpPr>
          <p:spPr>
            <a:xfrm>
              <a:off x="8581144" y="3350510"/>
              <a:ext cx="52326" cy="52326"/>
            </a:xfrm>
            <a:custGeom>
              <a:avLst/>
              <a:gdLst>
                <a:gd name="connsiteX0" fmla="*/ 13256 w 52326"/>
                <a:gd name="connsiteY0" fmla="*/ 48838 h 52326"/>
                <a:gd name="connsiteX1" fmla="*/ 14652 w 52326"/>
                <a:gd name="connsiteY1" fmla="*/ 49535 h 52326"/>
                <a:gd name="connsiteX2" fmla="*/ 20930 w 52326"/>
                <a:gd name="connsiteY2" fmla="*/ 51628 h 52326"/>
                <a:gd name="connsiteX3" fmla="*/ 26163 w 52326"/>
                <a:gd name="connsiteY3" fmla="*/ 52326 h 52326"/>
                <a:gd name="connsiteX4" fmla="*/ 26163 w 52326"/>
                <a:gd name="connsiteY4" fmla="*/ 52326 h 52326"/>
                <a:gd name="connsiteX5" fmla="*/ 52326 w 52326"/>
                <a:gd name="connsiteY5" fmla="*/ 26163 h 52326"/>
                <a:gd name="connsiteX6" fmla="*/ 38722 w 52326"/>
                <a:gd name="connsiteY6" fmla="*/ 3140 h 52326"/>
                <a:gd name="connsiteX7" fmla="*/ 38373 w 52326"/>
                <a:gd name="connsiteY7" fmla="*/ 3140 h 52326"/>
                <a:gd name="connsiteX8" fmla="*/ 36280 w 52326"/>
                <a:gd name="connsiteY8" fmla="*/ 2093 h 52326"/>
                <a:gd name="connsiteX9" fmla="*/ 26163 w 52326"/>
                <a:gd name="connsiteY9" fmla="*/ 0 h 52326"/>
                <a:gd name="connsiteX10" fmla="*/ 0 w 52326"/>
                <a:gd name="connsiteY10" fmla="*/ 26163 h 52326"/>
                <a:gd name="connsiteX11" fmla="*/ 13256 w 52326"/>
                <a:gd name="connsiteY11" fmla="*/ 4883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326" h="52326">
                  <a:moveTo>
                    <a:pt x="13256" y="48838"/>
                  </a:moveTo>
                  <a:cubicBezTo>
                    <a:pt x="13605" y="49187"/>
                    <a:pt x="14303" y="49535"/>
                    <a:pt x="14652" y="49535"/>
                  </a:cubicBezTo>
                  <a:cubicBezTo>
                    <a:pt x="16745" y="50582"/>
                    <a:pt x="18838" y="51280"/>
                    <a:pt x="20930" y="51628"/>
                  </a:cubicBezTo>
                  <a:cubicBezTo>
                    <a:pt x="22675" y="51977"/>
                    <a:pt x="24419" y="52326"/>
                    <a:pt x="26163" y="52326"/>
                  </a:cubicBezTo>
                  <a:lnTo>
                    <a:pt x="26163" y="52326"/>
                  </a:lnTo>
                  <a:cubicBezTo>
                    <a:pt x="40466" y="52326"/>
                    <a:pt x="52326" y="40465"/>
                    <a:pt x="52326" y="26163"/>
                  </a:cubicBezTo>
                  <a:cubicBezTo>
                    <a:pt x="52326" y="16396"/>
                    <a:pt x="46745" y="7675"/>
                    <a:pt x="38722" y="3140"/>
                  </a:cubicBezTo>
                  <a:cubicBezTo>
                    <a:pt x="38722" y="3140"/>
                    <a:pt x="38373" y="3140"/>
                    <a:pt x="38373" y="3140"/>
                  </a:cubicBezTo>
                  <a:cubicBezTo>
                    <a:pt x="37675" y="2791"/>
                    <a:pt x="36978" y="2442"/>
                    <a:pt x="36280" y="2093"/>
                  </a:cubicBezTo>
                  <a:cubicBezTo>
                    <a:pt x="33140" y="698"/>
                    <a:pt x="29652" y="0"/>
                    <a:pt x="26163" y="0"/>
                  </a:cubicBezTo>
                  <a:cubicBezTo>
                    <a:pt x="11861" y="0"/>
                    <a:pt x="0" y="11861"/>
                    <a:pt x="0" y="26163"/>
                  </a:cubicBezTo>
                  <a:cubicBezTo>
                    <a:pt x="349" y="35931"/>
                    <a:pt x="5582" y="44303"/>
                    <a:pt x="13256" y="48838"/>
                  </a:cubicBezTo>
                  <a:close/>
                </a:path>
              </a:pathLst>
            </a:custGeom>
            <a:grpFill/>
            <a:ln w="3488" cap="flat">
              <a:noFill/>
              <a:prstDash val="solid"/>
              <a:miter/>
            </a:ln>
          </p:spPr>
          <p:txBody>
            <a:bodyPr rtlCol="0" anchor="ctr"/>
            <a:lstStyle/>
            <a:p>
              <a:endParaRPr lang="en-ID"/>
            </a:p>
          </p:txBody>
        </p:sp>
        <p:sp>
          <p:nvSpPr>
            <p:cNvPr id="1293" name="Freeform: Shape 1292">
              <a:extLst>
                <a:ext uri="{FF2B5EF4-FFF2-40B4-BE49-F238E27FC236}">
                  <a16:creationId xmlns:a16="http://schemas.microsoft.com/office/drawing/2014/main" id="{7C5F19F3-058A-38F1-66C7-81745E485560}"/>
                </a:ext>
              </a:extLst>
            </p:cNvPr>
            <p:cNvSpPr/>
            <p:nvPr/>
          </p:nvSpPr>
          <p:spPr>
            <a:xfrm>
              <a:off x="8476841"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4" name="Freeform: Shape 1293">
              <a:extLst>
                <a:ext uri="{FF2B5EF4-FFF2-40B4-BE49-F238E27FC236}">
                  <a16:creationId xmlns:a16="http://schemas.microsoft.com/office/drawing/2014/main" id="{E6AB42A1-7EFB-0821-6C7C-4D1607E70819}"/>
                </a:ext>
              </a:extLst>
            </p:cNvPr>
            <p:cNvSpPr/>
            <p:nvPr/>
          </p:nvSpPr>
          <p:spPr>
            <a:xfrm>
              <a:off x="8476841"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5" name="Freeform: Shape 1294">
              <a:extLst>
                <a:ext uri="{FF2B5EF4-FFF2-40B4-BE49-F238E27FC236}">
                  <a16:creationId xmlns:a16="http://schemas.microsoft.com/office/drawing/2014/main" id="{DEACB508-FBC8-3015-B938-AB7BB78FA10F}"/>
                </a:ext>
              </a:extLst>
            </p:cNvPr>
            <p:cNvSpPr/>
            <p:nvPr/>
          </p:nvSpPr>
          <p:spPr>
            <a:xfrm>
              <a:off x="8372188" y="4710991"/>
              <a:ext cx="52326" cy="52326"/>
            </a:xfrm>
            <a:custGeom>
              <a:avLst/>
              <a:gdLst>
                <a:gd name="connsiteX0" fmla="*/ 26163 w 52326"/>
                <a:gd name="connsiteY0" fmla="*/ 0 h 52326"/>
                <a:gd name="connsiteX1" fmla="*/ 0 w 52326"/>
                <a:gd name="connsiteY1" fmla="*/ 26163 h 52326"/>
                <a:gd name="connsiteX2" fmla="*/ 4535 w 52326"/>
                <a:gd name="connsiteY2" fmla="*/ 40814 h 52326"/>
                <a:gd name="connsiteX3" fmla="*/ 26163 w 52326"/>
                <a:gd name="connsiteY3" fmla="*/ 52326 h 52326"/>
                <a:gd name="connsiteX4" fmla="*/ 52326 w 52326"/>
                <a:gd name="connsiteY4" fmla="*/ 26163 h 52326"/>
                <a:gd name="connsiteX5" fmla="*/ 52326 w 52326"/>
                <a:gd name="connsiteY5" fmla="*/ 26163 h 52326"/>
                <a:gd name="connsiteX6" fmla="*/ 46396 w 52326"/>
                <a:gd name="connsiteY6" fmla="*/ 9419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11860" y="0"/>
                    <a:pt x="0" y="11861"/>
                    <a:pt x="0" y="26163"/>
                  </a:cubicBezTo>
                  <a:cubicBezTo>
                    <a:pt x="0" y="31744"/>
                    <a:pt x="1744" y="36628"/>
                    <a:pt x="4535" y="40814"/>
                  </a:cubicBezTo>
                  <a:cubicBezTo>
                    <a:pt x="9070" y="47791"/>
                    <a:pt x="17093" y="52326"/>
                    <a:pt x="26163" y="52326"/>
                  </a:cubicBezTo>
                  <a:cubicBezTo>
                    <a:pt x="40466" y="52326"/>
                    <a:pt x="52326" y="40465"/>
                    <a:pt x="52326" y="26163"/>
                  </a:cubicBezTo>
                  <a:lnTo>
                    <a:pt x="52326" y="26163"/>
                  </a:lnTo>
                  <a:cubicBezTo>
                    <a:pt x="52326" y="19884"/>
                    <a:pt x="50233" y="13954"/>
                    <a:pt x="46396" y="9419"/>
                  </a:cubicBezTo>
                  <a:cubicBezTo>
                    <a:pt x="41512" y="3837"/>
                    <a:pt x="34187" y="0"/>
                    <a:pt x="26163" y="0"/>
                  </a:cubicBezTo>
                  <a:close/>
                </a:path>
              </a:pathLst>
            </a:custGeom>
            <a:grpFill/>
            <a:ln w="3488" cap="flat">
              <a:noFill/>
              <a:prstDash val="solid"/>
              <a:miter/>
            </a:ln>
          </p:spPr>
          <p:txBody>
            <a:bodyPr rtlCol="0" anchor="ctr"/>
            <a:lstStyle/>
            <a:p>
              <a:endParaRPr lang="en-ID"/>
            </a:p>
          </p:txBody>
        </p:sp>
        <p:sp>
          <p:nvSpPr>
            <p:cNvPr id="1296" name="Freeform: Shape 1295">
              <a:extLst>
                <a:ext uri="{FF2B5EF4-FFF2-40B4-BE49-F238E27FC236}">
                  <a16:creationId xmlns:a16="http://schemas.microsoft.com/office/drawing/2014/main" id="{F32EBE3E-13E2-F02C-52D5-EF587EE4356D}"/>
                </a:ext>
              </a:extLst>
            </p:cNvPr>
            <p:cNvSpPr/>
            <p:nvPr/>
          </p:nvSpPr>
          <p:spPr>
            <a:xfrm>
              <a:off x="6907055"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97" name="Freeform: Shape 1296">
              <a:extLst>
                <a:ext uri="{FF2B5EF4-FFF2-40B4-BE49-F238E27FC236}">
                  <a16:creationId xmlns:a16="http://schemas.microsoft.com/office/drawing/2014/main" id="{CB48D397-AA2C-90FC-6209-EE3251F4AFAB}"/>
                </a:ext>
              </a:extLst>
            </p:cNvPr>
            <p:cNvSpPr/>
            <p:nvPr/>
          </p:nvSpPr>
          <p:spPr>
            <a:xfrm>
              <a:off x="6907055"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298" name="Freeform: Shape 1297">
              <a:extLst>
                <a:ext uri="{FF2B5EF4-FFF2-40B4-BE49-F238E27FC236}">
                  <a16:creationId xmlns:a16="http://schemas.microsoft.com/office/drawing/2014/main" id="{FD7EAB85-39F4-CEFA-08B7-1B2A22869A6E}"/>
                </a:ext>
              </a:extLst>
            </p:cNvPr>
            <p:cNvSpPr/>
            <p:nvPr/>
          </p:nvSpPr>
          <p:spPr>
            <a:xfrm>
              <a:off x="6488446" y="5338905"/>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5" y="52326"/>
                    <a:pt x="52326" y="40465"/>
                    <a:pt x="52326" y="26163"/>
                  </a:cubicBezTo>
                  <a:cubicBezTo>
                    <a:pt x="52326" y="11861"/>
                    <a:pt x="40465" y="0"/>
                    <a:pt x="26163" y="0"/>
                  </a:cubicBez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299" name="Freeform: Shape 1298">
              <a:extLst>
                <a:ext uri="{FF2B5EF4-FFF2-40B4-BE49-F238E27FC236}">
                  <a16:creationId xmlns:a16="http://schemas.microsoft.com/office/drawing/2014/main" id="{606F6D58-5CEC-06F7-AA91-608596BBDBCC}"/>
                </a:ext>
              </a:extLst>
            </p:cNvPr>
            <p:cNvSpPr/>
            <p:nvPr/>
          </p:nvSpPr>
          <p:spPr>
            <a:xfrm>
              <a:off x="9523364" y="3559815"/>
              <a:ext cx="52326" cy="52326"/>
            </a:xfrm>
            <a:custGeom>
              <a:avLst/>
              <a:gdLst>
                <a:gd name="connsiteX0" fmla="*/ 50233 w 52326"/>
                <a:gd name="connsiteY0" fmla="*/ 15698 h 52326"/>
                <a:gd name="connsiteX1" fmla="*/ 26163 w 52326"/>
                <a:gd name="connsiteY1" fmla="*/ 0 h 52326"/>
                <a:gd name="connsiteX2" fmla="*/ 0 w 52326"/>
                <a:gd name="connsiteY2" fmla="*/ 26163 h 52326"/>
                <a:gd name="connsiteX3" fmla="*/ 1047 w 52326"/>
                <a:gd name="connsiteY3" fmla="*/ 33838 h 52326"/>
                <a:gd name="connsiteX4" fmla="*/ 26163 w 52326"/>
                <a:gd name="connsiteY4" fmla="*/ 52326 h 52326"/>
                <a:gd name="connsiteX5" fmla="*/ 52326 w 52326"/>
                <a:gd name="connsiteY5" fmla="*/ 26163 h 52326"/>
                <a:gd name="connsiteX6" fmla="*/ 50233 w 52326"/>
                <a:gd name="connsiteY6" fmla="*/ 15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0233" y="15698"/>
                  </a:moveTo>
                  <a:cubicBezTo>
                    <a:pt x="46396" y="6279"/>
                    <a:pt x="36978" y="0"/>
                    <a:pt x="26163" y="0"/>
                  </a:cubicBezTo>
                  <a:cubicBezTo>
                    <a:pt x="11860" y="0"/>
                    <a:pt x="0" y="11861"/>
                    <a:pt x="0" y="26163"/>
                  </a:cubicBezTo>
                  <a:cubicBezTo>
                    <a:pt x="0" y="28954"/>
                    <a:pt x="349" y="31396"/>
                    <a:pt x="1047" y="33838"/>
                  </a:cubicBezTo>
                  <a:cubicBezTo>
                    <a:pt x="4186" y="44652"/>
                    <a:pt x="14303" y="52326"/>
                    <a:pt x="26163" y="52326"/>
                  </a:cubicBezTo>
                  <a:cubicBezTo>
                    <a:pt x="40466" y="52326"/>
                    <a:pt x="52326" y="40465"/>
                    <a:pt x="52326" y="26163"/>
                  </a:cubicBezTo>
                  <a:cubicBezTo>
                    <a:pt x="52326" y="22326"/>
                    <a:pt x="51629" y="18838"/>
                    <a:pt x="50233" y="15698"/>
                  </a:cubicBezTo>
                  <a:close/>
                </a:path>
              </a:pathLst>
            </a:custGeom>
            <a:grpFill/>
            <a:ln w="3488" cap="flat">
              <a:noFill/>
              <a:prstDash val="solid"/>
              <a:miter/>
            </a:ln>
          </p:spPr>
          <p:txBody>
            <a:bodyPr rtlCol="0" anchor="ctr"/>
            <a:lstStyle/>
            <a:p>
              <a:endParaRPr lang="en-ID"/>
            </a:p>
          </p:txBody>
        </p:sp>
        <p:sp>
          <p:nvSpPr>
            <p:cNvPr id="1300" name="Freeform: Shape 1299">
              <a:extLst>
                <a:ext uri="{FF2B5EF4-FFF2-40B4-BE49-F238E27FC236}">
                  <a16:creationId xmlns:a16="http://schemas.microsoft.com/office/drawing/2014/main" id="{6CE014B5-A8C6-0400-826E-9D2C74E4C47F}"/>
                </a:ext>
              </a:extLst>
            </p:cNvPr>
            <p:cNvSpPr/>
            <p:nvPr/>
          </p:nvSpPr>
          <p:spPr>
            <a:xfrm>
              <a:off x="11197802" y="3978424"/>
              <a:ext cx="52326" cy="52326"/>
            </a:xfrm>
            <a:custGeom>
              <a:avLst/>
              <a:gdLst>
                <a:gd name="connsiteX0" fmla="*/ 52326 w 52326"/>
                <a:gd name="connsiteY0" fmla="*/ 26163 h 52326"/>
                <a:gd name="connsiteX1" fmla="*/ 49187 w 52326"/>
                <a:gd name="connsiteY1" fmla="*/ 13605 h 52326"/>
                <a:gd name="connsiteX2" fmla="*/ 26163 w 52326"/>
                <a:gd name="connsiteY2" fmla="*/ 0 h 52326"/>
                <a:gd name="connsiteX3" fmla="*/ 0 w 52326"/>
                <a:gd name="connsiteY3" fmla="*/ 26163 h 52326"/>
                <a:gd name="connsiteX4" fmla="*/ 698 w 52326"/>
                <a:gd name="connsiteY4" fmla="*/ 31396 h 52326"/>
                <a:gd name="connsiteX5" fmla="*/ 26163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21628"/>
                    <a:pt x="51279" y="17442"/>
                    <a:pt x="49187" y="13605"/>
                  </a:cubicBezTo>
                  <a:cubicBezTo>
                    <a:pt x="44652" y="5581"/>
                    <a:pt x="36279" y="0"/>
                    <a:pt x="26163" y="0"/>
                  </a:cubicBezTo>
                  <a:cubicBezTo>
                    <a:pt x="11860" y="0"/>
                    <a:pt x="0" y="11861"/>
                    <a:pt x="0" y="26163"/>
                  </a:cubicBezTo>
                  <a:cubicBezTo>
                    <a:pt x="0" y="27907"/>
                    <a:pt x="349" y="29652"/>
                    <a:pt x="698" y="31396"/>
                  </a:cubicBezTo>
                  <a:cubicBezTo>
                    <a:pt x="3139" y="43256"/>
                    <a:pt x="13604"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01" name="Freeform: Shape 1300">
              <a:extLst>
                <a:ext uri="{FF2B5EF4-FFF2-40B4-BE49-F238E27FC236}">
                  <a16:creationId xmlns:a16="http://schemas.microsoft.com/office/drawing/2014/main" id="{B809661D-85CC-A157-1C66-B8E9D3C82761}"/>
                </a:ext>
              </a:extLst>
            </p:cNvPr>
            <p:cNvSpPr/>
            <p:nvPr/>
          </p:nvSpPr>
          <p:spPr>
            <a:xfrm>
              <a:off x="10779193" y="4083077"/>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15349 w 52326"/>
                <a:gd name="connsiteY3" fmla="*/ 49884 h 52326"/>
                <a:gd name="connsiteX4" fmla="*/ 23372 w 52326"/>
                <a:gd name="connsiteY4" fmla="*/ 51977 h 52326"/>
                <a:gd name="connsiteX5" fmla="*/ 26512 w 52326"/>
                <a:gd name="connsiteY5" fmla="*/ 52326 h 52326"/>
                <a:gd name="connsiteX6" fmla="*/ 52326 w 52326"/>
                <a:gd name="connsiteY6" fmla="*/ 26163 h 52326"/>
                <a:gd name="connsiteX7" fmla="*/ 52326 w 52326"/>
                <a:gd name="connsiteY7"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52326" y="26163"/>
                  </a:moveTo>
                  <a:cubicBezTo>
                    <a:pt x="52326" y="11861"/>
                    <a:pt x="40466" y="0"/>
                    <a:pt x="26163" y="0"/>
                  </a:cubicBezTo>
                  <a:cubicBezTo>
                    <a:pt x="11860" y="0"/>
                    <a:pt x="0" y="11861"/>
                    <a:pt x="0" y="26163"/>
                  </a:cubicBezTo>
                  <a:cubicBezTo>
                    <a:pt x="0" y="36628"/>
                    <a:pt x="6279" y="45698"/>
                    <a:pt x="15349" y="49884"/>
                  </a:cubicBezTo>
                  <a:cubicBezTo>
                    <a:pt x="17791" y="50931"/>
                    <a:pt x="20581" y="51628"/>
                    <a:pt x="23372" y="51977"/>
                  </a:cubicBezTo>
                  <a:cubicBezTo>
                    <a:pt x="24419" y="51977"/>
                    <a:pt x="25466" y="52326"/>
                    <a:pt x="26512"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02" name="Freeform: Shape 1301">
              <a:extLst>
                <a:ext uri="{FF2B5EF4-FFF2-40B4-BE49-F238E27FC236}">
                  <a16:creationId xmlns:a16="http://schemas.microsoft.com/office/drawing/2014/main" id="{62FE74D1-A4BC-0CAC-06AE-ADFBCFC766C8}"/>
                </a:ext>
              </a:extLst>
            </p:cNvPr>
            <p:cNvSpPr/>
            <p:nvPr/>
          </p:nvSpPr>
          <p:spPr>
            <a:xfrm>
              <a:off x="8162884" y="5129252"/>
              <a:ext cx="52326" cy="52326"/>
            </a:xfrm>
            <a:custGeom>
              <a:avLst/>
              <a:gdLst>
                <a:gd name="connsiteX0" fmla="*/ 38722 w 52326"/>
                <a:gd name="connsiteY0" fmla="*/ 3488 h 52326"/>
                <a:gd name="connsiteX1" fmla="*/ 38722 w 52326"/>
                <a:gd name="connsiteY1" fmla="*/ 3488 h 52326"/>
                <a:gd name="connsiteX2" fmla="*/ 31396 w 52326"/>
                <a:gd name="connsiteY2" fmla="*/ 698 h 52326"/>
                <a:gd name="connsiteX3" fmla="*/ 26163 w 52326"/>
                <a:gd name="connsiteY3" fmla="*/ 0 h 52326"/>
                <a:gd name="connsiteX4" fmla="*/ 0 w 52326"/>
                <a:gd name="connsiteY4" fmla="*/ 26163 h 52326"/>
                <a:gd name="connsiteX5" fmla="*/ 13604 w 52326"/>
                <a:gd name="connsiteY5" fmla="*/ 49187 h 52326"/>
                <a:gd name="connsiteX6" fmla="*/ 26163 w 52326"/>
                <a:gd name="connsiteY6" fmla="*/ 52326 h 52326"/>
                <a:gd name="connsiteX7" fmla="*/ 52326 w 52326"/>
                <a:gd name="connsiteY7" fmla="*/ 26163 h 52326"/>
                <a:gd name="connsiteX8" fmla="*/ 38722 w 52326"/>
                <a:gd name="connsiteY8" fmla="*/ 348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38722" y="3488"/>
                  </a:moveTo>
                  <a:cubicBezTo>
                    <a:pt x="38373" y="3488"/>
                    <a:pt x="38373" y="3488"/>
                    <a:pt x="38722" y="3488"/>
                  </a:cubicBezTo>
                  <a:cubicBezTo>
                    <a:pt x="36279" y="2093"/>
                    <a:pt x="33837" y="1395"/>
                    <a:pt x="31396" y="698"/>
                  </a:cubicBezTo>
                  <a:cubicBezTo>
                    <a:pt x="29652" y="349"/>
                    <a:pt x="27907" y="0"/>
                    <a:pt x="26163" y="0"/>
                  </a:cubicBezTo>
                  <a:cubicBezTo>
                    <a:pt x="11860" y="0"/>
                    <a:pt x="0" y="11861"/>
                    <a:pt x="0" y="26163"/>
                  </a:cubicBezTo>
                  <a:cubicBezTo>
                    <a:pt x="0" y="35930"/>
                    <a:pt x="5582" y="44651"/>
                    <a:pt x="13604" y="49187"/>
                  </a:cubicBezTo>
                  <a:cubicBezTo>
                    <a:pt x="17442" y="51279"/>
                    <a:pt x="21628" y="52326"/>
                    <a:pt x="26163" y="52326"/>
                  </a:cubicBezTo>
                  <a:cubicBezTo>
                    <a:pt x="40466" y="52326"/>
                    <a:pt x="52326" y="40465"/>
                    <a:pt x="52326" y="26163"/>
                  </a:cubicBezTo>
                  <a:cubicBezTo>
                    <a:pt x="52326" y="16744"/>
                    <a:pt x="46744" y="8023"/>
                    <a:pt x="38722" y="3488"/>
                  </a:cubicBezTo>
                  <a:close/>
                </a:path>
              </a:pathLst>
            </a:custGeom>
            <a:grpFill/>
            <a:ln w="3488" cap="flat">
              <a:noFill/>
              <a:prstDash val="solid"/>
              <a:miter/>
            </a:ln>
          </p:spPr>
          <p:txBody>
            <a:bodyPr rtlCol="0" anchor="ctr"/>
            <a:lstStyle/>
            <a:p>
              <a:endParaRPr lang="en-ID"/>
            </a:p>
          </p:txBody>
        </p:sp>
        <p:sp>
          <p:nvSpPr>
            <p:cNvPr id="1303" name="Freeform: Shape 1302">
              <a:extLst>
                <a:ext uri="{FF2B5EF4-FFF2-40B4-BE49-F238E27FC236}">
                  <a16:creationId xmlns:a16="http://schemas.microsoft.com/office/drawing/2014/main" id="{89E2CC1F-1120-79B3-0A22-A5D6E0ECBDE3}"/>
                </a:ext>
              </a:extLst>
            </p:cNvPr>
            <p:cNvSpPr/>
            <p:nvPr/>
          </p:nvSpPr>
          <p:spPr>
            <a:xfrm>
              <a:off x="9418712" y="5234253"/>
              <a:ext cx="52326" cy="52326"/>
            </a:xfrm>
            <a:custGeom>
              <a:avLst/>
              <a:gdLst>
                <a:gd name="connsiteX0" fmla="*/ 26163 w 52326"/>
                <a:gd name="connsiteY0" fmla="*/ 52326 h 52326"/>
                <a:gd name="connsiteX1" fmla="*/ 52326 w 52326"/>
                <a:gd name="connsiteY1" fmla="*/ 26163 h 52326"/>
                <a:gd name="connsiteX2" fmla="*/ 52326 w 52326"/>
                <a:gd name="connsiteY2" fmla="*/ 26163 h 52326"/>
                <a:gd name="connsiteX3" fmla="*/ 52326 w 52326"/>
                <a:gd name="connsiteY3" fmla="*/ 26163 h 52326"/>
                <a:gd name="connsiteX4" fmla="*/ 26163 w 52326"/>
                <a:gd name="connsiteY4" fmla="*/ 0 h 52326"/>
                <a:gd name="connsiteX5" fmla="*/ 0 w 52326"/>
                <a:gd name="connsiteY5" fmla="*/ 26163 h 52326"/>
                <a:gd name="connsiteX6" fmla="*/ 0 w 52326"/>
                <a:gd name="connsiteY6" fmla="*/ 26163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40466" y="52326"/>
                    <a:pt x="52326" y="40465"/>
                    <a:pt x="52326" y="26163"/>
                  </a:cubicBezTo>
                  <a:cubicBezTo>
                    <a:pt x="52326" y="26163"/>
                    <a:pt x="52326" y="26163"/>
                    <a:pt x="52326" y="26163"/>
                  </a:cubicBezTo>
                  <a:lnTo>
                    <a:pt x="52326" y="26163"/>
                  </a:lnTo>
                  <a:cubicBezTo>
                    <a:pt x="52326" y="11861"/>
                    <a:pt x="40466" y="0"/>
                    <a:pt x="26163" y="0"/>
                  </a:cubicBezTo>
                  <a:cubicBezTo>
                    <a:pt x="11860" y="0"/>
                    <a:pt x="0" y="11861"/>
                    <a:pt x="0" y="26163"/>
                  </a:cubicBezTo>
                  <a:lnTo>
                    <a:pt x="0" y="26163"/>
                  </a:lnTo>
                  <a:cubicBezTo>
                    <a:pt x="0" y="26163"/>
                    <a:pt x="0" y="26163"/>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04" name="Freeform: Shape 1303">
              <a:extLst>
                <a:ext uri="{FF2B5EF4-FFF2-40B4-BE49-F238E27FC236}">
                  <a16:creationId xmlns:a16="http://schemas.microsoft.com/office/drawing/2014/main" id="{A018D496-24CF-320D-8B28-F42B0ED2659C}"/>
                </a:ext>
              </a:extLst>
            </p:cNvPr>
            <p:cNvSpPr/>
            <p:nvPr/>
          </p:nvSpPr>
          <p:spPr>
            <a:xfrm>
              <a:off x="10151278" y="4606338"/>
              <a:ext cx="52326" cy="52326"/>
            </a:xfrm>
            <a:custGeom>
              <a:avLst/>
              <a:gdLst>
                <a:gd name="connsiteX0" fmla="*/ 41861 w 52326"/>
                <a:gd name="connsiteY0" fmla="*/ 5233 h 52326"/>
                <a:gd name="connsiteX1" fmla="*/ 26163 w 52326"/>
                <a:gd name="connsiteY1" fmla="*/ 0 h 52326"/>
                <a:gd name="connsiteX2" fmla="*/ 26163 w 52326"/>
                <a:gd name="connsiteY2" fmla="*/ 0 h 52326"/>
                <a:gd name="connsiteX3" fmla="*/ 0 w 52326"/>
                <a:gd name="connsiteY3" fmla="*/ 26163 h 52326"/>
                <a:gd name="connsiteX4" fmla="*/ 7674 w 52326"/>
                <a:gd name="connsiteY4" fmla="*/ 44652 h 52326"/>
                <a:gd name="connsiteX5" fmla="*/ 11163 w 52326"/>
                <a:gd name="connsiteY5" fmla="*/ 47442 h 52326"/>
                <a:gd name="connsiteX6" fmla="*/ 11512 w 52326"/>
                <a:gd name="connsiteY6" fmla="*/ 47791 h 52326"/>
                <a:gd name="connsiteX7" fmla="*/ 26163 w 52326"/>
                <a:gd name="connsiteY7" fmla="*/ 52326 h 52326"/>
                <a:gd name="connsiteX8" fmla="*/ 52326 w 52326"/>
                <a:gd name="connsiteY8" fmla="*/ 26163 h 52326"/>
                <a:gd name="connsiteX9" fmla="*/ 41861 w 52326"/>
                <a:gd name="connsiteY9" fmla="*/ 5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26" h="52326">
                  <a:moveTo>
                    <a:pt x="41861" y="5233"/>
                  </a:moveTo>
                  <a:cubicBezTo>
                    <a:pt x="37326" y="2093"/>
                    <a:pt x="32093" y="0"/>
                    <a:pt x="26163" y="0"/>
                  </a:cubicBezTo>
                  <a:lnTo>
                    <a:pt x="26163" y="0"/>
                  </a:lnTo>
                  <a:cubicBezTo>
                    <a:pt x="11860" y="0"/>
                    <a:pt x="0" y="11861"/>
                    <a:pt x="0" y="26163"/>
                  </a:cubicBezTo>
                  <a:cubicBezTo>
                    <a:pt x="0" y="33489"/>
                    <a:pt x="2791" y="39768"/>
                    <a:pt x="7674" y="44652"/>
                  </a:cubicBezTo>
                  <a:cubicBezTo>
                    <a:pt x="8721" y="45698"/>
                    <a:pt x="9768" y="46745"/>
                    <a:pt x="11163" y="47442"/>
                  </a:cubicBezTo>
                  <a:cubicBezTo>
                    <a:pt x="11163" y="47442"/>
                    <a:pt x="11512" y="47791"/>
                    <a:pt x="11512" y="47791"/>
                  </a:cubicBezTo>
                  <a:cubicBezTo>
                    <a:pt x="15698" y="50582"/>
                    <a:pt x="20581" y="52326"/>
                    <a:pt x="26163" y="52326"/>
                  </a:cubicBezTo>
                  <a:cubicBezTo>
                    <a:pt x="40466" y="52326"/>
                    <a:pt x="52326" y="40465"/>
                    <a:pt x="52326" y="26163"/>
                  </a:cubicBezTo>
                  <a:cubicBezTo>
                    <a:pt x="52326" y="17442"/>
                    <a:pt x="48140" y="10116"/>
                    <a:pt x="41861" y="5233"/>
                  </a:cubicBezTo>
                  <a:close/>
                </a:path>
              </a:pathLst>
            </a:custGeom>
            <a:grpFill/>
            <a:ln w="3488" cap="flat">
              <a:noFill/>
              <a:prstDash val="solid"/>
              <a:miter/>
            </a:ln>
          </p:spPr>
          <p:txBody>
            <a:bodyPr rtlCol="0" anchor="ctr"/>
            <a:lstStyle/>
            <a:p>
              <a:endParaRPr lang="en-ID"/>
            </a:p>
          </p:txBody>
        </p:sp>
        <p:sp>
          <p:nvSpPr>
            <p:cNvPr id="1305" name="Freeform: Shape 1304">
              <a:extLst>
                <a:ext uri="{FF2B5EF4-FFF2-40B4-BE49-F238E27FC236}">
                  <a16:creationId xmlns:a16="http://schemas.microsoft.com/office/drawing/2014/main" id="{F117F20B-3FDD-9D14-3E22-542726C08DDD}"/>
                </a:ext>
              </a:extLst>
            </p:cNvPr>
            <p:cNvSpPr/>
            <p:nvPr/>
          </p:nvSpPr>
          <p:spPr>
            <a:xfrm>
              <a:off x="9732669" y="5129600"/>
              <a:ext cx="52326" cy="52326"/>
            </a:xfrm>
            <a:custGeom>
              <a:avLst/>
              <a:gdLst>
                <a:gd name="connsiteX0" fmla="*/ 26163 w 52326"/>
                <a:gd name="connsiteY0" fmla="*/ 52326 h 52326"/>
                <a:gd name="connsiteX1" fmla="*/ 52326 w 52326"/>
                <a:gd name="connsiteY1" fmla="*/ 26163 h 52326"/>
                <a:gd name="connsiteX2" fmla="*/ 48489 w 52326"/>
                <a:gd name="connsiteY2" fmla="*/ 12209 h 52326"/>
                <a:gd name="connsiteX3" fmla="*/ 26163 w 52326"/>
                <a:gd name="connsiteY3" fmla="*/ 0 h 52326"/>
                <a:gd name="connsiteX4" fmla="*/ 0 w 52326"/>
                <a:gd name="connsiteY4" fmla="*/ 26163 h 52326"/>
                <a:gd name="connsiteX5" fmla="*/ 7674 w 52326"/>
                <a:gd name="connsiteY5" fmla="*/ 44652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40466" y="52326"/>
                    <a:pt x="52326" y="40465"/>
                    <a:pt x="52326" y="26163"/>
                  </a:cubicBezTo>
                  <a:cubicBezTo>
                    <a:pt x="52326" y="20930"/>
                    <a:pt x="50931" y="16395"/>
                    <a:pt x="48489" y="12209"/>
                  </a:cubicBezTo>
                  <a:cubicBezTo>
                    <a:pt x="43954" y="4884"/>
                    <a:pt x="35582" y="0"/>
                    <a:pt x="26163" y="0"/>
                  </a:cubicBez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306" name="Freeform: Shape 1305">
              <a:extLst>
                <a:ext uri="{FF2B5EF4-FFF2-40B4-BE49-F238E27FC236}">
                  <a16:creationId xmlns:a16="http://schemas.microsoft.com/office/drawing/2014/main" id="{6E65988E-1DD1-533D-1ECC-934AC29BE005}"/>
                </a:ext>
              </a:extLst>
            </p:cNvPr>
            <p:cNvSpPr/>
            <p:nvPr/>
          </p:nvSpPr>
          <p:spPr>
            <a:xfrm>
              <a:off x="12035021" y="4710991"/>
              <a:ext cx="52326" cy="52326"/>
            </a:xfrm>
            <a:custGeom>
              <a:avLst/>
              <a:gdLst>
                <a:gd name="connsiteX0" fmla="*/ 26163 w 52326"/>
                <a:gd name="connsiteY0" fmla="*/ 52326 h 52326"/>
                <a:gd name="connsiteX1" fmla="*/ 42908 w 52326"/>
                <a:gd name="connsiteY1" fmla="*/ 46396 h 52326"/>
                <a:gd name="connsiteX2" fmla="*/ 43954 w 52326"/>
                <a:gd name="connsiteY2" fmla="*/ 45349 h 52326"/>
                <a:gd name="connsiteX3" fmla="*/ 44652 w 52326"/>
                <a:gd name="connsiteY3" fmla="*/ 44652 h 52326"/>
                <a:gd name="connsiteX4" fmla="*/ 52326 w 52326"/>
                <a:gd name="connsiteY4" fmla="*/ 26163 h 52326"/>
                <a:gd name="connsiteX5" fmla="*/ 26163 w 52326"/>
                <a:gd name="connsiteY5" fmla="*/ 0 h 52326"/>
                <a:gd name="connsiteX6" fmla="*/ 7674 w 52326"/>
                <a:gd name="connsiteY6" fmla="*/ 7675 h 52326"/>
                <a:gd name="connsiteX7" fmla="*/ 0 w 52326"/>
                <a:gd name="connsiteY7" fmla="*/ 26163 h 52326"/>
                <a:gd name="connsiteX8" fmla="*/ 26163 w 52326"/>
                <a:gd name="connsiteY8"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26163" y="52326"/>
                  </a:moveTo>
                  <a:cubicBezTo>
                    <a:pt x="32442" y="52326"/>
                    <a:pt x="38373" y="50233"/>
                    <a:pt x="42908" y="46396"/>
                  </a:cubicBezTo>
                  <a:cubicBezTo>
                    <a:pt x="43256" y="46047"/>
                    <a:pt x="43605" y="45698"/>
                    <a:pt x="43954" y="45349"/>
                  </a:cubicBezTo>
                  <a:cubicBezTo>
                    <a:pt x="44303" y="45001"/>
                    <a:pt x="44303" y="45001"/>
                    <a:pt x="44652" y="44652"/>
                  </a:cubicBezTo>
                  <a:cubicBezTo>
                    <a:pt x="49535" y="39768"/>
                    <a:pt x="52326" y="33489"/>
                    <a:pt x="52326" y="26163"/>
                  </a:cubicBezTo>
                  <a:cubicBezTo>
                    <a:pt x="52326" y="11861"/>
                    <a:pt x="40466" y="0"/>
                    <a:pt x="26163" y="0"/>
                  </a:cubicBezTo>
                  <a:cubicBezTo>
                    <a:pt x="18837" y="0"/>
                    <a:pt x="12559" y="2791"/>
                    <a:pt x="7674" y="7675"/>
                  </a:cubicBezTo>
                  <a:cubicBezTo>
                    <a:pt x="2791" y="12558"/>
                    <a:pt x="0" y="18838"/>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07" name="Freeform: Shape 1306">
              <a:extLst>
                <a:ext uri="{FF2B5EF4-FFF2-40B4-BE49-F238E27FC236}">
                  <a16:creationId xmlns:a16="http://schemas.microsoft.com/office/drawing/2014/main" id="{C5037A03-76A6-0078-7F53-4388FDC52878}"/>
                </a:ext>
              </a:extLst>
            </p:cNvPr>
            <p:cNvSpPr/>
            <p:nvPr/>
          </p:nvSpPr>
          <p:spPr>
            <a:xfrm>
              <a:off x="11302454" y="21993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8" name="Freeform: Shape 1307">
              <a:extLst>
                <a:ext uri="{FF2B5EF4-FFF2-40B4-BE49-F238E27FC236}">
                  <a16:creationId xmlns:a16="http://schemas.microsoft.com/office/drawing/2014/main" id="{E93C299C-A772-668F-4E5C-DFA2FD558675}"/>
                </a:ext>
              </a:extLst>
            </p:cNvPr>
            <p:cNvSpPr/>
            <p:nvPr/>
          </p:nvSpPr>
          <p:spPr>
            <a:xfrm>
              <a:off x="11302454"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09" name="Freeform: Shape 1308">
              <a:extLst>
                <a:ext uri="{FF2B5EF4-FFF2-40B4-BE49-F238E27FC236}">
                  <a16:creationId xmlns:a16="http://schemas.microsoft.com/office/drawing/2014/main" id="{1CDEF70C-06FC-17EE-ED3C-F75AB269614F}"/>
                </a:ext>
              </a:extLst>
            </p:cNvPr>
            <p:cNvSpPr/>
            <p:nvPr/>
          </p:nvSpPr>
          <p:spPr>
            <a:xfrm>
              <a:off x="11093150"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0" name="Freeform: Shape 1309">
              <a:extLst>
                <a:ext uri="{FF2B5EF4-FFF2-40B4-BE49-F238E27FC236}">
                  <a16:creationId xmlns:a16="http://schemas.microsoft.com/office/drawing/2014/main" id="{D2BB7C7F-ACBA-79B1-6620-17DF5EABB9E4}"/>
                </a:ext>
              </a:extLst>
            </p:cNvPr>
            <p:cNvSpPr/>
            <p:nvPr/>
          </p:nvSpPr>
          <p:spPr>
            <a:xfrm>
              <a:off x="10674540"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1" name="Freeform: Shape 1310">
              <a:extLst>
                <a:ext uri="{FF2B5EF4-FFF2-40B4-BE49-F238E27FC236}">
                  <a16:creationId xmlns:a16="http://schemas.microsoft.com/office/drawing/2014/main" id="{84E58057-FEC2-5DB3-E07D-63FF4578EF91}"/>
                </a:ext>
              </a:extLst>
            </p:cNvPr>
            <p:cNvSpPr/>
            <p:nvPr/>
          </p:nvSpPr>
          <p:spPr>
            <a:xfrm>
              <a:off x="10465236" y="4710991"/>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12" name="Freeform: Shape 1311">
              <a:extLst>
                <a:ext uri="{FF2B5EF4-FFF2-40B4-BE49-F238E27FC236}">
                  <a16:creationId xmlns:a16="http://schemas.microsoft.com/office/drawing/2014/main" id="{55A0EAC4-420C-BF4A-CC61-6547960AD0C4}"/>
                </a:ext>
              </a:extLst>
            </p:cNvPr>
            <p:cNvSpPr/>
            <p:nvPr/>
          </p:nvSpPr>
          <p:spPr>
            <a:xfrm>
              <a:off x="10465236" y="3978424"/>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26163 w 52326"/>
                <a:gd name="connsiteY4" fmla="*/ 0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13" name="Freeform: Shape 1312">
              <a:extLst>
                <a:ext uri="{FF2B5EF4-FFF2-40B4-BE49-F238E27FC236}">
                  <a16:creationId xmlns:a16="http://schemas.microsoft.com/office/drawing/2014/main" id="{C13F2698-7B84-9113-44B2-72832BC724A4}"/>
                </a:ext>
              </a:extLst>
            </p:cNvPr>
            <p:cNvSpPr/>
            <p:nvPr/>
          </p:nvSpPr>
          <p:spPr>
            <a:xfrm>
              <a:off x="11511759"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4" name="Freeform: Shape 1313">
              <a:extLst>
                <a:ext uri="{FF2B5EF4-FFF2-40B4-BE49-F238E27FC236}">
                  <a16:creationId xmlns:a16="http://schemas.microsoft.com/office/drawing/2014/main" id="{2850A9AC-4561-3AF4-8F04-F4E4FB460332}"/>
                </a:ext>
              </a:extLst>
            </p:cNvPr>
            <p:cNvSpPr/>
            <p:nvPr/>
          </p:nvSpPr>
          <p:spPr>
            <a:xfrm>
              <a:off x="11511759"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5" name="Freeform: Shape 1314">
              <a:extLst>
                <a:ext uri="{FF2B5EF4-FFF2-40B4-BE49-F238E27FC236}">
                  <a16:creationId xmlns:a16="http://schemas.microsoft.com/office/drawing/2014/main" id="{611C0C9A-FF9D-E933-D96D-358620F1B033}"/>
                </a:ext>
              </a:extLst>
            </p:cNvPr>
            <p:cNvSpPr/>
            <p:nvPr/>
          </p:nvSpPr>
          <p:spPr>
            <a:xfrm>
              <a:off x="11197802"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16" name="Freeform: Shape 1315">
              <a:extLst>
                <a:ext uri="{FF2B5EF4-FFF2-40B4-BE49-F238E27FC236}">
                  <a16:creationId xmlns:a16="http://schemas.microsoft.com/office/drawing/2014/main" id="{AAAF6CF0-2914-0BB1-3B9E-789DE9B294FD}"/>
                </a:ext>
              </a:extLst>
            </p:cNvPr>
            <p:cNvSpPr/>
            <p:nvPr/>
          </p:nvSpPr>
          <p:spPr>
            <a:xfrm>
              <a:off x="11197802" y="240863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17" name="Freeform: Shape 1316">
              <a:extLst>
                <a:ext uri="{FF2B5EF4-FFF2-40B4-BE49-F238E27FC236}">
                  <a16:creationId xmlns:a16="http://schemas.microsoft.com/office/drawing/2014/main" id="{3E54849C-5AB1-A12D-B79A-9F39CFB4D1C2}"/>
                </a:ext>
              </a:extLst>
            </p:cNvPr>
            <p:cNvSpPr/>
            <p:nvPr/>
          </p:nvSpPr>
          <p:spPr>
            <a:xfrm>
              <a:off x="10988497" y="2617944"/>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18" name="Freeform: Shape 1317">
              <a:extLst>
                <a:ext uri="{FF2B5EF4-FFF2-40B4-BE49-F238E27FC236}">
                  <a16:creationId xmlns:a16="http://schemas.microsoft.com/office/drawing/2014/main" id="{1A724A4B-72F2-D39F-0813-CCD41B5E6927}"/>
                </a:ext>
              </a:extLst>
            </p:cNvPr>
            <p:cNvSpPr/>
            <p:nvPr/>
          </p:nvSpPr>
          <p:spPr>
            <a:xfrm>
              <a:off x="10151278" y="2931901"/>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6"/>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19" name="Freeform: Shape 1318">
              <a:extLst>
                <a:ext uri="{FF2B5EF4-FFF2-40B4-BE49-F238E27FC236}">
                  <a16:creationId xmlns:a16="http://schemas.microsoft.com/office/drawing/2014/main" id="{C36615BF-AFD9-A9E9-A2C3-CC7BC1C6E9C2}"/>
                </a:ext>
              </a:extLst>
            </p:cNvPr>
            <p:cNvSpPr/>
            <p:nvPr/>
          </p:nvSpPr>
          <p:spPr>
            <a:xfrm>
              <a:off x="8686145"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0" name="Freeform: Shape 1319">
              <a:extLst>
                <a:ext uri="{FF2B5EF4-FFF2-40B4-BE49-F238E27FC236}">
                  <a16:creationId xmlns:a16="http://schemas.microsoft.com/office/drawing/2014/main" id="{5F6EA4E2-EFA6-597E-2A3E-E3C164961C3C}"/>
                </a:ext>
              </a:extLst>
            </p:cNvPr>
            <p:cNvSpPr/>
            <p:nvPr/>
          </p:nvSpPr>
          <p:spPr>
            <a:xfrm>
              <a:off x="7953579" y="4920296"/>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1" name="Freeform: Shape 1320">
              <a:extLst>
                <a:ext uri="{FF2B5EF4-FFF2-40B4-BE49-F238E27FC236}">
                  <a16:creationId xmlns:a16="http://schemas.microsoft.com/office/drawing/2014/main" id="{9CB89ADA-0ACB-AC83-5186-842B5FC194B1}"/>
                </a:ext>
              </a:extLst>
            </p:cNvPr>
            <p:cNvSpPr/>
            <p:nvPr/>
          </p:nvSpPr>
          <p:spPr>
            <a:xfrm>
              <a:off x="7744274" y="2513291"/>
              <a:ext cx="52326" cy="52326"/>
            </a:xfrm>
            <a:custGeom>
              <a:avLst/>
              <a:gdLst>
                <a:gd name="connsiteX0" fmla="*/ 26163 w 52326"/>
                <a:gd name="connsiteY0" fmla="*/ 52326 h 52326"/>
                <a:gd name="connsiteX1" fmla="*/ 52326 w 52326"/>
                <a:gd name="connsiteY1" fmla="*/ 26163 h 52326"/>
                <a:gd name="connsiteX2" fmla="*/ 26163 w 52326"/>
                <a:gd name="connsiteY2" fmla="*/ 0 h 52326"/>
                <a:gd name="connsiteX3" fmla="*/ 0 w 52326"/>
                <a:gd name="connsiteY3" fmla="*/ 26163 h 52326"/>
                <a:gd name="connsiteX4" fmla="*/ 0 w 52326"/>
                <a:gd name="connsiteY4" fmla="*/ 26163 h 52326"/>
                <a:gd name="connsiteX5" fmla="*/ 26163 w 52326"/>
                <a:gd name="connsiteY5"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52326"/>
                  </a:moveTo>
                  <a:cubicBezTo>
                    <a:pt x="40466" y="52326"/>
                    <a:pt x="52326" y="40466"/>
                    <a:pt x="52326" y="26163"/>
                  </a:cubicBezTo>
                  <a:cubicBezTo>
                    <a:pt x="52326" y="11861"/>
                    <a:pt x="40466" y="0"/>
                    <a:pt x="26163" y="0"/>
                  </a:cubicBezTo>
                  <a:cubicBezTo>
                    <a:pt x="11860" y="0"/>
                    <a:pt x="0" y="11861"/>
                    <a:pt x="0" y="26163"/>
                  </a:cubicBezTo>
                  <a:lnTo>
                    <a:pt x="0" y="26163"/>
                  </a:ln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22" name="Freeform: Shape 1321">
              <a:extLst>
                <a:ext uri="{FF2B5EF4-FFF2-40B4-BE49-F238E27FC236}">
                  <a16:creationId xmlns:a16="http://schemas.microsoft.com/office/drawing/2014/main" id="{DBC6FD97-15FF-666E-BAE1-C59892E3C61C}"/>
                </a:ext>
              </a:extLst>
            </p:cNvPr>
            <p:cNvSpPr/>
            <p:nvPr/>
          </p:nvSpPr>
          <p:spPr>
            <a:xfrm>
              <a:off x="7430317"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3" name="Freeform: Shape 1322">
              <a:extLst>
                <a:ext uri="{FF2B5EF4-FFF2-40B4-BE49-F238E27FC236}">
                  <a16:creationId xmlns:a16="http://schemas.microsoft.com/office/drawing/2014/main" id="{884A7DB6-74E0-2992-809A-E88C18F7AFAA}"/>
                </a:ext>
              </a:extLst>
            </p:cNvPr>
            <p:cNvSpPr/>
            <p:nvPr/>
          </p:nvSpPr>
          <p:spPr>
            <a:xfrm>
              <a:off x="7011708"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24" name="Freeform: Shape 1323">
              <a:extLst>
                <a:ext uri="{FF2B5EF4-FFF2-40B4-BE49-F238E27FC236}">
                  <a16:creationId xmlns:a16="http://schemas.microsoft.com/office/drawing/2014/main" id="{6856EBD7-4F7E-DF18-6ACE-B25E1CA2B778}"/>
                </a:ext>
              </a:extLst>
            </p:cNvPr>
            <p:cNvSpPr/>
            <p:nvPr/>
          </p:nvSpPr>
          <p:spPr>
            <a:xfrm>
              <a:off x="6907055" y="3873772"/>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6628 w 52326"/>
                <a:gd name="connsiteY3" fmla="*/ 2093 h 52326"/>
                <a:gd name="connsiteX4" fmla="*/ 26163 w 52326"/>
                <a:gd name="connsiteY4" fmla="*/ 0 h 52326"/>
                <a:gd name="connsiteX5" fmla="*/ 26163 w 52326"/>
                <a:gd name="connsiteY5" fmla="*/ 0 h 52326"/>
                <a:gd name="connsiteX6" fmla="*/ 0 w 52326"/>
                <a:gd name="connsiteY6" fmla="*/ 26163 h 52326"/>
                <a:gd name="connsiteX7" fmla="*/ 16047 w 52326"/>
                <a:gd name="connsiteY7"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16047" y="50233"/>
                  </a:moveTo>
                  <a:cubicBezTo>
                    <a:pt x="19186" y="51628"/>
                    <a:pt x="22675" y="52326"/>
                    <a:pt x="26163" y="52326"/>
                  </a:cubicBezTo>
                  <a:cubicBezTo>
                    <a:pt x="40465" y="52326"/>
                    <a:pt x="52326" y="40465"/>
                    <a:pt x="52326" y="26163"/>
                  </a:cubicBezTo>
                  <a:cubicBezTo>
                    <a:pt x="52326" y="15349"/>
                    <a:pt x="46047" y="6279"/>
                    <a:pt x="36628" y="2093"/>
                  </a:cubicBezTo>
                  <a:cubicBezTo>
                    <a:pt x="33489" y="698"/>
                    <a:pt x="30000" y="0"/>
                    <a:pt x="26163" y="0"/>
                  </a:cubicBezTo>
                  <a:lnTo>
                    <a:pt x="26163" y="0"/>
                  </a:lnTo>
                  <a:cubicBezTo>
                    <a:pt x="11861"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25" name="Freeform: Shape 1324">
              <a:extLst>
                <a:ext uri="{FF2B5EF4-FFF2-40B4-BE49-F238E27FC236}">
                  <a16:creationId xmlns:a16="http://schemas.microsoft.com/office/drawing/2014/main" id="{40C23A2C-0064-2024-6FD3-821C0978548A}"/>
                </a:ext>
              </a:extLst>
            </p:cNvPr>
            <p:cNvSpPr/>
            <p:nvPr/>
          </p:nvSpPr>
          <p:spPr>
            <a:xfrm>
              <a:off x="6069836" y="4711340"/>
              <a:ext cx="52326" cy="52326"/>
            </a:xfrm>
            <a:custGeom>
              <a:avLst/>
              <a:gdLst>
                <a:gd name="connsiteX0" fmla="*/ 2791 w 52326"/>
                <a:gd name="connsiteY0" fmla="*/ 37326 h 52326"/>
                <a:gd name="connsiteX1" fmla="*/ 23372 w 52326"/>
                <a:gd name="connsiteY1" fmla="*/ 51977 h 52326"/>
                <a:gd name="connsiteX2" fmla="*/ 26512 w 52326"/>
                <a:gd name="connsiteY2" fmla="*/ 52326 h 52326"/>
                <a:gd name="connsiteX3" fmla="*/ 26512 w 52326"/>
                <a:gd name="connsiteY3" fmla="*/ 52326 h 52326"/>
                <a:gd name="connsiteX4" fmla="*/ 29652 w 52326"/>
                <a:gd name="connsiteY4" fmla="*/ 51977 h 52326"/>
                <a:gd name="connsiteX5" fmla="*/ 45001 w 52326"/>
                <a:gd name="connsiteY5" fmla="*/ 44652 h 52326"/>
                <a:gd name="connsiteX6" fmla="*/ 45001 w 52326"/>
                <a:gd name="connsiteY6" fmla="*/ 44652 h 52326"/>
                <a:gd name="connsiteX7" fmla="*/ 49884 w 52326"/>
                <a:gd name="connsiteY7" fmla="*/ 37675 h 52326"/>
                <a:gd name="connsiteX8" fmla="*/ 52326 w 52326"/>
                <a:gd name="connsiteY8" fmla="*/ 28954 h 52326"/>
                <a:gd name="connsiteX9" fmla="*/ 52326 w 52326"/>
                <a:gd name="connsiteY9" fmla="*/ 26163 h 52326"/>
                <a:gd name="connsiteX10" fmla="*/ 52326 w 52326"/>
                <a:gd name="connsiteY10" fmla="*/ 23372 h 52326"/>
                <a:gd name="connsiteX11" fmla="*/ 49187 w 52326"/>
                <a:gd name="connsiteY11" fmla="*/ 13605 h 52326"/>
                <a:gd name="connsiteX12" fmla="*/ 46396 w 52326"/>
                <a:gd name="connsiteY12" fmla="*/ 9419 h 52326"/>
                <a:gd name="connsiteX13" fmla="*/ 26163 w 52326"/>
                <a:gd name="connsiteY13" fmla="*/ 0 h 52326"/>
                <a:gd name="connsiteX14" fmla="*/ 26163 w 52326"/>
                <a:gd name="connsiteY14" fmla="*/ 0 h 52326"/>
                <a:gd name="connsiteX15" fmla="*/ 7674 w 52326"/>
                <a:gd name="connsiteY15" fmla="*/ 7675 h 52326"/>
                <a:gd name="connsiteX16" fmla="*/ 3140 w 52326"/>
                <a:gd name="connsiteY16" fmla="*/ 13605 h 52326"/>
                <a:gd name="connsiteX17" fmla="*/ 0 w 52326"/>
                <a:gd name="connsiteY17" fmla="*/ 23372 h 52326"/>
                <a:gd name="connsiteX18" fmla="*/ 0 w 52326"/>
                <a:gd name="connsiteY18" fmla="*/ 26163 h 52326"/>
                <a:gd name="connsiteX19" fmla="*/ 0 w 52326"/>
                <a:gd name="connsiteY19" fmla="*/ 28954 h 52326"/>
                <a:gd name="connsiteX20" fmla="*/ 2791 w 52326"/>
                <a:gd name="connsiteY20" fmla="*/ 37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326" h="52326">
                  <a:moveTo>
                    <a:pt x="2791" y="37326"/>
                  </a:moveTo>
                  <a:cubicBezTo>
                    <a:pt x="6628" y="45349"/>
                    <a:pt x="14302" y="50931"/>
                    <a:pt x="23372" y="51977"/>
                  </a:cubicBezTo>
                  <a:cubicBezTo>
                    <a:pt x="24419" y="51977"/>
                    <a:pt x="25466" y="52326"/>
                    <a:pt x="26512" y="52326"/>
                  </a:cubicBezTo>
                  <a:lnTo>
                    <a:pt x="26512" y="52326"/>
                  </a:lnTo>
                  <a:cubicBezTo>
                    <a:pt x="27559" y="52326"/>
                    <a:pt x="28605" y="52326"/>
                    <a:pt x="29652" y="51977"/>
                  </a:cubicBezTo>
                  <a:cubicBezTo>
                    <a:pt x="35582" y="51280"/>
                    <a:pt x="41163" y="48489"/>
                    <a:pt x="45001" y="44652"/>
                  </a:cubicBezTo>
                  <a:cubicBezTo>
                    <a:pt x="45001" y="44652"/>
                    <a:pt x="45001" y="44652"/>
                    <a:pt x="45001" y="44652"/>
                  </a:cubicBezTo>
                  <a:cubicBezTo>
                    <a:pt x="47094" y="42559"/>
                    <a:pt x="48489" y="40117"/>
                    <a:pt x="49884" y="37675"/>
                  </a:cubicBezTo>
                  <a:cubicBezTo>
                    <a:pt x="51279" y="34884"/>
                    <a:pt x="51977" y="32093"/>
                    <a:pt x="52326" y="28954"/>
                  </a:cubicBezTo>
                  <a:cubicBezTo>
                    <a:pt x="52326" y="27907"/>
                    <a:pt x="52326" y="27210"/>
                    <a:pt x="52326" y="26163"/>
                  </a:cubicBezTo>
                  <a:cubicBezTo>
                    <a:pt x="52326" y="25117"/>
                    <a:pt x="52326" y="24419"/>
                    <a:pt x="52326" y="23372"/>
                  </a:cubicBezTo>
                  <a:cubicBezTo>
                    <a:pt x="51977" y="19884"/>
                    <a:pt x="50931" y="16396"/>
                    <a:pt x="49187" y="13605"/>
                  </a:cubicBezTo>
                  <a:cubicBezTo>
                    <a:pt x="48489" y="12209"/>
                    <a:pt x="47442" y="10814"/>
                    <a:pt x="46396" y="9419"/>
                  </a:cubicBezTo>
                  <a:cubicBezTo>
                    <a:pt x="41512" y="3488"/>
                    <a:pt x="34187" y="0"/>
                    <a:pt x="26163" y="0"/>
                  </a:cubicBezTo>
                  <a:lnTo>
                    <a:pt x="26163" y="0"/>
                  </a:lnTo>
                  <a:cubicBezTo>
                    <a:pt x="18838" y="0"/>
                    <a:pt x="12558" y="2791"/>
                    <a:pt x="7674" y="7675"/>
                  </a:cubicBezTo>
                  <a:cubicBezTo>
                    <a:pt x="5930" y="9419"/>
                    <a:pt x="4535" y="11512"/>
                    <a:pt x="3140" y="13605"/>
                  </a:cubicBezTo>
                  <a:cubicBezTo>
                    <a:pt x="1395" y="16745"/>
                    <a:pt x="349" y="19884"/>
                    <a:pt x="0" y="23372"/>
                  </a:cubicBezTo>
                  <a:cubicBezTo>
                    <a:pt x="0" y="24419"/>
                    <a:pt x="0" y="25117"/>
                    <a:pt x="0" y="26163"/>
                  </a:cubicBezTo>
                  <a:cubicBezTo>
                    <a:pt x="0" y="27210"/>
                    <a:pt x="0" y="27907"/>
                    <a:pt x="0" y="28954"/>
                  </a:cubicBezTo>
                  <a:cubicBezTo>
                    <a:pt x="349" y="31745"/>
                    <a:pt x="1395" y="34535"/>
                    <a:pt x="2791" y="37326"/>
                  </a:cubicBezTo>
                  <a:close/>
                </a:path>
              </a:pathLst>
            </a:custGeom>
            <a:grpFill/>
            <a:ln w="3488" cap="flat">
              <a:noFill/>
              <a:prstDash val="solid"/>
              <a:miter/>
            </a:ln>
          </p:spPr>
          <p:txBody>
            <a:bodyPr rtlCol="0" anchor="ctr"/>
            <a:lstStyle/>
            <a:p>
              <a:endParaRPr lang="en-ID"/>
            </a:p>
          </p:txBody>
        </p:sp>
        <p:sp>
          <p:nvSpPr>
            <p:cNvPr id="1326" name="Freeform: Shape 1325">
              <a:extLst>
                <a:ext uri="{FF2B5EF4-FFF2-40B4-BE49-F238E27FC236}">
                  <a16:creationId xmlns:a16="http://schemas.microsoft.com/office/drawing/2014/main" id="{5D44F52B-8B83-7075-BC8F-E78D881DB0F8}"/>
                </a:ext>
              </a:extLst>
            </p:cNvPr>
            <p:cNvSpPr/>
            <p:nvPr/>
          </p:nvSpPr>
          <p:spPr>
            <a:xfrm>
              <a:off x="11511759" y="3245858"/>
              <a:ext cx="52326" cy="52326"/>
            </a:xfrm>
            <a:custGeom>
              <a:avLst/>
              <a:gdLst>
                <a:gd name="connsiteX0" fmla="*/ 0 w 52326"/>
                <a:gd name="connsiteY0" fmla="*/ 26163 h 52326"/>
                <a:gd name="connsiteX1" fmla="*/ 26163 w 52326"/>
                <a:gd name="connsiteY1" fmla="*/ 52326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 name="connsiteX6" fmla="*/ 26163 w 52326"/>
                <a:gd name="connsiteY6" fmla="*/ 0 h 52326"/>
                <a:gd name="connsiteX7" fmla="*/ 0 w 52326"/>
                <a:gd name="connsiteY7" fmla="*/ 26163 h 52326"/>
                <a:gd name="connsiteX8" fmla="*/ 0 w 52326"/>
                <a:gd name="connsiteY8"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0" y="26163"/>
                  </a:moveTo>
                  <a:cubicBezTo>
                    <a:pt x="0" y="40465"/>
                    <a:pt x="11860" y="52326"/>
                    <a:pt x="26163" y="52326"/>
                  </a:cubicBezTo>
                  <a:lnTo>
                    <a:pt x="26163" y="52326"/>
                  </a:lnTo>
                  <a:cubicBezTo>
                    <a:pt x="40466" y="52326"/>
                    <a:pt x="52326" y="40465"/>
                    <a:pt x="52326" y="26163"/>
                  </a:cubicBezTo>
                  <a:cubicBezTo>
                    <a:pt x="52326" y="26163"/>
                    <a:pt x="52326" y="26163"/>
                    <a:pt x="52326" y="26163"/>
                  </a:cubicBezTo>
                  <a:cubicBezTo>
                    <a:pt x="52326" y="11861"/>
                    <a:pt x="40466" y="0"/>
                    <a:pt x="26163" y="0"/>
                  </a:cubicBezTo>
                  <a:lnTo>
                    <a:pt x="26163" y="0"/>
                  </a:lnTo>
                  <a:cubicBezTo>
                    <a:pt x="11860" y="0"/>
                    <a:pt x="0" y="11861"/>
                    <a:pt x="0" y="26163"/>
                  </a:cubicBezTo>
                  <a:cubicBezTo>
                    <a:pt x="0" y="26163"/>
                    <a:pt x="0" y="26163"/>
                    <a:pt x="0" y="26163"/>
                  </a:cubicBezTo>
                  <a:close/>
                </a:path>
              </a:pathLst>
            </a:custGeom>
            <a:grpFill/>
            <a:ln w="3488" cap="flat">
              <a:noFill/>
              <a:prstDash val="solid"/>
              <a:miter/>
            </a:ln>
          </p:spPr>
          <p:txBody>
            <a:bodyPr rtlCol="0" anchor="ctr"/>
            <a:lstStyle/>
            <a:p>
              <a:endParaRPr lang="en-ID"/>
            </a:p>
          </p:txBody>
        </p:sp>
        <p:sp>
          <p:nvSpPr>
            <p:cNvPr id="1327" name="Freeform: Shape 1326">
              <a:extLst>
                <a:ext uri="{FF2B5EF4-FFF2-40B4-BE49-F238E27FC236}">
                  <a16:creationId xmlns:a16="http://schemas.microsoft.com/office/drawing/2014/main" id="{92799337-35F8-B62F-28D6-828B63630412}"/>
                </a:ext>
              </a:extLst>
            </p:cNvPr>
            <p:cNvSpPr/>
            <p:nvPr/>
          </p:nvSpPr>
          <p:spPr>
            <a:xfrm>
              <a:off x="10151278" y="5129600"/>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0 w 52326"/>
                <a:gd name="connsiteY3" fmla="*/ 26163 h 52326"/>
                <a:gd name="connsiteX4" fmla="*/ 26163 w 52326"/>
                <a:gd name="connsiteY4" fmla="*/ 52326 h 52326"/>
                <a:gd name="connsiteX5" fmla="*/ 52326 w 52326"/>
                <a:gd name="connsiteY5" fmla="*/ 26163 h 52326"/>
                <a:gd name="connsiteX6" fmla="*/ 52326 w 52326"/>
                <a:gd name="connsiteY6"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52326" y="26163"/>
                  </a:moveTo>
                  <a:cubicBezTo>
                    <a:pt x="52326" y="11861"/>
                    <a:pt x="40466" y="0"/>
                    <a:pt x="26163" y="0"/>
                  </a:cubicBezTo>
                  <a:cubicBezTo>
                    <a:pt x="11860" y="0"/>
                    <a:pt x="0" y="11861"/>
                    <a:pt x="0" y="26163"/>
                  </a:cubicBezTo>
                  <a:lnTo>
                    <a:pt x="0" y="26163"/>
                  </a:ln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28" name="Freeform: Shape 1327">
              <a:extLst>
                <a:ext uri="{FF2B5EF4-FFF2-40B4-BE49-F238E27FC236}">
                  <a16:creationId xmlns:a16="http://schemas.microsoft.com/office/drawing/2014/main" id="{3167A192-1BA1-AC81-E1B4-BCE4848997FF}"/>
                </a:ext>
              </a:extLst>
            </p:cNvPr>
            <p:cNvSpPr/>
            <p:nvPr/>
          </p:nvSpPr>
          <p:spPr>
            <a:xfrm>
              <a:off x="10255931" y="4815643"/>
              <a:ext cx="52326" cy="52326"/>
            </a:xfrm>
            <a:custGeom>
              <a:avLst/>
              <a:gdLst>
                <a:gd name="connsiteX0" fmla="*/ 26163 w 52326"/>
                <a:gd name="connsiteY0" fmla="*/ 0 h 52326"/>
                <a:gd name="connsiteX1" fmla="*/ 1047 w 52326"/>
                <a:gd name="connsiteY1" fmla="*/ 18489 h 52326"/>
                <a:gd name="connsiteX2" fmla="*/ 0 w 52326"/>
                <a:gd name="connsiteY2" fmla="*/ 26163 h 52326"/>
                <a:gd name="connsiteX3" fmla="*/ 26163 w 52326"/>
                <a:gd name="connsiteY3" fmla="*/ 52326 h 52326"/>
                <a:gd name="connsiteX4" fmla="*/ 51279 w 52326"/>
                <a:gd name="connsiteY4" fmla="*/ 33838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cubicBezTo>
                    <a:pt x="14303" y="0"/>
                    <a:pt x="4535" y="7675"/>
                    <a:pt x="1047" y="18489"/>
                  </a:cubicBezTo>
                  <a:cubicBezTo>
                    <a:pt x="349" y="20930"/>
                    <a:pt x="0" y="23721"/>
                    <a:pt x="0" y="26163"/>
                  </a:cubicBezTo>
                  <a:cubicBezTo>
                    <a:pt x="0" y="40465"/>
                    <a:pt x="11860" y="52326"/>
                    <a:pt x="26163" y="52326"/>
                  </a:cubicBezTo>
                  <a:cubicBezTo>
                    <a:pt x="38023" y="52326"/>
                    <a:pt x="47791" y="44652"/>
                    <a:pt x="51279" y="33838"/>
                  </a:cubicBezTo>
                  <a:cubicBezTo>
                    <a:pt x="51977" y="31396"/>
                    <a:pt x="52326" y="2860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29" name="Freeform: Shape 1328">
              <a:extLst>
                <a:ext uri="{FF2B5EF4-FFF2-40B4-BE49-F238E27FC236}">
                  <a16:creationId xmlns:a16="http://schemas.microsoft.com/office/drawing/2014/main" id="{F9C1EE55-3967-2BAB-BD1E-54D5440F991D}"/>
                </a:ext>
              </a:extLst>
            </p:cNvPr>
            <p:cNvSpPr/>
            <p:nvPr/>
          </p:nvSpPr>
          <p:spPr>
            <a:xfrm>
              <a:off x="12035021"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30" name="Freeform: Shape 1329">
              <a:extLst>
                <a:ext uri="{FF2B5EF4-FFF2-40B4-BE49-F238E27FC236}">
                  <a16:creationId xmlns:a16="http://schemas.microsoft.com/office/drawing/2014/main" id="{66CC8220-B84A-3FB7-3028-36B2106363F7}"/>
                </a:ext>
              </a:extLst>
            </p:cNvPr>
            <p:cNvSpPr/>
            <p:nvPr/>
          </p:nvSpPr>
          <p:spPr>
            <a:xfrm>
              <a:off x="11721064" y="523425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1" name="Freeform: Shape 1330">
              <a:extLst>
                <a:ext uri="{FF2B5EF4-FFF2-40B4-BE49-F238E27FC236}">
                  <a16:creationId xmlns:a16="http://schemas.microsoft.com/office/drawing/2014/main" id="{0F23696D-96D8-97C1-B76F-4FE237E525AF}"/>
                </a:ext>
              </a:extLst>
            </p:cNvPr>
            <p:cNvSpPr/>
            <p:nvPr/>
          </p:nvSpPr>
          <p:spPr>
            <a:xfrm>
              <a:off x="11302454" y="4606338"/>
              <a:ext cx="52326" cy="52326"/>
            </a:xfrm>
            <a:custGeom>
              <a:avLst/>
              <a:gdLst>
                <a:gd name="connsiteX0" fmla="*/ 26163 w 52326"/>
                <a:gd name="connsiteY0" fmla="*/ 0 h 52326"/>
                <a:gd name="connsiteX1" fmla="*/ 0 w 52326"/>
                <a:gd name="connsiteY1" fmla="*/ 26163 h 52326"/>
                <a:gd name="connsiteX2" fmla="*/ 26163 w 52326"/>
                <a:gd name="connsiteY2" fmla="*/ 52326 h 52326"/>
                <a:gd name="connsiteX3" fmla="*/ 52326 w 52326"/>
                <a:gd name="connsiteY3" fmla="*/ 26163 h 52326"/>
                <a:gd name="connsiteX4" fmla="*/ 52326 w 52326"/>
                <a:gd name="connsiteY4" fmla="*/ 26163 h 52326"/>
                <a:gd name="connsiteX5" fmla="*/ 26163 w 52326"/>
                <a:gd name="connsiteY5"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26163" y="0"/>
                  </a:moveTo>
                  <a:cubicBezTo>
                    <a:pt x="11860" y="0"/>
                    <a:pt x="0" y="11861"/>
                    <a:pt x="0" y="26163"/>
                  </a:cubicBezTo>
                  <a:cubicBezTo>
                    <a:pt x="0" y="40465"/>
                    <a:pt x="11860" y="52326"/>
                    <a:pt x="26163" y="52326"/>
                  </a:cubicBezTo>
                  <a:cubicBezTo>
                    <a:pt x="40466" y="52326"/>
                    <a:pt x="52326" y="40465"/>
                    <a:pt x="52326" y="26163"/>
                  </a:cubicBezTo>
                  <a:lnTo>
                    <a:pt x="52326" y="26163"/>
                  </a:ln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32" name="Freeform: Shape 1331">
              <a:extLst>
                <a:ext uri="{FF2B5EF4-FFF2-40B4-BE49-F238E27FC236}">
                  <a16:creationId xmlns:a16="http://schemas.microsoft.com/office/drawing/2014/main" id="{FBEA91C0-C483-B768-9B18-4CB3C63B0728}"/>
                </a:ext>
              </a:extLst>
            </p:cNvPr>
            <p:cNvSpPr/>
            <p:nvPr/>
          </p:nvSpPr>
          <p:spPr>
            <a:xfrm>
              <a:off x="10674540" y="3245858"/>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5"/>
                    <a:pt x="52326" y="26163"/>
                  </a:cubicBez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33" name="Freeform: Shape 1332">
              <a:extLst>
                <a:ext uri="{FF2B5EF4-FFF2-40B4-BE49-F238E27FC236}">
                  <a16:creationId xmlns:a16="http://schemas.microsoft.com/office/drawing/2014/main" id="{0D5EFC26-B19E-6CB8-158F-40B8C4836453}"/>
                </a:ext>
              </a:extLst>
            </p:cNvPr>
            <p:cNvSpPr/>
            <p:nvPr/>
          </p:nvSpPr>
          <p:spPr>
            <a:xfrm>
              <a:off x="10255931"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4" name="Freeform: Shape 1333">
              <a:extLst>
                <a:ext uri="{FF2B5EF4-FFF2-40B4-BE49-F238E27FC236}">
                  <a16:creationId xmlns:a16="http://schemas.microsoft.com/office/drawing/2014/main" id="{939CDED1-D5CC-1349-6B7F-41E36C31775A}"/>
                </a:ext>
              </a:extLst>
            </p:cNvPr>
            <p:cNvSpPr/>
            <p:nvPr/>
          </p:nvSpPr>
          <p:spPr>
            <a:xfrm>
              <a:off x="9837321" y="4397034"/>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5" name="Freeform: Shape 1334">
              <a:extLst>
                <a:ext uri="{FF2B5EF4-FFF2-40B4-BE49-F238E27FC236}">
                  <a16:creationId xmlns:a16="http://schemas.microsoft.com/office/drawing/2014/main" id="{B190F3E7-4BC6-326A-89E8-1F9B89809133}"/>
                </a:ext>
              </a:extLst>
            </p:cNvPr>
            <p:cNvSpPr/>
            <p:nvPr/>
          </p:nvSpPr>
          <p:spPr>
            <a:xfrm>
              <a:off x="11511759" y="209468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6" name="Freeform: Shape 1335">
              <a:extLst>
                <a:ext uri="{FF2B5EF4-FFF2-40B4-BE49-F238E27FC236}">
                  <a16:creationId xmlns:a16="http://schemas.microsoft.com/office/drawing/2014/main" id="{C32569BD-2449-E894-4228-936D31997DC8}"/>
                </a:ext>
              </a:extLst>
            </p:cNvPr>
            <p:cNvSpPr/>
            <p:nvPr/>
          </p:nvSpPr>
          <p:spPr>
            <a:xfrm>
              <a:off x="11197802" y="230398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7" name="Freeform: Shape 1336">
              <a:extLst>
                <a:ext uri="{FF2B5EF4-FFF2-40B4-BE49-F238E27FC236}">
                  <a16:creationId xmlns:a16="http://schemas.microsoft.com/office/drawing/2014/main" id="{688D98DD-4A9E-7267-26CD-3DA5F676C29B}"/>
                </a:ext>
              </a:extLst>
            </p:cNvPr>
            <p:cNvSpPr/>
            <p:nvPr/>
          </p:nvSpPr>
          <p:spPr>
            <a:xfrm>
              <a:off x="10779193"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38" name="Freeform: Shape 1337">
              <a:extLst>
                <a:ext uri="{FF2B5EF4-FFF2-40B4-BE49-F238E27FC236}">
                  <a16:creationId xmlns:a16="http://schemas.microsoft.com/office/drawing/2014/main" id="{2D85C822-B2D3-34D1-F2F7-E98618E76B02}"/>
                </a:ext>
              </a:extLst>
            </p:cNvPr>
            <p:cNvSpPr/>
            <p:nvPr/>
          </p:nvSpPr>
          <p:spPr>
            <a:xfrm>
              <a:off x="8895450"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39" name="Freeform: Shape 1338">
              <a:extLst>
                <a:ext uri="{FF2B5EF4-FFF2-40B4-BE49-F238E27FC236}">
                  <a16:creationId xmlns:a16="http://schemas.microsoft.com/office/drawing/2014/main" id="{EFF9E4D8-B8F0-3302-D5F4-F142B4C664BF}"/>
                </a:ext>
              </a:extLst>
            </p:cNvPr>
            <p:cNvSpPr/>
            <p:nvPr/>
          </p:nvSpPr>
          <p:spPr>
            <a:xfrm>
              <a:off x="8790798" y="5024948"/>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0" name="Freeform: Shape 1339">
              <a:extLst>
                <a:ext uri="{FF2B5EF4-FFF2-40B4-BE49-F238E27FC236}">
                  <a16:creationId xmlns:a16="http://schemas.microsoft.com/office/drawing/2014/main" id="{425F3776-3B89-FF70-C09E-31A7EBD5940B}"/>
                </a:ext>
              </a:extLst>
            </p:cNvPr>
            <p:cNvSpPr/>
            <p:nvPr/>
          </p:nvSpPr>
          <p:spPr>
            <a:xfrm rot="21046898">
              <a:off x="8581663" y="4920193"/>
              <a:ext cx="52326" cy="52326"/>
            </a:xfrm>
            <a:custGeom>
              <a:avLst/>
              <a:gdLst>
                <a:gd name="connsiteX0" fmla="*/ 52327 w 52326"/>
                <a:gd name="connsiteY0" fmla="*/ 26163 h 52326"/>
                <a:gd name="connsiteX1" fmla="*/ 26164 w 52326"/>
                <a:gd name="connsiteY1" fmla="*/ 52327 h 52326"/>
                <a:gd name="connsiteX2" fmla="*/ 0 w 52326"/>
                <a:gd name="connsiteY2" fmla="*/ 26163 h 52326"/>
                <a:gd name="connsiteX3" fmla="*/ 26164 w 52326"/>
                <a:gd name="connsiteY3" fmla="*/ 0 h 52326"/>
                <a:gd name="connsiteX4" fmla="*/ 52327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7" y="26163"/>
                  </a:moveTo>
                  <a:cubicBezTo>
                    <a:pt x="52327" y="40613"/>
                    <a:pt x="40613" y="52327"/>
                    <a:pt x="26164" y="52327"/>
                  </a:cubicBezTo>
                  <a:cubicBezTo>
                    <a:pt x="11714" y="52327"/>
                    <a:pt x="0" y="40613"/>
                    <a:pt x="0" y="26163"/>
                  </a:cubicBezTo>
                  <a:cubicBezTo>
                    <a:pt x="0" y="11714"/>
                    <a:pt x="11714" y="0"/>
                    <a:pt x="26164" y="0"/>
                  </a:cubicBezTo>
                  <a:cubicBezTo>
                    <a:pt x="40613" y="0"/>
                    <a:pt x="52327" y="11714"/>
                    <a:pt x="52327" y="26163"/>
                  </a:cubicBezTo>
                  <a:close/>
                </a:path>
              </a:pathLst>
            </a:custGeom>
            <a:grpFill/>
            <a:ln w="3488" cap="flat">
              <a:noFill/>
              <a:prstDash val="solid"/>
              <a:miter/>
            </a:ln>
          </p:spPr>
          <p:txBody>
            <a:bodyPr rtlCol="0" anchor="ctr"/>
            <a:lstStyle/>
            <a:p>
              <a:endParaRPr lang="en-ID"/>
            </a:p>
          </p:txBody>
        </p:sp>
        <p:sp>
          <p:nvSpPr>
            <p:cNvPr id="1341" name="Freeform: Shape 1340">
              <a:extLst>
                <a:ext uri="{FF2B5EF4-FFF2-40B4-BE49-F238E27FC236}">
                  <a16:creationId xmlns:a16="http://schemas.microsoft.com/office/drawing/2014/main" id="{A03B8F9F-4DA4-9E19-2A3D-23D262A410D9}"/>
                </a:ext>
              </a:extLst>
            </p:cNvPr>
            <p:cNvSpPr/>
            <p:nvPr/>
          </p:nvSpPr>
          <p:spPr>
            <a:xfrm>
              <a:off x="8058231" y="544355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2" name="Freeform: Shape 1341">
              <a:extLst>
                <a:ext uri="{FF2B5EF4-FFF2-40B4-BE49-F238E27FC236}">
                  <a16:creationId xmlns:a16="http://schemas.microsoft.com/office/drawing/2014/main" id="{95D41E11-B6D3-930A-3AEC-7B2702F215B9}"/>
                </a:ext>
              </a:extLst>
            </p:cNvPr>
            <p:cNvSpPr/>
            <p:nvPr/>
          </p:nvSpPr>
          <p:spPr>
            <a:xfrm>
              <a:off x="6383793" y="3559815"/>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3" name="Freeform: Shape 1342">
              <a:extLst>
                <a:ext uri="{FF2B5EF4-FFF2-40B4-BE49-F238E27FC236}">
                  <a16:creationId xmlns:a16="http://schemas.microsoft.com/office/drawing/2014/main" id="{8A71BD20-65AF-05DB-AFCD-274D899A9F8C}"/>
                </a:ext>
              </a:extLst>
            </p:cNvPr>
            <p:cNvSpPr/>
            <p:nvPr/>
          </p:nvSpPr>
          <p:spPr>
            <a:xfrm>
              <a:off x="6174489" y="4187729"/>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4" name="Freeform: Shape 1343">
              <a:extLst>
                <a:ext uri="{FF2B5EF4-FFF2-40B4-BE49-F238E27FC236}">
                  <a16:creationId xmlns:a16="http://schemas.microsoft.com/office/drawing/2014/main" id="{861327D2-B0DF-D384-5E90-E5C886551F2E}"/>
                </a:ext>
              </a:extLst>
            </p:cNvPr>
            <p:cNvSpPr/>
            <p:nvPr/>
          </p:nvSpPr>
          <p:spPr>
            <a:xfrm>
              <a:off x="11721064"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45" name="Freeform: Shape 1344">
              <a:extLst>
                <a:ext uri="{FF2B5EF4-FFF2-40B4-BE49-F238E27FC236}">
                  <a16:creationId xmlns:a16="http://schemas.microsoft.com/office/drawing/2014/main" id="{F23DF464-2618-12D9-650B-B777126D1C51}"/>
                </a:ext>
              </a:extLst>
            </p:cNvPr>
            <p:cNvSpPr/>
            <p:nvPr/>
          </p:nvSpPr>
          <p:spPr>
            <a:xfrm>
              <a:off x="8895450" y="4920296"/>
              <a:ext cx="52326" cy="52326"/>
            </a:xfrm>
            <a:custGeom>
              <a:avLst/>
              <a:gdLst>
                <a:gd name="connsiteX0" fmla="*/ 26163 w 52326"/>
                <a:gd name="connsiteY0" fmla="*/ 52326 h 52326"/>
                <a:gd name="connsiteX1" fmla="*/ 51279 w 52326"/>
                <a:gd name="connsiteY1" fmla="*/ 33837 h 52326"/>
                <a:gd name="connsiteX2" fmla="*/ 52326 w 52326"/>
                <a:gd name="connsiteY2" fmla="*/ 26163 h 52326"/>
                <a:gd name="connsiteX3" fmla="*/ 26163 w 52326"/>
                <a:gd name="connsiteY3" fmla="*/ 0 h 52326"/>
                <a:gd name="connsiteX4" fmla="*/ 1047 w 52326"/>
                <a:gd name="connsiteY4" fmla="*/ 18489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cubicBezTo>
                    <a:pt x="38023" y="52326"/>
                    <a:pt x="47791" y="44652"/>
                    <a:pt x="51279" y="33837"/>
                  </a:cubicBezTo>
                  <a:cubicBezTo>
                    <a:pt x="51977" y="31396"/>
                    <a:pt x="52326" y="28605"/>
                    <a:pt x="52326" y="26163"/>
                  </a:cubicBezTo>
                  <a:cubicBezTo>
                    <a:pt x="52326" y="11861"/>
                    <a:pt x="40466" y="0"/>
                    <a:pt x="26163" y="0"/>
                  </a:cubicBezTo>
                  <a:cubicBezTo>
                    <a:pt x="14303" y="0"/>
                    <a:pt x="4535" y="7675"/>
                    <a:pt x="1047" y="18489"/>
                  </a:cubicBezTo>
                  <a:cubicBezTo>
                    <a:pt x="349" y="20930"/>
                    <a:pt x="0" y="2372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46" name="Freeform: Shape 1345">
              <a:extLst>
                <a:ext uri="{FF2B5EF4-FFF2-40B4-BE49-F238E27FC236}">
                  <a16:creationId xmlns:a16="http://schemas.microsoft.com/office/drawing/2014/main" id="{3DB2324A-08D4-F544-DF1F-D2FBBE3AC745}"/>
                </a:ext>
              </a:extLst>
            </p:cNvPr>
            <p:cNvSpPr/>
            <p:nvPr/>
          </p:nvSpPr>
          <p:spPr>
            <a:xfrm>
              <a:off x="12139673" y="4606338"/>
              <a:ext cx="52326" cy="52326"/>
            </a:xfrm>
            <a:custGeom>
              <a:avLst/>
              <a:gdLst>
                <a:gd name="connsiteX0" fmla="*/ 26163 w 52326"/>
                <a:gd name="connsiteY0" fmla="*/ 0 h 52326"/>
                <a:gd name="connsiteX1" fmla="*/ 11512 w 52326"/>
                <a:gd name="connsiteY1" fmla="*/ 4535 h 52326"/>
                <a:gd name="connsiteX2" fmla="*/ 0 w 52326"/>
                <a:gd name="connsiteY2" fmla="*/ 26163 h 52326"/>
                <a:gd name="connsiteX3" fmla="*/ 26163 w 52326"/>
                <a:gd name="connsiteY3" fmla="*/ 52326 h 52326"/>
                <a:gd name="connsiteX4" fmla="*/ 26163 w 52326"/>
                <a:gd name="connsiteY4" fmla="*/ 52326 h 52326"/>
                <a:gd name="connsiteX5" fmla="*/ 44652 w 52326"/>
                <a:gd name="connsiteY5" fmla="*/ 44652 h 52326"/>
                <a:gd name="connsiteX6" fmla="*/ 52326 w 52326"/>
                <a:gd name="connsiteY6" fmla="*/ 26163 h 52326"/>
                <a:gd name="connsiteX7" fmla="*/ 26163 w 52326"/>
                <a:gd name="connsiteY7"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0"/>
                  </a:moveTo>
                  <a:cubicBezTo>
                    <a:pt x="20581" y="0"/>
                    <a:pt x="15698" y="1744"/>
                    <a:pt x="11512" y="4535"/>
                  </a:cubicBezTo>
                  <a:cubicBezTo>
                    <a:pt x="4535" y="9070"/>
                    <a:pt x="0" y="17093"/>
                    <a:pt x="0" y="26163"/>
                  </a:cubicBezTo>
                  <a:cubicBezTo>
                    <a:pt x="0" y="40465"/>
                    <a:pt x="11860" y="52326"/>
                    <a:pt x="26163" y="52326"/>
                  </a:cubicBezTo>
                  <a:lnTo>
                    <a:pt x="26163" y="52326"/>
                  </a:lnTo>
                  <a:cubicBezTo>
                    <a:pt x="33489" y="52326"/>
                    <a:pt x="39768" y="49535"/>
                    <a:pt x="44652" y="44652"/>
                  </a:cubicBezTo>
                  <a:cubicBezTo>
                    <a:pt x="49535" y="39768"/>
                    <a:pt x="52326" y="33489"/>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sp>
          <p:nvSpPr>
            <p:cNvPr id="1347" name="Freeform: Shape 1346">
              <a:extLst>
                <a:ext uri="{FF2B5EF4-FFF2-40B4-BE49-F238E27FC236}">
                  <a16:creationId xmlns:a16="http://schemas.microsoft.com/office/drawing/2014/main" id="{90454D5C-AD70-1B8B-0B53-3DCD0E0DD803}"/>
                </a:ext>
              </a:extLst>
            </p:cNvPr>
            <p:cNvSpPr/>
            <p:nvPr/>
          </p:nvSpPr>
          <p:spPr>
            <a:xfrm>
              <a:off x="10779193" y="3664467"/>
              <a:ext cx="52326" cy="52326"/>
            </a:xfrm>
            <a:custGeom>
              <a:avLst/>
              <a:gdLst>
                <a:gd name="connsiteX0" fmla="*/ 16047 w 52326"/>
                <a:gd name="connsiteY0" fmla="*/ 50233 h 52326"/>
                <a:gd name="connsiteX1" fmla="*/ 26163 w 52326"/>
                <a:gd name="connsiteY1" fmla="*/ 52326 h 52326"/>
                <a:gd name="connsiteX2" fmla="*/ 52326 w 52326"/>
                <a:gd name="connsiteY2" fmla="*/ 26163 h 52326"/>
                <a:gd name="connsiteX3" fmla="*/ 38023 w 52326"/>
                <a:gd name="connsiteY3" fmla="*/ 2791 h 52326"/>
                <a:gd name="connsiteX4" fmla="*/ 26163 w 52326"/>
                <a:gd name="connsiteY4" fmla="*/ 0 h 52326"/>
                <a:gd name="connsiteX5" fmla="*/ 26163 w 52326"/>
                <a:gd name="connsiteY5" fmla="*/ 0 h 52326"/>
                <a:gd name="connsiteX6" fmla="*/ 0 w 52326"/>
                <a:gd name="connsiteY6" fmla="*/ 26163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cubicBezTo>
                    <a:pt x="40466" y="52326"/>
                    <a:pt x="52326" y="40465"/>
                    <a:pt x="52326" y="26163"/>
                  </a:cubicBezTo>
                  <a:cubicBezTo>
                    <a:pt x="52326" y="16047"/>
                    <a:pt x="46396" y="7326"/>
                    <a:pt x="38023" y="2791"/>
                  </a:cubicBezTo>
                  <a:cubicBezTo>
                    <a:pt x="34535" y="1046"/>
                    <a:pt x="30349" y="0"/>
                    <a:pt x="26163" y="0"/>
                  </a:cubicBezTo>
                  <a:lnTo>
                    <a:pt x="26163" y="0"/>
                  </a:lnTo>
                  <a:cubicBezTo>
                    <a:pt x="11860" y="0"/>
                    <a:pt x="0" y="11861"/>
                    <a:pt x="0" y="26163"/>
                  </a:cubicBezTo>
                  <a:lnTo>
                    <a:pt x="0" y="26163"/>
                  </a:ln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48" name="Freeform: Shape 1347">
              <a:extLst>
                <a:ext uri="{FF2B5EF4-FFF2-40B4-BE49-F238E27FC236}">
                  <a16:creationId xmlns:a16="http://schemas.microsoft.com/office/drawing/2014/main" id="{F12008F7-8FB5-96C2-3552-FEFD70741E6D}"/>
                </a:ext>
              </a:extLst>
            </p:cNvPr>
            <p:cNvSpPr/>
            <p:nvPr/>
          </p:nvSpPr>
          <p:spPr>
            <a:xfrm>
              <a:off x="11825716"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49" name="Freeform: Shape 1348">
              <a:extLst>
                <a:ext uri="{FF2B5EF4-FFF2-40B4-BE49-F238E27FC236}">
                  <a16:creationId xmlns:a16="http://schemas.microsoft.com/office/drawing/2014/main" id="{F78BAD45-C0C8-E947-CBEF-EDECF32894B1}"/>
                </a:ext>
              </a:extLst>
            </p:cNvPr>
            <p:cNvSpPr/>
            <p:nvPr/>
          </p:nvSpPr>
          <p:spPr>
            <a:xfrm>
              <a:off x="12139673" y="4397034"/>
              <a:ext cx="52326" cy="52326"/>
            </a:xfrm>
            <a:custGeom>
              <a:avLst/>
              <a:gdLst>
                <a:gd name="connsiteX0" fmla="*/ 31396 w 52326"/>
                <a:gd name="connsiteY0" fmla="*/ 698 h 52326"/>
                <a:gd name="connsiteX1" fmla="*/ 26163 w 52326"/>
                <a:gd name="connsiteY1" fmla="*/ 0 h 52326"/>
                <a:gd name="connsiteX2" fmla="*/ 0 w 52326"/>
                <a:gd name="connsiteY2" fmla="*/ 26163 h 52326"/>
                <a:gd name="connsiteX3" fmla="*/ 20930 w 52326"/>
                <a:gd name="connsiteY3" fmla="*/ 51628 h 52326"/>
                <a:gd name="connsiteX4" fmla="*/ 26163 w 52326"/>
                <a:gd name="connsiteY4" fmla="*/ 52326 h 52326"/>
                <a:gd name="connsiteX5" fmla="*/ 52326 w 52326"/>
                <a:gd name="connsiteY5" fmla="*/ 26163 h 52326"/>
                <a:gd name="connsiteX6" fmla="*/ 52326 w 52326"/>
                <a:gd name="connsiteY6" fmla="*/ 26163 h 52326"/>
                <a:gd name="connsiteX7" fmla="*/ 31396 w 52326"/>
                <a:gd name="connsiteY7" fmla="*/ 698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31396" y="698"/>
                  </a:moveTo>
                  <a:cubicBezTo>
                    <a:pt x="29652" y="349"/>
                    <a:pt x="27907" y="0"/>
                    <a:pt x="26163" y="0"/>
                  </a:cubicBezTo>
                  <a:cubicBezTo>
                    <a:pt x="11860" y="0"/>
                    <a:pt x="0" y="11861"/>
                    <a:pt x="0" y="26163"/>
                  </a:cubicBezTo>
                  <a:cubicBezTo>
                    <a:pt x="0" y="38721"/>
                    <a:pt x="9070" y="49187"/>
                    <a:pt x="20930" y="51628"/>
                  </a:cubicBezTo>
                  <a:cubicBezTo>
                    <a:pt x="22675" y="51977"/>
                    <a:pt x="24419" y="52326"/>
                    <a:pt x="26163" y="52326"/>
                  </a:cubicBezTo>
                  <a:cubicBezTo>
                    <a:pt x="40466" y="52326"/>
                    <a:pt x="52326" y="40465"/>
                    <a:pt x="52326" y="26163"/>
                  </a:cubicBezTo>
                  <a:lnTo>
                    <a:pt x="52326" y="26163"/>
                  </a:lnTo>
                  <a:cubicBezTo>
                    <a:pt x="52326" y="13605"/>
                    <a:pt x="43256" y="3140"/>
                    <a:pt x="31396" y="698"/>
                  </a:cubicBezTo>
                  <a:close/>
                </a:path>
              </a:pathLst>
            </a:custGeom>
            <a:grpFill/>
            <a:ln w="3488" cap="flat">
              <a:noFill/>
              <a:prstDash val="solid"/>
              <a:miter/>
            </a:ln>
          </p:spPr>
          <p:txBody>
            <a:bodyPr rtlCol="0" anchor="ctr"/>
            <a:lstStyle/>
            <a:p>
              <a:endParaRPr lang="en-ID"/>
            </a:p>
          </p:txBody>
        </p:sp>
        <p:sp>
          <p:nvSpPr>
            <p:cNvPr id="1350" name="Freeform: Shape 1349">
              <a:extLst>
                <a:ext uri="{FF2B5EF4-FFF2-40B4-BE49-F238E27FC236}">
                  <a16:creationId xmlns:a16="http://schemas.microsoft.com/office/drawing/2014/main" id="{C8040B2A-2FE3-2653-A83B-CD889055F35A}"/>
                </a:ext>
              </a:extLst>
            </p:cNvPr>
            <p:cNvSpPr/>
            <p:nvPr/>
          </p:nvSpPr>
          <p:spPr>
            <a:xfrm>
              <a:off x="11093150" y="5129600"/>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2"/>
                    <a:pt x="40612" y="52326"/>
                    <a:pt x="26163" y="52326"/>
                  </a:cubicBezTo>
                  <a:cubicBezTo>
                    <a:pt x="11714" y="52326"/>
                    <a:pt x="0" y="40612"/>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1" name="Freeform: Shape 1350">
              <a:extLst>
                <a:ext uri="{FF2B5EF4-FFF2-40B4-BE49-F238E27FC236}">
                  <a16:creationId xmlns:a16="http://schemas.microsoft.com/office/drawing/2014/main" id="{D8E1B2D8-F59D-7A6E-0DE7-37E84AC2E48B}"/>
                </a:ext>
              </a:extLst>
            </p:cNvPr>
            <p:cNvSpPr/>
            <p:nvPr/>
          </p:nvSpPr>
          <p:spPr>
            <a:xfrm>
              <a:off x="10883845" y="3873772"/>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2" name="Freeform: Shape 1351">
              <a:extLst>
                <a:ext uri="{FF2B5EF4-FFF2-40B4-BE49-F238E27FC236}">
                  <a16:creationId xmlns:a16="http://schemas.microsoft.com/office/drawing/2014/main" id="{1A44BEC6-6329-9FC0-DD01-1A21D58B0D30}"/>
                </a:ext>
              </a:extLst>
            </p:cNvPr>
            <p:cNvSpPr/>
            <p:nvPr/>
          </p:nvSpPr>
          <p:spPr>
            <a:xfrm>
              <a:off x="10465236" y="2931901"/>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53" name="Freeform: Shape 1352">
              <a:extLst>
                <a:ext uri="{FF2B5EF4-FFF2-40B4-BE49-F238E27FC236}">
                  <a16:creationId xmlns:a16="http://schemas.microsoft.com/office/drawing/2014/main" id="{EE3EC49F-F281-31D0-BD2E-567D60EBC4DA}"/>
                </a:ext>
              </a:extLst>
            </p:cNvPr>
            <p:cNvSpPr/>
            <p:nvPr/>
          </p:nvSpPr>
          <p:spPr>
            <a:xfrm>
              <a:off x="9941974" y="3245858"/>
              <a:ext cx="52326" cy="52326"/>
            </a:xfrm>
            <a:custGeom>
              <a:avLst/>
              <a:gdLst>
                <a:gd name="connsiteX0" fmla="*/ 16047 w 52326"/>
                <a:gd name="connsiteY0" fmla="*/ 50233 h 52326"/>
                <a:gd name="connsiteX1" fmla="*/ 26163 w 52326"/>
                <a:gd name="connsiteY1" fmla="*/ 52326 h 52326"/>
                <a:gd name="connsiteX2" fmla="*/ 26163 w 52326"/>
                <a:gd name="connsiteY2" fmla="*/ 52326 h 52326"/>
                <a:gd name="connsiteX3" fmla="*/ 52326 w 52326"/>
                <a:gd name="connsiteY3" fmla="*/ 26163 h 52326"/>
                <a:gd name="connsiteX4" fmla="*/ 29302 w 52326"/>
                <a:gd name="connsiteY4" fmla="*/ 349 h 52326"/>
                <a:gd name="connsiteX5" fmla="*/ 26163 w 52326"/>
                <a:gd name="connsiteY5" fmla="*/ 0 h 52326"/>
                <a:gd name="connsiteX6" fmla="*/ 26163 w 52326"/>
                <a:gd name="connsiteY6" fmla="*/ 0 h 52326"/>
                <a:gd name="connsiteX7" fmla="*/ 0 w 52326"/>
                <a:gd name="connsiteY7" fmla="*/ 26163 h 52326"/>
                <a:gd name="connsiteX8" fmla="*/ 16047 w 52326"/>
                <a:gd name="connsiteY8" fmla="*/ 5023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6" h="52326">
                  <a:moveTo>
                    <a:pt x="16047" y="50233"/>
                  </a:moveTo>
                  <a:cubicBezTo>
                    <a:pt x="19186" y="51628"/>
                    <a:pt x="22675" y="52326"/>
                    <a:pt x="26163" y="52326"/>
                  </a:cubicBezTo>
                  <a:lnTo>
                    <a:pt x="26163" y="52326"/>
                  </a:lnTo>
                  <a:cubicBezTo>
                    <a:pt x="40466" y="52326"/>
                    <a:pt x="52326" y="40465"/>
                    <a:pt x="52326" y="26163"/>
                  </a:cubicBezTo>
                  <a:cubicBezTo>
                    <a:pt x="52326" y="12907"/>
                    <a:pt x="42210" y="1744"/>
                    <a:pt x="29302" y="349"/>
                  </a:cubicBezTo>
                  <a:cubicBezTo>
                    <a:pt x="28256" y="349"/>
                    <a:pt x="27210" y="0"/>
                    <a:pt x="26163" y="0"/>
                  </a:cubicBezTo>
                  <a:lnTo>
                    <a:pt x="26163" y="0"/>
                  </a:lnTo>
                  <a:cubicBezTo>
                    <a:pt x="11860" y="0"/>
                    <a:pt x="0" y="11861"/>
                    <a:pt x="0" y="26163"/>
                  </a:cubicBezTo>
                  <a:cubicBezTo>
                    <a:pt x="0" y="36977"/>
                    <a:pt x="6628" y="46396"/>
                    <a:pt x="16047" y="50233"/>
                  </a:cubicBezTo>
                  <a:close/>
                </a:path>
              </a:pathLst>
            </a:custGeom>
            <a:grpFill/>
            <a:ln w="3488" cap="flat">
              <a:noFill/>
              <a:prstDash val="solid"/>
              <a:miter/>
            </a:ln>
          </p:spPr>
          <p:txBody>
            <a:bodyPr rtlCol="0" anchor="ctr"/>
            <a:lstStyle/>
            <a:p>
              <a:endParaRPr lang="en-ID"/>
            </a:p>
          </p:txBody>
        </p:sp>
        <p:sp>
          <p:nvSpPr>
            <p:cNvPr id="1354" name="Freeform: Shape 1353">
              <a:extLst>
                <a:ext uri="{FF2B5EF4-FFF2-40B4-BE49-F238E27FC236}">
                  <a16:creationId xmlns:a16="http://schemas.microsoft.com/office/drawing/2014/main" id="{04288206-2C01-AB59-D176-319951B0EE44}"/>
                </a:ext>
              </a:extLst>
            </p:cNvPr>
            <p:cNvSpPr/>
            <p:nvPr/>
          </p:nvSpPr>
          <p:spPr>
            <a:xfrm>
              <a:off x="8790798" y="4815643"/>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5" name="Freeform: Shape 1354">
              <a:extLst>
                <a:ext uri="{FF2B5EF4-FFF2-40B4-BE49-F238E27FC236}">
                  <a16:creationId xmlns:a16="http://schemas.microsoft.com/office/drawing/2014/main" id="{16EAA284-75AE-9DBD-ED9C-2103D4DCBFFE}"/>
                </a:ext>
              </a:extLst>
            </p:cNvPr>
            <p:cNvSpPr/>
            <p:nvPr/>
          </p:nvSpPr>
          <p:spPr>
            <a:xfrm>
              <a:off x="7744274" y="2722596"/>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26163 w 52326"/>
                <a:gd name="connsiteY3" fmla="*/ 0 h 52326"/>
                <a:gd name="connsiteX4" fmla="*/ 26163 w 52326"/>
                <a:gd name="connsiteY4" fmla="*/ 0 h 52326"/>
                <a:gd name="connsiteX5" fmla="*/ 0 w 52326"/>
                <a:gd name="connsiteY5" fmla="*/ 26163 h 52326"/>
                <a:gd name="connsiteX6" fmla="*/ 26163 w 52326"/>
                <a:gd name="connsiteY6"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52326"/>
                  </a:moveTo>
                  <a:lnTo>
                    <a:pt x="26163" y="52326"/>
                  </a:lnTo>
                  <a:cubicBezTo>
                    <a:pt x="40466" y="52326"/>
                    <a:pt x="52326" y="40466"/>
                    <a:pt x="52326" y="26163"/>
                  </a:cubicBezTo>
                  <a:cubicBezTo>
                    <a:pt x="52326" y="11861"/>
                    <a:pt x="40466" y="0"/>
                    <a:pt x="26163" y="0"/>
                  </a:cubicBezTo>
                  <a:lnTo>
                    <a:pt x="26163" y="0"/>
                  </a:lnTo>
                  <a:cubicBezTo>
                    <a:pt x="11860" y="0"/>
                    <a:pt x="0" y="11861"/>
                    <a:pt x="0" y="26163"/>
                  </a:cubicBezTo>
                  <a:cubicBezTo>
                    <a:pt x="0" y="40466"/>
                    <a:pt x="11860" y="52326"/>
                    <a:pt x="26163" y="52326"/>
                  </a:cubicBezTo>
                  <a:close/>
                </a:path>
              </a:pathLst>
            </a:custGeom>
            <a:grpFill/>
            <a:ln w="3488" cap="flat">
              <a:noFill/>
              <a:prstDash val="solid"/>
              <a:miter/>
            </a:ln>
          </p:spPr>
          <p:txBody>
            <a:bodyPr rtlCol="0" anchor="ctr"/>
            <a:lstStyle/>
            <a:p>
              <a:endParaRPr lang="en-ID"/>
            </a:p>
          </p:txBody>
        </p:sp>
        <p:sp>
          <p:nvSpPr>
            <p:cNvPr id="1356" name="Freeform: Shape 1355">
              <a:extLst>
                <a:ext uri="{FF2B5EF4-FFF2-40B4-BE49-F238E27FC236}">
                  <a16:creationId xmlns:a16="http://schemas.microsoft.com/office/drawing/2014/main" id="{58C0A78F-3566-82A6-BB8B-51FC05F0667E}"/>
                </a:ext>
              </a:extLst>
            </p:cNvPr>
            <p:cNvSpPr/>
            <p:nvPr/>
          </p:nvSpPr>
          <p:spPr>
            <a:xfrm>
              <a:off x="7534969" y="3559815"/>
              <a:ext cx="52326" cy="52326"/>
            </a:xfrm>
            <a:custGeom>
              <a:avLst/>
              <a:gdLst>
                <a:gd name="connsiteX0" fmla="*/ 52326 w 52326"/>
                <a:gd name="connsiteY0" fmla="*/ 26163 h 52326"/>
                <a:gd name="connsiteX1" fmla="*/ 26163 w 52326"/>
                <a:gd name="connsiteY1" fmla="*/ 0 h 52326"/>
                <a:gd name="connsiteX2" fmla="*/ 0 w 52326"/>
                <a:gd name="connsiteY2" fmla="*/ 26163 h 52326"/>
                <a:gd name="connsiteX3" fmla="*/ 26163 w 52326"/>
                <a:gd name="connsiteY3" fmla="*/ 52326 h 52326"/>
                <a:gd name="connsiteX4" fmla="*/ 52326 w 52326"/>
                <a:gd name="connsiteY4" fmla="*/ 26163 h 52326"/>
                <a:gd name="connsiteX5" fmla="*/ 52326 w 52326"/>
                <a:gd name="connsiteY5" fmla="*/ 26163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26" h="52326">
                  <a:moveTo>
                    <a:pt x="52326" y="26163"/>
                  </a:moveTo>
                  <a:cubicBezTo>
                    <a:pt x="52326" y="11861"/>
                    <a:pt x="40466" y="0"/>
                    <a:pt x="26163" y="0"/>
                  </a:cubicBezTo>
                  <a:cubicBezTo>
                    <a:pt x="11860" y="0"/>
                    <a:pt x="0" y="11861"/>
                    <a:pt x="0" y="26163"/>
                  </a:cubicBezTo>
                  <a:cubicBezTo>
                    <a:pt x="0" y="40465"/>
                    <a:pt x="11860" y="52326"/>
                    <a:pt x="26163" y="52326"/>
                  </a:cubicBezTo>
                  <a:cubicBezTo>
                    <a:pt x="40466" y="52326"/>
                    <a:pt x="52326" y="40465"/>
                    <a:pt x="52326" y="26163"/>
                  </a:cubicBezTo>
                  <a:lnTo>
                    <a:pt x="52326" y="26163"/>
                  </a:lnTo>
                  <a:close/>
                </a:path>
              </a:pathLst>
            </a:custGeom>
            <a:grpFill/>
            <a:ln w="3488" cap="flat">
              <a:noFill/>
              <a:prstDash val="solid"/>
              <a:miter/>
            </a:ln>
          </p:spPr>
          <p:txBody>
            <a:bodyPr rtlCol="0" anchor="ctr"/>
            <a:lstStyle/>
            <a:p>
              <a:endParaRPr lang="en-ID"/>
            </a:p>
          </p:txBody>
        </p:sp>
        <p:sp>
          <p:nvSpPr>
            <p:cNvPr id="1357" name="Freeform: Shape 1356">
              <a:extLst>
                <a:ext uri="{FF2B5EF4-FFF2-40B4-BE49-F238E27FC236}">
                  <a16:creationId xmlns:a16="http://schemas.microsoft.com/office/drawing/2014/main" id="{0FABA3D7-27CF-4741-D292-A48D2B65A282}"/>
                </a:ext>
              </a:extLst>
            </p:cNvPr>
            <p:cNvSpPr/>
            <p:nvPr/>
          </p:nvSpPr>
          <p:spPr>
            <a:xfrm>
              <a:off x="7325665" y="4292381"/>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58" name="Freeform: Shape 1357">
              <a:extLst>
                <a:ext uri="{FF2B5EF4-FFF2-40B4-BE49-F238E27FC236}">
                  <a16:creationId xmlns:a16="http://schemas.microsoft.com/office/drawing/2014/main" id="{00BAEDCF-ED03-B85F-9818-3F6A77FC0FE9}"/>
                </a:ext>
              </a:extLst>
            </p:cNvPr>
            <p:cNvSpPr/>
            <p:nvPr/>
          </p:nvSpPr>
          <p:spPr>
            <a:xfrm rot="17550026">
              <a:off x="7221191" y="4501574"/>
              <a:ext cx="52327" cy="52327"/>
            </a:xfrm>
            <a:custGeom>
              <a:avLst/>
              <a:gdLst>
                <a:gd name="connsiteX0" fmla="*/ 52328 w 52327"/>
                <a:gd name="connsiteY0" fmla="*/ 26164 h 52327"/>
                <a:gd name="connsiteX1" fmla="*/ 26164 w 52327"/>
                <a:gd name="connsiteY1" fmla="*/ 52327 h 52327"/>
                <a:gd name="connsiteX2" fmla="*/ 0 w 52327"/>
                <a:gd name="connsiteY2" fmla="*/ 26164 h 52327"/>
                <a:gd name="connsiteX3" fmla="*/ 26164 w 52327"/>
                <a:gd name="connsiteY3" fmla="*/ 0 h 52327"/>
                <a:gd name="connsiteX4" fmla="*/ 52328 w 52327"/>
                <a:gd name="connsiteY4" fmla="*/ 26164 h 52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7" h="52327">
                  <a:moveTo>
                    <a:pt x="52328" y="26164"/>
                  </a:moveTo>
                  <a:cubicBezTo>
                    <a:pt x="52328" y="40614"/>
                    <a:pt x="40613" y="52327"/>
                    <a:pt x="26164" y="52327"/>
                  </a:cubicBezTo>
                  <a:cubicBezTo>
                    <a:pt x="11714" y="52327"/>
                    <a:pt x="0" y="40614"/>
                    <a:pt x="0" y="26164"/>
                  </a:cubicBezTo>
                  <a:cubicBezTo>
                    <a:pt x="0" y="11714"/>
                    <a:pt x="11714" y="0"/>
                    <a:pt x="26164" y="0"/>
                  </a:cubicBezTo>
                  <a:cubicBezTo>
                    <a:pt x="40613" y="0"/>
                    <a:pt x="52328" y="11714"/>
                    <a:pt x="52328" y="26164"/>
                  </a:cubicBezTo>
                  <a:close/>
                </a:path>
              </a:pathLst>
            </a:custGeom>
            <a:grpFill/>
            <a:ln w="3488" cap="flat">
              <a:noFill/>
              <a:prstDash val="solid"/>
              <a:miter/>
            </a:ln>
          </p:spPr>
          <p:txBody>
            <a:bodyPr rtlCol="0" anchor="ctr"/>
            <a:lstStyle/>
            <a:p>
              <a:endParaRPr lang="en-ID"/>
            </a:p>
          </p:txBody>
        </p:sp>
        <p:sp>
          <p:nvSpPr>
            <p:cNvPr id="1359" name="Freeform: Shape 1358">
              <a:extLst>
                <a:ext uri="{FF2B5EF4-FFF2-40B4-BE49-F238E27FC236}">
                  <a16:creationId xmlns:a16="http://schemas.microsoft.com/office/drawing/2014/main" id="{0311D409-2EB2-AB12-670A-56BF0C0DDC42}"/>
                </a:ext>
              </a:extLst>
            </p:cNvPr>
            <p:cNvSpPr/>
            <p:nvPr/>
          </p:nvSpPr>
          <p:spPr>
            <a:xfrm>
              <a:off x="6488446" y="5234253"/>
              <a:ext cx="52326" cy="52326"/>
            </a:xfrm>
            <a:custGeom>
              <a:avLst/>
              <a:gdLst>
                <a:gd name="connsiteX0" fmla="*/ 26163 w 52326"/>
                <a:gd name="connsiteY0" fmla="*/ 52326 h 52326"/>
                <a:gd name="connsiteX1" fmla="*/ 26163 w 52326"/>
                <a:gd name="connsiteY1" fmla="*/ 52326 h 52326"/>
                <a:gd name="connsiteX2" fmla="*/ 26163 w 52326"/>
                <a:gd name="connsiteY2" fmla="*/ 52326 h 52326"/>
                <a:gd name="connsiteX3" fmla="*/ 52326 w 52326"/>
                <a:gd name="connsiteY3" fmla="*/ 26163 h 52326"/>
                <a:gd name="connsiteX4" fmla="*/ 33837 w 52326"/>
                <a:gd name="connsiteY4" fmla="*/ 1047 h 52326"/>
                <a:gd name="connsiteX5" fmla="*/ 30000 w 52326"/>
                <a:gd name="connsiteY5" fmla="*/ 349 h 52326"/>
                <a:gd name="connsiteX6" fmla="*/ 26163 w 52326"/>
                <a:gd name="connsiteY6" fmla="*/ 0 h 52326"/>
                <a:gd name="connsiteX7" fmla="*/ 26163 w 52326"/>
                <a:gd name="connsiteY7" fmla="*/ 0 h 52326"/>
                <a:gd name="connsiteX8" fmla="*/ 26163 w 52326"/>
                <a:gd name="connsiteY8" fmla="*/ 0 h 52326"/>
                <a:gd name="connsiteX9" fmla="*/ 0 w 52326"/>
                <a:gd name="connsiteY9" fmla="*/ 26163 h 52326"/>
                <a:gd name="connsiteX10" fmla="*/ 26163 w 52326"/>
                <a:gd name="connsiteY10"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326" h="52326">
                  <a:moveTo>
                    <a:pt x="26163" y="52326"/>
                  </a:moveTo>
                  <a:lnTo>
                    <a:pt x="26163" y="52326"/>
                  </a:lnTo>
                  <a:lnTo>
                    <a:pt x="26163" y="52326"/>
                  </a:lnTo>
                  <a:cubicBezTo>
                    <a:pt x="40465" y="52326"/>
                    <a:pt x="52326" y="40465"/>
                    <a:pt x="52326" y="26163"/>
                  </a:cubicBezTo>
                  <a:cubicBezTo>
                    <a:pt x="52326" y="14302"/>
                    <a:pt x="44652" y="4535"/>
                    <a:pt x="33837" y="1047"/>
                  </a:cubicBezTo>
                  <a:cubicBezTo>
                    <a:pt x="32442" y="698"/>
                    <a:pt x="31396" y="349"/>
                    <a:pt x="30000" y="349"/>
                  </a:cubicBezTo>
                  <a:cubicBezTo>
                    <a:pt x="28605" y="0"/>
                    <a:pt x="27559" y="0"/>
                    <a:pt x="26163" y="0"/>
                  </a:cubicBezTo>
                  <a:lnTo>
                    <a:pt x="26163" y="0"/>
                  </a:lnTo>
                  <a:lnTo>
                    <a:pt x="26163" y="0"/>
                  </a:lnTo>
                  <a:cubicBezTo>
                    <a:pt x="11861" y="0"/>
                    <a:pt x="0" y="11861"/>
                    <a:pt x="0" y="26163"/>
                  </a:cubicBezTo>
                  <a:cubicBezTo>
                    <a:pt x="0" y="40465"/>
                    <a:pt x="11861" y="52326"/>
                    <a:pt x="26163" y="52326"/>
                  </a:cubicBezTo>
                  <a:close/>
                </a:path>
              </a:pathLst>
            </a:custGeom>
            <a:grpFill/>
            <a:ln w="3488" cap="flat">
              <a:noFill/>
              <a:prstDash val="solid"/>
              <a:miter/>
            </a:ln>
          </p:spPr>
          <p:txBody>
            <a:bodyPr rtlCol="0" anchor="ctr"/>
            <a:lstStyle/>
            <a:p>
              <a:endParaRPr lang="en-ID"/>
            </a:p>
          </p:txBody>
        </p:sp>
        <p:sp>
          <p:nvSpPr>
            <p:cNvPr id="1360" name="Freeform: Shape 1359">
              <a:extLst>
                <a:ext uri="{FF2B5EF4-FFF2-40B4-BE49-F238E27FC236}">
                  <a16:creationId xmlns:a16="http://schemas.microsoft.com/office/drawing/2014/main" id="{4B277B86-105D-DB02-5B8D-A3E5AC0FC1EA}"/>
                </a:ext>
              </a:extLst>
            </p:cNvPr>
            <p:cNvSpPr/>
            <p:nvPr/>
          </p:nvSpPr>
          <p:spPr>
            <a:xfrm>
              <a:off x="6383793" y="4083077"/>
              <a:ext cx="52326" cy="52326"/>
            </a:xfrm>
            <a:custGeom>
              <a:avLst/>
              <a:gdLst>
                <a:gd name="connsiteX0" fmla="*/ 52326 w 52326"/>
                <a:gd name="connsiteY0" fmla="*/ 26163 h 52326"/>
                <a:gd name="connsiteX1" fmla="*/ 26163 w 52326"/>
                <a:gd name="connsiteY1" fmla="*/ 52326 h 52326"/>
                <a:gd name="connsiteX2" fmla="*/ 0 w 52326"/>
                <a:gd name="connsiteY2" fmla="*/ 26163 h 52326"/>
                <a:gd name="connsiteX3" fmla="*/ 26163 w 52326"/>
                <a:gd name="connsiteY3" fmla="*/ 0 h 52326"/>
                <a:gd name="connsiteX4" fmla="*/ 52326 w 52326"/>
                <a:gd name="connsiteY4" fmla="*/ 26163 h 52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6" h="52326">
                  <a:moveTo>
                    <a:pt x="52326" y="26163"/>
                  </a:moveTo>
                  <a:cubicBezTo>
                    <a:pt x="52326" y="40613"/>
                    <a:pt x="40612" y="52326"/>
                    <a:pt x="26163" y="52326"/>
                  </a:cubicBezTo>
                  <a:cubicBezTo>
                    <a:pt x="11714" y="52326"/>
                    <a:pt x="0" y="40613"/>
                    <a:pt x="0" y="26163"/>
                  </a:cubicBezTo>
                  <a:cubicBezTo>
                    <a:pt x="0" y="11714"/>
                    <a:pt x="11714" y="0"/>
                    <a:pt x="26163" y="0"/>
                  </a:cubicBezTo>
                  <a:cubicBezTo>
                    <a:pt x="40612" y="0"/>
                    <a:pt x="52326" y="11714"/>
                    <a:pt x="52326" y="26163"/>
                  </a:cubicBezTo>
                  <a:close/>
                </a:path>
              </a:pathLst>
            </a:custGeom>
            <a:grpFill/>
            <a:ln w="3488" cap="flat">
              <a:noFill/>
              <a:prstDash val="solid"/>
              <a:miter/>
            </a:ln>
          </p:spPr>
          <p:txBody>
            <a:bodyPr rtlCol="0" anchor="ctr"/>
            <a:lstStyle/>
            <a:p>
              <a:endParaRPr lang="en-ID"/>
            </a:p>
          </p:txBody>
        </p:sp>
        <p:sp>
          <p:nvSpPr>
            <p:cNvPr id="1361" name="Freeform: Shape 1360">
              <a:extLst>
                <a:ext uri="{FF2B5EF4-FFF2-40B4-BE49-F238E27FC236}">
                  <a16:creationId xmlns:a16="http://schemas.microsoft.com/office/drawing/2014/main" id="{28409FA3-55D9-45CC-1410-DF1C4A75A33F}"/>
                </a:ext>
              </a:extLst>
            </p:cNvPr>
            <p:cNvSpPr/>
            <p:nvPr/>
          </p:nvSpPr>
          <p:spPr>
            <a:xfrm>
              <a:off x="7744274" y="5338905"/>
              <a:ext cx="52326" cy="52326"/>
            </a:xfrm>
            <a:custGeom>
              <a:avLst/>
              <a:gdLst>
                <a:gd name="connsiteX0" fmla="*/ 26163 w 52326"/>
                <a:gd name="connsiteY0" fmla="*/ 52326 h 52326"/>
                <a:gd name="connsiteX1" fmla="*/ 52326 w 52326"/>
                <a:gd name="connsiteY1" fmla="*/ 26163 h 52326"/>
                <a:gd name="connsiteX2" fmla="*/ 44652 w 52326"/>
                <a:gd name="connsiteY2" fmla="*/ 7674 h 52326"/>
                <a:gd name="connsiteX3" fmla="*/ 26163 w 52326"/>
                <a:gd name="connsiteY3" fmla="*/ 0 h 52326"/>
                <a:gd name="connsiteX4" fmla="*/ 26163 w 52326"/>
                <a:gd name="connsiteY4" fmla="*/ 0 h 52326"/>
                <a:gd name="connsiteX5" fmla="*/ 0 w 52326"/>
                <a:gd name="connsiteY5" fmla="*/ 26163 h 52326"/>
                <a:gd name="connsiteX6" fmla="*/ 7674 w 52326"/>
                <a:gd name="connsiteY6" fmla="*/ 44652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cubicBezTo>
                    <a:pt x="40466" y="52326"/>
                    <a:pt x="52326" y="40465"/>
                    <a:pt x="52326" y="26163"/>
                  </a:cubicBezTo>
                  <a:cubicBezTo>
                    <a:pt x="52326" y="18838"/>
                    <a:pt x="49535" y="12558"/>
                    <a:pt x="44652" y="7674"/>
                  </a:cubicBezTo>
                  <a:cubicBezTo>
                    <a:pt x="39768" y="2791"/>
                    <a:pt x="33489" y="0"/>
                    <a:pt x="26163" y="0"/>
                  </a:cubicBezTo>
                  <a:lnTo>
                    <a:pt x="26163" y="0"/>
                  </a:lnTo>
                  <a:cubicBezTo>
                    <a:pt x="11860" y="0"/>
                    <a:pt x="0" y="11861"/>
                    <a:pt x="0" y="26163"/>
                  </a:cubicBezTo>
                  <a:cubicBezTo>
                    <a:pt x="0" y="33489"/>
                    <a:pt x="2791" y="39768"/>
                    <a:pt x="7674" y="44652"/>
                  </a:cubicBezTo>
                  <a:cubicBezTo>
                    <a:pt x="12559" y="49535"/>
                    <a:pt x="18837" y="52326"/>
                    <a:pt x="26163" y="52326"/>
                  </a:cubicBezTo>
                  <a:close/>
                </a:path>
              </a:pathLst>
            </a:custGeom>
            <a:grpFill/>
            <a:ln w="3488" cap="flat">
              <a:noFill/>
              <a:prstDash val="solid"/>
              <a:miter/>
            </a:ln>
          </p:spPr>
          <p:txBody>
            <a:bodyPr rtlCol="0" anchor="ctr"/>
            <a:lstStyle/>
            <a:p>
              <a:endParaRPr lang="en-ID"/>
            </a:p>
          </p:txBody>
        </p:sp>
        <p:sp>
          <p:nvSpPr>
            <p:cNvPr id="1362" name="Freeform: Shape 1361">
              <a:extLst>
                <a:ext uri="{FF2B5EF4-FFF2-40B4-BE49-F238E27FC236}">
                  <a16:creationId xmlns:a16="http://schemas.microsoft.com/office/drawing/2014/main" id="{78DCB44A-B792-8A3B-B7B5-C97226E6D746}"/>
                </a:ext>
              </a:extLst>
            </p:cNvPr>
            <p:cNvSpPr/>
            <p:nvPr/>
          </p:nvSpPr>
          <p:spPr>
            <a:xfrm>
              <a:off x="11092801" y="1571420"/>
              <a:ext cx="52675" cy="52326"/>
            </a:xfrm>
            <a:custGeom>
              <a:avLst/>
              <a:gdLst>
                <a:gd name="connsiteX0" fmla="*/ 26512 w 52675"/>
                <a:gd name="connsiteY0" fmla="*/ 52326 h 52326"/>
                <a:gd name="connsiteX1" fmla="*/ 26512 w 52675"/>
                <a:gd name="connsiteY1" fmla="*/ 52326 h 52326"/>
                <a:gd name="connsiteX2" fmla="*/ 30350 w 52675"/>
                <a:gd name="connsiteY2" fmla="*/ 51977 h 52326"/>
                <a:gd name="connsiteX3" fmla="*/ 34187 w 52675"/>
                <a:gd name="connsiteY3" fmla="*/ 51280 h 52326"/>
                <a:gd name="connsiteX4" fmla="*/ 52675 w 52675"/>
                <a:gd name="connsiteY4" fmla="*/ 26163 h 52326"/>
                <a:gd name="connsiteX5" fmla="*/ 52675 w 52675"/>
                <a:gd name="connsiteY5" fmla="*/ 26163 h 52326"/>
                <a:gd name="connsiteX6" fmla="*/ 26512 w 52675"/>
                <a:gd name="connsiteY6" fmla="*/ 0 h 52326"/>
                <a:gd name="connsiteX7" fmla="*/ 26512 w 52675"/>
                <a:gd name="connsiteY7" fmla="*/ 0 h 52326"/>
                <a:gd name="connsiteX8" fmla="*/ 22326 w 52675"/>
                <a:gd name="connsiteY8" fmla="*/ 349 h 52326"/>
                <a:gd name="connsiteX9" fmla="*/ 18489 w 52675"/>
                <a:gd name="connsiteY9" fmla="*/ 1047 h 52326"/>
                <a:gd name="connsiteX10" fmla="*/ 0 w 52675"/>
                <a:gd name="connsiteY10" fmla="*/ 26163 h 52326"/>
                <a:gd name="connsiteX11" fmla="*/ 26512 w 52675"/>
                <a:gd name="connsiteY11"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675" h="52326">
                  <a:moveTo>
                    <a:pt x="26512" y="52326"/>
                  </a:moveTo>
                  <a:lnTo>
                    <a:pt x="26512" y="52326"/>
                  </a:lnTo>
                  <a:cubicBezTo>
                    <a:pt x="27907" y="52326"/>
                    <a:pt x="28954" y="52326"/>
                    <a:pt x="30350" y="51977"/>
                  </a:cubicBezTo>
                  <a:cubicBezTo>
                    <a:pt x="31745" y="51629"/>
                    <a:pt x="33140" y="51629"/>
                    <a:pt x="34187" y="51280"/>
                  </a:cubicBezTo>
                  <a:cubicBezTo>
                    <a:pt x="45001" y="48140"/>
                    <a:pt x="52675" y="38024"/>
                    <a:pt x="52675" y="26163"/>
                  </a:cubicBezTo>
                  <a:lnTo>
                    <a:pt x="52675" y="26163"/>
                  </a:lnTo>
                  <a:cubicBezTo>
                    <a:pt x="52675" y="11861"/>
                    <a:pt x="40815" y="0"/>
                    <a:pt x="26512" y="0"/>
                  </a:cubicBezTo>
                  <a:lnTo>
                    <a:pt x="26512" y="0"/>
                  </a:lnTo>
                  <a:cubicBezTo>
                    <a:pt x="25117" y="0"/>
                    <a:pt x="23721" y="0"/>
                    <a:pt x="22326" y="349"/>
                  </a:cubicBezTo>
                  <a:cubicBezTo>
                    <a:pt x="20930" y="698"/>
                    <a:pt x="19885" y="698"/>
                    <a:pt x="18489" y="1047"/>
                  </a:cubicBezTo>
                  <a:cubicBezTo>
                    <a:pt x="7675" y="4186"/>
                    <a:pt x="0" y="14302"/>
                    <a:pt x="0" y="26163"/>
                  </a:cubicBezTo>
                  <a:cubicBezTo>
                    <a:pt x="349" y="40466"/>
                    <a:pt x="12209" y="52326"/>
                    <a:pt x="26512" y="52326"/>
                  </a:cubicBezTo>
                  <a:close/>
                </a:path>
              </a:pathLst>
            </a:custGeom>
            <a:grpFill/>
            <a:ln w="3488" cap="flat">
              <a:noFill/>
              <a:prstDash val="solid"/>
              <a:miter/>
            </a:ln>
          </p:spPr>
          <p:txBody>
            <a:bodyPr rtlCol="0" anchor="ctr"/>
            <a:lstStyle/>
            <a:p>
              <a:endParaRPr lang="en-ID"/>
            </a:p>
          </p:txBody>
        </p:sp>
        <p:sp>
          <p:nvSpPr>
            <p:cNvPr id="1363" name="Freeform: Shape 1362">
              <a:extLst>
                <a:ext uri="{FF2B5EF4-FFF2-40B4-BE49-F238E27FC236}">
                  <a16:creationId xmlns:a16="http://schemas.microsoft.com/office/drawing/2014/main" id="{E1A09FAA-A034-09DF-AC70-DB2C2C39B1FC}"/>
                </a:ext>
              </a:extLst>
            </p:cNvPr>
            <p:cNvSpPr/>
            <p:nvPr/>
          </p:nvSpPr>
          <p:spPr>
            <a:xfrm>
              <a:off x="7430317" y="3455163"/>
              <a:ext cx="52326" cy="52326"/>
            </a:xfrm>
            <a:custGeom>
              <a:avLst/>
              <a:gdLst>
                <a:gd name="connsiteX0" fmla="*/ 26163 w 52326"/>
                <a:gd name="connsiteY0" fmla="*/ 52326 h 52326"/>
                <a:gd name="connsiteX1" fmla="*/ 26163 w 52326"/>
                <a:gd name="connsiteY1" fmla="*/ 52326 h 52326"/>
                <a:gd name="connsiteX2" fmla="*/ 52326 w 52326"/>
                <a:gd name="connsiteY2" fmla="*/ 26163 h 52326"/>
                <a:gd name="connsiteX3" fmla="*/ 52326 w 52326"/>
                <a:gd name="connsiteY3" fmla="*/ 26163 h 52326"/>
                <a:gd name="connsiteX4" fmla="*/ 26163 w 52326"/>
                <a:gd name="connsiteY4" fmla="*/ 0 h 52326"/>
                <a:gd name="connsiteX5" fmla="*/ 26163 w 52326"/>
                <a:gd name="connsiteY5" fmla="*/ 0 h 52326"/>
                <a:gd name="connsiteX6" fmla="*/ 0 w 52326"/>
                <a:gd name="connsiteY6" fmla="*/ 26163 h 52326"/>
                <a:gd name="connsiteX7" fmla="*/ 26163 w 52326"/>
                <a:gd name="connsiteY7" fmla="*/ 52326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26" h="52326">
                  <a:moveTo>
                    <a:pt x="26163" y="52326"/>
                  </a:moveTo>
                  <a:lnTo>
                    <a:pt x="26163" y="52326"/>
                  </a:lnTo>
                  <a:cubicBezTo>
                    <a:pt x="40466" y="52326"/>
                    <a:pt x="52326" y="40465"/>
                    <a:pt x="52326" y="26163"/>
                  </a:cubicBezTo>
                  <a:lnTo>
                    <a:pt x="52326" y="26163"/>
                  </a:lnTo>
                  <a:cubicBezTo>
                    <a:pt x="52326" y="11861"/>
                    <a:pt x="40466" y="0"/>
                    <a:pt x="26163" y="0"/>
                  </a:cubicBezTo>
                  <a:lnTo>
                    <a:pt x="26163" y="0"/>
                  </a:lnTo>
                  <a:cubicBezTo>
                    <a:pt x="11860" y="0"/>
                    <a:pt x="0" y="11861"/>
                    <a:pt x="0" y="26163"/>
                  </a:cubicBezTo>
                  <a:cubicBezTo>
                    <a:pt x="0" y="40465"/>
                    <a:pt x="11860" y="52326"/>
                    <a:pt x="26163" y="52326"/>
                  </a:cubicBezTo>
                  <a:close/>
                </a:path>
              </a:pathLst>
            </a:custGeom>
            <a:grpFill/>
            <a:ln w="3488" cap="flat">
              <a:noFill/>
              <a:prstDash val="solid"/>
              <a:miter/>
            </a:ln>
          </p:spPr>
          <p:txBody>
            <a:bodyPr rtlCol="0" anchor="ctr"/>
            <a:lstStyle/>
            <a:p>
              <a:endParaRPr lang="en-ID"/>
            </a:p>
          </p:txBody>
        </p:sp>
        <p:sp>
          <p:nvSpPr>
            <p:cNvPr id="1364" name="Freeform: Shape 1363">
              <a:extLst>
                <a:ext uri="{FF2B5EF4-FFF2-40B4-BE49-F238E27FC236}">
                  <a16:creationId xmlns:a16="http://schemas.microsoft.com/office/drawing/2014/main" id="{0BB03476-A1E9-CB03-E6E6-26B890374893}"/>
                </a:ext>
              </a:extLst>
            </p:cNvPr>
            <p:cNvSpPr/>
            <p:nvPr/>
          </p:nvSpPr>
          <p:spPr>
            <a:xfrm>
              <a:off x="10465236" y="5129600"/>
              <a:ext cx="52326" cy="52326"/>
            </a:xfrm>
            <a:custGeom>
              <a:avLst/>
              <a:gdLst>
                <a:gd name="connsiteX0" fmla="*/ 26163 w 52326"/>
                <a:gd name="connsiteY0" fmla="*/ 0 h 52326"/>
                <a:gd name="connsiteX1" fmla="*/ 26163 w 52326"/>
                <a:gd name="connsiteY1" fmla="*/ 0 h 52326"/>
                <a:gd name="connsiteX2" fmla="*/ 0 w 52326"/>
                <a:gd name="connsiteY2" fmla="*/ 26163 h 52326"/>
                <a:gd name="connsiteX3" fmla="*/ 26163 w 52326"/>
                <a:gd name="connsiteY3" fmla="*/ 52326 h 52326"/>
                <a:gd name="connsiteX4" fmla="*/ 26163 w 52326"/>
                <a:gd name="connsiteY4" fmla="*/ 52326 h 52326"/>
                <a:gd name="connsiteX5" fmla="*/ 52326 w 52326"/>
                <a:gd name="connsiteY5" fmla="*/ 26163 h 52326"/>
                <a:gd name="connsiteX6" fmla="*/ 26163 w 52326"/>
                <a:gd name="connsiteY6" fmla="*/ 0 h 5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6" h="52326">
                  <a:moveTo>
                    <a:pt x="26163" y="0"/>
                  </a:moveTo>
                  <a:lnTo>
                    <a:pt x="26163" y="0"/>
                  </a:lnTo>
                  <a:cubicBezTo>
                    <a:pt x="11860" y="0"/>
                    <a:pt x="0" y="11861"/>
                    <a:pt x="0" y="26163"/>
                  </a:cubicBezTo>
                  <a:cubicBezTo>
                    <a:pt x="0" y="40465"/>
                    <a:pt x="11860" y="52326"/>
                    <a:pt x="26163" y="52326"/>
                  </a:cubicBezTo>
                  <a:lnTo>
                    <a:pt x="26163" y="52326"/>
                  </a:lnTo>
                  <a:cubicBezTo>
                    <a:pt x="40466" y="52326"/>
                    <a:pt x="52326" y="40465"/>
                    <a:pt x="52326" y="26163"/>
                  </a:cubicBezTo>
                  <a:cubicBezTo>
                    <a:pt x="52326" y="11861"/>
                    <a:pt x="40466" y="0"/>
                    <a:pt x="26163" y="0"/>
                  </a:cubicBezTo>
                  <a:close/>
                </a:path>
              </a:pathLst>
            </a:custGeom>
            <a:grpFill/>
            <a:ln w="3488" cap="flat">
              <a:noFill/>
              <a:prstDash val="solid"/>
              <a:miter/>
            </a:ln>
          </p:spPr>
          <p:txBody>
            <a:bodyPr rtlCol="0" anchor="ctr"/>
            <a:lstStyle/>
            <a:p>
              <a:endParaRPr lang="en-ID"/>
            </a:p>
          </p:txBody>
        </p:sp>
      </p:grpSp>
      <p:sp>
        <p:nvSpPr>
          <p:cNvPr id="2" name="Title Placeholder 1">
            <a:extLst>
              <a:ext uri="{FF2B5EF4-FFF2-40B4-BE49-F238E27FC236}">
                <a16:creationId xmlns:a16="http://schemas.microsoft.com/office/drawing/2014/main" id="{419C2E46-11E5-88D3-0FF6-CBCD9F6DEC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EF53B2CE-A44D-9B86-9ACA-658E5D3679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AD872984-2B4C-0CF5-E2EC-59514ACE5D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B9409A-2ED3-4A80-A81F-CE5938D0E575}" type="datetimeFigureOut">
              <a:rPr lang="en-ID" smtClean="0"/>
              <a:t>19/01/2024</a:t>
            </a:fld>
            <a:endParaRPr lang="en-ID"/>
          </a:p>
        </p:txBody>
      </p:sp>
      <p:sp>
        <p:nvSpPr>
          <p:cNvPr id="5" name="Footer Placeholder 4">
            <a:extLst>
              <a:ext uri="{FF2B5EF4-FFF2-40B4-BE49-F238E27FC236}">
                <a16:creationId xmlns:a16="http://schemas.microsoft.com/office/drawing/2014/main" id="{A6DF9786-BE83-FAC0-F059-8C02BC9CA0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0150B2FF-B463-6673-129A-B658D713DA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BD5E2-D8FC-4378-826C-0157312ED133}" type="slidenum">
              <a:rPr lang="en-ID" smtClean="0"/>
              <a:t>‹#›</a:t>
            </a:fld>
            <a:endParaRPr lang="en-ID"/>
          </a:p>
        </p:txBody>
      </p:sp>
      <p:sp>
        <p:nvSpPr>
          <p:cNvPr id="7" name="Rectangle: Single Corner Rounded 6">
            <a:extLst>
              <a:ext uri="{FF2B5EF4-FFF2-40B4-BE49-F238E27FC236}">
                <a16:creationId xmlns:a16="http://schemas.microsoft.com/office/drawing/2014/main" id="{B1763308-D78F-7ED2-5BFA-A2B525533D3C}"/>
              </a:ext>
            </a:extLst>
          </p:cNvPr>
          <p:cNvSpPr/>
          <p:nvPr userDrawn="1"/>
        </p:nvSpPr>
        <p:spPr>
          <a:xfrm rot="16200000" flipV="1">
            <a:off x="-3171305" y="3171305"/>
            <a:ext cx="6857940" cy="515329"/>
          </a:xfrm>
          <a:prstGeom prst="round1Rect">
            <a:avLst>
              <a:gd name="adj" fmla="val 50000"/>
            </a:avLst>
          </a:prstGeom>
          <a:solidFill>
            <a:schemeClr val="accent1">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TextBox 7">
            <a:extLst>
              <a:ext uri="{FF2B5EF4-FFF2-40B4-BE49-F238E27FC236}">
                <a16:creationId xmlns:a16="http://schemas.microsoft.com/office/drawing/2014/main" id="{251058DC-2801-0245-F13D-8AEA6EC32B25}"/>
              </a:ext>
            </a:extLst>
          </p:cNvPr>
          <p:cNvSpPr txBox="1"/>
          <p:nvPr userDrawn="1"/>
        </p:nvSpPr>
        <p:spPr>
          <a:xfrm rot="16200000">
            <a:off x="-755749" y="879269"/>
            <a:ext cx="2026828" cy="246221"/>
          </a:xfrm>
          <a:prstGeom prst="rect">
            <a:avLst/>
          </a:prstGeom>
          <a:noFill/>
        </p:spPr>
        <p:txBody>
          <a:bodyPr wrap="square" rtlCol="0">
            <a:spAutoFit/>
          </a:bodyPr>
          <a:lstStyle/>
          <a:p>
            <a:pPr algn="ctr"/>
            <a:r>
              <a:rPr lang="en-US" sz="1000" spc="600">
                <a:solidFill>
                  <a:schemeClr val="bg1"/>
                </a:solidFill>
                <a:latin typeface="+mj-lt"/>
              </a:rPr>
              <a:t>EAI SYSTEMS</a:t>
            </a:r>
          </a:p>
        </p:txBody>
      </p:sp>
      <p:sp>
        <p:nvSpPr>
          <p:cNvPr id="9" name="Flowchart: Manual Input 8">
            <a:extLst>
              <a:ext uri="{FF2B5EF4-FFF2-40B4-BE49-F238E27FC236}">
                <a16:creationId xmlns:a16="http://schemas.microsoft.com/office/drawing/2014/main" id="{7C6A7AE0-F02B-14A4-CCDD-613181559483}"/>
              </a:ext>
            </a:extLst>
          </p:cNvPr>
          <p:cNvSpPr/>
          <p:nvPr userDrawn="1"/>
        </p:nvSpPr>
        <p:spPr>
          <a:xfrm rot="10800000" flipV="1">
            <a:off x="0" y="6288789"/>
            <a:ext cx="515329" cy="569211"/>
          </a:xfrm>
          <a:prstGeom prst="flowChartManualInput">
            <a:avLst/>
          </a:prstGeom>
          <a:gradFill>
            <a:gsLst>
              <a:gs pos="0">
                <a:schemeClr val="accent2">
                  <a:alpha val="0"/>
                </a:schemeClr>
              </a:gs>
              <a:gs pos="61000">
                <a:schemeClr val="accent2">
                  <a:alpha val="28000"/>
                </a:schemeClr>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0" name="Straight Connector 9">
            <a:extLst>
              <a:ext uri="{FF2B5EF4-FFF2-40B4-BE49-F238E27FC236}">
                <a16:creationId xmlns:a16="http://schemas.microsoft.com/office/drawing/2014/main" id="{21F95FE2-5C71-7038-92C7-A284E4C18C1F}"/>
              </a:ext>
            </a:extLst>
          </p:cNvPr>
          <p:cNvCxnSpPr>
            <a:cxnSpLocks/>
          </p:cNvCxnSpPr>
          <p:nvPr userDrawn="1"/>
        </p:nvCxnSpPr>
        <p:spPr>
          <a:xfrm flipH="1">
            <a:off x="257665" y="1965275"/>
            <a:ext cx="1" cy="4238755"/>
          </a:xfrm>
          <a:prstGeom prst="line">
            <a:avLst/>
          </a:prstGeom>
          <a:ln w="6350">
            <a:solidFill>
              <a:schemeClr val="bg1">
                <a:alpha val="18000"/>
              </a:schemeClr>
            </a:solidFill>
          </a:ln>
        </p:spPr>
        <p:style>
          <a:lnRef idx="1">
            <a:schemeClr val="accent1"/>
          </a:lnRef>
          <a:fillRef idx="0">
            <a:schemeClr val="accent1"/>
          </a:fillRef>
          <a:effectRef idx="0">
            <a:schemeClr val="accent1"/>
          </a:effectRef>
          <a:fontRef idx="minor">
            <a:schemeClr val="tx1"/>
          </a:fontRef>
        </p:style>
      </p:cxnSp>
      <p:pic>
        <p:nvPicPr>
          <p:cNvPr id="1367" name="Picture 1366">
            <a:extLst>
              <a:ext uri="{FF2B5EF4-FFF2-40B4-BE49-F238E27FC236}">
                <a16:creationId xmlns:a16="http://schemas.microsoft.com/office/drawing/2014/main" id="{BDA538EC-67BB-8026-DCCF-64C13196D03A}"/>
              </a:ext>
            </a:extLst>
          </p:cNvPr>
          <p:cNvPicPr>
            <a:picLocks noChangeAspect="1"/>
          </p:cNvPicPr>
          <p:nvPr userDrawn="1"/>
        </p:nvPicPr>
        <p:blipFill>
          <a:blip r:embed="rId12"/>
          <a:stretch>
            <a:fillRect/>
          </a:stretch>
        </p:blipFill>
        <p:spPr>
          <a:xfrm>
            <a:off x="11241718" y="314964"/>
            <a:ext cx="550269" cy="438150"/>
          </a:xfrm>
          <a:prstGeom prst="rect">
            <a:avLst/>
          </a:prstGeom>
        </p:spPr>
      </p:pic>
      <p:sp>
        <p:nvSpPr>
          <p:cNvPr id="1381" name="TextBox 1380">
            <a:extLst>
              <a:ext uri="{FF2B5EF4-FFF2-40B4-BE49-F238E27FC236}">
                <a16:creationId xmlns:a16="http://schemas.microsoft.com/office/drawing/2014/main" id="{232D3875-1128-548E-EF99-4B2313750E91}"/>
              </a:ext>
            </a:extLst>
          </p:cNvPr>
          <p:cNvSpPr txBox="1"/>
          <p:nvPr userDrawn="1"/>
        </p:nvSpPr>
        <p:spPr>
          <a:xfrm>
            <a:off x="-236695" y="6490960"/>
            <a:ext cx="930917" cy="261610"/>
          </a:xfrm>
          <a:prstGeom prst="rect">
            <a:avLst/>
          </a:prstGeom>
          <a:noFill/>
        </p:spPr>
        <p:txBody>
          <a:bodyPr wrap="square" rtlCol="0">
            <a:spAutoFit/>
          </a:bodyPr>
          <a:lstStyle/>
          <a:p>
            <a:pPr algn="ctr"/>
            <a:fld id="{102009AA-E089-4079-8153-5D7FB6B42523}" type="slidenum">
              <a:rPr lang="en-US" sz="1100" b="1" smtClean="0">
                <a:solidFill>
                  <a:schemeClr val="bg1"/>
                </a:solidFill>
                <a:latin typeface="+mj-lt"/>
              </a:rPr>
              <a:pPr algn="ctr"/>
              <a:t>‹#›</a:t>
            </a:fld>
            <a:endParaRPr lang="en-ID" sz="1100" b="1">
              <a:solidFill>
                <a:schemeClr val="bg1"/>
              </a:solidFill>
              <a:latin typeface="+mj-lt"/>
            </a:endParaRPr>
          </a:p>
        </p:txBody>
      </p:sp>
    </p:spTree>
    <p:extLst>
      <p:ext uri="{BB962C8B-B14F-4D97-AF65-F5344CB8AC3E}">
        <p14:creationId xmlns:p14="http://schemas.microsoft.com/office/powerpoint/2010/main" val="1460864201"/>
      </p:ext>
    </p:extLst>
  </p:cSld>
  <p:clrMap bg1="lt1" tx1="dk1" bg2="lt2" tx2="dk2" accent1="accent1" accent2="accent2" accent3="accent3" accent4="accent4" accent5="accent5" accent6="accent6" hlink="hlink" folHlink="folHlink"/>
  <p:sldLayoutIdLst>
    <p:sldLayoutId id="2147483847" r:id="rId1"/>
    <p:sldLayoutId id="2147483849" r:id="rId2"/>
    <p:sldLayoutId id="2147483882" r:id="rId3"/>
    <p:sldLayoutId id="2147483860" r:id="rId4"/>
    <p:sldLayoutId id="2147483861" r:id="rId5"/>
    <p:sldLayoutId id="2147483883" r:id="rId6"/>
    <p:sldLayoutId id="2147483862" r:id="rId7"/>
    <p:sldLayoutId id="2147483863" r:id="rId8"/>
    <p:sldLayoutId id="2147483864" r:id="rId9"/>
    <p:sldLayoutId id="214748386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EAA3C8-FBAF-010E-EF83-0B99FAAF80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CC70FC4F-072C-5DD4-D305-4CDB2F428D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BE912A2-4D7B-8D68-E131-EBD98087EA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44607B-1194-48B0-BAF3-A55B43A1FBE0}" type="datetimeFigureOut">
              <a:rPr lang="en-ID" smtClean="0"/>
              <a:t>19/01/2024</a:t>
            </a:fld>
            <a:endParaRPr lang="en-ID"/>
          </a:p>
        </p:txBody>
      </p:sp>
      <p:sp>
        <p:nvSpPr>
          <p:cNvPr id="5" name="Footer Placeholder 4">
            <a:extLst>
              <a:ext uri="{FF2B5EF4-FFF2-40B4-BE49-F238E27FC236}">
                <a16:creationId xmlns:a16="http://schemas.microsoft.com/office/drawing/2014/main" id="{0AB707DA-4D73-99F0-5EE3-EC56FDC31B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63C8F47E-3C9E-43AE-2C5F-E6BE397FF9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DE71C3-CDEB-4551-B01D-B88AA76021FD}" type="slidenum">
              <a:rPr lang="en-ID" smtClean="0"/>
              <a:t>‹#›</a:t>
            </a:fld>
            <a:endParaRPr lang="en-ID"/>
          </a:p>
        </p:txBody>
      </p:sp>
      <p:sp>
        <p:nvSpPr>
          <p:cNvPr id="7" name="Rectangle 6">
            <a:extLst>
              <a:ext uri="{FF2B5EF4-FFF2-40B4-BE49-F238E27FC236}">
                <a16:creationId xmlns:a16="http://schemas.microsoft.com/office/drawing/2014/main" id="{E9B73EF1-FA95-F3C5-F0E3-C4EE37D3671C}"/>
              </a:ext>
            </a:extLst>
          </p:cNvPr>
          <p:cNvSpPr/>
          <p:nvPr userDrawn="1"/>
        </p:nvSpPr>
        <p:spPr>
          <a:xfrm>
            <a:off x="1" y="0"/>
            <a:ext cx="634999" cy="793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434031192"/>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8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Layout" Target="../slideLayouts/slideLayout3.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g"/><Relationship Id="rId1" Type="http://schemas.openxmlformats.org/officeDocument/2006/relationships/slideLayout" Target="../slideLayouts/slideLayout4.xml"/><Relationship Id="rId5" Type="http://schemas.openxmlformats.org/officeDocument/2006/relationships/image" Target="../media/image22.sv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18" Type="http://schemas.openxmlformats.org/officeDocument/2006/relationships/image" Target="../media/image40.png"/><Relationship Id="rId26" Type="http://schemas.openxmlformats.org/officeDocument/2006/relationships/image" Target="../media/image48.png"/><Relationship Id="rId3" Type="http://schemas.openxmlformats.org/officeDocument/2006/relationships/image" Target="../media/image25.png"/><Relationship Id="rId21" Type="http://schemas.openxmlformats.org/officeDocument/2006/relationships/image" Target="../media/image43.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png"/><Relationship Id="rId25" Type="http://schemas.openxmlformats.org/officeDocument/2006/relationships/image" Target="../media/image47.png"/><Relationship Id="rId2" Type="http://schemas.openxmlformats.org/officeDocument/2006/relationships/image" Target="../media/image24.png"/><Relationship Id="rId16" Type="http://schemas.openxmlformats.org/officeDocument/2006/relationships/image" Target="../media/image38.png"/><Relationship Id="rId20" Type="http://schemas.openxmlformats.org/officeDocument/2006/relationships/image" Target="../media/image42.png"/><Relationship Id="rId29"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6.png"/><Relationship Id="rId5" Type="http://schemas.openxmlformats.org/officeDocument/2006/relationships/image" Target="../media/image27.png"/><Relationship Id="rId15" Type="http://schemas.openxmlformats.org/officeDocument/2006/relationships/image" Target="../media/image37.png"/><Relationship Id="rId23" Type="http://schemas.openxmlformats.org/officeDocument/2006/relationships/image" Target="../media/image45.png"/><Relationship Id="rId28" Type="http://schemas.openxmlformats.org/officeDocument/2006/relationships/image" Target="../media/image50.png"/><Relationship Id="rId10" Type="http://schemas.openxmlformats.org/officeDocument/2006/relationships/image" Target="../media/image32.png"/><Relationship Id="rId19" Type="http://schemas.openxmlformats.org/officeDocument/2006/relationships/image" Target="../media/image41.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44.png"/><Relationship Id="rId27" Type="http://schemas.openxmlformats.org/officeDocument/2006/relationships/image" Target="../media/image49.png"/></Relationships>
</file>

<file path=ppt/slides/_rels/slide7.xml.rels><?xml version="1.0" encoding="UTF-8" standalone="yes"?>
<Relationships xmlns="http://schemas.openxmlformats.org/package/2006/relationships"><Relationship Id="rId3" Type="http://schemas.openxmlformats.org/officeDocument/2006/relationships/image" Target="../media/image53.jpe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8.jpeg"/><Relationship Id="rId1" Type="http://schemas.openxmlformats.org/officeDocument/2006/relationships/slideLayout" Target="../slideLayouts/slideLayout8.xml"/><Relationship Id="rId4" Type="http://schemas.openxmlformats.org/officeDocument/2006/relationships/image" Target="../media/image59.png"/></Relationships>
</file>

<file path=ppt/slides/_rels/slide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svg"/><Relationship Id="rId7" Type="http://schemas.openxmlformats.org/officeDocument/2006/relationships/image" Target="../media/image65.svg"/><Relationship Id="rId2" Type="http://schemas.openxmlformats.org/officeDocument/2006/relationships/image" Target="../media/image60.png"/><Relationship Id="rId1" Type="http://schemas.openxmlformats.org/officeDocument/2006/relationships/slideLayout" Target="../slideLayouts/slideLayout9.xml"/><Relationship Id="rId6" Type="http://schemas.openxmlformats.org/officeDocument/2006/relationships/image" Target="../media/image64.png"/><Relationship Id="rId5" Type="http://schemas.openxmlformats.org/officeDocument/2006/relationships/image" Target="../media/image63.svg"/><Relationship Id="rId4" Type="http://schemas.openxmlformats.org/officeDocument/2006/relationships/image" Target="../media/image62.png"/><Relationship Id="rId9" Type="http://schemas.openxmlformats.org/officeDocument/2006/relationships/image" Target="../media/image67.svg"/></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 Id="rId4" Type="http://schemas.openxmlformats.org/officeDocument/2006/relationships/image" Target="../media/image6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Rounded Corners 96">
            <a:extLst>
              <a:ext uri="{FF2B5EF4-FFF2-40B4-BE49-F238E27FC236}">
                <a16:creationId xmlns:a16="http://schemas.microsoft.com/office/drawing/2014/main" id="{7900FBE8-796B-3114-DF0B-8D3F19BC3E44}"/>
              </a:ext>
            </a:extLst>
          </p:cNvPr>
          <p:cNvSpPr/>
          <p:nvPr/>
        </p:nvSpPr>
        <p:spPr>
          <a:xfrm>
            <a:off x="1215329" y="5085846"/>
            <a:ext cx="2565121" cy="495300"/>
          </a:xfrm>
          <a:prstGeom prst="roundRect">
            <a:avLst>
              <a:gd name="adj" fmla="val 50000"/>
            </a:avLst>
          </a:prstGeom>
          <a:gradFill>
            <a:gsLst>
              <a:gs pos="0">
                <a:schemeClr val="accent2"/>
              </a:gs>
              <a:gs pos="100000">
                <a:schemeClr val="accent1"/>
              </a:gs>
            </a:gsLst>
            <a:lin ang="6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9" name="Picture 88">
            <a:extLst>
              <a:ext uri="{FF2B5EF4-FFF2-40B4-BE49-F238E27FC236}">
                <a16:creationId xmlns:a16="http://schemas.microsoft.com/office/drawing/2014/main" id="{57EFBDAE-2CA1-8781-3354-D5842B978B4F}"/>
              </a:ext>
            </a:extLst>
          </p:cNvPr>
          <p:cNvPicPr>
            <a:picLocks noChangeAspect="1"/>
          </p:cNvPicPr>
          <p:nvPr/>
        </p:nvPicPr>
        <p:blipFill>
          <a:blip r:embed="rId2"/>
          <a:stretch>
            <a:fillRect/>
          </a:stretch>
        </p:blipFill>
        <p:spPr>
          <a:xfrm>
            <a:off x="1297432" y="1070724"/>
            <a:ext cx="1063624" cy="846906"/>
          </a:xfrm>
          <a:prstGeom prst="rect">
            <a:avLst/>
          </a:prstGeom>
        </p:spPr>
      </p:pic>
      <p:sp>
        <p:nvSpPr>
          <p:cNvPr id="100" name="Rectangle: Rounded Corners 99">
            <a:extLst>
              <a:ext uri="{FF2B5EF4-FFF2-40B4-BE49-F238E27FC236}">
                <a16:creationId xmlns:a16="http://schemas.microsoft.com/office/drawing/2014/main" id="{860E6AE4-16C4-760A-1C43-BF13F8A7EFBE}"/>
              </a:ext>
            </a:extLst>
          </p:cNvPr>
          <p:cNvSpPr/>
          <p:nvPr/>
        </p:nvSpPr>
        <p:spPr>
          <a:xfrm>
            <a:off x="7430303" y="1292227"/>
            <a:ext cx="3649649" cy="4432854"/>
          </a:xfrm>
          <a:prstGeom prst="roundRect">
            <a:avLst>
              <a:gd name="adj" fmla="val 6629"/>
            </a:avLst>
          </a:pr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01" name="Graphic 100">
            <a:extLst>
              <a:ext uri="{FF2B5EF4-FFF2-40B4-BE49-F238E27FC236}">
                <a16:creationId xmlns:a16="http://schemas.microsoft.com/office/drawing/2014/main" id="{9F96FE6B-C0B1-2E10-D62D-B35E7B7DC1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4062" y="5208629"/>
            <a:ext cx="239296" cy="239294"/>
          </a:xfrm>
          <a:prstGeom prst="rect">
            <a:avLst/>
          </a:prstGeom>
        </p:spPr>
      </p:pic>
      <p:pic>
        <p:nvPicPr>
          <p:cNvPr id="106" name="Picture Placeholder 7" descr="A group of people sitting around a table&#10;&#10;Description automatically generated">
            <a:extLst>
              <a:ext uri="{FF2B5EF4-FFF2-40B4-BE49-F238E27FC236}">
                <a16:creationId xmlns:a16="http://schemas.microsoft.com/office/drawing/2014/main" id="{38FC6E58-CD2B-96F7-FBD5-05954CE925EE}"/>
              </a:ext>
            </a:extLst>
          </p:cNvPr>
          <p:cNvPicPr>
            <a:picLocks noGrp="1" noChangeAspect="1"/>
          </p:cNvPicPr>
          <p:nvPr>
            <p:ph type="pic" sz="quarter" idx="10"/>
          </p:nvPr>
        </p:nvPicPr>
        <p:blipFill rotWithShape="1">
          <a:blip r:embed="rId5">
            <a:extLst>
              <a:ext uri="{28A0092B-C50C-407E-A947-70E740481C1C}">
                <a14:useLocalDpi xmlns:a14="http://schemas.microsoft.com/office/drawing/2010/main" val="0"/>
              </a:ext>
            </a:extLst>
          </a:blip>
          <a:srcRect t="5" b="5"/>
          <a:stretch/>
        </p:blipFill>
        <p:spPr>
          <a:xfrm>
            <a:off x="7505712" y="1381906"/>
            <a:ext cx="3498830" cy="4255906"/>
          </a:xfrm>
        </p:spPr>
      </p:pic>
      <p:sp>
        <p:nvSpPr>
          <p:cNvPr id="120" name="Text Placeholder 119">
            <a:extLst>
              <a:ext uri="{FF2B5EF4-FFF2-40B4-BE49-F238E27FC236}">
                <a16:creationId xmlns:a16="http://schemas.microsoft.com/office/drawing/2014/main" id="{E32AC2A9-935B-3EDC-518F-50238FDBE80A}"/>
              </a:ext>
            </a:extLst>
          </p:cNvPr>
          <p:cNvSpPr>
            <a:spLocks noGrp="1"/>
          </p:cNvSpPr>
          <p:nvPr>
            <p:ph type="body" sz="quarter" idx="11"/>
          </p:nvPr>
        </p:nvSpPr>
        <p:spPr>
          <a:xfrm>
            <a:off x="1167440" y="2090058"/>
            <a:ext cx="3929174" cy="2997245"/>
          </a:xfrm>
        </p:spPr>
        <p:txBody>
          <a:bodyPr/>
          <a:lstStyle/>
          <a:p>
            <a:r>
              <a:rPr lang="en-US"/>
              <a:t>AI POWERED DIGITAL PRODUCTS &amp; SOLUTIONS</a:t>
            </a:r>
          </a:p>
        </p:txBody>
      </p:sp>
      <p:sp>
        <p:nvSpPr>
          <p:cNvPr id="129" name="Text Placeholder 128">
            <a:extLst>
              <a:ext uri="{FF2B5EF4-FFF2-40B4-BE49-F238E27FC236}">
                <a16:creationId xmlns:a16="http://schemas.microsoft.com/office/drawing/2014/main" id="{D3EEC4A1-FD7A-8DDE-69DF-FC5DC1F0A19C}"/>
              </a:ext>
            </a:extLst>
          </p:cNvPr>
          <p:cNvSpPr>
            <a:spLocks noGrp="1"/>
          </p:cNvSpPr>
          <p:nvPr>
            <p:ph type="body" sz="quarter" idx="12"/>
          </p:nvPr>
        </p:nvSpPr>
        <p:spPr>
          <a:xfrm>
            <a:off x="1677808" y="5174388"/>
            <a:ext cx="2102642" cy="307777"/>
          </a:xfrm>
        </p:spPr>
        <p:txBody>
          <a:bodyPr/>
          <a:lstStyle/>
          <a:p>
            <a:r>
              <a:rPr lang="en-US"/>
              <a:t>www.eaisystems.com</a:t>
            </a:r>
          </a:p>
        </p:txBody>
      </p:sp>
      <p:sp>
        <p:nvSpPr>
          <p:cNvPr id="109" name="Rectangle: Rounded Corners 108">
            <a:extLst>
              <a:ext uri="{FF2B5EF4-FFF2-40B4-BE49-F238E27FC236}">
                <a16:creationId xmlns:a16="http://schemas.microsoft.com/office/drawing/2014/main" id="{619B3570-418F-36B7-1C84-6CE8E08F4884}"/>
              </a:ext>
            </a:extLst>
          </p:cNvPr>
          <p:cNvSpPr/>
          <p:nvPr/>
        </p:nvSpPr>
        <p:spPr>
          <a:xfrm>
            <a:off x="6275625" y="3362326"/>
            <a:ext cx="2222501" cy="2051122"/>
          </a:xfrm>
          <a:prstGeom prst="roundRect">
            <a:avLst>
              <a:gd name="adj" fmla="val 8050"/>
            </a:avLst>
          </a:pr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8" name="Rectangle: Rounded Corners 107">
            <a:extLst>
              <a:ext uri="{FF2B5EF4-FFF2-40B4-BE49-F238E27FC236}">
                <a16:creationId xmlns:a16="http://schemas.microsoft.com/office/drawing/2014/main" id="{5F67C79D-733E-42B7-C449-9F332C2A8F7C}"/>
              </a:ext>
            </a:extLst>
          </p:cNvPr>
          <p:cNvSpPr/>
          <p:nvPr/>
        </p:nvSpPr>
        <p:spPr>
          <a:xfrm>
            <a:off x="6346664" y="3415251"/>
            <a:ext cx="2080423" cy="1945272"/>
          </a:xfrm>
          <a:prstGeom prst="roundRect">
            <a:avLst>
              <a:gd name="adj" fmla="val 7677"/>
            </a:avLst>
          </a:prstGeom>
          <a:gradFill>
            <a:gsLst>
              <a:gs pos="0">
                <a:schemeClr val="accent2"/>
              </a:gs>
              <a:gs pos="93000">
                <a:schemeClr val="accent1"/>
              </a:gs>
            </a:gsLst>
            <a:lin ang="18000000" scaled="0"/>
          </a:gra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1" name="Graphic 110">
            <a:extLst>
              <a:ext uri="{FF2B5EF4-FFF2-40B4-BE49-F238E27FC236}">
                <a16:creationId xmlns:a16="http://schemas.microsoft.com/office/drawing/2014/main" id="{F00CF7A7-A19A-2093-F80A-39294003091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86608" y="3618690"/>
            <a:ext cx="388969" cy="388969"/>
          </a:xfrm>
          <a:prstGeom prst="rect">
            <a:avLst/>
          </a:prstGeom>
        </p:spPr>
      </p:pic>
      <p:sp>
        <p:nvSpPr>
          <p:cNvPr id="114" name="Freeform: Shape 113">
            <a:extLst>
              <a:ext uri="{FF2B5EF4-FFF2-40B4-BE49-F238E27FC236}">
                <a16:creationId xmlns:a16="http://schemas.microsoft.com/office/drawing/2014/main" id="{0F78FB1B-16F4-011C-10F3-A92600F2DF23}"/>
              </a:ext>
            </a:extLst>
          </p:cNvPr>
          <p:cNvSpPr/>
          <p:nvPr/>
        </p:nvSpPr>
        <p:spPr>
          <a:xfrm>
            <a:off x="11003757" y="6794500"/>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34" name="Text Placeholder 133">
            <a:extLst>
              <a:ext uri="{FF2B5EF4-FFF2-40B4-BE49-F238E27FC236}">
                <a16:creationId xmlns:a16="http://schemas.microsoft.com/office/drawing/2014/main" id="{38FF980F-9008-96C3-9D67-499260256FCE}"/>
              </a:ext>
            </a:extLst>
          </p:cNvPr>
          <p:cNvSpPr>
            <a:spLocks noGrp="1"/>
          </p:cNvSpPr>
          <p:nvPr>
            <p:ph type="body" sz="quarter" idx="13"/>
          </p:nvPr>
        </p:nvSpPr>
        <p:spPr/>
        <p:txBody>
          <a:bodyPr/>
          <a:lstStyle/>
          <a:p>
            <a:r>
              <a:rPr lang="en-US" sz="1600" b="1">
                <a:solidFill>
                  <a:schemeClr val="bg1"/>
                </a:solidFill>
              </a:rPr>
              <a:t>AI Powered Digital Transformation Specialists</a:t>
            </a:r>
            <a:endParaRPr lang="en-ID" sz="1600" b="1">
              <a:solidFill>
                <a:schemeClr val="bg1"/>
              </a:solidFill>
            </a:endParaRPr>
          </a:p>
        </p:txBody>
      </p:sp>
    </p:spTree>
    <p:extLst>
      <p:ext uri="{BB962C8B-B14F-4D97-AF65-F5344CB8AC3E}">
        <p14:creationId xmlns:p14="http://schemas.microsoft.com/office/powerpoint/2010/main" val="234738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9" name="Picture Placeholder 13" descr="A person sitting at a desk with a robot on it&#10;&#10;Description automatically generated">
            <a:extLst>
              <a:ext uri="{FF2B5EF4-FFF2-40B4-BE49-F238E27FC236}">
                <a16:creationId xmlns:a16="http://schemas.microsoft.com/office/drawing/2014/main" id="{E54EFA76-6573-18FF-5304-A15EB9B8D3C0}"/>
              </a:ext>
            </a:extLst>
          </p:cNvPr>
          <p:cNvPicPr>
            <a:picLocks noGrp="1" noChangeAspect="1"/>
          </p:cNvPicPr>
          <p:nvPr>
            <p:ph type="pic" sz="quarter" idx="10"/>
          </p:nvPr>
        </p:nvPicPr>
        <p:blipFill>
          <a:blip r:embed="rId2"/>
          <a:srcRect l="5203" r="5203"/>
          <a:stretch/>
        </p:blipFill>
        <p:spPr>
          <a:xfrm>
            <a:off x="8296275" y="0"/>
            <a:ext cx="3895725" cy="4348163"/>
          </a:xfrm>
        </p:spPr>
      </p:pic>
      <p:sp>
        <p:nvSpPr>
          <p:cNvPr id="4" name="Oval 3">
            <a:extLst>
              <a:ext uri="{FF2B5EF4-FFF2-40B4-BE49-F238E27FC236}">
                <a16:creationId xmlns:a16="http://schemas.microsoft.com/office/drawing/2014/main" id="{CCB930E2-1C1C-20F0-F355-A3BC3840353E}"/>
              </a:ext>
            </a:extLst>
          </p:cNvPr>
          <p:cNvSpPr/>
          <p:nvPr/>
        </p:nvSpPr>
        <p:spPr>
          <a:xfrm>
            <a:off x="6813510" y="-353361"/>
            <a:ext cx="5070147" cy="5070147"/>
          </a:xfrm>
          <a:prstGeom prst="ellipse">
            <a:avLst/>
          </a:prstGeom>
          <a:solidFill>
            <a:schemeClr val="accent3">
              <a:alpha val="4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 Placeholder 1">
            <a:extLst>
              <a:ext uri="{FF2B5EF4-FFF2-40B4-BE49-F238E27FC236}">
                <a16:creationId xmlns:a16="http://schemas.microsoft.com/office/drawing/2014/main" id="{C2B2C3DF-D76F-A299-6857-491B48D26F85}"/>
              </a:ext>
            </a:extLst>
          </p:cNvPr>
          <p:cNvSpPr>
            <a:spLocks noGrp="1"/>
          </p:cNvSpPr>
          <p:nvPr>
            <p:ph type="body" sz="quarter" idx="23"/>
          </p:nvPr>
        </p:nvSpPr>
        <p:spPr>
          <a:xfrm>
            <a:off x="300041" y="1682444"/>
            <a:ext cx="5856287" cy="998538"/>
          </a:xfrm>
        </p:spPr>
        <p:txBody>
          <a:bodyPr/>
          <a:lstStyle/>
          <a:p>
            <a:r>
              <a:rPr lang="en-US"/>
              <a:t>EAI System is a ISO9001:2015 certified Digital Transformation and Enterprise AI consultancy services provider. After the humble start-up phase in the UK, our global presence is now spread across US, India, Netherlands, and Saudi Arabia. Recently, we launched “Lega and JusticeFramework” featuring –</a:t>
            </a:r>
          </a:p>
        </p:txBody>
      </p:sp>
      <p:sp>
        <p:nvSpPr>
          <p:cNvPr id="7" name="Text Placeholder 2">
            <a:extLst>
              <a:ext uri="{FF2B5EF4-FFF2-40B4-BE49-F238E27FC236}">
                <a16:creationId xmlns:a16="http://schemas.microsoft.com/office/drawing/2014/main" id="{5085206E-32B0-40B2-8BD1-ED64F5D58257}"/>
              </a:ext>
            </a:extLst>
          </p:cNvPr>
          <p:cNvSpPr>
            <a:spLocks noGrp="1"/>
          </p:cNvSpPr>
          <p:nvPr>
            <p:ph type="body" sz="quarter" idx="24"/>
          </p:nvPr>
        </p:nvSpPr>
        <p:spPr>
          <a:xfrm>
            <a:off x="735510" y="2928630"/>
            <a:ext cx="5419725" cy="277812"/>
          </a:xfrm>
        </p:spPr>
        <p:txBody>
          <a:bodyPr/>
          <a:lstStyle/>
          <a:p>
            <a:r>
              <a:rPr lang="en-US"/>
              <a:t>Ready to deploy lawsuit Journeys</a:t>
            </a:r>
            <a:endParaRPr lang="en-ID"/>
          </a:p>
        </p:txBody>
      </p:sp>
      <p:sp>
        <p:nvSpPr>
          <p:cNvPr id="9" name="Text Placeholder 3">
            <a:extLst>
              <a:ext uri="{FF2B5EF4-FFF2-40B4-BE49-F238E27FC236}">
                <a16:creationId xmlns:a16="http://schemas.microsoft.com/office/drawing/2014/main" id="{51482968-9A8C-69D6-2DB0-2C656622C6C0}"/>
              </a:ext>
            </a:extLst>
          </p:cNvPr>
          <p:cNvSpPr>
            <a:spLocks noGrp="1"/>
          </p:cNvSpPr>
          <p:nvPr>
            <p:ph type="body" sz="quarter" idx="25"/>
          </p:nvPr>
        </p:nvSpPr>
        <p:spPr>
          <a:xfrm>
            <a:off x="735510" y="3442980"/>
            <a:ext cx="5419725" cy="277812"/>
          </a:xfrm>
        </p:spPr>
        <p:txBody>
          <a:bodyPr>
            <a:normAutofit/>
          </a:bodyPr>
          <a:lstStyle/>
          <a:p>
            <a:r>
              <a:rPr lang="en-US"/>
              <a:t>Built on world-leading low-code AI platform.</a:t>
            </a:r>
            <a:endParaRPr lang="en-ID"/>
          </a:p>
        </p:txBody>
      </p:sp>
      <p:sp>
        <p:nvSpPr>
          <p:cNvPr id="92" name="Text Placeholder 4">
            <a:extLst>
              <a:ext uri="{FF2B5EF4-FFF2-40B4-BE49-F238E27FC236}">
                <a16:creationId xmlns:a16="http://schemas.microsoft.com/office/drawing/2014/main" id="{DA200018-0F6D-1D15-EFB5-1B6E297874F0}"/>
              </a:ext>
            </a:extLst>
          </p:cNvPr>
          <p:cNvSpPr>
            <a:spLocks noGrp="1"/>
          </p:cNvSpPr>
          <p:nvPr>
            <p:ph type="body" sz="quarter" idx="26"/>
          </p:nvPr>
        </p:nvSpPr>
        <p:spPr>
          <a:xfrm>
            <a:off x="735510" y="3987493"/>
            <a:ext cx="5419725" cy="276225"/>
          </a:xfrm>
        </p:spPr>
        <p:txBody>
          <a:bodyPr>
            <a:normAutofit/>
          </a:bodyPr>
          <a:lstStyle/>
          <a:p>
            <a:r>
              <a:rPr lang="en-US"/>
              <a:t>Supports both a turnkey solution approach and complex customizations.</a:t>
            </a:r>
            <a:endParaRPr lang="en-ID"/>
          </a:p>
        </p:txBody>
      </p:sp>
      <p:sp>
        <p:nvSpPr>
          <p:cNvPr id="93" name="Text Placeholder 64">
            <a:extLst>
              <a:ext uri="{FF2B5EF4-FFF2-40B4-BE49-F238E27FC236}">
                <a16:creationId xmlns:a16="http://schemas.microsoft.com/office/drawing/2014/main" id="{36ED7FDB-EF2C-581A-8278-E668C17689C0}"/>
              </a:ext>
            </a:extLst>
          </p:cNvPr>
          <p:cNvSpPr>
            <a:spLocks noGrp="1"/>
          </p:cNvSpPr>
          <p:nvPr>
            <p:ph type="body" sz="quarter" idx="27"/>
          </p:nvPr>
        </p:nvSpPr>
        <p:spPr>
          <a:xfrm>
            <a:off x="735510" y="4506606"/>
            <a:ext cx="5419725" cy="276225"/>
          </a:xfrm>
        </p:spPr>
        <p:txBody>
          <a:bodyPr/>
          <a:lstStyle/>
          <a:p>
            <a:r>
              <a:rPr lang="en-US"/>
              <a:t>Easy and flexible no-code branding</a:t>
            </a:r>
            <a:endParaRPr lang="en-ID"/>
          </a:p>
        </p:txBody>
      </p:sp>
      <p:sp>
        <p:nvSpPr>
          <p:cNvPr id="94" name="Text Placeholder 65">
            <a:extLst>
              <a:ext uri="{FF2B5EF4-FFF2-40B4-BE49-F238E27FC236}">
                <a16:creationId xmlns:a16="http://schemas.microsoft.com/office/drawing/2014/main" id="{FF81994C-40A3-5731-D549-1861767BFA04}"/>
              </a:ext>
            </a:extLst>
          </p:cNvPr>
          <p:cNvSpPr>
            <a:spLocks noGrp="1"/>
          </p:cNvSpPr>
          <p:nvPr>
            <p:ph type="body" sz="quarter" idx="28"/>
          </p:nvPr>
        </p:nvSpPr>
        <p:spPr>
          <a:xfrm>
            <a:off x="300041" y="5055880"/>
            <a:ext cx="5754687" cy="996950"/>
          </a:xfrm>
        </p:spPr>
        <p:txBody>
          <a:bodyPr/>
          <a:lstStyle/>
          <a:p>
            <a:r>
              <a:rPr lang="en-US"/>
              <a:t>We have an exceptional team of certified inhouse experts, state-of-the-art research facilities and deep reach into specialist networks. We are Pega, Microsoft &amp; AWS Partners and renowned for our pragmatism, Agility, speed and cost effectiveness.</a:t>
            </a:r>
            <a:endParaRPr lang="en-ID"/>
          </a:p>
        </p:txBody>
      </p:sp>
      <p:sp>
        <p:nvSpPr>
          <p:cNvPr id="197" name="Text Placeholder 196">
            <a:extLst>
              <a:ext uri="{FF2B5EF4-FFF2-40B4-BE49-F238E27FC236}">
                <a16:creationId xmlns:a16="http://schemas.microsoft.com/office/drawing/2014/main" id="{E6A63D70-DB58-748F-BA9D-5B5E92F62B7C}"/>
              </a:ext>
            </a:extLst>
          </p:cNvPr>
          <p:cNvSpPr>
            <a:spLocks noGrp="1"/>
          </p:cNvSpPr>
          <p:nvPr>
            <p:ph type="body" sz="quarter" idx="11"/>
          </p:nvPr>
        </p:nvSpPr>
        <p:spPr/>
        <p:txBody>
          <a:bodyPr/>
          <a:lstStyle/>
          <a:p>
            <a:r>
              <a:rPr lang="en-ID"/>
              <a:t>EAI SYSTEMS - COMPANY PROFILE</a:t>
            </a:r>
          </a:p>
        </p:txBody>
      </p:sp>
      <p:sp>
        <p:nvSpPr>
          <p:cNvPr id="8" name="Rectangle: Rounded Corners 7">
            <a:extLst>
              <a:ext uri="{FF2B5EF4-FFF2-40B4-BE49-F238E27FC236}">
                <a16:creationId xmlns:a16="http://schemas.microsoft.com/office/drawing/2014/main" id="{267C6152-B906-D6F6-B636-2A1ABDCEEF65}"/>
              </a:ext>
            </a:extLst>
          </p:cNvPr>
          <p:cNvSpPr/>
          <p:nvPr/>
        </p:nvSpPr>
        <p:spPr>
          <a:xfrm>
            <a:off x="300316" y="842652"/>
            <a:ext cx="4512946" cy="337170"/>
          </a:xfrm>
          <a:prstGeom prst="roundRect">
            <a:avLst>
              <a:gd name="adj" fmla="val 50000"/>
            </a:avLst>
          </a:prstGeom>
          <a:gradFill>
            <a:gsLst>
              <a:gs pos="0">
                <a:schemeClr val="accent2"/>
              </a:gs>
              <a:gs pos="100000">
                <a:schemeClr val="accent1"/>
              </a:gs>
            </a:gsLst>
            <a:lin ang="6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Oval 9">
            <a:extLst>
              <a:ext uri="{FF2B5EF4-FFF2-40B4-BE49-F238E27FC236}">
                <a16:creationId xmlns:a16="http://schemas.microsoft.com/office/drawing/2014/main" id="{80841FDB-500D-CE5C-6198-B6EE866F009A}"/>
              </a:ext>
            </a:extLst>
          </p:cNvPr>
          <p:cNvSpPr/>
          <p:nvPr/>
        </p:nvSpPr>
        <p:spPr>
          <a:xfrm flipV="1">
            <a:off x="384533" y="2918445"/>
            <a:ext cx="289654" cy="292608"/>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Freeform: Shape 10">
            <a:extLst>
              <a:ext uri="{FF2B5EF4-FFF2-40B4-BE49-F238E27FC236}">
                <a16:creationId xmlns:a16="http://schemas.microsoft.com/office/drawing/2014/main" id="{998709C3-E31A-FF92-2600-E16563236D0C}"/>
              </a:ext>
            </a:extLst>
          </p:cNvPr>
          <p:cNvSpPr/>
          <p:nvPr/>
        </p:nvSpPr>
        <p:spPr>
          <a:xfrm rot="18900000" flipH="1">
            <a:off x="461913" y="3004612"/>
            <a:ext cx="135316" cy="100270"/>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2" name="Oval 11">
            <a:extLst>
              <a:ext uri="{FF2B5EF4-FFF2-40B4-BE49-F238E27FC236}">
                <a16:creationId xmlns:a16="http://schemas.microsoft.com/office/drawing/2014/main" id="{507BE59E-687E-D2C0-911E-FB3F27DF226F}"/>
              </a:ext>
            </a:extLst>
          </p:cNvPr>
          <p:cNvSpPr/>
          <p:nvPr/>
        </p:nvSpPr>
        <p:spPr>
          <a:xfrm flipV="1">
            <a:off x="384533" y="3437295"/>
            <a:ext cx="289654" cy="292608"/>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Freeform: Shape 12">
            <a:extLst>
              <a:ext uri="{FF2B5EF4-FFF2-40B4-BE49-F238E27FC236}">
                <a16:creationId xmlns:a16="http://schemas.microsoft.com/office/drawing/2014/main" id="{B39A487C-6B12-FEB0-A678-BF1CE72A30EE}"/>
              </a:ext>
            </a:extLst>
          </p:cNvPr>
          <p:cNvSpPr/>
          <p:nvPr/>
        </p:nvSpPr>
        <p:spPr>
          <a:xfrm rot="18900000" flipH="1">
            <a:off x="461913" y="3523462"/>
            <a:ext cx="135316" cy="100270"/>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4" name="Oval 13">
            <a:extLst>
              <a:ext uri="{FF2B5EF4-FFF2-40B4-BE49-F238E27FC236}">
                <a16:creationId xmlns:a16="http://schemas.microsoft.com/office/drawing/2014/main" id="{1A15366B-AECE-DBE4-4C59-00D50CE7BCD4}"/>
              </a:ext>
            </a:extLst>
          </p:cNvPr>
          <p:cNvSpPr/>
          <p:nvPr/>
        </p:nvSpPr>
        <p:spPr>
          <a:xfrm flipV="1">
            <a:off x="384533" y="3981548"/>
            <a:ext cx="289654" cy="292608"/>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9" name="Freeform: Shape 88">
            <a:extLst>
              <a:ext uri="{FF2B5EF4-FFF2-40B4-BE49-F238E27FC236}">
                <a16:creationId xmlns:a16="http://schemas.microsoft.com/office/drawing/2014/main" id="{E8A887CB-4DC8-0A00-15F9-E9730A5403A8}"/>
              </a:ext>
            </a:extLst>
          </p:cNvPr>
          <p:cNvSpPr/>
          <p:nvPr/>
        </p:nvSpPr>
        <p:spPr>
          <a:xfrm rot="18900000" flipH="1">
            <a:off x="461913" y="4067715"/>
            <a:ext cx="135316" cy="100270"/>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90" name="Oval 89">
            <a:extLst>
              <a:ext uri="{FF2B5EF4-FFF2-40B4-BE49-F238E27FC236}">
                <a16:creationId xmlns:a16="http://schemas.microsoft.com/office/drawing/2014/main" id="{E4CFF81F-2614-C573-48E9-F3D1BB9FF4E9}"/>
              </a:ext>
            </a:extLst>
          </p:cNvPr>
          <p:cNvSpPr/>
          <p:nvPr/>
        </p:nvSpPr>
        <p:spPr>
          <a:xfrm flipV="1">
            <a:off x="384533" y="4500398"/>
            <a:ext cx="289654" cy="292608"/>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1" name="Freeform: Shape 90">
            <a:extLst>
              <a:ext uri="{FF2B5EF4-FFF2-40B4-BE49-F238E27FC236}">
                <a16:creationId xmlns:a16="http://schemas.microsoft.com/office/drawing/2014/main" id="{7E89BE80-49C8-C88D-A6A5-B0F0021C2E88}"/>
              </a:ext>
            </a:extLst>
          </p:cNvPr>
          <p:cNvSpPr/>
          <p:nvPr/>
        </p:nvSpPr>
        <p:spPr>
          <a:xfrm rot="18900000" flipH="1">
            <a:off x="461913" y="4586565"/>
            <a:ext cx="135316" cy="100270"/>
          </a:xfrm>
          <a:custGeom>
            <a:avLst/>
            <a:gdLst>
              <a:gd name="connsiteX0" fmla="*/ 0 w 661990"/>
              <a:gd name="connsiteY0" fmla="*/ 445293 h 490538"/>
              <a:gd name="connsiteX1" fmla="*/ 0 w 661990"/>
              <a:gd name="connsiteY1" fmla="*/ 264320 h 490538"/>
              <a:gd name="connsiteX2" fmla="*/ 45245 w 661990"/>
              <a:gd name="connsiteY2" fmla="*/ 219075 h 490538"/>
              <a:gd name="connsiteX3" fmla="*/ 390527 w 661990"/>
              <a:gd name="connsiteY3" fmla="*/ 219075 h 490538"/>
              <a:gd name="connsiteX4" fmla="*/ 390527 w 661990"/>
              <a:gd name="connsiteY4" fmla="*/ 45245 h 490538"/>
              <a:gd name="connsiteX5" fmla="*/ 435772 w 661990"/>
              <a:gd name="connsiteY5" fmla="*/ 0 h 490538"/>
              <a:gd name="connsiteX6" fmla="*/ 616745 w 661990"/>
              <a:gd name="connsiteY6" fmla="*/ 0 h 490538"/>
              <a:gd name="connsiteX7" fmla="*/ 661990 w 661990"/>
              <a:gd name="connsiteY7" fmla="*/ 45245 h 490538"/>
              <a:gd name="connsiteX8" fmla="*/ 661990 w 661990"/>
              <a:gd name="connsiteY8" fmla="*/ 445293 h 490538"/>
              <a:gd name="connsiteX9" fmla="*/ 616745 w 661990"/>
              <a:gd name="connsiteY9" fmla="*/ 490538 h 490538"/>
              <a:gd name="connsiteX10" fmla="*/ 435772 w 661990"/>
              <a:gd name="connsiteY10" fmla="*/ 490538 h 490538"/>
              <a:gd name="connsiteX11" fmla="*/ 435770 w 661990"/>
              <a:gd name="connsiteY11" fmla="*/ 490538 h 490538"/>
              <a:gd name="connsiteX12" fmla="*/ 45245 w 661990"/>
              <a:gd name="connsiteY12" fmla="*/ 490538 h 490538"/>
              <a:gd name="connsiteX13" fmla="*/ 0 w 661990"/>
              <a:gd name="connsiteY13" fmla="*/ 44529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990" h="490538">
                <a:moveTo>
                  <a:pt x="0" y="445293"/>
                </a:moveTo>
                <a:lnTo>
                  <a:pt x="0" y="264320"/>
                </a:lnTo>
                <a:cubicBezTo>
                  <a:pt x="0" y="239332"/>
                  <a:pt x="20257" y="219075"/>
                  <a:pt x="45245" y="219075"/>
                </a:cubicBezTo>
                <a:lnTo>
                  <a:pt x="390527" y="219075"/>
                </a:lnTo>
                <a:lnTo>
                  <a:pt x="390527" y="45245"/>
                </a:lnTo>
                <a:cubicBezTo>
                  <a:pt x="390527" y="20257"/>
                  <a:pt x="410784" y="0"/>
                  <a:pt x="435772" y="0"/>
                </a:cubicBezTo>
                <a:lnTo>
                  <a:pt x="616745" y="0"/>
                </a:lnTo>
                <a:cubicBezTo>
                  <a:pt x="641733" y="0"/>
                  <a:pt x="661990" y="20257"/>
                  <a:pt x="661990" y="45245"/>
                </a:cubicBezTo>
                <a:lnTo>
                  <a:pt x="661990" y="445293"/>
                </a:lnTo>
                <a:cubicBezTo>
                  <a:pt x="661990" y="470281"/>
                  <a:pt x="641733" y="490538"/>
                  <a:pt x="616745" y="490538"/>
                </a:cubicBezTo>
                <a:lnTo>
                  <a:pt x="435772" y="490538"/>
                </a:lnTo>
                <a:lnTo>
                  <a:pt x="435770" y="490538"/>
                </a:lnTo>
                <a:lnTo>
                  <a:pt x="45245" y="490538"/>
                </a:lnTo>
                <a:cubicBezTo>
                  <a:pt x="20257" y="490538"/>
                  <a:pt x="0" y="470281"/>
                  <a:pt x="0" y="445293"/>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08" name="Rectangle: Rounded Corners 107">
            <a:extLst>
              <a:ext uri="{FF2B5EF4-FFF2-40B4-BE49-F238E27FC236}">
                <a16:creationId xmlns:a16="http://schemas.microsoft.com/office/drawing/2014/main" id="{F56990A2-7598-1968-68B4-18548514B7F8}"/>
              </a:ext>
            </a:extLst>
          </p:cNvPr>
          <p:cNvSpPr/>
          <p:nvPr/>
        </p:nvSpPr>
        <p:spPr>
          <a:xfrm flipV="1">
            <a:off x="6491286" y="1691120"/>
            <a:ext cx="5205414" cy="2058987"/>
          </a:xfrm>
          <a:prstGeom prst="roundRect">
            <a:avLst>
              <a:gd name="adj" fmla="val 7415"/>
            </a:avLst>
          </a:prstGeom>
          <a:solidFill>
            <a:schemeClr val="bg1"/>
          </a:solidFill>
          <a:ln w="12700">
            <a:solidFill>
              <a:schemeClr val="accent1"/>
            </a:solid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9" name="Rectangle: Rounded Corners 108">
            <a:extLst>
              <a:ext uri="{FF2B5EF4-FFF2-40B4-BE49-F238E27FC236}">
                <a16:creationId xmlns:a16="http://schemas.microsoft.com/office/drawing/2014/main" id="{6CEA53E2-C434-8C78-F4BF-2BB43BFC77A1}"/>
              </a:ext>
            </a:extLst>
          </p:cNvPr>
          <p:cNvSpPr/>
          <p:nvPr/>
        </p:nvSpPr>
        <p:spPr>
          <a:xfrm flipV="1">
            <a:off x="6491286" y="3909708"/>
            <a:ext cx="5205414" cy="2058987"/>
          </a:xfrm>
          <a:prstGeom prst="roundRect">
            <a:avLst>
              <a:gd name="adj" fmla="val 7168"/>
            </a:avLst>
          </a:prstGeom>
          <a:solidFill>
            <a:schemeClr val="bg1"/>
          </a:solidFill>
          <a:ln w="12700">
            <a:solidFill>
              <a:schemeClr val="accent2"/>
            </a:solid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8" name="Text Placeholder 197">
            <a:extLst>
              <a:ext uri="{FF2B5EF4-FFF2-40B4-BE49-F238E27FC236}">
                <a16:creationId xmlns:a16="http://schemas.microsoft.com/office/drawing/2014/main" id="{71334EC8-BFAE-28B4-B762-F11866BFF9B4}"/>
              </a:ext>
            </a:extLst>
          </p:cNvPr>
          <p:cNvSpPr>
            <a:spLocks noGrp="1"/>
          </p:cNvSpPr>
          <p:nvPr>
            <p:ph type="body" sz="quarter" idx="33"/>
          </p:nvPr>
        </p:nvSpPr>
        <p:spPr/>
        <p:txBody>
          <a:bodyPr/>
          <a:lstStyle/>
          <a:p>
            <a:r>
              <a:rPr lang="en-US">
                <a:solidFill>
                  <a:schemeClr val="bg1"/>
                </a:solidFill>
              </a:rPr>
              <a:t>AI Powered Digital Transformation Specialists</a:t>
            </a:r>
          </a:p>
        </p:txBody>
      </p:sp>
      <p:sp>
        <p:nvSpPr>
          <p:cNvPr id="95" name="Text Placeholder 66">
            <a:extLst>
              <a:ext uri="{FF2B5EF4-FFF2-40B4-BE49-F238E27FC236}">
                <a16:creationId xmlns:a16="http://schemas.microsoft.com/office/drawing/2014/main" id="{E9A8E5BA-3211-2618-A27A-FB86AC022BB4}"/>
              </a:ext>
            </a:extLst>
          </p:cNvPr>
          <p:cNvSpPr>
            <a:spLocks noGrp="1"/>
          </p:cNvSpPr>
          <p:nvPr>
            <p:ph type="body" sz="quarter" idx="29"/>
          </p:nvPr>
        </p:nvSpPr>
        <p:spPr>
          <a:xfrm>
            <a:off x="6656389" y="1910038"/>
            <a:ext cx="4757737" cy="311150"/>
          </a:xfrm>
        </p:spPr>
        <p:txBody>
          <a:bodyPr/>
          <a:lstStyle/>
          <a:p>
            <a:r>
              <a:rPr lang="en-US"/>
              <a:t>Deep Domain </a:t>
            </a:r>
            <a:r>
              <a:rPr lang="en-US">
                <a:solidFill>
                  <a:schemeClr val="accent3"/>
                </a:solidFill>
              </a:rPr>
              <a:t>Knowledge</a:t>
            </a:r>
            <a:endParaRPr lang="en-ID">
              <a:solidFill>
                <a:schemeClr val="accent3"/>
              </a:solidFill>
            </a:endParaRPr>
          </a:p>
        </p:txBody>
      </p:sp>
      <p:sp>
        <p:nvSpPr>
          <p:cNvPr id="96" name="Text Placeholder 67">
            <a:extLst>
              <a:ext uri="{FF2B5EF4-FFF2-40B4-BE49-F238E27FC236}">
                <a16:creationId xmlns:a16="http://schemas.microsoft.com/office/drawing/2014/main" id="{15AE8DE7-D289-15DC-4827-2FB719FF9665}"/>
              </a:ext>
            </a:extLst>
          </p:cNvPr>
          <p:cNvSpPr>
            <a:spLocks noGrp="1"/>
          </p:cNvSpPr>
          <p:nvPr>
            <p:ph type="body" sz="quarter" idx="30"/>
          </p:nvPr>
        </p:nvSpPr>
        <p:spPr>
          <a:xfrm>
            <a:off x="6656389" y="2195789"/>
            <a:ext cx="4757737" cy="1311275"/>
          </a:xfrm>
        </p:spPr>
        <p:txBody>
          <a:bodyPr/>
          <a:lstStyle/>
          <a:p>
            <a:r>
              <a:rPr lang="en-US"/>
              <a:t>We come from a deep history of helping customers with digital transformations in Legal &amp; Justice, Banking, Telecoms and Public sector domains. We have gathered extensive domain knowledge on these transformations typically involving - business process reengineering and customer service reengineering, near real-time customer 360 view, decisioning &amp; machine learning.</a:t>
            </a:r>
            <a:endParaRPr lang="en-ID"/>
          </a:p>
        </p:txBody>
      </p:sp>
      <p:sp>
        <p:nvSpPr>
          <p:cNvPr id="112" name="Text Placeholder 68">
            <a:extLst>
              <a:ext uri="{FF2B5EF4-FFF2-40B4-BE49-F238E27FC236}">
                <a16:creationId xmlns:a16="http://schemas.microsoft.com/office/drawing/2014/main" id="{F221E5E6-FA07-147E-9063-A9CFA375BDBC}"/>
              </a:ext>
            </a:extLst>
          </p:cNvPr>
          <p:cNvSpPr>
            <a:spLocks noGrp="1"/>
          </p:cNvSpPr>
          <p:nvPr>
            <p:ph type="body" sz="quarter" idx="31"/>
          </p:nvPr>
        </p:nvSpPr>
        <p:spPr>
          <a:xfrm>
            <a:off x="6656389" y="4169228"/>
            <a:ext cx="4757737" cy="311150"/>
          </a:xfrm>
        </p:spPr>
        <p:txBody>
          <a:bodyPr/>
          <a:lstStyle/>
          <a:p>
            <a:r>
              <a:rPr lang="en-US"/>
              <a:t>Deeper Technology </a:t>
            </a:r>
            <a:r>
              <a:rPr lang="en-US">
                <a:solidFill>
                  <a:schemeClr val="accent3"/>
                </a:solidFill>
              </a:rPr>
              <a:t>Understanding</a:t>
            </a:r>
            <a:endParaRPr lang="en-ID">
              <a:solidFill>
                <a:schemeClr val="accent3"/>
              </a:solidFill>
            </a:endParaRPr>
          </a:p>
        </p:txBody>
      </p:sp>
      <p:sp>
        <p:nvSpPr>
          <p:cNvPr id="113" name="Text Placeholder 69">
            <a:extLst>
              <a:ext uri="{FF2B5EF4-FFF2-40B4-BE49-F238E27FC236}">
                <a16:creationId xmlns:a16="http://schemas.microsoft.com/office/drawing/2014/main" id="{2077E4F3-CB1F-27F6-6909-F2E8C07727E0}"/>
              </a:ext>
            </a:extLst>
          </p:cNvPr>
          <p:cNvSpPr>
            <a:spLocks noGrp="1"/>
          </p:cNvSpPr>
          <p:nvPr>
            <p:ph type="body" sz="quarter" idx="32"/>
          </p:nvPr>
        </p:nvSpPr>
        <p:spPr>
          <a:xfrm>
            <a:off x="6656389" y="4454979"/>
            <a:ext cx="4757737" cy="1311275"/>
          </a:xfrm>
        </p:spPr>
        <p:txBody>
          <a:bodyPr/>
          <a:lstStyle/>
          <a:p>
            <a:r>
              <a:rPr lang="en-US"/>
              <a:t>We take pride in our grassroot talent pool with years of programming experience in Java, Python, machine learning and decisioning technologies. Our engineering team constantly thrives to respond to disruptive technologies, innovate new products and tools, and build frameworks and accelerators so that our customers benefit from fastest speed to market.</a:t>
            </a:r>
            <a:endParaRPr lang="en-ID"/>
          </a:p>
        </p:txBody>
      </p:sp>
      <p:sp>
        <p:nvSpPr>
          <p:cNvPr id="120" name="Freeform: Shape 119">
            <a:extLst>
              <a:ext uri="{FF2B5EF4-FFF2-40B4-BE49-F238E27FC236}">
                <a16:creationId xmlns:a16="http://schemas.microsoft.com/office/drawing/2014/main" id="{E92827AF-070C-1837-5EDB-62633BB2FC49}"/>
              </a:ext>
            </a:extLst>
          </p:cNvPr>
          <p:cNvSpPr/>
          <p:nvPr/>
        </p:nvSpPr>
        <p:spPr>
          <a:xfrm flipV="1">
            <a:off x="10891850" y="1691120"/>
            <a:ext cx="804850" cy="593421"/>
          </a:xfrm>
          <a:custGeom>
            <a:avLst/>
            <a:gdLst>
              <a:gd name="connsiteX0" fmla="*/ 0 w 804850"/>
              <a:gd name="connsiteY0" fmla="*/ 593421 h 593421"/>
              <a:gd name="connsiteX1" fmla="*/ 652176 w 804850"/>
              <a:gd name="connsiteY1" fmla="*/ 593421 h 593421"/>
              <a:gd name="connsiteX2" fmla="*/ 804850 w 804850"/>
              <a:gd name="connsiteY2" fmla="*/ 440747 h 593421"/>
              <a:gd name="connsiteX3" fmla="*/ 804850 w 804850"/>
              <a:gd name="connsiteY3" fmla="*/ 0 h 593421"/>
              <a:gd name="connsiteX4" fmla="*/ 720804 w 804850"/>
              <a:gd name="connsiteY4" fmla="*/ 12827 h 593421"/>
              <a:gd name="connsiteX5" fmla="*/ 83274 w 804850"/>
              <a:gd name="connsiteY5" fmla="*/ 440000 h 5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850" h="593421">
                <a:moveTo>
                  <a:pt x="0" y="593421"/>
                </a:moveTo>
                <a:lnTo>
                  <a:pt x="652176" y="593421"/>
                </a:lnTo>
                <a:cubicBezTo>
                  <a:pt x="736496" y="593421"/>
                  <a:pt x="804850" y="525067"/>
                  <a:pt x="804850" y="440747"/>
                </a:cubicBezTo>
                <a:lnTo>
                  <a:pt x="804850" y="0"/>
                </a:lnTo>
                <a:lnTo>
                  <a:pt x="720804" y="12827"/>
                </a:lnTo>
                <a:cubicBezTo>
                  <a:pt x="456328" y="66947"/>
                  <a:pt x="229296" y="223860"/>
                  <a:pt x="83274" y="440000"/>
                </a:cubicBezTo>
                <a:close/>
              </a:path>
            </a:pathLst>
          </a:custGeom>
          <a:gradFill>
            <a:gsLst>
              <a:gs pos="0">
                <a:schemeClr val="accent2"/>
              </a:gs>
              <a:gs pos="61000">
                <a:schemeClr val="accent1"/>
              </a:gs>
            </a:gsLst>
            <a:lin ang="6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pic>
        <p:nvPicPr>
          <p:cNvPr id="123" name="Graphic 122">
            <a:extLst>
              <a:ext uri="{FF2B5EF4-FFF2-40B4-BE49-F238E27FC236}">
                <a16:creationId xmlns:a16="http://schemas.microsoft.com/office/drawing/2014/main" id="{431F5A46-4FEA-DBA1-ED8A-859512820F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60213" y="1749105"/>
            <a:ext cx="328229" cy="328229"/>
          </a:xfrm>
          <a:prstGeom prst="rect">
            <a:avLst/>
          </a:prstGeom>
        </p:spPr>
      </p:pic>
      <p:sp>
        <p:nvSpPr>
          <p:cNvPr id="121" name="Freeform: Shape 120">
            <a:extLst>
              <a:ext uri="{FF2B5EF4-FFF2-40B4-BE49-F238E27FC236}">
                <a16:creationId xmlns:a16="http://schemas.microsoft.com/office/drawing/2014/main" id="{9D503464-6F2F-461B-60BE-41A97392C968}"/>
              </a:ext>
            </a:extLst>
          </p:cNvPr>
          <p:cNvSpPr/>
          <p:nvPr/>
        </p:nvSpPr>
        <p:spPr>
          <a:xfrm flipV="1">
            <a:off x="10891850" y="3909708"/>
            <a:ext cx="804850" cy="593421"/>
          </a:xfrm>
          <a:custGeom>
            <a:avLst/>
            <a:gdLst>
              <a:gd name="connsiteX0" fmla="*/ 0 w 804850"/>
              <a:gd name="connsiteY0" fmla="*/ 593421 h 593421"/>
              <a:gd name="connsiteX1" fmla="*/ 652176 w 804850"/>
              <a:gd name="connsiteY1" fmla="*/ 593421 h 593421"/>
              <a:gd name="connsiteX2" fmla="*/ 804850 w 804850"/>
              <a:gd name="connsiteY2" fmla="*/ 440747 h 593421"/>
              <a:gd name="connsiteX3" fmla="*/ 804850 w 804850"/>
              <a:gd name="connsiteY3" fmla="*/ 0 h 593421"/>
              <a:gd name="connsiteX4" fmla="*/ 720804 w 804850"/>
              <a:gd name="connsiteY4" fmla="*/ 12827 h 593421"/>
              <a:gd name="connsiteX5" fmla="*/ 83274 w 804850"/>
              <a:gd name="connsiteY5" fmla="*/ 440000 h 5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850" h="593421">
                <a:moveTo>
                  <a:pt x="0" y="593421"/>
                </a:moveTo>
                <a:lnTo>
                  <a:pt x="652176" y="593421"/>
                </a:lnTo>
                <a:cubicBezTo>
                  <a:pt x="736496" y="593421"/>
                  <a:pt x="804850" y="525067"/>
                  <a:pt x="804850" y="440747"/>
                </a:cubicBezTo>
                <a:lnTo>
                  <a:pt x="804850" y="0"/>
                </a:lnTo>
                <a:lnTo>
                  <a:pt x="720804" y="12827"/>
                </a:lnTo>
                <a:cubicBezTo>
                  <a:pt x="456328" y="66947"/>
                  <a:pt x="229296" y="223860"/>
                  <a:pt x="83274" y="440000"/>
                </a:cubicBezTo>
                <a:close/>
              </a:path>
            </a:pathLst>
          </a:custGeom>
          <a:gradFill>
            <a:gsLst>
              <a:gs pos="0">
                <a:schemeClr val="accent2"/>
              </a:gs>
              <a:gs pos="61000">
                <a:schemeClr val="accent1"/>
              </a:gs>
            </a:gsLst>
            <a:lin ang="6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pic>
        <p:nvPicPr>
          <p:cNvPr id="122" name="Graphic 121">
            <a:extLst>
              <a:ext uri="{FF2B5EF4-FFF2-40B4-BE49-F238E27FC236}">
                <a16:creationId xmlns:a16="http://schemas.microsoft.com/office/drawing/2014/main" id="{4FAEBA9C-48B3-4A37-C6A5-04373E6B5C1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69405" y="3987492"/>
            <a:ext cx="309845" cy="309842"/>
          </a:xfrm>
          <a:prstGeom prst="rect">
            <a:avLst/>
          </a:prstGeom>
        </p:spPr>
      </p:pic>
      <p:pic>
        <p:nvPicPr>
          <p:cNvPr id="200" name="Picture 199">
            <a:extLst>
              <a:ext uri="{FF2B5EF4-FFF2-40B4-BE49-F238E27FC236}">
                <a16:creationId xmlns:a16="http://schemas.microsoft.com/office/drawing/2014/main" id="{6A2DB942-3BF1-5405-0048-1E0A9057F33D}"/>
              </a:ext>
            </a:extLst>
          </p:cNvPr>
          <p:cNvPicPr>
            <a:picLocks noChangeAspect="1"/>
          </p:cNvPicPr>
          <p:nvPr/>
        </p:nvPicPr>
        <p:blipFill>
          <a:blip r:embed="rId7"/>
          <a:stretch>
            <a:fillRect/>
          </a:stretch>
        </p:blipFill>
        <p:spPr>
          <a:xfrm>
            <a:off x="11241718" y="314964"/>
            <a:ext cx="550269" cy="438150"/>
          </a:xfrm>
          <a:prstGeom prst="rect">
            <a:avLst/>
          </a:prstGeom>
        </p:spPr>
      </p:pic>
    </p:spTree>
    <p:extLst>
      <p:ext uri="{BB962C8B-B14F-4D97-AF65-F5344CB8AC3E}">
        <p14:creationId xmlns:p14="http://schemas.microsoft.com/office/powerpoint/2010/main" val="1262358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F2462D85-E6E4-B59D-EF64-C4EE2905A970}"/>
              </a:ext>
            </a:extLst>
          </p:cNvPr>
          <p:cNvSpPr/>
          <p:nvPr/>
        </p:nvSpPr>
        <p:spPr>
          <a:xfrm rot="10800000" flipV="1">
            <a:off x="330190" y="1880391"/>
            <a:ext cx="3680780" cy="2074292"/>
          </a:xfrm>
          <a:prstGeom prst="roundRect">
            <a:avLst>
              <a:gd name="adj" fmla="val 7415"/>
            </a:avLst>
          </a:prstGeom>
          <a:solidFill>
            <a:schemeClr val="bg1"/>
          </a:solidFill>
          <a:ln w="12700">
            <a:no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0" name="Rectangle: Rounded Corners 99">
            <a:extLst>
              <a:ext uri="{FF2B5EF4-FFF2-40B4-BE49-F238E27FC236}">
                <a16:creationId xmlns:a16="http://schemas.microsoft.com/office/drawing/2014/main" id="{6D03C4E4-28E9-2070-DF2D-6445C5C5732A}"/>
              </a:ext>
            </a:extLst>
          </p:cNvPr>
          <p:cNvSpPr/>
          <p:nvPr/>
        </p:nvSpPr>
        <p:spPr>
          <a:xfrm rot="10800000" flipV="1">
            <a:off x="4255610" y="1880391"/>
            <a:ext cx="3680780" cy="2074292"/>
          </a:xfrm>
          <a:prstGeom prst="roundRect">
            <a:avLst>
              <a:gd name="adj" fmla="val 7415"/>
            </a:avLst>
          </a:prstGeom>
          <a:solidFill>
            <a:schemeClr val="bg1"/>
          </a:solidFill>
          <a:ln w="12700">
            <a:no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1" name="Rectangle: Rounded Corners 100">
            <a:extLst>
              <a:ext uri="{FF2B5EF4-FFF2-40B4-BE49-F238E27FC236}">
                <a16:creationId xmlns:a16="http://schemas.microsoft.com/office/drawing/2014/main" id="{347F77EF-34BA-D094-3004-87C0A8B552CF}"/>
              </a:ext>
            </a:extLst>
          </p:cNvPr>
          <p:cNvSpPr/>
          <p:nvPr/>
        </p:nvSpPr>
        <p:spPr>
          <a:xfrm rot="10800000" flipV="1">
            <a:off x="8181030" y="1880391"/>
            <a:ext cx="3680780" cy="2074292"/>
          </a:xfrm>
          <a:prstGeom prst="roundRect">
            <a:avLst>
              <a:gd name="adj" fmla="val 7415"/>
            </a:avLst>
          </a:prstGeom>
          <a:solidFill>
            <a:schemeClr val="bg1"/>
          </a:solidFill>
          <a:ln w="12700">
            <a:no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9" name="Rectangle: Rounded Corners 188">
            <a:extLst>
              <a:ext uri="{FF2B5EF4-FFF2-40B4-BE49-F238E27FC236}">
                <a16:creationId xmlns:a16="http://schemas.microsoft.com/office/drawing/2014/main" id="{E52352FA-C131-B210-7D54-67074F33E35E}"/>
              </a:ext>
            </a:extLst>
          </p:cNvPr>
          <p:cNvSpPr/>
          <p:nvPr/>
        </p:nvSpPr>
        <p:spPr>
          <a:xfrm rot="10800000" flipV="1">
            <a:off x="330190" y="4320501"/>
            <a:ext cx="3680780" cy="2074292"/>
          </a:xfrm>
          <a:prstGeom prst="roundRect">
            <a:avLst>
              <a:gd name="adj" fmla="val 7415"/>
            </a:avLst>
          </a:prstGeom>
          <a:solidFill>
            <a:schemeClr val="bg1"/>
          </a:solidFill>
          <a:ln w="12700">
            <a:no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0" name="Rectangle: Rounded Corners 189">
            <a:extLst>
              <a:ext uri="{FF2B5EF4-FFF2-40B4-BE49-F238E27FC236}">
                <a16:creationId xmlns:a16="http://schemas.microsoft.com/office/drawing/2014/main" id="{2DC828F0-8082-5DFD-2912-03A9F58E2DC1}"/>
              </a:ext>
            </a:extLst>
          </p:cNvPr>
          <p:cNvSpPr/>
          <p:nvPr/>
        </p:nvSpPr>
        <p:spPr>
          <a:xfrm rot="10800000" flipV="1">
            <a:off x="4255610" y="4320501"/>
            <a:ext cx="3680780" cy="2074292"/>
          </a:xfrm>
          <a:prstGeom prst="roundRect">
            <a:avLst>
              <a:gd name="adj" fmla="val 7415"/>
            </a:avLst>
          </a:prstGeom>
          <a:solidFill>
            <a:schemeClr val="bg1"/>
          </a:solidFill>
          <a:ln w="12700">
            <a:no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1" name="Rectangle: Rounded Corners 190">
            <a:extLst>
              <a:ext uri="{FF2B5EF4-FFF2-40B4-BE49-F238E27FC236}">
                <a16:creationId xmlns:a16="http://schemas.microsoft.com/office/drawing/2014/main" id="{C3E6372F-6811-9ECC-264B-1888BBD1DD23}"/>
              </a:ext>
            </a:extLst>
          </p:cNvPr>
          <p:cNvSpPr/>
          <p:nvPr/>
        </p:nvSpPr>
        <p:spPr>
          <a:xfrm rot="10800000" flipV="1">
            <a:off x="8181030" y="4320501"/>
            <a:ext cx="3680780" cy="2074292"/>
          </a:xfrm>
          <a:prstGeom prst="roundRect">
            <a:avLst>
              <a:gd name="adj" fmla="val 7415"/>
            </a:avLst>
          </a:prstGeom>
          <a:solidFill>
            <a:schemeClr val="bg1"/>
          </a:solidFill>
          <a:ln w="12700">
            <a:no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Text Placeholder 1">
            <a:extLst>
              <a:ext uri="{FF2B5EF4-FFF2-40B4-BE49-F238E27FC236}">
                <a16:creationId xmlns:a16="http://schemas.microsoft.com/office/drawing/2014/main" id="{0BE86B44-8499-F491-0343-7BE79F00F3F0}"/>
              </a:ext>
            </a:extLst>
          </p:cNvPr>
          <p:cNvSpPr>
            <a:spLocks noGrp="1"/>
          </p:cNvSpPr>
          <p:nvPr>
            <p:ph type="body" sz="quarter" idx="16"/>
          </p:nvPr>
        </p:nvSpPr>
        <p:spPr>
          <a:xfrm>
            <a:off x="240394" y="247030"/>
            <a:ext cx="10745106" cy="523220"/>
          </a:xfrm>
        </p:spPr>
        <p:txBody>
          <a:bodyPr/>
          <a:lstStyle/>
          <a:p>
            <a:r>
              <a:rPr lang="en-ID"/>
              <a:t>CONSULTING SERVICES OVERVIEW</a:t>
            </a:r>
          </a:p>
        </p:txBody>
      </p:sp>
      <p:sp>
        <p:nvSpPr>
          <p:cNvPr id="213" name="Text Placeholder 212">
            <a:extLst>
              <a:ext uri="{FF2B5EF4-FFF2-40B4-BE49-F238E27FC236}">
                <a16:creationId xmlns:a16="http://schemas.microsoft.com/office/drawing/2014/main" id="{C6BF5E70-0023-D11A-62A7-8DFC8B119391}"/>
              </a:ext>
            </a:extLst>
          </p:cNvPr>
          <p:cNvSpPr>
            <a:spLocks noGrp="1"/>
          </p:cNvSpPr>
          <p:nvPr>
            <p:ph type="body" sz="quarter" idx="17"/>
          </p:nvPr>
        </p:nvSpPr>
        <p:spPr>
          <a:xfrm>
            <a:off x="491943" y="873239"/>
            <a:ext cx="6312806" cy="536044"/>
          </a:xfrm>
        </p:spPr>
        <p:txBody>
          <a:bodyPr/>
          <a:lstStyle/>
          <a:p>
            <a:r>
              <a:rPr lang="en-US"/>
              <a:t>Our services help you respond to market changes quickly. We believe in collaborative approach with our customers and value transparency in everything we do.</a:t>
            </a:r>
          </a:p>
        </p:txBody>
      </p:sp>
      <p:pic>
        <p:nvPicPr>
          <p:cNvPr id="233" name="Picture Placeholder 61" descr="A person using a computer&#10;&#10;Description automatically generated">
            <a:extLst>
              <a:ext uri="{FF2B5EF4-FFF2-40B4-BE49-F238E27FC236}">
                <a16:creationId xmlns:a16="http://schemas.microsoft.com/office/drawing/2014/main" id="{1AB5FD10-4F50-9EAA-B1DA-80813A59F8E3}"/>
              </a:ext>
            </a:extLst>
          </p:cNvPr>
          <p:cNvPicPr>
            <a:picLocks noGrp="1" noChangeAspect="1"/>
          </p:cNvPicPr>
          <p:nvPr>
            <p:ph type="pic" sz="quarter" idx="10"/>
          </p:nvPr>
        </p:nvPicPr>
        <p:blipFill rotWithShape="1">
          <a:blip r:embed="rId2" cstate="print">
            <a:extLst>
              <a:ext uri="{28A0092B-C50C-407E-A947-70E740481C1C}">
                <a14:useLocalDpi xmlns:a14="http://schemas.microsoft.com/office/drawing/2010/main"/>
              </a:ext>
            </a:extLst>
          </a:blip>
          <a:srcRect l="5190" r="5190"/>
          <a:stretch/>
        </p:blipFill>
        <p:spPr>
          <a:xfrm>
            <a:off x="595755" y="1671110"/>
            <a:ext cx="3190579" cy="942361"/>
          </a:xfrm>
        </p:spPr>
      </p:pic>
      <p:pic>
        <p:nvPicPr>
          <p:cNvPr id="234" name="Picture Placeholder 63" descr="A person using a computer&#10;&#10;Description automatically generated">
            <a:extLst>
              <a:ext uri="{FF2B5EF4-FFF2-40B4-BE49-F238E27FC236}">
                <a16:creationId xmlns:a16="http://schemas.microsoft.com/office/drawing/2014/main" id="{73BF2401-A2F8-2570-B234-C2B42C079442}"/>
              </a:ext>
            </a:extLst>
          </p:cNvPr>
          <p:cNvPicPr>
            <a:picLocks noGrp="1" noChangeAspect="1"/>
          </p:cNvPicPr>
          <p:nvPr>
            <p:ph type="pic" sz="quarter" idx="18"/>
          </p:nvPr>
        </p:nvPicPr>
        <p:blipFill>
          <a:blip r:embed="rId3" cstate="print">
            <a:extLst>
              <a:ext uri="{28A0092B-C50C-407E-A947-70E740481C1C}">
                <a14:useLocalDpi xmlns:a14="http://schemas.microsoft.com/office/drawing/2010/main"/>
              </a:ext>
            </a:extLst>
          </a:blip>
          <a:srcRect l="5190" r="5190"/>
          <a:stretch/>
        </p:blipFill>
        <p:spPr>
          <a:xfrm>
            <a:off x="4500710" y="1671110"/>
            <a:ext cx="3190579" cy="942361"/>
          </a:xfrm>
        </p:spPr>
      </p:pic>
      <p:pic>
        <p:nvPicPr>
          <p:cNvPr id="235" name="Picture Placeholder 65" descr="A person using a tablet&#10;&#10;Description automatically generated">
            <a:extLst>
              <a:ext uri="{FF2B5EF4-FFF2-40B4-BE49-F238E27FC236}">
                <a16:creationId xmlns:a16="http://schemas.microsoft.com/office/drawing/2014/main" id="{C537E99F-71F8-91BC-76FA-905662170B51}"/>
              </a:ext>
            </a:extLst>
          </p:cNvPr>
          <p:cNvPicPr>
            <a:picLocks noGrp="1" noChangeAspect="1"/>
          </p:cNvPicPr>
          <p:nvPr>
            <p:ph type="pic" sz="quarter" idx="19"/>
          </p:nvPr>
        </p:nvPicPr>
        <p:blipFill>
          <a:blip r:embed="rId4" cstate="print">
            <a:extLst>
              <a:ext uri="{28A0092B-C50C-407E-A947-70E740481C1C}">
                <a14:useLocalDpi xmlns:a14="http://schemas.microsoft.com/office/drawing/2010/main"/>
              </a:ext>
            </a:extLst>
          </a:blip>
          <a:srcRect l="5190" r="5190"/>
          <a:stretch/>
        </p:blipFill>
        <p:spPr>
          <a:xfrm>
            <a:off x="8421650" y="1671110"/>
            <a:ext cx="3190579" cy="942361"/>
          </a:xfrm>
        </p:spPr>
      </p:pic>
      <p:pic>
        <p:nvPicPr>
          <p:cNvPr id="236" name="Picture Placeholder 67" descr="A group of people looking at a computer screen&#10;&#10;Description automatically generated">
            <a:extLst>
              <a:ext uri="{FF2B5EF4-FFF2-40B4-BE49-F238E27FC236}">
                <a16:creationId xmlns:a16="http://schemas.microsoft.com/office/drawing/2014/main" id="{596A89AC-33C5-3095-B13D-4773B66F99CB}"/>
              </a:ext>
            </a:extLst>
          </p:cNvPr>
          <p:cNvPicPr>
            <a:picLocks noGrp="1" noChangeAspect="1"/>
          </p:cNvPicPr>
          <p:nvPr>
            <p:ph type="pic" sz="quarter" idx="20"/>
          </p:nvPr>
        </p:nvPicPr>
        <p:blipFill rotWithShape="1">
          <a:blip r:embed="rId5" cstate="print">
            <a:extLst>
              <a:ext uri="{28A0092B-C50C-407E-A947-70E740481C1C}">
                <a14:useLocalDpi xmlns:a14="http://schemas.microsoft.com/office/drawing/2010/main"/>
              </a:ext>
            </a:extLst>
          </a:blip>
          <a:srcRect l="5256" r="5256"/>
          <a:stretch/>
        </p:blipFill>
        <p:spPr>
          <a:xfrm>
            <a:off x="595755" y="4111220"/>
            <a:ext cx="3190579" cy="942361"/>
          </a:xfrm>
        </p:spPr>
      </p:pic>
      <p:pic>
        <p:nvPicPr>
          <p:cNvPr id="237" name="Picture Placeholder 69" descr="A person shaking hands with a person&#10;&#10;Description automatically generated">
            <a:extLst>
              <a:ext uri="{FF2B5EF4-FFF2-40B4-BE49-F238E27FC236}">
                <a16:creationId xmlns:a16="http://schemas.microsoft.com/office/drawing/2014/main" id="{BE8FF2E2-D8CA-F779-7D2D-C0F49581CC0E}"/>
              </a:ext>
            </a:extLst>
          </p:cNvPr>
          <p:cNvPicPr>
            <a:picLocks noGrp="1" noChangeAspect="1"/>
          </p:cNvPicPr>
          <p:nvPr>
            <p:ph type="pic" sz="quarter" idx="21"/>
          </p:nvPr>
        </p:nvPicPr>
        <p:blipFill rotWithShape="1">
          <a:blip r:embed="rId6" cstate="print">
            <a:extLst>
              <a:ext uri="{28A0092B-C50C-407E-A947-70E740481C1C}">
                <a14:useLocalDpi xmlns:a14="http://schemas.microsoft.com/office/drawing/2010/main"/>
              </a:ext>
            </a:extLst>
          </a:blip>
          <a:srcRect l="5293" r="5293"/>
          <a:stretch/>
        </p:blipFill>
        <p:spPr>
          <a:xfrm>
            <a:off x="4500710" y="4111220"/>
            <a:ext cx="3190579" cy="942361"/>
          </a:xfrm>
        </p:spPr>
      </p:pic>
      <p:pic>
        <p:nvPicPr>
          <p:cNvPr id="238" name="Picture Placeholder 71" descr="A person typing on a computer&#10;&#10;Description automatically generated">
            <a:extLst>
              <a:ext uri="{FF2B5EF4-FFF2-40B4-BE49-F238E27FC236}">
                <a16:creationId xmlns:a16="http://schemas.microsoft.com/office/drawing/2014/main" id="{76340D65-F563-58C6-0F05-4A9DCEFADF5E}"/>
              </a:ext>
            </a:extLst>
          </p:cNvPr>
          <p:cNvPicPr>
            <a:picLocks noGrp="1" noChangeAspect="1"/>
          </p:cNvPicPr>
          <p:nvPr>
            <p:ph type="pic" sz="quarter" idx="22"/>
          </p:nvPr>
        </p:nvPicPr>
        <p:blipFill>
          <a:blip r:embed="rId7" cstate="print">
            <a:extLst>
              <a:ext uri="{28A0092B-C50C-407E-A947-70E740481C1C}">
                <a14:useLocalDpi xmlns:a14="http://schemas.microsoft.com/office/drawing/2010/main"/>
              </a:ext>
            </a:extLst>
          </a:blip>
          <a:srcRect l="5190" r="5190"/>
          <a:stretch/>
        </p:blipFill>
        <p:spPr>
          <a:xfrm>
            <a:off x="8421650" y="4111220"/>
            <a:ext cx="3190579" cy="942361"/>
          </a:xfrm>
        </p:spPr>
      </p:pic>
      <p:sp>
        <p:nvSpPr>
          <p:cNvPr id="219" name="Text Placeholder 218">
            <a:extLst>
              <a:ext uri="{FF2B5EF4-FFF2-40B4-BE49-F238E27FC236}">
                <a16:creationId xmlns:a16="http://schemas.microsoft.com/office/drawing/2014/main" id="{AC602D83-7B62-7AF3-A116-D51DE8ED8442}"/>
              </a:ext>
            </a:extLst>
          </p:cNvPr>
          <p:cNvSpPr>
            <a:spLocks noGrp="1"/>
          </p:cNvSpPr>
          <p:nvPr>
            <p:ph type="body" sz="quarter" idx="23"/>
          </p:nvPr>
        </p:nvSpPr>
        <p:spPr>
          <a:xfrm>
            <a:off x="466975" y="2701154"/>
            <a:ext cx="3003050" cy="311481"/>
          </a:xfrm>
        </p:spPr>
        <p:txBody>
          <a:bodyPr/>
          <a:lstStyle/>
          <a:p>
            <a:r>
              <a:rPr lang="en-US"/>
              <a:t>Design &amp; Development</a:t>
            </a:r>
            <a:endParaRPr lang="en-ID"/>
          </a:p>
        </p:txBody>
      </p:sp>
      <p:sp>
        <p:nvSpPr>
          <p:cNvPr id="220" name="Text Placeholder 219">
            <a:extLst>
              <a:ext uri="{FF2B5EF4-FFF2-40B4-BE49-F238E27FC236}">
                <a16:creationId xmlns:a16="http://schemas.microsoft.com/office/drawing/2014/main" id="{54AEF281-ACD6-1215-A93B-7BC9EA97C4A9}"/>
              </a:ext>
            </a:extLst>
          </p:cNvPr>
          <p:cNvSpPr>
            <a:spLocks noGrp="1"/>
          </p:cNvSpPr>
          <p:nvPr>
            <p:ph type="body" sz="quarter" idx="25"/>
          </p:nvPr>
        </p:nvSpPr>
        <p:spPr>
          <a:xfrm>
            <a:off x="721975" y="2997789"/>
            <a:ext cx="3103303" cy="831349"/>
          </a:xfrm>
        </p:spPr>
        <p:txBody>
          <a:bodyPr/>
          <a:lstStyle/>
          <a:p>
            <a:r>
              <a:rPr lang="en-US"/>
              <a:t>Enterprise AI architecture</a:t>
            </a:r>
          </a:p>
          <a:p>
            <a:r>
              <a:rPr lang="en-US"/>
              <a:t>Fullstack Development for Mobile &amp; Web</a:t>
            </a:r>
          </a:p>
          <a:p>
            <a:r>
              <a:rPr lang="en-US"/>
              <a:t>Solution build with modern technologies</a:t>
            </a:r>
          </a:p>
        </p:txBody>
      </p:sp>
      <p:sp>
        <p:nvSpPr>
          <p:cNvPr id="221" name="Text Placeholder 220">
            <a:extLst>
              <a:ext uri="{FF2B5EF4-FFF2-40B4-BE49-F238E27FC236}">
                <a16:creationId xmlns:a16="http://schemas.microsoft.com/office/drawing/2014/main" id="{10352243-DE41-6618-DB4F-EA9DCC1BE601}"/>
              </a:ext>
            </a:extLst>
          </p:cNvPr>
          <p:cNvSpPr>
            <a:spLocks noGrp="1"/>
          </p:cNvSpPr>
          <p:nvPr>
            <p:ph type="body" sz="quarter" idx="26"/>
          </p:nvPr>
        </p:nvSpPr>
        <p:spPr>
          <a:xfrm>
            <a:off x="4762873" y="2997789"/>
            <a:ext cx="3103303" cy="831349"/>
          </a:xfrm>
        </p:spPr>
        <p:txBody>
          <a:bodyPr/>
          <a:lstStyle/>
          <a:p>
            <a:r>
              <a:rPr lang="en-US"/>
              <a:t>Business case analysis and Incubators</a:t>
            </a:r>
          </a:p>
          <a:p>
            <a:r>
              <a:rPr lang="en-US"/>
              <a:t>Open source Machine Learning</a:t>
            </a:r>
          </a:p>
          <a:p>
            <a:r>
              <a:rPr lang="en-US"/>
              <a:t>Decisioning and rules engines</a:t>
            </a:r>
          </a:p>
        </p:txBody>
      </p:sp>
      <p:sp>
        <p:nvSpPr>
          <p:cNvPr id="222" name="Text Placeholder 221">
            <a:extLst>
              <a:ext uri="{FF2B5EF4-FFF2-40B4-BE49-F238E27FC236}">
                <a16:creationId xmlns:a16="http://schemas.microsoft.com/office/drawing/2014/main" id="{D387E359-5493-30D2-FC08-192AB72C6366}"/>
              </a:ext>
            </a:extLst>
          </p:cNvPr>
          <p:cNvSpPr>
            <a:spLocks noGrp="1"/>
          </p:cNvSpPr>
          <p:nvPr>
            <p:ph type="body" sz="quarter" idx="27"/>
          </p:nvPr>
        </p:nvSpPr>
        <p:spPr>
          <a:xfrm>
            <a:off x="4507875" y="2701154"/>
            <a:ext cx="3003050" cy="311481"/>
          </a:xfrm>
        </p:spPr>
        <p:txBody>
          <a:bodyPr/>
          <a:lstStyle/>
          <a:p>
            <a:r>
              <a:rPr lang="en-US"/>
              <a:t>Applied Artificial Intelligence</a:t>
            </a:r>
          </a:p>
        </p:txBody>
      </p:sp>
      <p:sp>
        <p:nvSpPr>
          <p:cNvPr id="223" name="Text Placeholder 222">
            <a:extLst>
              <a:ext uri="{FF2B5EF4-FFF2-40B4-BE49-F238E27FC236}">
                <a16:creationId xmlns:a16="http://schemas.microsoft.com/office/drawing/2014/main" id="{E977E57B-4412-8B70-52DE-825A0AEC1C88}"/>
              </a:ext>
            </a:extLst>
          </p:cNvPr>
          <p:cNvSpPr>
            <a:spLocks noGrp="1"/>
          </p:cNvSpPr>
          <p:nvPr>
            <p:ph type="body" sz="quarter" idx="28"/>
          </p:nvPr>
        </p:nvSpPr>
        <p:spPr>
          <a:xfrm>
            <a:off x="8877129" y="2997790"/>
            <a:ext cx="2506275" cy="831349"/>
          </a:xfrm>
        </p:spPr>
        <p:txBody>
          <a:bodyPr/>
          <a:lstStyle/>
          <a:p>
            <a:r>
              <a:rPr lang="en-US"/>
              <a:t>Customer first &amp; Mobile First</a:t>
            </a:r>
          </a:p>
          <a:p>
            <a:r>
              <a:rPr lang="en-US"/>
              <a:t>Social chanel integration</a:t>
            </a:r>
          </a:p>
          <a:p>
            <a:r>
              <a:rPr lang="en-US"/>
              <a:t>Seamless CX/UX design &amp; build</a:t>
            </a:r>
          </a:p>
        </p:txBody>
      </p:sp>
      <p:sp>
        <p:nvSpPr>
          <p:cNvPr id="224" name="Text Placeholder 223">
            <a:extLst>
              <a:ext uri="{FF2B5EF4-FFF2-40B4-BE49-F238E27FC236}">
                <a16:creationId xmlns:a16="http://schemas.microsoft.com/office/drawing/2014/main" id="{DC43E6BF-E6F9-200F-0C31-05BA2C2DBAFB}"/>
              </a:ext>
            </a:extLst>
          </p:cNvPr>
          <p:cNvSpPr>
            <a:spLocks noGrp="1"/>
          </p:cNvSpPr>
          <p:nvPr>
            <p:ph type="body" sz="quarter" idx="29"/>
          </p:nvPr>
        </p:nvSpPr>
        <p:spPr>
          <a:xfrm>
            <a:off x="8622130" y="2701154"/>
            <a:ext cx="3003050" cy="311481"/>
          </a:xfrm>
        </p:spPr>
        <p:txBody>
          <a:bodyPr/>
          <a:lstStyle/>
          <a:p>
            <a:r>
              <a:rPr lang="en-US"/>
              <a:t>Unified Customer Experience</a:t>
            </a:r>
          </a:p>
        </p:txBody>
      </p:sp>
      <p:sp>
        <p:nvSpPr>
          <p:cNvPr id="225" name="Text Placeholder 224">
            <a:extLst>
              <a:ext uri="{FF2B5EF4-FFF2-40B4-BE49-F238E27FC236}">
                <a16:creationId xmlns:a16="http://schemas.microsoft.com/office/drawing/2014/main" id="{596063FF-71A6-F2EC-F854-68D791239027}"/>
              </a:ext>
            </a:extLst>
          </p:cNvPr>
          <p:cNvSpPr>
            <a:spLocks noGrp="1"/>
          </p:cNvSpPr>
          <p:nvPr>
            <p:ph type="body" sz="quarter" idx="30"/>
          </p:nvPr>
        </p:nvSpPr>
        <p:spPr>
          <a:xfrm>
            <a:off x="648684" y="5141263"/>
            <a:ext cx="3003050" cy="311481"/>
          </a:xfrm>
        </p:spPr>
        <p:txBody>
          <a:bodyPr/>
          <a:lstStyle/>
          <a:p>
            <a:r>
              <a:rPr lang="en-US"/>
              <a:t>Product Development</a:t>
            </a:r>
          </a:p>
        </p:txBody>
      </p:sp>
      <p:sp>
        <p:nvSpPr>
          <p:cNvPr id="226" name="Text Placeholder 225">
            <a:extLst>
              <a:ext uri="{FF2B5EF4-FFF2-40B4-BE49-F238E27FC236}">
                <a16:creationId xmlns:a16="http://schemas.microsoft.com/office/drawing/2014/main" id="{ABF10C00-2F9F-98B1-AC87-4996517BC84B}"/>
              </a:ext>
            </a:extLst>
          </p:cNvPr>
          <p:cNvSpPr>
            <a:spLocks noGrp="1"/>
          </p:cNvSpPr>
          <p:nvPr>
            <p:ph type="body" sz="quarter" idx="31"/>
          </p:nvPr>
        </p:nvSpPr>
        <p:spPr>
          <a:xfrm>
            <a:off x="903684" y="5437900"/>
            <a:ext cx="3103303" cy="831349"/>
          </a:xfrm>
        </p:spPr>
        <p:txBody>
          <a:bodyPr/>
          <a:lstStyle/>
          <a:p>
            <a:r>
              <a:rPr lang="en-US"/>
              <a:t>Technology services for products</a:t>
            </a:r>
          </a:p>
          <a:p>
            <a:r>
              <a:rPr lang="en-US"/>
              <a:t>One-stop shop from idea to roll-out</a:t>
            </a:r>
          </a:p>
          <a:p>
            <a:r>
              <a:rPr lang="en-US"/>
              <a:t>Cost effective virtual teams</a:t>
            </a:r>
          </a:p>
        </p:txBody>
      </p:sp>
      <p:sp>
        <p:nvSpPr>
          <p:cNvPr id="227" name="Text Placeholder 226">
            <a:extLst>
              <a:ext uri="{FF2B5EF4-FFF2-40B4-BE49-F238E27FC236}">
                <a16:creationId xmlns:a16="http://schemas.microsoft.com/office/drawing/2014/main" id="{796A419B-394A-9C03-71D9-3197B0E5AC89}"/>
              </a:ext>
            </a:extLst>
          </p:cNvPr>
          <p:cNvSpPr>
            <a:spLocks noGrp="1"/>
          </p:cNvSpPr>
          <p:nvPr>
            <p:ph type="body" sz="quarter" idx="32"/>
          </p:nvPr>
        </p:nvSpPr>
        <p:spPr>
          <a:xfrm>
            <a:off x="4620485" y="5141263"/>
            <a:ext cx="3003050" cy="311481"/>
          </a:xfrm>
        </p:spPr>
        <p:txBody>
          <a:bodyPr/>
          <a:lstStyle/>
          <a:p>
            <a:r>
              <a:rPr lang="en-US"/>
              <a:t>PEGA Advisory Services</a:t>
            </a:r>
          </a:p>
        </p:txBody>
      </p:sp>
      <p:sp>
        <p:nvSpPr>
          <p:cNvPr id="228" name="Text Placeholder 227">
            <a:extLst>
              <a:ext uri="{FF2B5EF4-FFF2-40B4-BE49-F238E27FC236}">
                <a16:creationId xmlns:a16="http://schemas.microsoft.com/office/drawing/2014/main" id="{1E2A153D-D871-57B2-42DA-A3F99DFDA80A}"/>
              </a:ext>
            </a:extLst>
          </p:cNvPr>
          <p:cNvSpPr>
            <a:spLocks noGrp="1"/>
          </p:cNvSpPr>
          <p:nvPr>
            <p:ph type="body" sz="quarter" idx="33"/>
          </p:nvPr>
        </p:nvSpPr>
        <p:spPr>
          <a:xfrm>
            <a:off x="4875485" y="5437900"/>
            <a:ext cx="3103303" cy="831349"/>
          </a:xfrm>
        </p:spPr>
        <p:txBody>
          <a:bodyPr/>
          <a:lstStyle/>
          <a:p>
            <a:r>
              <a:rPr lang="en-US"/>
              <a:t>Technology services for products</a:t>
            </a:r>
          </a:p>
          <a:p>
            <a:r>
              <a:rPr lang="en-US"/>
              <a:t>One-stop shop from idea to roll-out</a:t>
            </a:r>
          </a:p>
          <a:p>
            <a:r>
              <a:rPr lang="en-US"/>
              <a:t>Cost effective virtual teams</a:t>
            </a:r>
          </a:p>
        </p:txBody>
      </p:sp>
      <p:sp>
        <p:nvSpPr>
          <p:cNvPr id="229" name="Text Placeholder 228">
            <a:extLst>
              <a:ext uri="{FF2B5EF4-FFF2-40B4-BE49-F238E27FC236}">
                <a16:creationId xmlns:a16="http://schemas.microsoft.com/office/drawing/2014/main" id="{8E3AC62F-69FF-531F-22D6-1532AB9BCFD5}"/>
              </a:ext>
            </a:extLst>
          </p:cNvPr>
          <p:cNvSpPr>
            <a:spLocks noGrp="1"/>
          </p:cNvSpPr>
          <p:nvPr>
            <p:ph type="body" sz="quarter" idx="34"/>
          </p:nvPr>
        </p:nvSpPr>
        <p:spPr>
          <a:xfrm>
            <a:off x="8989152" y="5437900"/>
            <a:ext cx="2506275" cy="831349"/>
          </a:xfrm>
        </p:spPr>
        <p:txBody>
          <a:bodyPr/>
          <a:lstStyle/>
          <a:p>
            <a:r>
              <a:rPr lang="en-US"/>
              <a:t>Amazon AWS / Azure</a:t>
            </a:r>
          </a:p>
          <a:p>
            <a:r>
              <a:rPr lang="en-US"/>
              <a:t>Pega in Cloud, DevOps, CICD</a:t>
            </a:r>
          </a:p>
          <a:p>
            <a:r>
              <a:rPr lang="en-US"/>
              <a:t>Managed Services</a:t>
            </a:r>
          </a:p>
        </p:txBody>
      </p:sp>
      <p:sp>
        <p:nvSpPr>
          <p:cNvPr id="230" name="Text Placeholder 229">
            <a:extLst>
              <a:ext uri="{FF2B5EF4-FFF2-40B4-BE49-F238E27FC236}">
                <a16:creationId xmlns:a16="http://schemas.microsoft.com/office/drawing/2014/main" id="{008C000A-92B2-1CB5-D859-AA3DC2F8FFBD}"/>
              </a:ext>
            </a:extLst>
          </p:cNvPr>
          <p:cNvSpPr>
            <a:spLocks noGrp="1"/>
          </p:cNvSpPr>
          <p:nvPr>
            <p:ph type="body" sz="quarter" idx="35"/>
          </p:nvPr>
        </p:nvSpPr>
        <p:spPr>
          <a:xfrm>
            <a:off x="8622130" y="5141264"/>
            <a:ext cx="3003050" cy="311481"/>
          </a:xfrm>
        </p:spPr>
        <p:txBody>
          <a:bodyPr/>
          <a:lstStyle/>
          <a:p>
            <a:r>
              <a:rPr lang="en-US"/>
              <a:t>Cloud And Managed Services</a:t>
            </a:r>
          </a:p>
        </p:txBody>
      </p:sp>
      <p:cxnSp>
        <p:nvCxnSpPr>
          <p:cNvPr id="109" name="Straight Arrow Connector 108">
            <a:extLst>
              <a:ext uri="{FF2B5EF4-FFF2-40B4-BE49-F238E27FC236}">
                <a16:creationId xmlns:a16="http://schemas.microsoft.com/office/drawing/2014/main" id="{C0A070AA-75A5-F1E3-1046-5A50F496CDC1}"/>
              </a:ext>
            </a:extLst>
          </p:cNvPr>
          <p:cNvCxnSpPr>
            <a:cxnSpLocks/>
          </p:cNvCxnSpPr>
          <p:nvPr/>
        </p:nvCxnSpPr>
        <p:spPr>
          <a:xfrm>
            <a:off x="579585" y="3145664"/>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95629724-F2CF-4C4C-8000-9654ECE5785C}"/>
              </a:ext>
            </a:extLst>
          </p:cNvPr>
          <p:cNvCxnSpPr>
            <a:cxnSpLocks/>
          </p:cNvCxnSpPr>
          <p:nvPr/>
        </p:nvCxnSpPr>
        <p:spPr>
          <a:xfrm>
            <a:off x="579585" y="3386169"/>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827AB208-2444-547F-19EB-1F68B9C25627}"/>
              </a:ext>
            </a:extLst>
          </p:cNvPr>
          <p:cNvCxnSpPr>
            <a:cxnSpLocks/>
          </p:cNvCxnSpPr>
          <p:nvPr/>
        </p:nvCxnSpPr>
        <p:spPr>
          <a:xfrm>
            <a:off x="579585" y="3619532"/>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B3C36AA3-0A1D-3D23-545A-C4910974D7E4}"/>
              </a:ext>
            </a:extLst>
          </p:cNvPr>
          <p:cNvCxnSpPr>
            <a:cxnSpLocks/>
          </p:cNvCxnSpPr>
          <p:nvPr/>
        </p:nvCxnSpPr>
        <p:spPr>
          <a:xfrm>
            <a:off x="4620485" y="3145664"/>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16F3BC13-C128-6193-6C71-AE7C845AA722}"/>
              </a:ext>
            </a:extLst>
          </p:cNvPr>
          <p:cNvCxnSpPr>
            <a:cxnSpLocks/>
          </p:cNvCxnSpPr>
          <p:nvPr/>
        </p:nvCxnSpPr>
        <p:spPr>
          <a:xfrm>
            <a:off x="4620485" y="3386169"/>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84C76796-AA0B-1D25-6038-C4946DD06F84}"/>
              </a:ext>
            </a:extLst>
          </p:cNvPr>
          <p:cNvCxnSpPr>
            <a:cxnSpLocks/>
          </p:cNvCxnSpPr>
          <p:nvPr/>
        </p:nvCxnSpPr>
        <p:spPr>
          <a:xfrm>
            <a:off x="4620485" y="3619532"/>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DE84146A-2466-C951-D987-812C982BE5AC}"/>
              </a:ext>
            </a:extLst>
          </p:cNvPr>
          <p:cNvCxnSpPr>
            <a:cxnSpLocks/>
          </p:cNvCxnSpPr>
          <p:nvPr/>
        </p:nvCxnSpPr>
        <p:spPr>
          <a:xfrm>
            <a:off x="8734740" y="3145664"/>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9E579590-0CC8-6D3A-F504-A4E2A6DFDCA3}"/>
              </a:ext>
            </a:extLst>
          </p:cNvPr>
          <p:cNvCxnSpPr>
            <a:cxnSpLocks/>
          </p:cNvCxnSpPr>
          <p:nvPr/>
        </p:nvCxnSpPr>
        <p:spPr>
          <a:xfrm>
            <a:off x="8734740" y="3386169"/>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768AD549-72AF-ADBC-1D4B-A9ECAF509F31}"/>
              </a:ext>
            </a:extLst>
          </p:cNvPr>
          <p:cNvCxnSpPr>
            <a:cxnSpLocks/>
          </p:cNvCxnSpPr>
          <p:nvPr/>
        </p:nvCxnSpPr>
        <p:spPr>
          <a:xfrm>
            <a:off x="8734740" y="3619532"/>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69155EE3-95B3-0D14-0D33-83485D3C5325}"/>
              </a:ext>
            </a:extLst>
          </p:cNvPr>
          <p:cNvCxnSpPr>
            <a:cxnSpLocks/>
          </p:cNvCxnSpPr>
          <p:nvPr/>
        </p:nvCxnSpPr>
        <p:spPr>
          <a:xfrm>
            <a:off x="761294" y="5595971"/>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88D60EBB-4FFD-038B-E4EE-0AC1FD3A6320}"/>
              </a:ext>
            </a:extLst>
          </p:cNvPr>
          <p:cNvCxnSpPr>
            <a:cxnSpLocks/>
          </p:cNvCxnSpPr>
          <p:nvPr/>
        </p:nvCxnSpPr>
        <p:spPr>
          <a:xfrm>
            <a:off x="761294" y="5836476"/>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BD2DF9EF-42EE-B396-9A38-EC0260E2F100}"/>
              </a:ext>
            </a:extLst>
          </p:cNvPr>
          <p:cNvCxnSpPr>
            <a:cxnSpLocks/>
          </p:cNvCxnSpPr>
          <p:nvPr/>
        </p:nvCxnSpPr>
        <p:spPr>
          <a:xfrm>
            <a:off x="761294" y="6069839"/>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6AE4EAF3-FD8A-1B57-9ECF-D7D64B34A081}"/>
              </a:ext>
            </a:extLst>
          </p:cNvPr>
          <p:cNvCxnSpPr>
            <a:cxnSpLocks/>
          </p:cNvCxnSpPr>
          <p:nvPr/>
        </p:nvCxnSpPr>
        <p:spPr>
          <a:xfrm>
            <a:off x="4733095" y="5595971"/>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202" name="Straight Arrow Connector 201">
            <a:extLst>
              <a:ext uri="{FF2B5EF4-FFF2-40B4-BE49-F238E27FC236}">
                <a16:creationId xmlns:a16="http://schemas.microsoft.com/office/drawing/2014/main" id="{83C8F896-FD5F-681F-BF7F-1D52B47C537F}"/>
              </a:ext>
            </a:extLst>
          </p:cNvPr>
          <p:cNvCxnSpPr>
            <a:cxnSpLocks/>
          </p:cNvCxnSpPr>
          <p:nvPr/>
        </p:nvCxnSpPr>
        <p:spPr>
          <a:xfrm>
            <a:off x="4733095" y="5836476"/>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203" name="Straight Arrow Connector 202">
            <a:extLst>
              <a:ext uri="{FF2B5EF4-FFF2-40B4-BE49-F238E27FC236}">
                <a16:creationId xmlns:a16="http://schemas.microsoft.com/office/drawing/2014/main" id="{13D122F4-2BD5-71A4-7802-3D3D934E2488}"/>
              </a:ext>
            </a:extLst>
          </p:cNvPr>
          <p:cNvCxnSpPr>
            <a:cxnSpLocks/>
          </p:cNvCxnSpPr>
          <p:nvPr/>
        </p:nvCxnSpPr>
        <p:spPr>
          <a:xfrm>
            <a:off x="4733095" y="6069839"/>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207" name="Straight Arrow Connector 206">
            <a:extLst>
              <a:ext uri="{FF2B5EF4-FFF2-40B4-BE49-F238E27FC236}">
                <a16:creationId xmlns:a16="http://schemas.microsoft.com/office/drawing/2014/main" id="{DC29D1A4-C0F2-EDAF-62A7-BD3B70FE2257}"/>
              </a:ext>
            </a:extLst>
          </p:cNvPr>
          <p:cNvCxnSpPr>
            <a:cxnSpLocks/>
          </p:cNvCxnSpPr>
          <p:nvPr/>
        </p:nvCxnSpPr>
        <p:spPr>
          <a:xfrm>
            <a:off x="8846762" y="5595971"/>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C747B872-1D6F-AD13-FA1B-7FCE63E2E0C5}"/>
              </a:ext>
            </a:extLst>
          </p:cNvPr>
          <p:cNvCxnSpPr>
            <a:cxnSpLocks/>
          </p:cNvCxnSpPr>
          <p:nvPr/>
        </p:nvCxnSpPr>
        <p:spPr>
          <a:xfrm>
            <a:off x="8846762" y="5836476"/>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209" name="Straight Arrow Connector 208">
            <a:extLst>
              <a:ext uri="{FF2B5EF4-FFF2-40B4-BE49-F238E27FC236}">
                <a16:creationId xmlns:a16="http://schemas.microsoft.com/office/drawing/2014/main" id="{5F4B4D09-DD2E-35AE-5470-D47189001485}"/>
              </a:ext>
            </a:extLst>
          </p:cNvPr>
          <p:cNvCxnSpPr>
            <a:cxnSpLocks/>
          </p:cNvCxnSpPr>
          <p:nvPr/>
        </p:nvCxnSpPr>
        <p:spPr>
          <a:xfrm>
            <a:off x="8846762" y="6069839"/>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sp>
        <p:nvSpPr>
          <p:cNvPr id="231" name="Rectangle 230">
            <a:extLst>
              <a:ext uri="{FF2B5EF4-FFF2-40B4-BE49-F238E27FC236}">
                <a16:creationId xmlns:a16="http://schemas.microsoft.com/office/drawing/2014/main" id="{C4C3F75D-0A6F-847A-9A0B-BE300A8E7387}"/>
              </a:ext>
            </a:extLst>
          </p:cNvPr>
          <p:cNvSpPr/>
          <p:nvPr/>
        </p:nvSpPr>
        <p:spPr>
          <a:xfrm>
            <a:off x="366577" y="962776"/>
            <a:ext cx="95386" cy="39624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2019771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10">
            <a:extLst>
              <a:ext uri="{FF2B5EF4-FFF2-40B4-BE49-F238E27FC236}">
                <a16:creationId xmlns:a16="http://schemas.microsoft.com/office/drawing/2014/main" id="{27FEB3D7-F943-544F-3B6B-8491AC3BFC04}"/>
              </a:ext>
            </a:extLst>
          </p:cNvPr>
          <p:cNvPicPr>
            <a:picLocks noGrp="1" noChangeAspect="1"/>
          </p:cNvPicPr>
          <p:nvPr>
            <p:ph type="pic" sz="quarter" idx="10"/>
          </p:nvPr>
        </p:nvPicPr>
        <p:blipFill>
          <a:blip r:embed="rId2"/>
          <a:srcRect t="7802" b="7802"/>
          <a:stretch/>
        </p:blipFill>
        <p:spPr/>
      </p:pic>
      <p:sp>
        <p:nvSpPr>
          <p:cNvPr id="11" name="Rectangle 10">
            <a:extLst>
              <a:ext uri="{FF2B5EF4-FFF2-40B4-BE49-F238E27FC236}">
                <a16:creationId xmlns:a16="http://schemas.microsoft.com/office/drawing/2014/main" id="{A4353C2E-F3E6-E005-A076-3EC73D33E465}"/>
              </a:ext>
            </a:extLst>
          </p:cNvPr>
          <p:cNvSpPr/>
          <p:nvPr/>
        </p:nvSpPr>
        <p:spPr>
          <a:xfrm rot="16200000" flipV="1">
            <a:off x="2667001" y="-2667000"/>
            <a:ext cx="6857998" cy="12192000"/>
          </a:xfrm>
          <a:prstGeom prst="rect">
            <a:avLst/>
          </a:prstGeom>
          <a:solidFill>
            <a:schemeClr val="accent1">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2" name="Group 11">
            <a:extLst>
              <a:ext uri="{FF2B5EF4-FFF2-40B4-BE49-F238E27FC236}">
                <a16:creationId xmlns:a16="http://schemas.microsoft.com/office/drawing/2014/main" id="{1F432B76-E0DE-81A3-415C-2074042BD231}"/>
              </a:ext>
            </a:extLst>
          </p:cNvPr>
          <p:cNvGrpSpPr/>
          <p:nvPr/>
        </p:nvGrpSpPr>
        <p:grpSpPr>
          <a:xfrm rot="10800000">
            <a:off x="-31750" y="1"/>
            <a:ext cx="12223750" cy="3733800"/>
            <a:chOff x="-15875" y="3124200"/>
            <a:chExt cx="12223750" cy="3733800"/>
          </a:xfrm>
        </p:grpSpPr>
        <p:grpSp>
          <p:nvGrpSpPr>
            <p:cNvPr id="13" name="Group 12">
              <a:extLst>
                <a:ext uri="{FF2B5EF4-FFF2-40B4-BE49-F238E27FC236}">
                  <a16:creationId xmlns:a16="http://schemas.microsoft.com/office/drawing/2014/main" id="{2D24AFCB-248F-7C9E-D30B-87922FCF8E0E}"/>
                </a:ext>
              </a:extLst>
            </p:cNvPr>
            <p:cNvGrpSpPr/>
            <p:nvPr/>
          </p:nvGrpSpPr>
          <p:grpSpPr>
            <a:xfrm>
              <a:off x="-15875" y="3124200"/>
              <a:ext cx="12223750" cy="3733800"/>
              <a:chOff x="247650" y="3124200"/>
              <a:chExt cx="12223750" cy="3733800"/>
            </a:xfrm>
          </p:grpSpPr>
          <p:cxnSp>
            <p:nvCxnSpPr>
              <p:cNvPr id="30" name="Straight Connector 29">
                <a:extLst>
                  <a:ext uri="{FF2B5EF4-FFF2-40B4-BE49-F238E27FC236}">
                    <a16:creationId xmlns:a16="http://schemas.microsoft.com/office/drawing/2014/main" id="{930E2F9F-1A52-72D1-0526-DB51B23FEC48}"/>
                  </a:ext>
                </a:extLst>
              </p:cNvPr>
              <p:cNvCxnSpPr>
                <a:cxnSpLocks/>
              </p:cNvCxnSpPr>
              <p:nvPr/>
            </p:nvCxnSpPr>
            <p:spPr>
              <a:xfrm>
                <a:off x="24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9AFB307-B3EE-6831-30CA-3BCD4B2E59E8}"/>
                  </a:ext>
                </a:extLst>
              </p:cNvPr>
              <p:cNvCxnSpPr>
                <a:cxnSpLocks/>
              </p:cNvCxnSpPr>
              <p:nvPr/>
            </p:nvCxnSpPr>
            <p:spPr>
              <a:xfrm>
                <a:off x="46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5947509-9A5E-D962-E49D-1D8A7AEB2CA3}"/>
                  </a:ext>
                </a:extLst>
              </p:cNvPr>
              <p:cNvCxnSpPr>
                <a:cxnSpLocks/>
              </p:cNvCxnSpPr>
              <p:nvPr/>
            </p:nvCxnSpPr>
            <p:spPr>
              <a:xfrm>
                <a:off x="69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1B92CEB-058A-30CB-E2A5-C31B5996702C}"/>
                  </a:ext>
                </a:extLst>
              </p:cNvPr>
              <p:cNvCxnSpPr>
                <a:cxnSpLocks/>
              </p:cNvCxnSpPr>
              <p:nvPr/>
            </p:nvCxnSpPr>
            <p:spPr>
              <a:xfrm>
                <a:off x="91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A76573A-A327-BFE9-1F59-EE33D2AE1A2B}"/>
                  </a:ext>
                </a:extLst>
              </p:cNvPr>
              <p:cNvCxnSpPr>
                <a:cxnSpLocks/>
              </p:cNvCxnSpPr>
              <p:nvPr/>
            </p:nvCxnSpPr>
            <p:spPr>
              <a:xfrm>
                <a:off x="113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FEDC46C-5768-FB6A-5647-5B17AEDB20BD}"/>
                  </a:ext>
                </a:extLst>
              </p:cNvPr>
              <p:cNvCxnSpPr>
                <a:cxnSpLocks/>
              </p:cNvCxnSpPr>
              <p:nvPr/>
            </p:nvCxnSpPr>
            <p:spPr>
              <a:xfrm>
                <a:off x="135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4BB7F6-42BD-D4DF-97CA-41536F6EA72B}"/>
                  </a:ext>
                </a:extLst>
              </p:cNvPr>
              <p:cNvCxnSpPr>
                <a:cxnSpLocks/>
              </p:cNvCxnSpPr>
              <p:nvPr/>
            </p:nvCxnSpPr>
            <p:spPr>
              <a:xfrm>
                <a:off x="158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8B3FBDF-12B2-5E9A-2DC7-70FBF21A0685}"/>
                  </a:ext>
                </a:extLst>
              </p:cNvPr>
              <p:cNvCxnSpPr>
                <a:cxnSpLocks/>
              </p:cNvCxnSpPr>
              <p:nvPr/>
            </p:nvCxnSpPr>
            <p:spPr>
              <a:xfrm>
                <a:off x="180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EAC0969-C0AC-57B9-5A17-FDA24CEEBCE9}"/>
                  </a:ext>
                </a:extLst>
              </p:cNvPr>
              <p:cNvCxnSpPr>
                <a:cxnSpLocks/>
              </p:cNvCxnSpPr>
              <p:nvPr/>
            </p:nvCxnSpPr>
            <p:spPr>
              <a:xfrm>
                <a:off x="202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2B3A8AE-F558-AF80-F613-692884D5B239}"/>
                  </a:ext>
                </a:extLst>
              </p:cNvPr>
              <p:cNvCxnSpPr>
                <a:cxnSpLocks/>
              </p:cNvCxnSpPr>
              <p:nvPr/>
            </p:nvCxnSpPr>
            <p:spPr>
              <a:xfrm>
                <a:off x="224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5A3D34E-A63E-366F-5B48-F9A767ECC732}"/>
                  </a:ext>
                </a:extLst>
              </p:cNvPr>
              <p:cNvCxnSpPr>
                <a:cxnSpLocks/>
              </p:cNvCxnSpPr>
              <p:nvPr/>
            </p:nvCxnSpPr>
            <p:spPr>
              <a:xfrm>
                <a:off x="247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94BDE8B-F7B8-A190-3406-E2FAEB250CF8}"/>
                  </a:ext>
                </a:extLst>
              </p:cNvPr>
              <p:cNvCxnSpPr>
                <a:cxnSpLocks/>
              </p:cNvCxnSpPr>
              <p:nvPr/>
            </p:nvCxnSpPr>
            <p:spPr>
              <a:xfrm>
                <a:off x="269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006ED33-84DD-205D-54DA-7664079E52DD}"/>
                  </a:ext>
                </a:extLst>
              </p:cNvPr>
              <p:cNvCxnSpPr>
                <a:cxnSpLocks/>
              </p:cNvCxnSpPr>
              <p:nvPr/>
            </p:nvCxnSpPr>
            <p:spPr>
              <a:xfrm>
                <a:off x="291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DA82E95-A596-8CEC-C302-2D4DDDBB5EDA}"/>
                  </a:ext>
                </a:extLst>
              </p:cNvPr>
              <p:cNvCxnSpPr>
                <a:cxnSpLocks/>
              </p:cNvCxnSpPr>
              <p:nvPr/>
            </p:nvCxnSpPr>
            <p:spPr>
              <a:xfrm>
                <a:off x="313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49FFCAE-AA08-F2B8-DF36-400AB3C838A6}"/>
                  </a:ext>
                </a:extLst>
              </p:cNvPr>
              <p:cNvCxnSpPr>
                <a:cxnSpLocks/>
              </p:cNvCxnSpPr>
              <p:nvPr/>
            </p:nvCxnSpPr>
            <p:spPr>
              <a:xfrm>
                <a:off x="335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EFB8DC3-5AF6-F1E7-194D-1F27B81FAD36}"/>
                  </a:ext>
                </a:extLst>
              </p:cNvPr>
              <p:cNvCxnSpPr>
                <a:cxnSpLocks/>
              </p:cNvCxnSpPr>
              <p:nvPr/>
            </p:nvCxnSpPr>
            <p:spPr>
              <a:xfrm>
                <a:off x="358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D0F6F24-3A5A-100B-D4F9-4DDCD276AE44}"/>
                  </a:ext>
                </a:extLst>
              </p:cNvPr>
              <p:cNvCxnSpPr>
                <a:cxnSpLocks/>
              </p:cNvCxnSpPr>
              <p:nvPr/>
            </p:nvCxnSpPr>
            <p:spPr>
              <a:xfrm>
                <a:off x="3803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06F3137-B1B6-463E-9CCA-65F05A21F0E6}"/>
                  </a:ext>
                </a:extLst>
              </p:cNvPr>
              <p:cNvCxnSpPr>
                <a:cxnSpLocks/>
              </p:cNvCxnSpPr>
              <p:nvPr/>
            </p:nvCxnSpPr>
            <p:spPr>
              <a:xfrm>
                <a:off x="4025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171EA39-6D08-F1C8-D2F3-243EDBBFEC2F}"/>
                  </a:ext>
                </a:extLst>
              </p:cNvPr>
              <p:cNvCxnSpPr>
                <a:cxnSpLocks/>
              </p:cNvCxnSpPr>
              <p:nvPr/>
            </p:nvCxnSpPr>
            <p:spPr>
              <a:xfrm>
                <a:off x="4248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BC89F57-A5CB-53C2-2DA0-9A7830B2B56E}"/>
                  </a:ext>
                </a:extLst>
              </p:cNvPr>
              <p:cNvCxnSpPr>
                <a:cxnSpLocks/>
              </p:cNvCxnSpPr>
              <p:nvPr/>
            </p:nvCxnSpPr>
            <p:spPr>
              <a:xfrm>
                <a:off x="4470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1C08424-70DF-BD81-6961-93F06C2733A1}"/>
                  </a:ext>
                </a:extLst>
              </p:cNvPr>
              <p:cNvCxnSpPr>
                <a:cxnSpLocks/>
              </p:cNvCxnSpPr>
              <p:nvPr/>
            </p:nvCxnSpPr>
            <p:spPr>
              <a:xfrm>
                <a:off x="4692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5F5F4E2-B0AE-E81B-0F93-DB524C44C7A7}"/>
                  </a:ext>
                </a:extLst>
              </p:cNvPr>
              <p:cNvCxnSpPr>
                <a:cxnSpLocks/>
              </p:cNvCxnSpPr>
              <p:nvPr/>
            </p:nvCxnSpPr>
            <p:spPr>
              <a:xfrm>
                <a:off x="4914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FA9EF6D-895D-E680-DEB4-5145E90805A7}"/>
                  </a:ext>
                </a:extLst>
              </p:cNvPr>
              <p:cNvCxnSpPr>
                <a:cxnSpLocks/>
              </p:cNvCxnSpPr>
              <p:nvPr/>
            </p:nvCxnSpPr>
            <p:spPr>
              <a:xfrm>
                <a:off x="5137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67599AD-04F1-8798-9E40-EB19F7493424}"/>
                  </a:ext>
                </a:extLst>
              </p:cNvPr>
              <p:cNvCxnSpPr>
                <a:cxnSpLocks/>
              </p:cNvCxnSpPr>
              <p:nvPr/>
            </p:nvCxnSpPr>
            <p:spPr>
              <a:xfrm>
                <a:off x="5359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D7FF527-D61F-5018-87D6-CD744A69CBB1}"/>
                  </a:ext>
                </a:extLst>
              </p:cNvPr>
              <p:cNvCxnSpPr>
                <a:cxnSpLocks/>
              </p:cNvCxnSpPr>
              <p:nvPr/>
            </p:nvCxnSpPr>
            <p:spPr>
              <a:xfrm>
                <a:off x="5581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5EFE450-7536-2971-9CAE-62DF89ACD21F}"/>
                  </a:ext>
                </a:extLst>
              </p:cNvPr>
              <p:cNvCxnSpPr>
                <a:cxnSpLocks/>
              </p:cNvCxnSpPr>
              <p:nvPr/>
            </p:nvCxnSpPr>
            <p:spPr>
              <a:xfrm>
                <a:off x="5803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3644D8A-E593-63A6-140A-D07D4CE30BF1}"/>
                  </a:ext>
                </a:extLst>
              </p:cNvPr>
              <p:cNvCxnSpPr>
                <a:cxnSpLocks/>
              </p:cNvCxnSpPr>
              <p:nvPr/>
            </p:nvCxnSpPr>
            <p:spPr>
              <a:xfrm>
                <a:off x="6026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3B40CD2-1B93-7CA7-161D-8FC460735499}"/>
                  </a:ext>
                </a:extLst>
              </p:cNvPr>
              <p:cNvCxnSpPr>
                <a:cxnSpLocks/>
              </p:cNvCxnSpPr>
              <p:nvPr/>
            </p:nvCxnSpPr>
            <p:spPr>
              <a:xfrm>
                <a:off x="6248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5E82901-32D4-FF97-AE7D-2047FFAC8D2F}"/>
                  </a:ext>
                </a:extLst>
              </p:cNvPr>
              <p:cNvCxnSpPr>
                <a:cxnSpLocks/>
              </p:cNvCxnSpPr>
              <p:nvPr/>
            </p:nvCxnSpPr>
            <p:spPr>
              <a:xfrm>
                <a:off x="6470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8D8393A-0025-E5CC-341C-B91A3439B0E0}"/>
                  </a:ext>
                </a:extLst>
              </p:cNvPr>
              <p:cNvCxnSpPr>
                <a:cxnSpLocks/>
              </p:cNvCxnSpPr>
              <p:nvPr/>
            </p:nvCxnSpPr>
            <p:spPr>
              <a:xfrm>
                <a:off x="6692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8F4D9221-9EF0-472C-D2DF-1ACAC0B26171}"/>
                  </a:ext>
                </a:extLst>
              </p:cNvPr>
              <p:cNvCxnSpPr>
                <a:cxnSpLocks/>
              </p:cNvCxnSpPr>
              <p:nvPr/>
            </p:nvCxnSpPr>
            <p:spPr>
              <a:xfrm>
                <a:off x="6915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3AC0A1C-3AF2-AD1B-4201-FBD56AB6DE78}"/>
                  </a:ext>
                </a:extLst>
              </p:cNvPr>
              <p:cNvCxnSpPr>
                <a:cxnSpLocks/>
              </p:cNvCxnSpPr>
              <p:nvPr/>
            </p:nvCxnSpPr>
            <p:spPr>
              <a:xfrm>
                <a:off x="7137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17E659C2-4A56-2D93-0E8E-02D87223B20D}"/>
                  </a:ext>
                </a:extLst>
              </p:cNvPr>
              <p:cNvCxnSpPr>
                <a:cxnSpLocks/>
              </p:cNvCxnSpPr>
              <p:nvPr/>
            </p:nvCxnSpPr>
            <p:spPr>
              <a:xfrm>
                <a:off x="7359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2DE7583-0A5C-EE34-7DFF-405F94B8F12D}"/>
                  </a:ext>
                </a:extLst>
              </p:cNvPr>
              <p:cNvCxnSpPr>
                <a:cxnSpLocks/>
              </p:cNvCxnSpPr>
              <p:nvPr/>
            </p:nvCxnSpPr>
            <p:spPr>
              <a:xfrm>
                <a:off x="7581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6B69EF0C-630E-4D4B-A0CF-526BF1AFE7B4}"/>
                  </a:ext>
                </a:extLst>
              </p:cNvPr>
              <p:cNvCxnSpPr>
                <a:cxnSpLocks/>
              </p:cNvCxnSpPr>
              <p:nvPr/>
            </p:nvCxnSpPr>
            <p:spPr>
              <a:xfrm>
                <a:off x="7804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9BFC9D7-F5D2-9109-F5DF-102A3E921080}"/>
                  </a:ext>
                </a:extLst>
              </p:cNvPr>
              <p:cNvCxnSpPr>
                <a:cxnSpLocks/>
              </p:cNvCxnSpPr>
              <p:nvPr/>
            </p:nvCxnSpPr>
            <p:spPr>
              <a:xfrm>
                <a:off x="8026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EC5D7EC-8E46-32D8-645D-0B9B09FDB1B1}"/>
                  </a:ext>
                </a:extLst>
              </p:cNvPr>
              <p:cNvCxnSpPr>
                <a:cxnSpLocks/>
              </p:cNvCxnSpPr>
              <p:nvPr/>
            </p:nvCxnSpPr>
            <p:spPr>
              <a:xfrm>
                <a:off x="8248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2FDFA4C-4447-583C-22CE-23CA3346F9DF}"/>
                  </a:ext>
                </a:extLst>
              </p:cNvPr>
              <p:cNvCxnSpPr>
                <a:cxnSpLocks/>
              </p:cNvCxnSpPr>
              <p:nvPr/>
            </p:nvCxnSpPr>
            <p:spPr>
              <a:xfrm>
                <a:off x="8470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7715318-CC89-04E8-0462-D3CB58D7ABEB}"/>
                  </a:ext>
                </a:extLst>
              </p:cNvPr>
              <p:cNvCxnSpPr>
                <a:cxnSpLocks/>
              </p:cNvCxnSpPr>
              <p:nvPr/>
            </p:nvCxnSpPr>
            <p:spPr>
              <a:xfrm>
                <a:off x="8693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CB8913E-7003-4DEB-26BA-A50A4A8C7789}"/>
                  </a:ext>
                </a:extLst>
              </p:cNvPr>
              <p:cNvCxnSpPr>
                <a:cxnSpLocks/>
              </p:cNvCxnSpPr>
              <p:nvPr/>
            </p:nvCxnSpPr>
            <p:spPr>
              <a:xfrm>
                <a:off x="8915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B15D3AE-C447-3A0E-46CD-E2C83B80ED58}"/>
                  </a:ext>
                </a:extLst>
              </p:cNvPr>
              <p:cNvCxnSpPr>
                <a:cxnSpLocks/>
              </p:cNvCxnSpPr>
              <p:nvPr/>
            </p:nvCxnSpPr>
            <p:spPr>
              <a:xfrm>
                <a:off x="913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7D8EB9F-8429-792F-3E5C-64DB52CC0106}"/>
                  </a:ext>
                </a:extLst>
              </p:cNvPr>
              <p:cNvCxnSpPr>
                <a:cxnSpLocks/>
              </p:cNvCxnSpPr>
              <p:nvPr/>
            </p:nvCxnSpPr>
            <p:spPr>
              <a:xfrm>
                <a:off x="935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2BF68D8-241F-DFB2-88BD-A25D5A28D31A}"/>
                  </a:ext>
                </a:extLst>
              </p:cNvPr>
              <p:cNvCxnSpPr>
                <a:cxnSpLocks/>
              </p:cNvCxnSpPr>
              <p:nvPr/>
            </p:nvCxnSpPr>
            <p:spPr>
              <a:xfrm>
                <a:off x="958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42141170-01DF-A15A-30DD-9135B920EE51}"/>
                  </a:ext>
                </a:extLst>
              </p:cNvPr>
              <p:cNvCxnSpPr>
                <a:cxnSpLocks/>
              </p:cNvCxnSpPr>
              <p:nvPr/>
            </p:nvCxnSpPr>
            <p:spPr>
              <a:xfrm>
                <a:off x="980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32556C5D-8A4F-B75A-D519-43580801CF5D}"/>
                  </a:ext>
                </a:extLst>
              </p:cNvPr>
              <p:cNvCxnSpPr>
                <a:cxnSpLocks/>
              </p:cNvCxnSpPr>
              <p:nvPr/>
            </p:nvCxnSpPr>
            <p:spPr>
              <a:xfrm>
                <a:off x="1002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2B489A5-AEE0-30AD-D473-F0376C4E8A31}"/>
                  </a:ext>
                </a:extLst>
              </p:cNvPr>
              <p:cNvCxnSpPr>
                <a:cxnSpLocks/>
              </p:cNvCxnSpPr>
              <p:nvPr/>
            </p:nvCxnSpPr>
            <p:spPr>
              <a:xfrm>
                <a:off x="1024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3EA9905-1BD6-5DC1-6107-0CEBE4FB910D}"/>
                  </a:ext>
                </a:extLst>
              </p:cNvPr>
              <p:cNvCxnSpPr>
                <a:cxnSpLocks/>
              </p:cNvCxnSpPr>
              <p:nvPr/>
            </p:nvCxnSpPr>
            <p:spPr>
              <a:xfrm>
                <a:off x="1047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1619932-2D15-06CB-9341-936B8BE9EEB4}"/>
                  </a:ext>
                </a:extLst>
              </p:cNvPr>
              <p:cNvCxnSpPr>
                <a:cxnSpLocks/>
              </p:cNvCxnSpPr>
              <p:nvPr/>
            </p:nvCxnSpPr>
            <p:spPr>
              <a:xfrm>
                <a:off x="1069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D489508-CB8C-83E2-73CA-BA034D6AEFB2}"/>
                  </a:ext>
                </a:extLst>
              </p:cNvPr>
              <p:cNvCxnSpPr>
                <a:cxnSpLocks/>
              </p:cNvCxnSpPr>
              <p:nvPr/>
            </p:nvCxnSpPr>
            <p:spPr>
              <a:xfrm>
                <a:off x="1091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A747EC3F-69B8-B926-C807-4D5385D8DF4D}"/>
                  </a:ext>
                </a:extLst>
              </p:cNvPr>
              <p:cNvCxnSpPr>
                <a:cxnSpLocks/>
              </p:cNvCxnSpPr>
              <p:nvPr/>
            </p:nvCxnSpPr>
            <p:spPr>
              <a:xfrm>
                <a:off x="1113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0460CAF8-9A25-4206-8A5A-D95862456A04}"/>
                  </a:ext>
                </a:extLst>
              </p:cNvPr>
              <p:cNvCxnSpPr>
                <a:cxnSpLocks/>
              </p:cNvCxnSpPr>
              <p:nvPr/>
            </p:nvCxnSpPr>
            <p:spPr>
              <a:xfrm>
                <a:off x="1136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8520256-F6A1-63BE-229A-B66EB0C6F4F8}"/>
                  </a:ext>
                </a:extLst>
              </p:cNvPr>
              <p:cNvCxnSpPr>
                <a:cxnSpLocks/>
              </p:cNvCxnSpPr>
              <p:nvPr/>
            </p:nvCxnSpPr>
            <p:spPr>
              <a:xfrm>
                <a:off x="1158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4AB1E85-F4BA-76B2-CBB6-B31B5553E575}"/>
                  </a:ext>
                </a:extLst>
              </p:cNvPr>
              <p:cNvCxnSpPr>
                <a:cxnSpLocks/>
              </p:cNvCxnSpPr>
              <p:nvPr/>
            </p:nvCxnSpPr>
            <p:spPr>
              <a:xfrm>
                <a:off x="1180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5BE25EC-D3A8-1CC5-48B2-50D028BF5ACB}"/>
                  </a:ext>
                </a:extLst>
              </p:cNvPr>
              <p:cNvCxnSpPr>
                <a:cxnSpLocks/>
              </p:cNvCxnSpPr>
              <p:nvPr/>
            </p:nvCxnSpPr>
            <p:spPr>
              <a:xfrm>
                <a:off x="1202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A658631-E3C8-8B5C-907C-0F25A9C04D94}"/>
                  </a:ext>
                </a:extLst>
              </p:cNvPr>
              <p:cNvCxnSpPr>
                <a:cxnSpLocks/>
              </p:cNvCxnSpPr>
              <p:nvPr/>
            </p:nvCxnSpPr>
            <p:spPr>
              <a:xfrm>
                <a:off x="1224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70F607A-FCBD-242C-11CB-5317E1E56505}"/>
                  </a:ext>
                </a:extLst>
              </p:cNvPr>
              <p:cNvCxnSpPr>
                <a:cxnSpLocks/>
              </p:cNvCxnSpPr>
              <p:nvPr/>
            </p:nvCxnSpPr>
            <p:spPr>
              <a:xfrm>
                <a:off x="1247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FAAD3694-2FEB-2864-7AF9-74CED1C6E09E}"/>
                </a:ext>
              </a:extLst>
            </p:cNvPr>
            <p:cNvGrpSpPr/>
            <p:nvPr/>
          </p:nvGrpSpPr>
          <p:grpSpPr>
            <a:xfrm>
              <a:off x="-7937" y="3327400"/>
              <a:ext cx="12207875" cy="3467100"/>
              <a:chOff x="47622" y="3327400"/>
              <a:chExt cx="12207875" cy="3467100"/>
            </a:xfrm>
          </p:grpSpPr>
          <p:cxnSp>
            <p:nvCxnSpPr>
              <p:cNvPr id="15" name="Straight Connector 14">
                <a:extLst>
                  <a:ext uri="{FF2B5EF4-FFF2-40B4-BE49-F238E27FC236}">
                    <a16:creationId xmlns:a16="http://schemas.microsoft.com/office/drawing/2014/main" id="{640F0A18-15DE-AAB5-A6C0-F6DA9D878FA8}"/>
                  </a:ext>
                </a:extLst>
              </p:cNvPr>
              <p:cNvCxnSpPr>
                <a:cxnSpLocks/>
              </p:cNvCxnSpPr>
              <p:nvPr/>
            </p:nvCxnSpPr>
            <p:spPr>
              <a:xfrm>
                <a:off x="47622" y="33274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8B48F99-BC04-87E8-7336-6E68F704C5A1}"/>
                  </a:ext>
                </a:extLst>
              </p:cNvPr>
              <p:cNvCxnSpPr>
                <a:cxnSpLocks/>
              </p:cNvCxnSpPr>
              <p:nvPr/>
            </p:nvCxnSpPr>
            <p:spPr>
              <a:xfrm>
                <a:off x="47622" y="35750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E29877-F1CC-2841-E85B-E83BFD6710CF}"/>
                  </a:ext>
                </a:extLst>
              </p:cNvPr>
              <p:cNvCxnSpPr>
                <a:cxnSpLocks/>
              </p:cNvCxnSpPr>
              <p:nvPr/>
            </p:nvCxnSpPr>
            <p:spPr>
              <a:xfrm>
                <a:off x="47622" y="38227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191C494-ABFD-34C0-679D-069B580EB091}"/>
                  </a:ext>
                </a:extLst>
              </p:cNvPr>
              <p:cNvCxnSpPr>
                <a:cxnSpLocks/>
              </p:cNvCxnSpPr>
              <p:nvPr/>
            </p:nvCxnSpPr>
            <p:spPr>
              <a:xfrm>
                <a:off x="47622" y="40703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C9374A1-F28A-3594-B640-7E0344A5A629}"/>
                  </a:ext>
                </a:extLst>
              </p:cNvPr>
              <p:cNvCxnSpPr>
                <a:cxnSpLocks/>
              </p:cNvCxnSpPr>
              <p:nvPr/>
            </p:nvCxnSpPr>
            <p:spPr>
              <a:xfrm>
                <a:off x="47622" y="43180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A216A91-D631-CA41-F7F1-58F6C0AE09D7}"/>
                  </a:ext>
                </a:extLst>
              </p:cNvPr>
              <p:cNvCxnSpPr>
                <a:cxnSpLocks/>
              </p:cNvCxnSpPr>
              <p:nvPr/>
            </p:nvCxnSpPr>
            <p:spPr>
              <a:xfrm>
                <a:off x="47622" y="45656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C20135A-9D7D-962E-6361-CA1A1774524B}"/>
                  </a:ext>
                </a:extLst>
              </p:cNvPr>
              <p:cNvCxnSpPr>
                <a:cxnSpLocks/>
              </p:cNvCxnSpPr>
              <p:nvPr/>
            </p:nvCxnSpPr>
            <p:spPr>
              <a:xfrm>
                <a:off x="47622" y="48133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A9056C9-DA77-DDBF-AA79-59FA99901D17}"/>
                  </a:ext>
                </a:extLst>
              </p:cNvPr>
              <p:cNvCxnSpPr>
                <a:cxnSpLocks/>
              </p:cNvCxnSpPr>
              <p:nvPr/>
            </p:nvCxnSpPr>
            <p:spPr>
              <a:xfrm>
                <a:off x="47622" y="50609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6A01EBE-C923-82A0-CE69-C41381F29AAD}"/>
                  </a:ext>
                </a:extLst>
              </p:cNvPr>
              <p:cNvCxnSpPr>
                <a:cxnSpLocks/>
              </p:cNvCxnSpPr>
              <p:nvPr/>
            </p:nvCxnSpPr>
            <p:spPr>
              <a:xfrm>
                <a:off x="47622" y="53086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2FF6D00-A0AB-FA84-E745-54121A9F543A}"/>
                  </a:ext>
                </a:extLst>
              </p:cNvPr>
              <p:cNvCxnSpPr>
                <a:cxnSpLocks/>
              </p:cNvCxnSpPr>
              <p:nvPr/>
            </p:nvCxnSpPr>
            <p:spPr>
              <a:xfrm>
                <a:off x="47622" y="55562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6EE8EE-48AC-7D42-F923-422007752762}"/>
                  </a:ext>
                </a:extLst>
              </p:cNvPr>
              <p:cNvCxnSpPr>
                <a:cxnSpLocks/>
              </p:cNvCxnSpPr>
              <p:nvPr/>
            </p:nvCxnSpPr>
            <p:spPr>
              <a:xfrm>
                <a:off x="47622" y="58039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ACB633A-4769-3921-1A2C-A061013CDEC1}"/>
                  </a:ext>
                </a:extLst>
              </p:cNvPr>
              <p:cNvCxnSpPr>
                <a:cxnSpLocks/>
              </p:cNvCxnSpPr>
              <p:nvPr/>
            </p:nvCxnSpPr>
            <p:spPr>
              <a:xfrm>
                <a:off x="47622" y="60515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6A98B18-5903-C6CF-8635-7EA4CD0EADE3}"/>
                  </a:ext>
                </a:extLst>
              </p:cNvPr>
              <p:cNvCxnSpPr>
                <a:cxnSpLocks/>
              </p:cNvCxnSpPr>
              <p:nvPr/>
            </p:nvCxnSpPr>
            <p:spPr>
              <a:xfrm>
                <a:off x="47622" y="62992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F67D4B5-484F-7048-4CB7-881EB85C4168}"/>
                  </a:ext>
                </a:extLst>
              </p:cNvPr>
              <p:cNvCxnSpPr>
                <a:cxnSpLocks/>
              </p:cNvCxnSpPr>
              <p:nvPr/>
            </p:nvCxnSpPr>
            <p:spPr>
              <a:xfrm>
                <a:off x="47622" y="65468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F110D73-89E1-1E57-C990-B8DD73B2CB45}"/>
                  </a:ext>
                </a:extLst>
              </p:cNvPr>
              <p:cNvCxnSpPr>
                <a:cxnSpLocks/>
              </p:cNvCxnSpPr>
              <p:nvPr/>
            </p:nvCxnSpPr>
            <p:spPr>
              <a:xfrm>
                <a:off x="47622" y="67945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101" name="Oval 100">
            <a:extLst>
              <a:ext uri="{FF2B5EF4-FFF2-40B4-BE49-F238E27FC236}">
                <a16:creationId xmlns:a16="http://schemas.microsoft.com/office/drawing/2014/main" id="{FB62B959-43A3-332A-0B22-A133306D53F9}"/>
              </a:ext>
            </a:extLst>
          </p:cNvPr>
          <p:cNvSpPr/>
          <p:nvPr/>
        </p:nvSpPr>
        <p:spPr>
          <a:xfrm>
            <a:off x="5863748" y="-3734948"/>
            <a:ext cx="6439376" cy="6439376"/>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2" name="Oval 101">
            <a:extLst>
              <a:ext uri="{FF2B5EF4-FFF2-40B4-BE49-F238E27FC236}">
                <a16:creationId xmlns:a16="http://schemas.microsoft.com/office/drawing/2014/main" id="{0E479FA6-E4EF-60EE-D806-2911F8F8CB7E}"/>
              </a:ext>
            </a:extLst>
          </p:cNvPr>
          <p:cNvSpPr/>
          <p:nvPr/>
        </p:nvSpPr>
        <p:spPr>
          <a:xfrm>
            <a:off x="-1741774" y="2952078"/>
            <a:ext cx="5575095" cy="5575095"/>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2" name="Text Placeholder 5">
            <a:extLst>
              <a:ext uri="{FF2B5EF4-FFF2-40B4-BE49-F238E27FC236}">
                <a16:creationId xmlns:a16="http://schemas.microsoft.com/office/drawing/2014/main" id="{77878DBB-0D1C-3FFF-4C63-92BC3064460C}"/>
              </a:ext>
            </a:extLst>
          </p:cNvPr>
          <p:cNvSpPr txBox="1">
            <a:spLocks/>
          </p:cNvSpPr>
          <p:nvPr/>
        </p:nvSpPr>
        <p:spPr>
          <a:xfrm>
            <a:off x="8231706" y="8050783"/>
            <a:ext cx="2533896" cy="1064005"/>
          </a:xfrm>
          <a:prstGeom prst="rect">
            <a:avLst/>
          </a:prstGeom>
        </p:spPr>
        <p:txBody>
          <a:bodyPr vert="horz" lIns="91440" tIns="45720" rIns="91440" bIns="45720" rtlCol="0">
            <a:normAutofit/>
          </a:bodyPr>
          <a:lstStyle>
            <a:lvl1pPr marL="0" indent="0" algn="l" defTabSz="914400" rtl="0" eaLnBrk="1" latinLnBrk="0" hangingPunct="1">
              <a:lnSpc>
                <a:spcPts val="1800"/>
              </a:lnSpc>
              <a:spcBef>
                <a:spcPts val="0"/>
              </a:spcBef>
              <a:buFont typeface="Arial" panose="020B0604020202020204" pitchFamily="34" charset="0"/>
              <a:buNone/>
              <a:defRPr sz="12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D" sz="1400"/>
          </a:p>
        </p:txBody>
      </p:sp>
      <p:sp>
        <p:nvSpPr>
          <p:cNvPr id="94" name="Text Placeholder 6">
            <a:extLst>
              <a:ext uri="{FF2B5EF4-FFF2-40B4-BE49-F238E27FC236}">
                <a16:creationId xmlns:a16="http://schemas.microsoft.com/office/drawing/2014/main" id="{6A58F632-8C52-DB8B-F219-7DF2489A8EB4}"/>
              </a:ext>
            </a:extLst>
          </p:cNvPr>
          <p:cNvSpPr txBox="1">
            <a:spLocks/>
          </p:cNvSpPr>
          <p:nvPr/>
        </p:nvSpPr>
        <p:spPr>
          <a:xfrm>
            <a:off x="7973241" y="9628657"/>
            <a:ext cx="2262052" cy="27700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12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D"/>
          </a:p>
        </p:txBody>
      </p:sp>
      <p:sp>
        <p:nvSpPr>
          <p:cNvPr id="95" name="Text Placeholder 7">
            <a:extLst>
              <a:ext uri="{FF2B5EF4-FFF2-40B4-BE49-F238E27FC236}">
                <a16:creationId xmlns:a16="http://schemas.microsoft.com/office/drawing/2014/main" id="{9FE16F0A-9A32-DF95-EA56-1355AA393BF4}"/>
              </a:ext>
            </a:extLst>
          </p:cNvPr>
          <p:cNvSpPr txBox="1">
            <a:spLocks/>
          </p:cNvSpPr>
          <p:nvPr/>
        </p:nvSpPr>
        <p:spPr>
          <a:xfrm>
            <a:off x="7973241" y="10037286"/>
            <a:ext cx="2262052" cy="27700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12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D"/>
          </a:p>
        </p:txBody>
      </p:sp>
      <p:sp>
        <p:nvSpPr>
          <p:cNvPr id="103" name="Freeform: Shape 102">
            <a:extLst>
              <a:ext uri="{FF2B5EF4-FFF2-40B4-BE49-F238E27FC236}">
                <a16:creationId xmlns:a16="http://schemas.microsoft.com/office/drawing/2014/main" id="{6717386E-20A3-CC2A-6DED-DC383650D09C}"/>
              </a:ext>
            </a:extLst>
          </p:cNvPr>
          <p:cNvSpPr/>
          <p:nvPr/>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04" name="TextBox 103">
            <a:extLst>
              <a:ext uri="{FF2B5EF4-FFF2-40B4-BE49-F238E27FC236}">
                <a16:creationId xmlns:a16="http://schemas.microsoft.com/office/drawing/2014/main" id="{7FCF2316-F77D-1F42-0E12-2969BB116C54}"/>
              </a:ext>
            </a:extLst>
          </p:cNvPr>
          <p:cNvSpPr txBox="1"/>
          <p:nvPr/>
        </p:nvSpPr>
        <p:spPr>
          <a:xfrm>
            <a:off x="11148778" y="6564624"/>
            <a:ext cx="714609" cy="230832"/>
          </a:xfrm>
          <a:prstGeom prst="rect">
            <a:avLst/>
          </a:prstGeom>
          <a:noFill/>
        </p:spPr>
        <p:txBody>
          <a:bodyPr wrap="square" rtlCol="0">
            <a:spAutoFit/>
          </a:bodyPr>
          <a:lstStyle/>
          <a:p>
            <a:r>
              <a:rPr lang="en-ID" sz="900" b="1">
                <a:solidFill>
                  <a:schemeClr val="bg1"/>
                </a:solidFill>
              </a:rPr>
              <a:t>PAGE | </a:t>
            </a:r>
            <a:fld id="{13ABB06F-2B0F-4054-8A3E-E3A306E5D633}" type="slidenum">
              <a:rPr lang="en-ID" sz="900" b="1" smtClean="0">
                <a:solidFill>
                  <a:schemeClr val="bg1"/>
                </a:solidFill>
              </a:rPr>
              <a:pPr/>
              <a:t>4</a:t>
            </a:fld>
            <a:endParaRPr lang="en-ID" sz="900" b="1">
              <a:solidFill>
                <a:schemeClr val="bg1"/>
              </a:solidFill>
            </a:endParaRPr>
          </a:p>
        </p:txBody>
      </p:sp>
      <p:cxnSp>
        <p:nvCxnSpPr>
          <p:cNvPr id="105" name="Straight Connector 104">
            <a:extLst>
              <a:ext uri="{FF2B5EF4-FFF2-40B4-BE49-F238E27FC236}">
                <a16:creationId xmlns:a16="http://schemas.microsoft.com/office/drawing/2014/main" id="{9B859572-6D37-A344-972C-597AE375D388}"/>
              </a:ext>
            </a:extLst>
          </p:cNvPr>
          <p:cNvCxnSpPr>
            <a:cxnSpLocks/>
          </p:cNvCxnSpPr>
          <p:nvPr/>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6" name="Text Placeholder 1">
            <a:extLst>
              <a:ext uri="{FF2B5EF4-FFF2-40B4-BE49-F238E27FC236}">
                <a16:creationId xmlns:a16="http://schemas.microsoft.com/office/drawing/2014/main" id="{D719DD5A-9AF4-0FFC-0EDE-8305806D85E9}"/>
              </a:ext>
            </a:extLst>
          </p:cNvPr>
          <p:cNvSpPr>
            <a:spLocks noGrp="1"/>
          </p:cNvSpPr>
          <p:nvPr>
            <p:ph type="body" sz="quarter" idx="11"/>
          </p:nvPr>
        </p:nvSpPr>
        <p:spPr/>
        <p:txBody>
          <a:bodyPr>
            <a:normAutofit/>
          </a:bodyPr>
          <a:lstStyle/>
          <a:p>
            <a:r>
              <a:rPr lang="en-ID" sz="6600"/>
              <a:t>ENJOY THE AI JOURNEY.</a:t>
            </a:r>
          </a:p>
        </p:txBody>
      </p:sp>
      <p:sp>
        <p:nvSpPr>
          <p:cNvPr id="108" name="Text Placeholder 107">
            <a:extLst>
              <a:ext uri="{FF2B5EF4-FFF2-40B4-BE49-F238E27FC236}">
                <a16:creationId xmlns:a16="http://schemas.microsoft.com/office/drawing/2014/main" id="{6E466A28-3C94-BEAE-3994-D2435795A7C0}"/>
              </a:ext>
            </a:extLst>
          </p:cNvPr>
          <p:cNvSpPr>
            <a:spLocks noGrp="1"/>
          </p:cNvSpPr>
          <p:nvPr>
            <p:ph type="body" sz="quarter" idx="27"/>
          </p:nvPr>
        </p:nvSpPr>
        <p:spPr/>
        <p:txBody>
          <a:bodyPr/>
          <a:lstStyle/>
          <a:p>
            <a:r>
              <a:rPr lang="en-US"/>
              <a:t>info@eaisystems.com</a:t>
            </a:r>
            <a:endParaRPr lang="en-ID"/>
          </a:p>
        </p:txBody>
      </p:sp>
      <p:sp>
        <p:nvSpPr>
          <p:cNvPr id="110" name="Text Placeholder 109">
            <a:extLst>
              <a:ext uri="{FF2B5EF4-FFF2-40B4-BE49-F238E27FC236}">
                <a16:creationId xmlns:a16="http://schemas.microsoft.com/office/drawing/2014/main" id="{988155EA-CB6B-7A8E-3A88-5476A8621211}"/>
              </a:ext>
            </a:extLst>
          </p:cNvPr>
          <p:cNvSpPr>
            <a:spLocks noGrp="1"/>
          </p:cNvSpPr>
          <p:nvPr>
            <p:ph type="body" sz="quarter" idx="55"/>
          </p:nvPr>
        </p:nvSpPr>
        <p:spPr/>
        <p:txBody>
          <a:bodyPr/>
          <a:lstStyle/>
          <a:p>
            <a:r>
              <a:rPr lang="en-US" sz="1200">
                <a:solidFill>
                  <a:schemeClr val="bg1"/>
                </a:solidFill>
              </a:rPr>
              <a:t>LONDON | AMSTERDAM | MUNICH |SAN FRANCISCO  MUMBAI</a:t>
            </a:r>
            <a:endParaRPr lang="en-ID" sz="1200">
              <a:solidFill>
                <a:schemeClr val="bg1"/>
              </a:solidFill>
            </a:endParaRPr>
          </a:p>
        </p:txBody>
      </p:sp>
      <p:pic>
        <p:nvPicPr>
          <p:cNvPr id="100" name="Picture 99">
            <a:extLst>
              <a:ext uri="{FF2B5EF4-FFF2-40B4-BE49-F238E27FC236}">
                <a16:creationId xmlns:a16="http://schemas.microsoft.com/office/drawing/2014/main" id="{229052AD-4E60-D2BE-87D1-A082A841F7DE}"/>
              </a:ext>
            </a:extLst>
          </p:cNvPr>
          <p:cNvPicPr>
            <a:picLocks noChangeAspect="1"/>
          </p:cNvPicPr>
          <p:nvPr/>
        </p:nvPicPr>
        <p:blipFill>
          <a:blip r:embed="rId3"/>
          <a:stretch>
            <a:fillRect/>
          </a:stretch>
        </p:blipFill>
        <p:spPr>
          <a:xfrm>
            <a:off x="11241718" y="314964"/>
            <a:ext cx="550269" cy="438150"/>
          </a:xfrm>
          <a:prstGeom prst="rect">
            <a:avLst/>
          </a:prstGeom>
        </p:spPr>
      </p:pic>
      <p:grpSp>
        <p:nvGrpSpPr>
          <p:cNvPr id="91" name="Group 90">
            <a:extLst>
              <a:ext uri="{FF2B5EF4-FFF2-40B4-BE49-F238E27FC236}">
                <a16:creationId xmlns:a16="http://schemas.microsoft.com/office/drawing/2014/main" id="{46E39D70-2ECF-20E4-7A01-00122146B707}"/>
              </a:ext>
            </a:extLst>
          </p:cNvPr>
          <p:cNvGrpSpPr/>
          <p:nvPr/>
        </p:nvGrpSpPr>
        <p:grpSpPr>
          <a:xfrm>
            <a:off x="7392596" y="2153275"/>
            <a:ext cx="3585507" cy="1689096"/>
            <a:chOff x="6813944" y="972838"/>
            <a:chExt cx="2222501" cy="2190275"/>
          </a:xfrm>
        </p:grpSpPr>
        <p:sp>
          <p:nvSpPr>
            <p:cNvPr id="89" name="Rectangle: Rounded Corners 88">
              <a:extLst>
                <a:ext uri="{FF2B5EF4-FFF2-40B4-BE49-F238E27FC236}">
                  <a16:creationId xmlns:a16="http://schemas.microsoft.com/office/drawing/2014/main" id="{C6C21A34-45F4-BC16-9287-4C6B511CF81E}"/>
                </a:ext>
              </a:extLst>
            </p:cNvPr>
            <p:cNvSpPr/>
            <p:nvPr/>
          </p:nvSpPr>
          <p:spPr>
            <a:xfrm>
              <a:off x="6813944" y="972838"/>
              <a:ext cx="2222501" cy="2190275"/>
            </a:xfrm>
            <a:prstGeom prst="roundRect">
              <a:avLst>
                <a:gd name="adj" fmla="val 8050"/>
              </a:avLst>
            </a:pr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0" name="Rectangle: Rounded Corners 89">
              <a:extLst>
                <a:ext uri="{FF2B5EF4-FFF2-40B4-BE49-F238E27FC236}">
                  <a16:creationId xmlns:a16="http://schemas.microsoft.com/office/drawing/2014/main" id="{2F8FF0F1-8729-C801-7CC6-7BBC486F8833}"/>
                </a:ext>
              </a:extLst>
            </p:cNvPr>
            <p:cNvSpPr/>
            <p:nvPr/>
          </p:nvSpPr>
          <p:spPr>
            <a:xfrm>
              <a:off x="6884983" y="1095340"/>
              <a:ext cx="2080423" cy="1945272"/>
            </a:xfrm>
            <a:prstGeom prst="roundRect">
              <a:avLst>
                <a:gd name="adj" fmla="val 7677"/>
              </a:avLst>
            </a:prstGeom>
            <a:gradFill>
              <a:gsLst>
                <a:gs pos="0">
                  <a:schemeClr val="accent2"/>
                </a:gs>
                <a:gs pos="93000">
                  <a:schemeClr val="accent1"/>
                </a:gs>
              </a:gsLst>
              <a:lin ang="18000000" scaled="0"/>
            </a:gra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sp>
        <p:nvSpPr>
          <p:cNvPr id="93" name="Graphic 27" descr="Marker with solid fill">
            <a:extLst>
              <a:ext uri="{FF2B5EF4-FFF2-40B4-BE49-F238E27FC236}">
                <a16:creationId xmlns:a16="http://schemas.microsoft.com/office/drawing/2014/main" id="{3258ABA4-AAFC-962F-E3F2-B6577743889F}"/>
              </a:ext>
            </a:extLst>
          </p:cNvPr>
          <p:cNvSpPr/>
          <p:nvPr/>
        </p:nvSpPr>
        <p:spPr>
          <a:xfrm>
            <a:off x="7702655" y="2552721"/>
            <a:ext cx="353417" cy="574073"/>
          </a:xfrm>
          <a:custGeom>
            <a:avLst/>
            <a:gdLst>
              <a:gd name="connsiteX0" fmla="*/ 199373 w 398745"/>
              <a:gd name="connsiteY0" fmla="*/ 285750 h 647700"/>
              <a:gd name="connsiteX1" fmla="*/ 113648 w 398745"/>
              <a:gd name="connsiteY1" fmla="*/ 200025 h 647700"/>
              <a:gd name="connsiteX2" fmla="*/ 199373 w 398745"/>
              <a:gd name="connsiteY2" fmla="*/ 114300 h 647700"/>
              <a:gd name="connsiteX3" fmla="*/ 285098 w 398745"/>
              <a:gd name="connsiteY3" fmla="*/ 200025 h 647700"/>
              <a:gd name="connsiteX4" fmla="*/ 199373 w 398745"/>
              <a:gd name="connsiteY4" fmla="*/ 285750 h 647700"/>
              <a:gd name="connsiteX5" fmla="*/ 199373 w 398745"/>
              <a:gd name="connsiteY5" fmla="*/ 0 h 647700"/>
              <a:gd name="connsiteX6" fmla="*/ 34590 w 398745"/>
              <a:gd name="connsiteY6" fmla="*/ 87630 h 647700"/>
              <a:gd name="connsiteX7" fmla="*/ 13635 w 398745"/>
              <a:gd name="connsiteY7" fmla="*/ 273368 h 647700"/>
              <a:gd name="connsiteX8" fmla="*/ 104123 w 398745"/>
              <a:gd name="connsiteY8" fmla="*/ 473393 h 647700"/>
              <a:gd name="connsiteX9" fmla="*/ 182228 w 398745"/>
              <a:gd name="connsiteY9" fmla="*/ 637223 h 647700"/>
              <a:gd name="connsiteX10" fmla="*/ 199373 w 398745"/>
              <a:gd name="connsiteY10" fmla="*/ 647700 h 647700"/>
              <a:gd name="connsiteX11" fmla="*/ 216518 w 398745"/>
              <a:gd name="connsiteY11" fmla="*/ 637223 h 647700"/>
              <a:gd name="connsiteX12" fmla="*/ 294623 w 398745"/>
              <a:gd name="connsiteY12" fmla="*/ 473393 h 647700"/>
              <a:gd name="connsiteX13" fmla="*/ 385110 w 398745"/>
              <a:gd name="connsiteY13" fmla="*/ 273368 h 647700"/>
              <a:gd name="connsiteX14" fmla="*/ 364155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285750"/>
                </a:moveTo>
                <a:cubicBezTo>
                  <a:pt x="151748" y="285750"/>
                  <a:pt x="113648" y="247650"/>
                  <a:pt x="113648" y="200025"/>
                </a:cubicBezTo>
                <a:cubicBezTo>
                  <a:pt x="113648" y="152400"/>
                  <a:pt x="151748" y="114300"/>
                  <a:pt x="199373" y="114300"/>
                </a:cubicBezTo>
                <a:cubicBezTo>
                  <a:pt x="246998" y="114300"/>
                  <a:pt x="285098" y="152400"/>
                  <a:pt x="285098" y="200025"/>
                </a:cubicBezTo>
                <a:cubicBezTo>
                  <a:pt x="285098" y="247650"/>
                  <a:pt x="246998" y="285750"/>
                  <a:pt x="199373" y="285750"/>
                </a:cubicBezTo>
                <a:close/>
                <a:moveTo>
                  <a:pt x="199373" y="0"/>
                </a:moveTo>
                <a:cubicBezTo>
                  <a:pt x="133650" y="0"/>
                  <a:pt x="71738" y="32385"/>
                  <a:pt x="34590" y="87630"/>
                </a:cubicBezTo>
                <a:cubicBezTo>
                  <a:pt x="-2557" y="141923"/>
                  <a:pt x="-10177" y="211455"/>
                  <a:pt x="13635" y="273368"/>
                </a:cubicBezTo>
                <a:lnTo>
                  <a:pt x="104123" y="473393"/>
                </a:lnTo>
                <a:lnTo>
                  <a:pt x="182228" y="637223"/>
                </a:lnTo>
                <a:cubicBezTo>
                  <a:pt x="185085" y="643890"/>
                  <a:pt x="191753" y="647700"/>
                  <a:pt x="199373" y="647700"/>
                </a:cubicBezTo>
                <a:cubicBezTo>
                  <a:pt x="206993" y="647700"/>
                  <a:pt x="213660" y="643890"/>
                  <a:pt x="216518" y="637223"/>
                </a:cubicBezTo>
                <a:lnTo>
                  <a:pt x="294623" y="473393"/>
                </a:lnTo>
                <a:lnTo>
                  <a:pt x="385110" y="273368"/>
                </a:lnTo>
                <a:cubicBezTo>
                  <a:pt x="408923" y="211455"/>
                  <a:pt x="401303" y="141923"/>
                  <a:pt x="364155" y="87630"/>
                </a:cubicBezTo>
                <a:cubicBezTo>
                  <a:pt x="327008" y="32385"/>
                  <a:pt x="265095" y="0"/>
                  <a:pt x="199373" y="0"/>
                </a:cubicBezTo>
                <a:close/>
              </a:path>
            </a:pathLst>
          </a:custGeom>
          <a:solidFill>
            <a:schemeClr val="bg1"/>
          </a:solidFill>
          <a:ln w="9525" cap="flat">
            <a:noFill/>
            <a:prstDash val="solid"/>
            <a:miter/>
          </a:ln>
        </p:spPr>
        <p:txBody>
          <a:bodyPr rtlCol="0" anchor="ctr"/>
          <a:lstStyle/>
          <a:p>
            <a:endParaRPr lang="en-ID"/>
          </a:p>
        </p:txBody>
      </p:sp>
      <p:pic>
        <p:nvPicPr>
          <p:cNvPr id="96" name="Graphic 95">
            <a:extLst>
              <a:ext uri="{FF2B5EF4-FFF2-40B4-BE49-F238E27FC236}">
                <a16:creationId xmlns:a16="http://schemas.microsoft.com/office/drawing/2014/main" id="{2E12D2BB-853D-DCBA-AAA8-546CCA2F23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31612" y="4104700"/>
            <a:ext cx="223746" cy="223746"/>
          </a:xfrm>
          <a:prstGeom prst="rect">
            <a:avLst/>
          </a:prstGeom>
        </p:spPr>
      </p:pic>
      <p:grpSp>
        <p:nvGrpSpPr>
          <p:cNvPr id="97" name="Group 96">
            <a:extLst>
              <a:ext uri="{FF2B5EF4-FFF2-40B4-BE49-F238E27FC236}">
                <a16:creationId xmlns:a16="http://schemas.microsoft.com/office/drawing/2014/main" id="{CEF7A284-BD69-15E2-27C3-E5F526A280B6}"/>
              </a:ext>
            </a:extLst>
          </p:cNvPr>
          <p:cNvGrpSpPr/>
          <p:nvPr/>
        </p:nvGrpSpPr>
        <p:grpSpPr>
          <a:xfrm>
            <a:off x="7627289" y="4526457"/>
            <a:ext cx="232393" cy="174053"/>
            <a:chOff x="4243647" y="5041287"/>
            <a:chExt cx="232393" cy="174053"/>
          </a:xfrm>
          <a:solidFill>
            <a:schemeClr val="bg1"/>
          </a:solidFill>
        </p:grpSpPr>
        <p:sp>
          <p:nvSpPr>
            <p:cNvPr id="98" name="Freeform: Shape 97">
              <a:extLst>
                <a:ext uri="{FF2B5EF4-FFF2-40B4-BE49-F238E27FC236}">
                  <a16:creationId xmlns:a16="http://schemas.microsoft.com/office/drawing/2014/main" id="{D28591B8-2A5C-2087-5AF5-3A98E7D6F655}"/>
                </a:ext>
              </a:extLst>
            </p:cNvPr>
            <p:cNvSpPr/>
            <p:nvPr/>
          </p:nvSpPr>
          <p:spPr>
            <a:xfrm>
              <a:off x="4243647" y="5089916"/>
              <a:ext cx="232392" cy="125424"/>
            </a:xfrm>
            <a:custGeom>
              <a:avLst/>
              <a:gdLst>
                <a:gd name="connsiteX0" fmla="*/ 135618 w 232392"/>
                <a:gd name="connsiteY0" fmla="*/ 64585 h 125424"/>
                <a:gd name="connsiteX1" fmla="*/ 116197 w 232392"/>
                <a:gd name="connsiteY1" fmla="*/ 70477 h 125424"/>
                <a:gd name="connsiteX2" fmla="*/ 96775 w 232392"/>
                <a:gd name="connsiteY2" fmla="*/ 64585 h 125424"/>
                <a:gd name="connsiteX3" fmla="*/ 1547 w 232392"/>
                <a:gd name="connsiteY3" fmla="*/ 1098 h 125424"/>
                <a:gd name="connsiteX4" fmla="*/ 0 w 232392"/>
                <a:gd name="connsiteY4" fmla="*/ 0 h 125424"/>
                <a:gd name="connsiteX5" fmla="*/ 0 w 232392"/>
                <a:gd name="connsiteY5" fmla="*/ 104031 h 125424"/>
                <a:gd name="connsiteX6" fmla="*/ 21393 w 232392"/>
                <a:gd name="connsiteY6" fmla="*/ 125425 h 125424"/>
                <a:gd name="connsiteX7" fmla="*/ 210999 w 232392"/>
                <a:gd name="connsiteY7" fmla="*/ 125425 h 125424"/>
                <a:gd name="connsiteX8" fmla="*/ 232393 w 232392"/>
                <a:gd name="connsiteY8" fmla="*/ 104031 h 125424"/>
                <a:gd name="connsiteX9" fmla="*/ 232393 w 232392"/>
                <a:gd name="connsiteY9" fmla="*/ 0 h 125424"/>
                <a:gd name="connsiteX10" fmla="*/ 230842 w 232392"/>
                <a:gd name="connsiteY10" fmla="*/ 1099 h 12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392" h="125424">
                  <a:moveTo>
                    <a:pt x="135618" y="64585"/>
                  </a:moveTo>
                  <a:cubicBezTo>
                    <a:pt x="129836" y="68439"/>
                    <a:pt x="123121" y="70477"/>
                    <a:pt x="116197" y="70477"/>
                  </a:cubicBezTo>
                  <a:cubicBezTo>
                    <a:pt x="109273" y="70477"/>
                    <a:pt x="102557" y="68439"/>
                    <a:pt x="96775" y="64585"/>
                  </a:cubicBezTo>
                  <a:lnTo>
                    <a:pt x="1547" y="1098"/>
                  </a:lnTo>
                  <a:cubicBezTo>
                    <a:pt x="1019" y="745"/>
                    <a:pt x="504" y="378"/>
                    <a:pt x="0" y="0"/>
                  </a:cubicBezTo>
                  <a:lnTo>
                    <a:pt x="0" y="104031"/>
                  </a:lnTo>
                  <a:cubicBezTo>
                    <a:pt x="0" y="115959"/>
                    <a:pt x="9679" y="125425"/>
                    <a:pt x="21393" y="125425"/>
                  </a:cubicBezTo>
                  <a:lnTo>
                    <a:pt x="210999" y="125425"/>
                  </a:lnTo>
                  <a:cubicBezTo>
                    <a:pt x="222927" y="125425"/>
                    <a:pt x="232393" y="115745"/>
                    <a:pt x="232393" y="104031"/>
                  </a:cubicBezTo>
                  <a:lnTo>
                    <a:pt x="232393" y="0"/>
                  </a:lnTo>
                  <a:cubicBezTo>
                    <a:pt x="231887" y="379"/>
                    <a:pt x="231372" y="747"/>
                    <a:pt x="230842" y="1099"/>
                  </a:cubicBezTo>
                  <a:close/>
                </a:path>
              </a:pathLst>
            </a:custGeom>
            <a:grpFill/>
            <a:ln w="446" cap="flat">
              <a:noFill/>
              <a:prstDash val="solid"/>
              <a:miter/>
            </a:ln>
          </p:spPr>
          <p:txBody>
            <a:bodyPr rtlCol="0" anchor="ctr"/>
            <a:lstStyle/>
            <a:p>
              <a:endParaRPr lang="en-ID"/>
            </a:p>
          </p:txBody>
        </p:sp>
        <p:sp>
          <p:nvSpPr>
            <p:cNvPr id="99" name="Freeform: Shape 98">
              <a:extLst>
                <a:ext uri="{FF2B5EF4-FFF2-40B4-BE49-F238E27FC236}">
                  <a16:creationId xmlns:a16="http://schemas.microsoft.com/office/drawing/2014/main" id="{62AA90F2-B8CC-A4B2-DFBD-2386E53033DB}"/>
                </a:ext>
              </a:extLst>
            </p:cNvPr>
            <p:cNvSpPr/>
            <p:nvPr/>
          </p:nvSpPr>
          <p:spPr>
            <a:xfrm>
              <a:off x="4243647" y="5041287"/>
              <a:ext cx="232393" cy="105488"/>
            </a:xfrm>
            <a:custGeom>
              <a:avLst/>
              <a:gdLst>
                <a:gd name="connsiteX0" fmla="*/ 9101 w 232393"/>
                <a:gd name="connsiteY0" fmla="*/ 38396 h 105488"/>
                <a:gd name="connsiteX1" fmla="*/ 104329 w 232393"/>
                <a:gd name="connsiteY1" fmla="*/ 101883 h 105488"/>
                <a:gd name="connsiteX2" fmla="*/ 116196 w 232393"/>
                <a:gd name="connsiteY2" fmla="*/ 105488 h 105488"/>
                <a:gd name="connsiteX3" fmla="*/ 128064 w 232393"/>
                <a:gd name="connsiteY3" fmla="*/ 101883 h 105488"/>
                <a:gd name="connsiteX4" fmla="*/ 223292 w 232393"/>
                <a:gd name="connsiteY4" fmla="*/ 38396 h 105488"/>
                <a:gd name="connsiteX5" fmla="*/ 232393 w 232393"/>
                <a:gd name="connsiteY5" fmla="*/ 21386 h 105488"/>
                <a:gd name="connsiteX6" fmla="*/ 211007 w 232393"/>
                <a:gd name="connsiteY6" fmla="*/ 0 h 105488"/>
                <a:gd name="connsiteX7" fmla="*/ 21386 w 232393"/>
                <a:gd name="connsiteY7" fmla="*/ 0 h 105488"/>
                <a:gd name="connsiteX8" fmla="*/ 0 w 232393"/>
                <a:gd name="connsiteY8" fmla="*/ 21397 h 105488"/>
                <a:gd name="connsiteX9" fmla="*/ 9101 w 232393"/>
                <a:gd name="connsiteY9" fmla="*/ 38396 h 10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393" h="105488">
                  <a:moveTo>
                    <a:pt x="9101" y="38396"/>
                  </a:moveTo>
                  <a:lnTo>
                    <a:pt x="104329" y="101883"/>
                  </a:lnTo>
                  <a:cubicBezTo>
                    <a:pt x="107933" y="104287"/>
                    <a:pt x="112065" y="105488"/>
                    <a:pt x="116196" y="105488"/>
                  </a:cubicBezTo>
                  <a:cubicBezTo>
                    <a:pt x="120328" y="105488"/>
                    <a:pt x="124460" y="104286"/>
                    <a:pt x="128064" y="101883"/>
                  </a:cubicBezTo>
                  <a:lnTo>
                    <a:pt x="223292" y="38396"/>
                  </a:lnTo>
                  <a:cubicBezTo>
                    <a:pt x="228991" y="34599"/>
                    <a:pt x="232393" y="28244"/>
                    <a:pt x="232393" y="21386"/>
                  </a:cubicBezTo>
                  <a:cubicBezTo>
                    <a:pt x="232393" y="9593"/>
                    <a:pt x="222799" y="0"/>
                    <a:pt x="211007" y="0"/>
                  </a:cubicBezTo>
                  <a:lnTo>
                    <a:pt x="21386" y="0"/>
                  </a:lnTo>
                  <a:cubicBezTo>
                    <a:pt x="9594" y="0"/>
                    <a:pt x="0" y="9594"/>
                    <a:pt x="0" y="21397"/>
                  </a:cubicBezTo>
                  <a:cubicBezTo>
                    <a:pt x="0" y="28244"/>
                    <a:pt x="3402" y="34599"/>
                    <a:pt x="9101" y="38396"/>
                  </a:cubicBezTo>
                  <a:close/>
                </a:path>
              </a:pathLst>
            </a:custGeom>
            <a:grpFill/>
            <a:ln w="446" cap="flat">
              <a:noFill/>
              <a:prstDash val="solid"/>
              <a:miter/>
            </a:ln>
          </p:spPr>
          <p:txBody>
            <a:bodyPr rtlCol="0" anchor="ctr"/>
            <a:lstStyle/>
            <a:p>
              <a:endParaRPr lang="en-ID"/>
            </a:p>
          </p:txBody>
        </p:sp>
      </p:grpSp>
      <p:sp>
        <p:nvSpPr>
          <p:cNvPr id="88" name="Rectangle: Rounded Corners 87">
            <a:extLst>
              <a:ext uri="{FF2B5EF4-FFF2-40B4-BE49-F238E27FC236}">
                <a16:creationId xmlns:a16="http://schemas.microsoft.com/office/drawing/2014/main" id="{690324A7-CADB-363B-B89E-D836B3AA56E6}"/>
              </a:ext>
            </a:extLst>
          </p:cNvPr>
          <p:cNvSpPr/>
          <p:nvPr/>
        </p:nvSpPr>
        <p:spPr>
          <a:xfrm>
            <a:off x="883051" y="4354754"/>
            <a:ext cx="4327132" cy="393084"/>
          </a:xfrm>
          <a:prstGeom prst="roundRect">
            <a:avLst>
              <a:gd name="adj" fmla="val 50000"/>
            </a:avLst>
          </a:prstGeom>
          <a:gradFill>
            <a:gsLst>
              <a:gs pos="0">
                <a:schemeClr val="accent2"/>
              </a:gs>
              <a:gs pos="100000">
                <a:schemeClr val="accent1"/>
              </a:gs>
            </a:gsLst>
            <a:lin ang="6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7" name="Text Placeholder 3">
            <a:extLst>
              <a:ext uri="{FF2B5EF4-FFF2-40B4-BE49-F238E27FC236}">
                <a16:creationId xmlns:a16="http://schemas.microsoft.com/office/drawing/2014/main" id="{4783B5BA-267E-B419-0AAD-AD0A9953A077}"/>
              </a:ext>
            </a:extLst>
          </p:cNvPr>
          <p:cNvSpPr>
            <a:spLocks noGrp="1"/>
          </p:cNvSpPr>
          <p:nvPr>
            <p:ph type="body" sz="quarter" idx="12"/>
          </p:nvPr>
        </p:nvSpPr>
        <p:spPr/>
        <p:txBody>
          <a:bodyPr>
            <a:normAutofit/>
          </a:bodyPr>
          <a:lstStyle/>
          <a:p>
            <a:r>
              <a:rPr lang="en-US" sz="1600">
                <a:solidFill>
                  <a:schemeClr val="bg1"/>
                </a:solidFill>
              </a:rPr>
              <a:t>IT MAKES THE DESTINATIONWORTH IT.</a:t>
            </a:r>
            <a:endParaRPr lang="en-ID" sz="1600">
              <a:solidFill>
                <a:schemeClr val="bg1"/>
              </a:solidFill>
            </a:endParaRPr>
          </a:p>
        </p:txBody>
      </p:sp>
      <p:sp>
        <p:nvSpPr>
          <p:cNvPr id="106" name="Text Placeholder 105">
            <a:extLst>
              <a:ext uri="{FF2B5EF4-FFF2-40B4-BE49-F238E27FC236}">
                <a16:creationId xmlns:a16="http://schemas.microsoft.com/office/drawing/2014/main" id="{B193B00E-7677-4207-4FB5-00242581D008}"/>
              </a:ext>
            </a:extLst>
          </p:cNvPr>
          <p:cNvSpPr>
            <a:spLocks noGrp="1"/>
          </p:cNvSpPr>
          <p:nvPr>
            <p:ph type="body" sz="quarter" idx="25"/>
          </p:nvPr>
        </p:nvSpPr>
        <p:spPr/>
        <p:txBody>
          <a:bodyPr/>
          <a:lstStyle/>
          <a:p>
            <a:r>
              <a:rPr lang="en-US" sz="1400"/>
              <a:t>Head Office - Spaces, City Point, 1 Roopmaker Street, Moorgate, London EC2Y 9HT United Kingdom</a:t>
            </a:r>
            <a:endParaRPr lang="en-ID" sz="1400"/>
          </a:p>
        </p:txBody>
      </p:sp>
      <p:sp>
        <p:nvSpPr>
          <p:cNvPr id="107" name="Text Placeholder 106">
            <a:extLst>
              <a:ext uri="{FF2B5EF4-FFF2-40B4-BE49-F238E27FC236}">
                <a16:creationId xmlns:a16="http://schemas.microsoft.com/office/drawing/2014/main" id="{D9F20CD1-4C05-14E2-F131-A9D334EA60E1}"/>
              </a:ext>
            </a:extLst>
          </p:cNvPr>
          <p:cNvSpPr>
            <a:spLocks noGrp="1"/>
          </p:cNvSpPr>
          <p:nvPr>
            <p:ph type="body" sz="quarter" idx="26"/>
          </p:nvPr>
        </p:nvSpPr>
        <p:spPr/>
        <p:txBody>
          <a:bodyPr/>
          <a:lstStyle/>
          <a:p>
            <a:r>
              <a:rPr lang="en-US"/>
              <a:t>+44-7852710858</a:t>
            </a:r>
            <a:endParaRPr lang="en-ID"/>
          </a:p>
        </p:txBody>
      </p:sp>
    </p:spTree>
    <p:extLst>
      <p:ext uri="{BB962C8B-B14F-4D97-AF65-F5344CB8AC3E}">
        <p14:creationId xmlns:p14="http://schemas.microsoft.com/office/powerpoint/2010/main" val="1489621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81" name="Picture Placeholder 8" descr="shutterstock_1481866325 (1).jpg">
            <a:extLst>
              <a:ext uri="{FF2B5EF4-FFF2-40B4-BE49-F238E27FC236}">
                <a16:creationId xmlns:a16="http://schemas.microsoft.com/office/drawing/2014/main" id="{0DBBBA20-44DB-883B-8305-2A72B074D869}"/>
              </a:ext>
            </a:extLst>
          </p:cNvPr>
          <p:cNvPicPr>
            <a:picLocks noGrp="1" noChangeAspect="1"/>
          </p:cNvPicPr>
          <p:nvPr>
            <p:ph type="pic" sz="quarter" idx="10"/>
          </p:nvPr>
        </p:nvPicPr>
        <p:blipFill rotWithShape="1">
          <a:blip r:embed="rId2" cstate="print">
            <a:extLst>
              <a:ext uri="{28A0092B-C50C-407E-A947-70E740481C1C}">
                <a14:useLocalDpi xmlns:a14="http://schemas.microsoft.com/office/drawing/2010/main"/>
              </a:ext>
            </a:extLst>
          </a:blip>
          <a:srcRect l="21003" r="21003"/>
          <a:stretch/>
        </p:blipFill>
        <p:spPr>
          <a:prstGeom prst="roundRect">
            <a:avLst>
              <a:gd name="adj" fmla="val 3602"/>
            </a:avLst>
          </a:prstGeom>
        </p:spPr>
      </p:pic>
      <p:sp>
        <p:nvSpPr>
          <p:cNvPr id="109" name="Text Placeholder 108">
            <a:extLst>
              <a:ext uri="{FF2B5EF4-FFF2-40B4-BE49-F238E27FC236}">
                <a16:creationId xmlns:a16="http://schemas.microsoft.com/office/drawing/2014/main" id="{F3030E08-4613-7BCB-5E47-285118E6A215}"/>
              </a:ext>
            </a:extLst>
          </p:cNvPr>
          <p:cNvSpPr>
            <a:spLocks noGrp="1"/>
          </p:cNvSpPr>
          <p:nvPr>
            <p:ph type="body" sz="quarter" idx="26"/>
          </p:nvPr>
        </p:nvSpPr>
        <p:spPr/>
        <p:txBody>
          <a:bodyPr/>
          <a:lstStyle/>
          <a:p>
            <a:r>
              <a:rPr lang="en-US" sz="1800">
                <a:solidFill>
                  <a:schemeClr val="accent2"/>
                </a:solidFill>
              </a:rPr>
              <a:t>All Rights Reserved. © EAI Systems 2023 | www.eaisystems.com</a:t>
            </a:r>
          </a:p>
        </p:txBody>
      </p:sp>
      <p:sp>
        <p:nvSpPr>
          <p:cNvPr id="87" name="Rectangle: Rounded Corners 86">
            <a:extLst>
              <a:ext uri="{FF2B5EF4-FFF2-40B4-BE49-F238E27FC236}">
                <a16:creationId xmlns:a16="http://schemas.microsoft.com/office/drawing/2014/main" id="{36BED005-9734-2015-C8DC-2FEF9173100A}"/>
              </a:ext>
            </a:extLst>
          </p:cNvPr>
          <p:cNvSpPr/>
          <p:nvPr/>
        </p:nvSpPr>
        <p:spPr>
          <a:xfrm>
            <a:off x="4141563" y="2260616"/>
            <a:ext cx="3908874" cy="3790934"/>
          </a:xfrm>
          <a:prstGeom prst="roundRect">
            <a:avLst>
              <a:gd name="adj" fmla="val 2262"/>
            </a:avLst>
          </a:prstGeom>
          <a:gradFill>
            <a:gsLst>
              <a:gs pos="0">
                <a:schemeClr val="accent2">
                  <a:alpha val="36000"/>
                </a:schemeClr>
              </a:gs>
              <a:gs pos="56000">
                <a:schemeClr val="accent1">
                  <a:alpha val="73000"/>
                </a:schemeClr>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8" name="Rectangle: Rounded Corners 87">
            <a:extLst>
              <a:ext uri="{FF2B5EF4-FFF2-40B4-BE49-F238E27FC236}">
                <a16:creationId xmlns:a16="http://schemas.microsoft.com/office/drawing/2014/main" id="{D9282590-E3C2-1747-A653-5A5630ED30DF}"/>
              </a:ext>
            </a:extLst>
          </p:cNvPr>
          <p:cNvSpPr/>
          <p:nvPr/>
        </p:nvSpPr>
        <p:spPr>
          <a:xfrm>
            <a:off x="1111250" y="5260580"/>
            <a:ext cx="1974447" cy="393084"/>
          </a:xfrm>
          <a:prstGeom prst="roundRect">
            <a:avLst>
              <a:gd name="adj" fmla="val 50000"/>
            </a:avLst>
          </a:prstGeom>
          <a:gradFill>
            <a:gsLst>
              <a:gs pos="0">
                <a:schemeClr val="accent2"/>
              </a:gs>
              <a:gs pos="100000">
                <a:schemeClr val="accent1"/>
              </a:gs>
            </a:gsLst>
            <a:lin ang="6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9" name="Text Placeholder 3">
            <a:extLst>
              <a:ext uri="{FF2B5EF4-FFF2-40B4-BE49-F238E27FC236}">
                <a16:creationId xmlns:a16="http://schemas.microsoft.com/office/drawing/2014/main" id="{B8097B60-E1CD-6FF6-371E-82F99B475574}"/>
              </a:ext>
            </a:extLst>
          </p:cNvPr>
          <p:cNvSpPr txBox="1">
            <a:spLocks/>
          </p:cNvSpPr>
          <p:nvPr/>
        </p:nvSpPr>
        <p:spPr>
          <a:xfrm>
            <a:off x="1258691" y="8550841"/>
            <a:ext cx="1679565" cy="35329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endParaRPr lang="en-US" sz="1600" b="1">
              <a:solidFill>
                <a:schemeClr val="bg1"/>
              </a:solidFill>
            </a:endParaRPr>
          </a:p>
        </p:txBody>
      </p:sp>
      <p:sp>
        <p:nvSpPr>
          <p:cNvPr id="92" name="Text Placeholder 29">
            <a:extLst>
              <a:ext uri="{FF2B5EF4-FFF2-40B4-BE49-F238E27FC236}">
                <a16:creationId xmlns:a16="http://schemas.microsoft.com/office/drawing/2014/main" id="{A2B73ED5-3635-86AA-CD03-8166CF184745}"/>
              </a:ext>
            </a:extLst>
          </p:cNvPr>
          <p:cNvSpPr txBox="1">
            <a:spLocks/>
          </p:cNvSpPr>
          <p:nvPr/>
        </p:nvSpPr>
        <p:spPr>
          <a:xfrm>
            <a:off x="8580980" y="8227785"/>
            <a:ext cx="2777040" cy="9267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en-US" sz="1800">
              <a:solidFill>
                <a:schemeClr val="accent2"/>
              </a:solidFill>
            </a:endParaRPr>
          </a:p>
        </p:txBody>
      </p:sp>
      <p:sp>
        <p:nvSpPr>
          <p:cNvPr id="107" name="Text Placeholder 106">
            <a:extLst>
              <a:ext uri="{FF2B5EF4-FFF2-40B4-BE49-F238E27FC236}">
                <a16:creationId xmlns:a16="http://schemas.microsoft.com/office/drawing/2014/main" id="{7B1E5AD1-1CA9-7731-585F-3DC2E42169B3}"/>
              </a:ext>
            </a:extLst>
          </p:cNvPr>
          <p:cNvSpPr>
            <a:spLocks noGrp="1"/>
          </p:cNvSpPr>
          <p:nvPr>
            <p:ph type="body" sz="quarter" idx="11"/>
          </p:nvPr>
        </p:nvSpPr>
        <p:spPr/>
        <p:txBody>
          <a:bodyPr/>
          <a:lstStyle/>
          <a:p>
            <a:r>
              <a:rPr lang="en-ID" sz="6600" b="1">
                <a:solidFill>
                  <a:schemeClr val="bg1"/>
                </a:solidFill>
                <a:latin typeface="+mj-lt"/>
              </a:rPr>
              <a:t>EAI SYSTEMS PEGA PRACTICE</a:t>
            </a:r>
          </a:p>
        </p:txBody>
      </p:sp>
      <p:sp>
        <p:nvSpPr>
          <p:cNvPr id="108" name="Text Placeholder 107">
            <a:extLst>
              <a:ext uri="{FF2B5EF4-FFF2-40B4-BE49-F238E27FC236}">
                <a16:creationId xmlns:a16="http://schemas.microsoft.com/office/drawing/2014/main" id="{748BBD21-6178-8AC4-47AD-3D99478A3685}"/>
              </a:ext>
            </a:extLst>
          </p:cNvPr>
          <p:cNvSpPr>
            <a:spLocks noGrp="1"/>
          </p:cNvSpPr>
          <p:nvPr>
            <p:ph type="body" sz="quarter" idx="12"/>
          </p:nvPr>
        </p:nvSpPr>
        <p:spPr/>
        <p:txBody>
          <a:bodyPr/>
          <a:lstStyle/>
          <a:p>
            <a:r>
              <a:rPr lang="en-US" sz="1600" b="1">
                <a:solidFill>
                  <a:schemeClr val="bg1"/>
                </a:solidFill>
              </a:rPr>
              <a:t>January 2023</a:t>
            </a:r>
          </a:p>
        </p:txBody>
      </p:sp>
    </p:spTree>
    <p:extLst>
      <p:ext uri="{BB962C8B-B14F-4D97-AF65-F5344CB8AC3E}">
        <p14:creationId xmlns:p14="http://schemas.microsoft.com/office/powerpoint/2010/main" val="3536395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B6E76AB4-4D06-7CAB-1898-C5743E65DD18}"/>
              </a:ext>
            </a:extLst>
          </p:cNvPr>
          <p:cNvSpPr/>
          <p:nvPr/>
        </p:nvSpPr>
        <p:spPr>
          <a:xfrm rot="10800000" flipV="1">
            <a:off x="4708398" y="2622182"/>
            <a:ext cx="421496" cy="425794"/>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Oval 12">
            <a:extLst>
              <a:ext uri="{FF2B5EF4-FFF2-40B4-BE49-F238E27FC236}">
                <a16:creationId xmlns:a16="http://schemas.microsoft.com/office/drawing/2014/main" id="{BF01D1A4-E577-9592-3587-2EA101C577CC}"/>
              </a:ext>
            </a:extLst>
          </p:cNvPr>
          <p:cNvSpPr/>
          <p:nvPr/>
        </p:nvSpPr>
        <p:spPr>
          <a:xfrm rot="10800000" flipV="1">
            <a:off x="4708399" y="4065156"/>
            <a:ext cx="421496" cy="425794"/>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Oval 13">
            <a:extLst>
              <a:ext uri="{FF2B5EF4-FFF2-40B4-BE49-F238E27FC236}">
                <a16:creationId xmlns:a16="http://schemas.microsoft.com/office/drawing/2014/main" id="{8BC1C59F-0157-7B51-4CC0-22629627EA9A}"/>
              </a:ext>
            </a:extLst>
          </p:cNvPr>
          <p:cNvSpPr/>
          <p:nvPr/>
        </p:nvSpPr>
        <p:spPr>
          <a:xfrm rot="10800000" flipV="1">
            <a:off x="4708398" y="932206"/>
            <a:ext cx="421496" cy="425794"/>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Oval 9">
            <a:extLst>
              <a:ext uri="{FF2B5EF4-FFF2-40B4-BE49-F238E27FC236}">
                <a16:creationId xmlns:a16="http://schemas.microsoft.com/office/drawing/2014/main" id="{B05DF682-CA09-CC21-7ED8-3AD8A7BAD867}"/>
              </a:ext>
            </a:extLst>
          </p:cNvPr>
          <p:cNvSpPr/>
          <p:nvPr/>
        </p:nvSpPr>
        <p:spPr>
          <a:xfrm rot="10800000" flipV="1">
            <a:off x="360766" y="2622182"/>
            <a:ext cx="421496" cy="425794"/>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Oval 10">
            <a:extLst>
              <a:ext uri="{FF2B5EF4-FFF2-40B4-BE49-F238E27FC236}">
                <a16:creationId xmlns:a16="http://schemas.microsoft.com/office/drawing/2014/main" id="{84367AFC-AD32-AFF8-6009-0053AADAF9A1}"/>
              </a:ext>
            </a:extLst>
          </p:cNvPr>
          <p:cNvSpPr/>
          <p:nvPr/>
        </p:nvSpPr>
        <p:spPr>
          <a:xfrm rot="10800000" flipV="1">
            <a:off x="360766" y="4065156"/>
            <a:ext cx="421496" cy="425794"/>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Oval 8">
            <a:extLst>
              <a:ext uri="{FF2B5EF4-FFF2-40B4-BE49-F238E27FC236}">
                <a16:creationId xmlns:a16="http://schemas.microsoft.com/office/drawing/2014/main" id="{2FA0E061-C2A1-2A62-5161-A2AC71AC75BD}"/>
              </a:ext>
            </a:extLst>
          </p:cNvPr>
          <p:cNvSpPr/>
          <p:nvPr/>
        </p:nvSpPr>
        <p:spPr>
          <a:xfrm rot="10800000" flipV="1">
            <a:off x="360766" y="932206"/>
            <a:ext cx="421496" cy="425794"/>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7" name="TextBox 46">
            <a:extLst>
              <a:ext uri="{FF2B5EF4-FFF2-40B4-BE49-F238E27FC236}">
                <a16:creationId xmlns:a16="http://schemas.microsoft.com/office/drawing/2014/main" id="{1193E766-8BD9-1BF1-E4AE-D1557590ED0D}"/>
              </a:ext>
            </a:extLst>
          </p:cNvPr>
          <p:cNvSpPr txBox="1"/>
          <p:nvPr/>
        </p:nvSpPr>
        <p:spPr>
          <a:xfrm>
            <a:off x="248262" y="6095442"/>
            <a:ext cx="891678" cy="305212"/>
          </a:xfrm>
          <a:prstGeom prst="rect">
            <a:avLst/>
          </a:prstGeom>
          <a:noFill/>
        </p:spPr>
        <p:txBody>
          <a:bodyPr wrap="square" rtlCol="0">
            <a:spAutoFit/>
          </a:bodyPr>
          <a:lstStyle/>
          <a:p>
            <a:pPr algn="ctr">
              <a:lnSpc>
                <a:spcPts val="1800"/>
              </a:lnSpc>
              <a:spcBef>
                <a:spcPts val="300"/>
              </a:spcBef>
            </a:pPr>
            <a:r>
              <a:rPr lang="en-US" sz="1200" b="1"/>
              <a:t>UK</a:t>
            </a:r>
          </a:p>
        </p:txBody>
      </p:sp>
      <p:sp>
        <p:nvSpPr>
          <p:cNvPr id="48" name="TextBox 47">
            <a:extLst>
              <a:ext uri="{FF2B5EF4-FFF2-40B4-BE49-F238E27FC236}">
                <a16:creationId xmlns:a16="http://schemas.microsoft.com/office/drawing/2014/main" id="{D255C67D-06A2-9A18-C6C4-6A12BCA6A2B1}"/>
              </a:ext>
            </a:extLst>
          </p:cNvPr>
          <p:cNvSpPr txBox="1"/>
          <p:nvPr/>
        </p:nvSpPr>
        <p:spPr>
          <a:xfrm>
            <a:off x="1771603" y="6095442"/>
            <a:ext cx="891678" cy="305212"/>
          </a:xfrm>
          <a:prstGeom prst="rect">
            <a:avLst/>
          </a:prstGeom>
          <a:noFill/>
        </p:spPr>
        <p:txBody>
          <a:bodyPr wrap="square" rtlCol="0">
            <a:spAutoFit/>
          </a:bodyPr>
          <a:lstStyle/>
          <a:p>
            <a:pPr algn="ctr">
              <a:lnSpc>
                <a:spcPts val="1800"/>
              </a:lnSpc>
              <a:spcBef>
                <a:spcPts val="300"/>
              </a:spcBef>
            </a:pPr>
            <a:r>
              <a:rPr lang="en-US" sz="1200" b="1"/>
              <a:t>USA</a:t>
            </a:r>
          </a:p>
        </p:txBody>
      </p:sp>
      <p:sp>
        <p:nvSpPr>
          <p:cNvPr id="49" name="TextBox 48">
            <a:extLst>
              <a:ext uri="{FF2B5EF4-FFF2-40B4-BE49-F238E27FC236}">
                <a16:creationId xmlns:a16="http://schemas.microsoft.com/office/drawing/2014/main" id="{F2828177-B0F4-FBA6-978D-AE15A81C9488}"/>
              </a:ext>
            </a:extLst>
          </p:cNvPr>
          <p:cNvSpPr txBox="1"/>
          <p:nvPr/>
        </p:nvSpPr>
        <p:spPr>
          <a:xfrm>
            <a:off x="3107914" y="6095442"/>
            <a:ext cx="1273586" cy="305212"/>
          </a:xfrm>
          <a:prstGeom prst="rect">
            <a:avLst/>
          </a:prstGeom>
          <a:noFill/>
        </p:spPr>
        <p:txBody>
          <a:bodyPr wrap="square" rtlCol="0">
            <a:spAutoFit/>
          </a:bodyPr>
          <a:lstStyle/>
          <a:p>
            <a:pPr algn="ctr">
              <a:lnSpc>
                <a:spcPts val="1800"/>
              </a:lnSpc>
              <a:spcBef>
                <a:spcPts val="300"/>
              </a:spcBef>
            </a:pPr>
            <a:r>
              <a:rPr lang="en-US" sz="1200" b="1"/>
              <a:t>SAUDI ARABIA</a:t>
            </a:r>
          </a:p>
        </p:txBody>
      </p:sp>
      <p:sp>
        <p:nvSpPr>
          <p:cNvPr id="50" name="TextBox 49">
            <a:extLst>
              <a:ext uri="{FF2B5EF4-FFF2-40B4-BE49-F238E27FC236}">
                <a16:creationId xmlns:a16="http://schemas.microsoft.com/office/drawing/2014/main" id="{4F524F4B-5EDB-E1EC-B53B-483D2CF5DB47}"/>
              </a:ext>
            </a:extLst>
          </p:cNvPr>
          <p:cNvSpPr txBox="1"/>
          <p:nvPr/>
        </p:nvSpPr>
        <p:spPr>
          <a:xfrm>
            <a:off x="4622162" y="6095442"/>
            <a:ext cx="1273586" cy="305212"/>
          </a:xfrm>
          <a:prstGeom prst="rect">
            <a:avLst/>
          </a:prstGeom>
          <a:noFill/>
        </p:spPr>
        <p:txBody>
          <a:bodyPr wrap="square" rtlCol="0">
            <a:spAutoFit/>
          </a:bodyPr>
          <a:lstStyle/>
          <a:p>
            <a:pPr algn="ctr">
              <a:lnSpc>
                <a:spcPts val="1800"/>
              </a:lnSpc>
              <a:spcBef>
                <a:spcPts val="300"/>
              </a:spcBef>
            </a:pPr>
            <a:r>
              <a:rPr lang="en-US" sz="1200" b="1"/>
              <a:t>INDIA</a:t>
            </a:r>
          </a:p>
        </p:txBody>
      </p:sp>
      <p:sp>
        <p:nvSpPr>
          <p:cNvPr id="51" name="TextBox 50">
            <a:extLst>
              <a:ext uri="{FF2B5EF4-FFF2-40B4-BE49-F238E27FC236}">
                <a16:creationId xmlns:a16="http://schemas.microsoft.com/office/drawing/2014/main" id="{CF0B48FF-C70A-C60F-1526-B47CA6693093}"/>
              </a:ext>
            </a:extLst>
          </p:cNvPr>
          <p:cNvSpPr txBox="1"/>
          <p:nvPr/>
        </p:nvSpPr>
        <p:spPr>
          <a:xfrm>
            <a:off x="6096000" y="6095442"/>
            <a:ext cx="1398802" cy="305212"/>
          </a:xfrm>
          <a:prstGeom prst="rect">
            <a:avLst/>
          </a:prstGeom>
          <a:noFill/>
        </p:spPr>
        <p:txBody>
          <a:bodyPr wrap="square" rtlCol="0">
            <a:spAutoFit/>
          </a:bodyPr>
          <a:lstStyle/>
          <a:p>
            <a:pPr algn="ctr">
              <a:lnSpc>
                <a:spcPts val="1800"/>
              </a:lnSpc>
              <a:spcBef>
                <a:spcPts val="300"/>
              </a:spcBef>
            </a:pPr>
            <a:r>
              <a:rPr lang="en-US" sz="1200" b="1"/>
              <a:t>NETHERLANDS</a:t>
            </a:r>
          </a:p>
        </p:txBody>
      </p:sp>
      <p:sp>
        <p:nvSpPr>
          <p:cNvPr id="52" name="TextBox 51">
            <a:extLst>
              <a:ext uri="{FF2B5EF4-FFF2-40B4-BE49-F238E27FC236}">
                <a16:creationId xmlns:a16="http://schemas.microsoft.com/office/drawing/2014/main" id="{C5318EE4-AD82-AF7B-F359-41E88441DA80}"/>
              </a:ext>
            </a:extLst>
          </p:cNvPr>
          <p:cNvSpPr txBox="1"/>
          <p:nvPr/>
        </p:nvSpPr>
        <p:spPr>
          <a:xfrm>
            <a:off x="7676375" y="6095442"/>
            <a:ext cx="1273586" cy="305212"/>
          </a:xfrm>
          <a:prstGeom prst="rect">
            <a:avLst/>
          </a:prstGeom>
          <a:noFill/>
        </p:spPr>
        <p:txBody>
          <a:bodyPr wrap="square" rtlCol="0">
            <a:spAutoFit/>
          </a:bodyPr>
          <a:lstStyle/>
          <a:p>
            <a:pPr algn="ctr">
              <a:lnSpc>
                <a:spcPts val="1800"/>
              </a:lnSpc>
              <a:spcBef>
                <a:spcPts val="300"/>
              </a:spcBef>
            </a:pPr>
            <a:r>
              <a:rPr lang="en-US" sz="1200" b="1"/>
              <a:t>GERMANY</a:t>
            </a:r>
          </a:p>
        </p:txBody>
      </p:sp>
      <p:sp>
        <p:nvSpPr>
          <p:cNvPr id="53" name="Rectangle: Top Corners Rounded 52">
            <a:extLst>
              <a:ext uri="{FF2B5EF4-FFF2-40B4-BE49-F238E27FC236}">
                <a16:creationId xmlns:a16="http://schemas.microsoft.com/office/drawing/2014/main" id="{1C54AFDB-F6D5-7A34-022C-25E8AF9FE352}"/>
              </a:ext>
            </a:extLst>
          </p:cNvPr>
          <p:cNvSpPr/>
          <p:nvPr/>
        </p:nvSpPr>
        <p:spPr>
          <a:xfrm rot="16200000">
            <a:off x="7988673" y="1985863"/>
            <a:ext cx="5458986" cy="3243579"/>
          </a:xfrm>
          <a:prstGeom prst="round2SameRect">
            <a:avLst>
              <a:gd name="adj1" fmla="val 2821"/>
              <a:gd name="adj2" fmla="val 0"/>
            </a:avLst>
          </a:prstGeom>
          <a:solidFill>
            <a:schemeClr val="bg1"/>
          </a:solidFill>
          <a:ln>
            <a:solidFill>
              <a:schemeClr val="accent2"/>
            </a:solid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Box 1">
            <a:extLst>
              <a:ext uri="{FF2B5EF4-FFF2-40B4-BE49-F238E27FC236}">
                <a16:creationId xmlns:a16="http://schemas.microsoft.com/office/drawing/2014/main" id="{3EFDC259-3DF4-3174-A986-0C7DCFEF3AD9}"/>
              </a:ext>
            </a:extLst>
          </p:cNvPr>
          <p:cNvSpPr txBox="1"/>
          <p:nvPr/>
        </p:nvSpPr>
        <p:spPr>
          <a:xfrm>
            <a:off x="258170" y="969961"/>
            <a:ext cx="630978" cy="369332"/>
          </a:xfrm>
          <a:prstGeom prst="rect">
            <a:avLst/>
          </a:prstGeom>
          <a:noFill/>
        </p:spPr>
        <p:txBody>
          <a:bodyPr wrap="square" rtlCol="0">
            <a:spAutoFit/>
          </a:bodyPr>
          <a:lstStyle/>
          <a:p>
            <a:pPr algn="ctr"/>
            <a:r>
              <a:rPr lang="pt-BR" b="1">
                <a:solidFill>
                  <a:schemeClr val="bg1"/>
                </a:solidFill>
                <a:latin typeface="+mj-lt"/>
              </a:rPr>
              <a:t>01</a:t>
            </a:r>
            <a:endParaRPr lang="en-ID" b="1">
              <a:solidFill>
                <a:schemeClr val="bg1"/>
              </a:solidFill>
              <a:latin typeface="+mj-lt"/>
            </a:endParaRPr>
          </a:p>
        </p:txBody>
      </p:sp>
      <p:sp>
        <p:nvSpPr>
          <p:cNvPr id="3" name="TextBox 2">
            <a:extLst>
              <a:ext uri="{FF2B5EF4-FFF2-40B4-BE49-F238E27FC236}">
                <a16:creationId xmlns:a16="http://schemas.microsoft.com/office/drawing/2014/main" id="{F96510A7-1761-990B-B205-77C02E9824BD}"/>
              </a:ext>
            </a:extLst>
          </p:cNvPr>
          <p:cNvSpPr txBox="1"/>
          <p:nvPr/>
        </p:nvSpPr>
        <p:spPr>
          <a:xfrm>
            <a:off x="258170" y="2659889"/>
            <a:ext cx="630978" cy="369332"/>
          </a:xfrm>
          <a:prstGeom prst="rect">
            <a:avLst/>
          </a:prstGeom>
          <a:noFill/>
        </p:spPr>
        <p:txBody>
          <a:bodyPr wrap="square" rtlCol="0">
            <a:spAutoFit/>
          </a:bodyPr>
          <a:lstStyle/>
          <a:p>
            <a:pPr algn="ctr"/>
            <a:r>
              <a:rPr lang="pt-BR" b="1">
                <a:solidFill>
                  <a:schemeClr val="bg1"/>
                </a:solidFill>
                <a:latin typeface="+mj-lt"/>
              </a:rPr>
              <a:t>02</a:t>
            </a:r>
            <a:endParaRPr lang="en-ID" b="1">
              <a:solidFill>
                <a:schemeClr val="bg1"/>
              </a:solidFill>
              <a:latin typeface="+mj-lt"/>
            </a:endParaRPr>
          </a:p>
        </p:txBody>
      </p:sp>
      <p:sp>
        <p:nvSpPr>
          <p:cNvPr id="4" name="TextBox 3">
            <a:extLst>
              <a:ext uri="{FF2B5EF4-FFF2-40B4-BE49-F238E27FC236}">
                <a16:creationId xmlns:a16="http://schemas.microsoft.com/office/drawing/2014/main" id="{5F983341-9A07-FCF4-C55A-169003E160FA}"/>
              </a:ext>
            </a:extLst>
          </p:cNvPr>
          <p:cNvSpPr txBox="1"/>
          <p:nvPr/>
        </p:nvSpPr>
        <p:spPr>
          <a:xfrm>
            <a:off x="258170" y="4098518"/>
            <a:ext cx="630978" cy="369332"/>
          </a:xfrm>
          <a:prstGeom prst="rect">
            <a:avLst/>
          </a:prstGeom>
          <a:noFill/>
        </p:spPr>
        <p:txBody>
          <a:bodyPr wrap="square" rtlCol="0">
            <a:spAutoFit/>
          </a:bodyPr>
          <a:lstStyle/>
          <a:p>
            <a:pPr algn="ctr"/>
            <a:r>
              <a:rPr lang="pt-BR" b="1">
                <a:solidFill>
                  <a:schemeClr val="bg1"/>
                </a:solidFill>
                <a:latin typeface="+mj-lt"/>
              </a:rPr>
              <a:t>03</a:t>
            </a:r>
            <a:endParaRPr lang="en-ID" b="1">
              <a:solidFill>
                <a:schemeClr val="bg1"/>
              </a:solidFill>
              <a:latin typeface="+mj-lt"/>
            </a:endParaRPr>
          </a:p>
        </p:txBody>
      </p:sp>
      <p:sp>
        <p:nvSpPr>
          <p:cNvPr id="5" name="TextBox 4">
            <a:extLst>
              <a:ext uri="{FF2B5EF4-FFF2-40B4-BE49-F238E27FC236}">
                <a16:creationId xmlns:a16="http://schemas.microsoft.com/office/drawing/2014/main" id="{E10869F5-0457-BFE3-E5BC-D5B483F17076}"/>
              </a:ext>
            </a:extLst>
          </p:cNvPr>
          <p:cNvSpPr txBox="1"/>
          <p:nvPr/>
        </p:nvSpPr>
        <p:spPr>
          <a:xfrm>
            <a:off x="4603657" y="969961"/>
            <a:ext cx="630978" cy="369332"/>
          </a:xfrm>
          <a:prstGeom prst="rect">
            <a:avLst/>
          </a:prstGeom>
          <a:noFill/>
        </p:spPr>
        <p:txBody>
          <a:bodyPr wrap="square" rtlCol="0">
            <a:spAutoFit/>
          </a:bodyPr>
          <a:lstStyle/>
          <a:p>
            <a:pPr algn="ctr"/>
            <a:r>
              <a:rPr lang="pt-BR" b="1">
                <a:solidFill>
                  <a:schemeClr val="bg1"/>
                </a:solidFill>
                <a:latin typeface="+mj-lt"/>
              </a:rPr>
              <a:t>04</a:t>
            </a:r>
            <a:endParaRPr lang="en-ID" b="1">
              <a:solidFill>
                <a:schemeClr val="bg1"/>
              </a:solidFill>
              <a:latin typeface="+mj-lt"/>
            </a:endParaRPr>
          </a:p>
        </p:txBody>
      </p:sp>
      <p:sp>
        <p:nvSpPr>
          <p:cNvPr id="6" name="TextBox 5">
            <a:extLst>
              <a:ext uri="{FF2B5EF4-FFF2-40B4-BE49-F238E27FC236}">
                <a16:creationId xmlns:a16="http://schemas.microsoft.com/office/drawing/2014/main" id="{67399BCD-1300-4538-E744-303BECA72693}"/>
              </a:ext>
            </a:extLst>
          </p:cNvPr>
          <p:cNvSpPr txBox="1"/>
          <p:nvPr/>
        </p:nvSpPr>
        <p:spPr>
          <a:xfrm>
            <a:off x="4603657" y="2659889"/>
            <a:ext cx="630978" cy="369332"/>
          </a:xfrm>
          <a:prstGeom prst="rect">
            <a:avLst/>
          </a:prstGeom>
          <a:noFill/>
        </p:spPr>
        <p:txBody>
          <a:bodyPr wrap="square" rtlCol="0">
            <a:spAutoFit/>
          </a:bodyPr>
          <a:lstStyle/>
          <a:p>
            <a:pPr algn="ctr"/>
            <a:r>
              <a:rPr lang="pt-BR" b="1">
                <a:solidFill>
                  <a:schemeClr val="bg1"/>
                </a:solidFill>
                <a:latin typeface="+mj-lt"/>
              </a:rPr>
              <a:t>05</a:t>
            </a:r>
            <a:endParaRPr lang="en-ID" b="1">
              <a:solidFill>
                <a:schemeClr val="bg1"/>
              </a:solidFill>
              <a:latin typeface="+mj-lt"/>
            </a:endParaRPr>
          </a:p>
        </p:txBody>
      </p:sp>
      <p:sp>
        <p:nvSpPr>
          <p:cNvPr id="7" name="TextBox 6">
            <a:extLst>
              <a:ext uri="{FF2B5EF4-FFF2-40B4-BE49-F238E27FC236}">
                <a16:creationId xmlns:a16="http://schemas.microsoft.com/office/drawing/2014/main" id="{39E13889-B008-B7BD-B569-E0FFAC72F739}"/>
              </a:ext>
            </a:extLst>
          </p:cNvPr>
          <p:cNvSpPr txBox="1"/>
          <p:nvPr/>
        </p:nvSpPr>
        <p:spPr>
          <a:xfrm>
            <a:off x="4603657" y="4098518"/>
            <a:ext cx="630978" cy="369332"/>
          </a:xfrm>
          <a:prstGeom prst="rect">
            <a:avLst/>
          </a:prstGeom>
          <a:noFill/>
        </p:spPr>
        <p:txBody>
          <a:bodyPr wrap="square" rtlCol="0">
            <a:spAutoFit/>
          </a:bodyPr>
          <a:lstStyle/>
          <a:p>
            <a:pPr algn="ctr"/>
            <a:r>
              <a:rPr lang="pt-BR" b="1">
                <a:solidFill>
                  <a:schemeClr val="bg1"/>
                </a:solidFill>
                <a:latin typeface="+mj-lt"/>
              </a:rPr>
              <a:t>06</a:t>
            </a:r>
            <a:endParaRPr lang="en-ID" b="1">
              <a:solidFill>
                <a:schemeClr val="bg1"/>
              </a:solidFill>
              <a:latin typeface="+mj-lt"/>
            </a:endParaRPr>
          </a:p>
        </p:txBody>
      </p:sp>
      <p:pic>
        <p:nvPicPr>
          <p:cNvPr id="74" name="Picture 8" descr="File:Verisure logo.svg - Wikipedia">
            <a:extLst>
              <a:ext uri="{FF2B5EF4-FFF2-40B4-BE49-F238E27FC236}">
                <a16:creationId xmlns:a16="http://schemas.microsoft.com/office/drawing/2014/main" id="{E296D43E-67C9-A2B6-6156-87F882833E09}"/>
              </a:ext>
            </a:extLst>
          </p:cNvPr>
          <p:cNvPicPr>
            <a:picLocks noChangeAspect="1" noChangeArrowheads="1"/>
          </p:cNvPicPr>
          <p:nvPr/>
        </p:nvPicPr>
        <p:blipFill>
          <a:blip r:embed="rId2" cstate="screen"/>
          <a:srcRect/>
          <a:stretch>
            <a:fillRect/>
          </a:stretch>
        </p:blipFill>
        <p:spPr bwMode="auto">
          <a:xfrm>
            <a:off x="9421826" y="2236557"/>
            <a:ext cx="996664" cy="259132"/>
          </a:xfrm>
          <a:prstGeom prst="rect">
            <a:avLst/>
          </a:prstGeom>
          <a:noFill/>
        </p:spPr>
      </p:pic>
      <p:pic>
        <p:nvPicPr>
          <p:cNvPr id="75" name="Picture 4" descr="Student Loans Company">
            <a:extLst>
              <a:ext uri="{FF2B5EF4-FFF2-40B4-BE49-F238E27FC236}">
                <a16:creationId xmlns:a16="http://schemas.microsoft.com/office/drawing/2014/main" id="{666CC9BE-0654-1B77-632E-E342E20F20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17397" y="1642344"/>
            <a:ext cx="864346" cy="453657"/>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10" descr="Bank of the West">
            <a:extLst>
              <a:ext uri="{FF2B5EF4-FFF2-40B4-BE49-F238E27FC236}">
                <a16:creationId xmlns:a16="http://schemas.microsoft.com/office/drawing/2014/main" id="{E26E6A8A-9E56-2A9A-B984-384CB72769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17512" y="2236489"/>
            <a:ext cx="1064116" cy="24184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76">
            <a:extLst>
              <a:ext uri="{FF2B5EF4-FFF2-40B4-BE49-F238E27FC236}">
                <a16:creationId xmlns:a16="http://schemas.microsoft.com/office/drawing/2014/main" id="{86555DEC-99FE-FBE7-A63E-21B1FCE104C6}"/>
              </a:ext>
            </a:extLst>
          </p:cNvPr>
          <p:cNvPicPr>
            <a:picLocks noChangeAspect="1"/>
          </p:cNvPicPr>
          <p:nvPr/>
        </p:nvPicPr>
        <p:blipFill>
          <a:blip r:embed="rId5"/>
          <a:stretch>
            <a:fillRect/>
          </a:stretch>
        </p:blipFill>
        <p:spPr>
          <a:xfrm>
            <a:off x="9421824" y="2696363"/>
            <a:ext cx="996666" cy="342188"/>
          </a:xfrm>
          <a:prstGeom prst="rect">
            <a:avLst/>
          </a:prstGeom>
        </p:spPr>
      </p:pic>
      <p:pic>
        <p:nvPicPr>
          <p:cNvPr id="78" name="Picture 77">
            <a:extLst>
              <a:ext uri="{FF2B5EF4-FFF2-40B4-BE49-F238E27FC236}">
                <a16:creationId xmlns:a16="http://schemas.microsoft.com/office/drawing/2014/main" id="{02ACCC06-72FE-0F12-D746-4A7F84194C31}"/>
              </a:ext>
            </a:extLst>
          </p:cNvPr>
          <p:cNvPicPr>
            <a:picLocks noChangeAspect="1"/>
          </p:cNvPicPr>
          <p:nvPr/>
        </p:nvPicPr>
        <p:blipFill>
          <a:blip r:embed="rId6"/>
          <a:stretch>
            <a:fillRect/>
          </a:stretch>
        </p:blipFill>
        <p:spPr>
          <a:xfrm>
            <a:off x="9423017" y="3239225"/>
            <a:ext cx="994280" cy="140496"/>
          </a:xfrm>
          <a:prstGeom prst="rect">
            <a:avLst/>
          </a:prstGeom>
        </p:spPr>
      </p:pic>
      <p:pic>
        <p:nvPicPr>
          <p:cNvPr id="79" name="Picture 10" descr="SAUDI MINISTRY OF JUSTICE Logo PNG Vector (EPS) Free Download">
            <a:extLst>
              <a:ext uri="{FF2B5EF4-FFF2-40B4-BE49-F238E27FC236}">
                <a16:creationId xmlns:a16="http://schemas.microsoft.com/office/drawing/2014/main" id="{530CDD72-6EB3-5DBA-242D-48E348F3DC6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55303" y="1132803"/>
            <a:ext cx="988534" cy="36905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0" descr="Deutsche Telekom Logo PNG Transparent (1) – Brands Logos">
            <a:extLst>
              <a:ext uri="{FF2B5EF4-FFF2-40B4-BE49-F238E27FC236}">
                <a16:creationId xmlns:a16="http://schemas.microsoft.com/office/drawing/2014/main" id="{2985462A-69E9-2096-594A-5B4361A68D4A}"/>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37192" b="35361"/>
          <a:stretch/>
        </p:blipFill>
        <p:spPr bwMode="auto">
          <a:xfrm>
            <a:off x="9318686" y="1705719"/>
            <a:ext cx="1202942" cy="330164"/>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22">
            <a:extLst>
              <a:ext uri="{FF2B5EF4-FFF2-40B4-BE49-F238E27FC236}">
                <a16:creationId xmlns:a16="http://schemas.microsoft.com/office/drawing/2014/main" id="{0FC110CB-BF9F-408C-9379-A818D6D05E8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44714" y="5177452"/>
            <a:ext cx="560796" cy="327692"/>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4">
            <a:extLst>
              <a:ext uri="{FF2B5EF4-FFF2-40B4-BE49-F238E27FC236}">
                <a16:creationId xmlns:a16="http://schemas.microsoft.com/office/drawing/2014/main" id="{1414B01B-E545-818F-D5F7-143AA8A0724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77008" y="2618822"/>
            <a:ext cx="1145124" cy="293884"/>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8" descr="Edward Jones Logo Black transparent PNG - StickPNG">
            <a:extLst>
              <a:ext uri="{FF2B5EF4-FFF2-40B4-BE49-F238E27FC236}">
                <a16:creationId xmlns:a16="http://schemas.microsoft.com/office/drawing/2014/main" id="{D1C41ACE-7AEB-15E7-E0F3-75A366E94CF7}"/>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31541" b="31541"/>
          <a:stretch/>
        </p:blipFill>
        <p:spPr bwMode="auto">
          <a:xfrm>
            <a:off x="10727148" y="4639766"/>
            <a:ext cx="1244845" cy="238738"/>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32" descr="Verizon Logo transparent PNG - StickPNG">
            <a:extLst>
              <a:ext uri="{FF2B5EF4-FFF2-40B4-BE49-F238E27FC236}">
                <a16:creationId xmlns:a16="http://schemas.microsoft.com/office/drawing/2014/main" id="{5C1FD3F6-2CA4-475E-89E9-476441E2D690}"/>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39762" b="33077"/>
          <a:stretch/>
        </p:blipFill>
        <p:spPr bwMode="auto">
          <a:xfrm>
            <a:off x="10865021" y="5777503"/>
            <a:ext cx="969098" cy="263212"/>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34" descr="Sellafield Ltd Careers">
            <a:extLst>
              <a:ext uri="{FF2B5EF4-FFF2-40B4-BE49-F238E27FC236}">
                <a16:creationId xmlns:a16="http://schemas.microsoft.com/office/drawing/2014/main" id="{6A07C2C9-9C3B-37FE-8572-0E4858DA33C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833211" y="5438220"/>
            <a:ext cx="1032719" cy="19879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38">
            <a:extLst>
              <a:ext uri="{FF2B5EF4-FFF2-40B4-BE49-F238E27FC236}">
                <a16:creationId xmlns:a16="http://schemas.microsoft.com/office/drawing/2014/main" id="{25223501-9CC1-3818-5401-9948BD0C40B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134328" y="3500204"/>
            <a:ext cx="430484" cy="433898"/>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40">
            <a:extLst>
              <a:ext uri="{FF2B5EF4-FFF2-40B4-BE49-F238E27FC236}">
                <a16:creationId xmlns:a16="http://schemas.microsoft.com/office/drawing/2014/main" id="{5DBD79B3-46FD-AD77-5C99-F513C76CC34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634804" y="4009675"/>
            <a:ext cx="570705" cy="370967"/>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46" descr="Booking.com Logo transparent PNG - StickPNG">
            <a:extLst>
              <a:ext uri="{FF2B5EF4-FFF2-40B4-BE49-F238E27FC236}">
                <a16:creationId xmlns:a16="http://schemas.microsoft.com/office/drawing/2014/main" id="{B52DC809-43BA-0F82-98E7-57B1C974212A}"/>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t="38748" b="40316"/>
          <a:stretch/>
        </p:blipFill>
        <p:spPr bwMode="auto">
          <a:xfrm>
            <a:off x="9374200" y="3580395"/>
            <a:ext cx="1091914" cy="228606"/>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50" descr="Download &quot;i Am Currently Fighting A 'david And Goliath' Battle - Lloyds  Banking Group Logo PNG Image with No Background - PNGkey.com">
            <a:extLst>
              <a:ext uri="{FF2B5EF4-FFF2-40B4-BE49-F238E27FC236}">
                <a16:creationId xmlns:a16="http://schemas.microsoft.com/office/drawing/2014/main" id="{3A277939-0259-179E-B5EB-AC4EB838810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876874" y="4074590"/>
            <a:ext cx="945393" cy="424688"/>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52" descr="Societe Generale Logo - Société Générale">
            <a:extLst>
              <a:ext uri="{FF2B5EF4-FFF2-40B4-BE49-F238E27FC236}">
                <a16:creationId xmlns:a16="http://schemas.microsoft.com/office/drawing/2014/main" id="{CB484927-6F10-DE20-F220-ECC1211EED9E}"/>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t="37360" b="38299"/>
          <a:stretch/>
        </p:blipFill>
        <p:spPr bwMode="auto">
          <a:xfrm>
            <a:off x="10777009" y="5018992"/>
            <a:ext cx="1145123" cy="278741"/>
          </a:xfrm>
          <a:prstGeom prst="rect">
            <a:avLst/>
          </a:prstGeom>
          <a:noFill/>
          <a:extLst>
            <a:ext uri="{909E8E84-426E-40DD-AFC4-6F175D3DCCD1}">
              <a14:hiddenFill xmlns:a14="http://schemas.microsoft.com/office/drawing/2010/main">
                <a:solidFill>
                  <a:srgbClr val="FFFFFF"/>
                </a:solidFill>
              </a14:hiddenFill>
            </a:ext>
          </a:extLst>
        </p:spPr>
      </p:pic>
      <p:grpSp>
        <p:nvGrpSpPr>
          <p:cNvPr id="105" name="Group 104">
            <a:extLst>
              <a:ext uri="{FF2B5EF4-FFF2-40B4-BE49-F238E27FC236}">
                <a16:creationId xmlns:a16="http://schemas.microsoft.com/office/drawing/2014/main" id="{393B342E-2D03-62CB-3241-A3D60A27300D}"/>
              </a:ext>
            </a:extLst>
          </p:cNvPr>
          <p:cNvGrpSpPr/>
          <p:nvPr/>
        </p:nvGrpSpPr>
        <p:grpSpPr>
          <a:xfrm>
            <a:off x="10745937" y="3053194"/>
            <a:ext cx="1207266" cy="306522"/>
            <a:chOff x="10749234" y="3085722"/>
            <a:chExt cx="1331646" cy="338103"/>
          </a:xfrm>
        </p:grpSpPr>
        <p:pic>
          <p:nvPicPr>
            <p:cNvPr id="87" name="Picture 36" descr="HM Revenue and Customs - Wikipedia">
              <a:extLst>
                <a:ext uri="{FF2B5EF4-FFF2-40B4-BE49-F238E27FC236}">
                  <a16:creationId xmlns:a16="http://schemas.microsoft.com/office/drawing/2014/main" id="{FD2B9E65-ECB6-B388-F22A-80EF6B8BBB2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749234" y="3085722"/>
              <a:ext cx="564447" cy="336786"/>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58" descr="Department for Environment, Food and Rural Affairs - Wikipedia">
              <a:extLst>
                <a:ext uri="{FF2B5EF4-FFF2-40B4-BE49-F238E27FC236}">
                  <a16:creationId xmlns:a16="http://schemas.microsoft.com/office/drawing/2014/main" id="{DE23F08F-1BE9-71DD-8634-C1CE07B5F00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424802" y="3087039"/>
              <a:ext cx="656078" cy="33678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 name="Group 103">
            <a:extLst>
              <a:ext uri="{FF2B5EF4-FFF2-40B4-BE49-F238E27FC236}">
                <a16:creationId xmlns:a16="http://schemas.microsoft.com/office/drawing/2014/main" id="{C6B09208-F57E-99F9-EA39-2770CA078788}"/>
              </a:ext>
            </a:extLst>
          </p:cNvPr>
          <p:cNvGrpSpPr/>
          <p:nvPr/>
        </p:nvGrpSpPr>
        <p:grpSpPr>
          <a:xfrm>
            <a:off x="9367082" y="1140669"/>
            <a:ext cx="1135768" cy="364376"/>
            <a:chOff x="9344169" y="1418148"/>
            <a:chExt cx="1418678" cy="455140"/>
          </a:xfrm>
        </p:grpSpPr>
        <p:sp>
          <p:nvSpPr>
            <p:cNvPr id="98" name="Rectangle: Rounded Corners 97">
              <a:extLst>
                <a:ext uri="{FF2B5EF4-FFF2-40B4-BE49-F238E27FC236}">
                  <a16:creationId xmlns:a16="http://schemas.microsoft.com/office/drawing/2014/main" id="{3041A077-A059-714D-FB25-E58FD4503C04}"/>
                </a:ext>
              </a:extLst>
            </p:cNvPr>
            <p:cNvSpPr/>
            <p:nvPr/>
          </p:nvSpPr>
          <p:spPr>
            <a:xfrm>
              <a:off x="9344169" y="1418148"/>
              <a:ext cx="1418678" cy="45514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0" name="Picture 12" descr="New Jersey Courts - Careers">
              <a:extLst>
                <a:ext uri="{FF2B5EF4-FFF2-40B4-BE49-F238E27FC236}">
                  <a16:creationId xmlns:a16="http://schemas.microsoft.com/office/drawing/2014/main" id="{049AC5A0-681C-3868-67C4-5EF854324C7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358978" y="1457704"/>
              <a:ext cx="1389060" cy="3760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3" name="Group 102">
            <a:extLst>
              <a:ext uri="{FF2B5EF4-FFF2-40B4-BE49-F238E27FC236}">
                <a16:creationId xmlns:a16="http://schemas.microsoft.com/office/drawing/2014/main" id="{103D9572-AD08-1E16-D255-CDB76531ABCF}"/>
              </a:ext>
            </a:extLst>
          </p:cNvPr>
          <p:cNvGrpSpPr/>
          <p:nvPr/>
        </p:nvGrpSpPr>
        <p:grpSpPr>
          <a:xfrm>
            <a:off x="9451443" y="4581316"/>
            <a:ext cx="967046" cy="395462"/>
            <a:chOff x="9497019" y="4300067"/>
            <a:chExt cx="1112978" cy="455140"/>
          </a:xfrm>
        </p:grpSpPr>
        <p:sp>
          <p:nvSpPr>
            <p:cNvPr id="99" name="Rectangle: Rounded Corners 98">
              <a:extLst>
                <a:ext uri="{FF2B5EF4-FFF2-40B4-BE49-F238E27FC236}">
                  <a16:creationId xmlns:a16="http://schemas.microsoft.com/office/drawing/2014/main" id="{E2378809-91A6-135D-AD6A-42C790308578}"/>
                </a:ext>
              </a:extLst>
            </p:cNvPr>
            <p:cNvSpPr/>
            <p:nvPr/>
          </p:nvSpPr>
          <p:spPr>
            <a:xfrm>
              <a:off x="9497019" y="4300067"/>
              <a:ext cx="1112978" cy="45514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94" name="Picture 56" descr="Royal Bank of Scotland - Gordon Ferguson and Co. Accountants">
              <a:extLst>
                <a:ext uri="{FF2B5EF4-FFF2-40B4-BE49-F238E27FC236}">
                  <a16:creationId xmlns:a16="http://schemas.microsoft.com/office/drawing/2014/main" id="{9E5FBA13-8B38-B815-DDED-DCEF02A575C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636138" y="4347545"/>
              <a:ext cx="834740" cy="3562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2" name="Group 101">
            <a:extLst>
              <a:ext uri="{FF2B5EF4-FFF2-40B4-BE49-F238E27FC236}">
                <a16:creationId xmlns:a16="http://schemas.microsoft.com/office/drawing/2014/main" id="{BB3FE05D-B8A5-6EB9-A3D0-AAA2A0375786}"/>
              </a:ext>
            </a:extLst>
          </p:cNvPr>
          <p:cNvGrpSpPr/>
          <p:nvPr/>
        </p:nvGrpSpPr>
        <p:grpSpPr>
          <a:xfrm>
            <a:off x="9481983" y="5705816"/>
            <a:ext cx="893416" cy="365352"/>
            <a:chOff x="9490744" y="5351449"/>
            <a:chExt cx="1112978" cy="455140"/>
          </a:xfrm>
        </p:grpSpPr>
        <p:sp>
          <p:nvSpPr>
            <p:cNvPr id="101" name="Rectangle: Rounded Corners 100">
              <a:extLst>
                <a:ext uri="{FF2B5EF4-FFF2-40B4-BE49-F238E27FC236}">
                  <a16:creationId xmlns:a16="http://schemas.microsoft.com/office/drawing/2014/main" id="{497DD76E-A802-4950-7890-599A7810BB74}"/>
                </a:ext>
              </a:extLst>
            </p:cNvPr>
            <p:cNvSpPr/>
            <p:nvPr/>
          </p:nvSpPr>
          <p:spPr>
            <a:xfrm>
              <a:off x="9490744" y="5351449"/>
              <a:ext cx="1112978" cy="45514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90" name="Picture 89">
              <a:extLst>
                <a:ext uri="{FF2B5EF4-FFF2-40B4-BE49-F238E27FC236}">
                  <a16:creationId xmlns:a16="http://schemas.microsoft.com/office/drawing/2014/main" id="{30EBC73E-259B-1242-CA3D-6F6F2477B6A4}"/>
                </a:ext>
              </a:extLst>
            </p:cNvPr>
            <p:cNvPicPr>
              <a:picLocks noChangeAspect="1"/>
            </p:cNvPicPr>
            <p:nvPr/>
          </p:nvPicPr>
          <p:blipFill>
            <a:blip r:embed="rId23"/>
            <a:stretch>
              <a:fillRect/>
            </a:stretch>
          </p:blipFill>
          <p:spPr>
            <a:xfrm>
              <a:off x="9583458" y="5413207"/>
              <a:ext cx="910483" cy="359401"/>
            </a:xfrm>
            <a:prstGeom prst="rect">
              <a:avLst/>
            </a:prstGeom>
          </p:spPr>
        </p:pic>
      </p:grpSp>
      <p:sp>
        <p:nvSpPr>
          <p:cNvPr id="37" name="Text Placeholder 36">
            <a:extLst>
              <a:ext uri="{FF2B5EF4-FFF2-40B4-BE49-F238E27FC236}">
                <a16:creationId xmlns:a16="http://schemas.microsoft.com/office/drawing/2014/main" id="{820A6B68-9163-A571-8A05-B738F1B10153}"/>
              </a:ext>
            </a:extLst>
          </p:cNvPr>
          <p:cNvSpPr>
            <a:spLocks noGrp="1"/>
          </p:cNvSpPr>
          <p:nvPr>
            <p:ph type="body" sz="quarter" idx="11"/>
          </p:nvPr>
        </p:nvSpPr>
        <p:spPr>
          <a:xfrm>
            <a:off x="240394" y="247030"/>
            <a:ext cx="10745106" cy="523220"/>
          </a:xfrm>
        </p:spPr>
        <p:txBody>
          <a:bodyPr/>
          <a:lstStyle/>
          <a:p>
            <a:r>
              <a:rPr lang="pt-BR"/>
              <a:t>COMPANY SNAPSHOT</a:t>
            </a:r>
            <a:endParaRPr lang="en-ID"/>
          </a:p>
        </p:txBody>
      </p:sp>
      <p:sp>
        <p:nvSpPr>
          <p:cNvPr id="54" name="Text Placeholder 53">
            <a:extLst>
              <a:ext uri="{FF2B5EF4-FFF2-40B4-BE49-F238E27FC236}">
                <a16:creationId xmlns:a16="http://schemas.microsoft.com/office/drawing/2014/main" id="{7085176A-0B21-F40A-077C-5B8B32143C52}"/>
              </a:ext>
            </a:extLst>
          </p:cNvPr>
          <p:cNvSpPr>
            <a:spLocks noGrp="1"/>
          </p:cNvSpPr>
          <p:nvPr>
            <p:ph type="body" sz="quarter" idx="13"/>
          </p:nvPr>
        </p:nvSpPr>
        <p:spPr>
          <a:xfrm>
            <a:off x="1092200" y="839788"/>
            <a:ext cx="3098800" cy="1536700"/>
          </a:xfrm>
        </p:spPr>
        <p:txBody>
          <a:bodyPr>
            <a:normAutofit/>
          </a:bodyPr>
          <a:lstStyle/>
          <a:p>
            <a:r>
              <a:rPr lang="en-US"/>
              <a:t>A consultancy-led digital transformation solution provider </a:t>
            </a:r>
          </a:p>
          <a:p>
            <a:r>
              <a:rPr lang="en-US"/>
              <a:t>UK headquarters with international footprint</a:t>
            </a:r>
          </a:p>
          <a:p>
            <a:r>
              <a:rPr lang="en-US"/>
              <a:t>Pega Specialized Delivery Partner with 4 Pega Marketplace Solutions</a:t>
            </a:r>
          </a:p>
        </p:txBody>
      </p:sp>
      <p:sp>
        <p:nvSpPr>
          <p:cNvPr id="55" name="Text Placeholder 54">
            <a:extLst>
              <a:ext uri="{FF2B5EF4-FFF2-40B4-BE49-F238E27FC236}">
                <a16:creationId xmlns:a16="http://schemas.microsoft.com/office/drawing/2014/main" id="{F98FD13C-9837-2D5A-FB13-01BFB4486284}"/>
              </a:ext>
            </a:extLst>
          </p:cNvPr>
          <p:cNvSpPr>
            <a:spLocks noGrp="1"/>
          </p:cNvSpPr>
          <p:nvPr>
            <p:ph type="body" sz="quarter" idx="14"/>
          </p:nvPr>
        </p:nvSpPr>
        <p:spPr>
          <a:xfrm>
            <a:off x="1092200" y="2513013"/>
            <a:ext cx="3098800" cy="1306512"/>
          </a:xfrm>
        </p:spPr>
        <p:txBody>
          <a:bodyPr/>
          <a:lstStyle/>
          <a:p>
            <a:r>
              <a:rPr lang="en-US"/>
              <a:t>Deep Domain Expertise in Judiciary Domain – Ministry of Justice (MoJ) Saudi Arabia and New Jersey Courts</a:t>
            </a:r>
          </a:p>
          <a:p>
            <a:r>
              <a:rPr lang="en-US"/>
              <a:t>Legal &amp; Justice Framework, upcoming Pega Marketplace Solution</a:t>
            </a:r>
          </a:p>
        </p:txBody>
      </p:sp>
      <p:sp>
        <p:nvSpPr>
          <p:cNvPr id="56" name="Text Placeholder 55">
            <a:extLst>
              <a:ext uri="{FF2B5EF4-FFF2-40B4-BE49-F238E27FC236}">
                <a16:creationId xmlns:a16="http://schemas.microsoft.com/office/drawing/2014/main" id="{002ABE67-E63C-58F3-30F5-95D8E94F177C}"/>
              </a:ext>
            </a:extLst>
          </p:cNvPr>
          <p:cNvSpPr>
            <a:spLocks noGrp="1"/>
          </p:cNvSpPr>
          <p:nvPr>
            <p:ph type="body" sz="quarter" idx="15"/>
          </p:nvPr>
        </p:nvSpPr>
        <p:spPr>
          <a:xfrm>
            <a:off x="1092200" y="3956050"/>
            <a:ext cx="3446463" cy="1074738"/>
          </a:xfrm>
        </p:spPr>
        <p:txBody>
          <a:bodyPr>
            <a:normAutofit/>
          </a:bodyPr>
          <a:lstStyle/>
          <a:p>
            <a:r>
              <a:rPr lang="en-US"/>
              <a:t>Pega Cloud Migration experts with first ever Pega Private Cloud on Azure with Kubernetes</a:t>
            </a:r>
          </a:p>
          <a:p>
            <a:r>
              <a:rPr lang="en-US"/>
              <a:t>Pega Modernization expertise with special emphasis on latest constellation architecture</a:t>
            </a:r>
          </a:p>
        </p:txBody>
      </p:sp>
      <p:sp>
        <p:nvSpPr>
          <p:cNvPr id="57" name="Text Placeholder 56">
            <a:extLst>
              <a:ext uri="{FF2B5EF4-FFF2-40B4-BE49-F238E27FC236}">
                <a16:creationId xmlns:a16="http://schemas.microsoft.com/office/drawing/2014/main" id="{D086494A-4DD2-694A-3858-A0C14FDCCD33}"/>
              </a:ext>
            </a:extLst>
          </p:cNvPr>
          <p:cNvSpPr>
            <a:spLocks noGrp="1"/>
          </p:cNvSpPr>
          <p:nvPr>
            <p:ph type="body" sz="quarter" idx="16"/>
          </p:nvPr>
        </p:nvSpPr>
        <p:spPr>
          <a:xfrm>
            <a:off x="5392738" y="839788"/>
            <a:ext cx="3446462" cy="1382712"/>
          </a:xfrm>
        </p:spPr>
        <p:txBody>
          <a:bodyPr>
            <a:normAutofit/>
          </a:bodyPr>
          <a:lstStyle/>
          <a:p>
            <a:r>
              <a:rPr lang="en-US"/>
              <a:t>100+ Members Global Team</a:t>
            </a:r>
          </a:p>
          <a:p>
            <a:r>
              <a:rPr lang="en-US"/>
              <a:t>65+ Pega Certified Consultants</a:t>
            </a:r>
          </a:p>
          <a:p>
            <a:r>
              <a:rPr lang="en-US"/>
              <a:t>7+ Lead System Architects</a:t>
            </a:r>
          </a:p>
          <a:p>
            <a:r>
              <a:rPr lang="en-US"/>
              <a:t>50+ Senior System Architects</a:t>
            </a:r>
          </a:p>
          <a:p>
            <a:r>
              <a:rPr lang="en-US"/>
              <a:t>12+ Lead Business Architects</a:t>
            </a:r>
          </a:p>
        </p:txBody>
      </p:sp>
      <p:sp>
        <p:nvSpPr>
          <p:cNvPr id="58" name="Text Placeholder 57">
            <a:extLst>
              <a:ext uri="{FF2B5EF4-FFF2-40B4-BE49-F238E27FC236}">
                <a16:creationId xmlns:a16="http://schemas.microsoft.com/office/drawing/2014/main" id="{4C5FDAF3-E6E3-17A9-0C14-0D9FC304CD37}"/>
              </a:ext>
            </a:extLst>
          </p:cNvPr>
          <p:cNvSpPr>
            <a:spLocks noGrp="1"/>
          </p:cNvSpPr>
          <p:nvPr>
            <p:ph type="body" sz="quarter" idx="17"/>
          </p:nvPr>
        </p:nvSpPr>
        <p:spPr>
          <a:xfrm>
            <a:off x="5392738" y="2516188"/>
            <a:ext cx="3243262" cy="1071562"/>
          </a:xfrm>
        </p:spPr>
        <p:txBody>
          <a:bodyPr/>
          <a:lstStyle/>
          <a:p>
            <a:r>
              <a:rPr lang="en-US"/>
              <a:t>G-Cloud 13 Accreditation</a:t>
            </a:r>
          </a:p>
          <a:p>
            <a:r>
              <a:rPr lang="en-US"/>
              <a:t>Extensive Public Services experience with deep Financial Services, Insurance, Telecommunications expertise</a:t>
            </a:r>
          </a:p>
        </p:txBody>
      </p:sp>
      <p:sp>
        <p:nvSpPr>
          <p:cNvPr id="59" name="Text Placeholder 58">
            <a:extLst>
              <a:ext uri="{FF2B5EF4-FFF2-40B4-BE49-F238E27FC236}">
                <a16:creationId xmlns:a16="http://schemas.microsoft.com/office/drawing/2014/main" id="{09AC01E5-7C87-5E95-B388-569192D29359}"/>
              </a:ext>
            </a:extLst>
          </p:cNvPr>
          <p:cNvSpPr>
            <a:spLocks noGrp="1"/>
          </p:cNvSpPr>
          <p:nvPr>
            <p:ph type="body" sz="quarter" idx="18"/>
          </p:nvPr>
        </p:nvSpPr>
        <p:spPr>
          <a:xfrm>
            <a:off x="5392738" y="3956050"/>
            <a:ext cx="3446462" cy="1304925"/>
          </a:xfrm>
        </p:spPr>
        <p:txBody>
          <a:bodyPr>
            <a:normAutofit/>
          </a:bodyPr>
          <a:lstStyle/>
          <a:p>
            <a:r>
              <a:rPr lang="en-US"/>
              <a:t>Experts in establishing / running Centre of Excellence (CoE) </a:t>
            </a:r>
          </a:p>
          <a:p>
            <a:r>
              <a:rPr lang="en-US"/>
              <a:t>Authorized Training Partner, with special emphasis on Co-creation and enablement</a:t>
            </a:r>
          </a:p>
          <a:p>
            <a:r>
              <a:rPr lang="en-US"/>
              <a:t>Pega University Program in India</a:t>
            </a:r>
          </a:p>
        </p:txBody>
      </p:sp>
      <p:pic>
        <p:nvPicPr>
          <p:cNvPr id="66" name="Picture Placeholder 65" descr="Logo, company name&#10;&#10;Description automatically generated">
            <a:extLst>
              <a:ext uri="{FF2B5EF4-FFF2-40B4-BE49-F238E27FC236}">
                <a16:creationId xmlns:a16="http://schemas.microsoft.com/office/drawing/2014/main" id="{BC5F8FA7-0426-F19C-394F-412D430EE0E1}"/>
              </a:ext>
            </a:extLst>
          </p:cNvPr>
          <p:cNvPicPr>
            <a:picLocks noGrp="1" noChangeAspect="1"/>
          </p:cNvPicPr>
          <p:nvPr>
            <p:ph type="pic" sz="quarter" idx="12"/>
          </p:nvPr>
        </p:nvPicPr>
        <p:blipFill rotWithShape="1">
          <a:blip r:embed="rId24" cstate="screen">
            <a:extLst>
              <a:ext uri="{28A0092B-C50C-407E-A947-70E740481C1C}">
                <a14:useLocalDpi xmlns:a14="http://schemas.microsoft.com/office/drawing/2010/main" val="0"/>
              </a:ext>
            </a:extLst>
          </a:blip>
          <a:srcRect t="-878" b="24026"/>
          <a:stretch/>
        </p:blipFill>
        <p:spPr>
          <a:xfrm>
            <a:off x="371475" y="5541963"/>
            <a:ext cx="644525" cy="555625"/>
          </a:xfrm>
        </p:spPr>
      </p:pic>
      <p:pic>
        <p:nvPicPr>
          <p:cNvPr id="67" name="Picture Placeholder 66" descr="Logo&#10;&#10;Description automatically generated">
            <a:extLst>
              <a:ext uri="{FF2B5EF4-FFF2-40B4-BE49-F238E27FC236}">
                <a16:creationId xmlns:a16="http://schemas.microsoft.com/office/drawing/2014/main" id="{D763C3B3-5BD8-BB54-8F1F-E039D6C0B01D}"/>
              </a:ext>
            </a:extLst>
          </p:cNvPr>
          <p:cNvPicPr>
            <a:picLocks noGrp="1" noChangeAspect="1"/>
          </p:cNvPicPr>
          <p:nvPr>
            <p:ph type="pic" sz="quarter" idx="19"/>
          </p:nvPr>
        </p:nvPicPr>
        <p:blipFill rotWithShape="1">
          <a:blip r:embed="rId25" cstate="screen">
            <a:extLst>
              <a:ext uri="{28A0092B-C50C-407E-A947-70E740481C1C}">
                <a14:useLocalDpi xmlns:a14="http://schemas.microsoft.com/office/drawing/2010/main" val="0"/>
              </a:ext>
            </a:extLst>
          </a:blip>
          <a:srcRect b="24906"/>
          <a:stretch/>
        </p:blipFill>
        <p:spPr>
          <a:xfrm>
            <a:off x="1895475" y="5548313"/>
            <a:ext cx="644525" cy="542925"/>
          </a:xfrm>
        </p:spPr>
      </p:pic>
      <p:pic>
        <p:nvPicPr>
          <p:cNvPr id="68" name="Picture Placeholder 67" descr="A picture containing logo&#10;&#10;Description automatically generated">
            <a:extLst>
              <a:ext uri="{FF2B5EF4-FFF2-40B4-BE49-F238E27FC236}">
                <a16:creationId xmlns:a16="http://schemas.microsoft.com/office/drawing/2014/main" id="{C183E034-3A7E-221A-9350-38C4EE76F9C7}"/>
              </a:ext>
            </a:extLst>
          </p:cNvPr>
          <p:cNvPicPr>
            <a:picLocks noGrp="1" noChangeAspect="1"/>
          </p:cNvPicPr>
          <p:nvPr>
            <p:ph type="pic" sz="quarter" idx="20"/>
          </p:nvPr>
        </p:nvPicPr>
        <p:blipFill rotWithShape="1">
          <a:blip r:embed="rId26" cstate="screen">
            <a:extLst>
              <a:ext uri="{28A0092B-C50C-407E-A947-70E740481C1C}">
                <a14:useLocalDpi xmlns:a14="http://schemas.microsoft.com/office/drawing/2010/main" val="0"/>
              </a:ext>
            </a:extLst>
          </a:blip>
          <a:srcRect t="-123" b="24589"/>
          <a:stretch/>
        </p:blipFill>
        <p:spPr>
          <a:xfrm>
            <a:off x="3419475" y="5546725"/>
            <a:ext cx="644525" cy="546100"/>
          </a:xfrm>
        </p:spPr>
      </p:pic>
      <p:pic>
        <p:nvPicPr>
          <p:cNvPr id="69" name="Picture Placeholder 68" descr="A picture containing diagram&#10;&#10;Description automatically generated">
            <a:extLst>
              <a:ext uri="{FF2B5EF4-FFF2-40B4-BE49-F238E27FC236}">
                <a16:creationId xmlns:a16="http://schemas.microsoft.com/office/drawing/2014/main" id="{F71F7E4A-50DF-DA1C-6844-700534394FE5}"/>
              </a:ext>
            </a:extLst>
          </p:cNvPr>
          <p:cNvPicPr>
            <a:picLocks noGrp="1" noChangeAspect="1"/>
          </p:cNvPicPr>
          <p:nvPr>
            <p:ph type="pic" sz="quarter" idx="21"/>
          </p:nvPr>
        </p:nvPicPr>
        <p:blipFill rotWithShape="1">
          <a:blip r:embed="rId27" cstate="screen">
            <a:extLst>
              <a:ext uri="{28A0092B-C50C-407E-A947-70E740481C1C}">
                <a14:useLocalDpi xmlns:a14="http://schemas.microsoft.com/office/drawing/2010/main" val="0"/>
              </a:ext>
            </a:extLst>
          </a:blip>
          <a:srcRect t="-2015" b="24257"/>
          <a:stretch/>
        </p:blipFill>
        <p:spPr>
          <a:xfrm>
            <a:off x="4941888" y="5538788"/>
            <a:ext cx="646112" cy="563562"/>
          </a:xfrm>
        </p:spPr>
      </p:pic>
      <p:pic>
        <p:nvPicPr>
          <p:cNvPr id="70" name="Picture Placeholder 69" descr="Icon&#10;&#10;Description automatically generated">
            <a:extLst>
              <a:ext uri="{FF2B5EF4-FFF2-40B4-BE49-F238E27FC236}">
                <a16:creationId xmlns:a16="http://schemas.microsoft.com/office/drawing/2014/main" id="{78592FA4-CE66-2248-0351-9D896500F0F6}"/>
              </a:ext>
            </a:extLst>
          </p:cNvPr>
          <p:cNvPicPr>
            <a:picLocks noGrp="1" noChangeAspect="1"/>
          </p:cNvPicPr>
          <p:nvPr>
            <p:ph type="pic" sz="quarter" idx="22"/>
          </p:nvPr>
        </p:nvPicPr>
        <p:blipFill rotWithShape="1">
          <a:blip r:embed="rId28" cstate="screen">
            <a:extLst>
              <a:ext uri="{28A0092B-C50C-407E-A947-70E740481C1C}">
                <a14:useLocalDpi xmlns:a14="http://schemas.microsoft.com/office/drawing/2010/main" val="0"/>
              </a:ext>
            </a:extLst>
          </a:blip>
          <a:srcRect l="2890" t="-1213" r="2890" b="24028"/>
          <a:stretch/>
        </p:blipFill>
        <p:spPr>
          <a:xfrm>
            <a:off x="6465888" y="5522913"/>
            <a:ext cx="646112" cy="593725"/>
          </a:xfrm>
        </p:spPr>
      </p:pic>
      <p:pic>
        <p:nvPicPr>
          <p:cNvPr id="71" name="Picture Placeholder 70" descr="Logo, icon&#10;&#10;Description automatically generated">
            <a:extLst>
              <a:ext uri="{FF2B5EF4-FFF2-40B4-BE49-F238E27FC236}">
                <a16:creationId xmlns:a16="http://schemas.microsoft.com/office/drawing/2014/main" id="{152FAEC1-80D6-05EB-B47F-E08E6A67CBB0}"/>
              </a:ext>
            </a:extLst>
          </p:cNvPr>
          <p:cNvPicPr>
            <a:picLocks noGrp="1" noChangeAspect="1"/>
          </p:cNvPicPr>
          <p:nvPr>
            <p:ph type="pic" sz="quarter" idx="23"/>
          </p:nvPr>
        </p:nvPicPr>
        <p:blipFill rotWithShape="1">
          <a:blip r:embed="rId29" cstate="screen">
            <a:extLst>
              <a:ext uri="{28A0092B-C50C-407E-A947-70E740481C1C}">
                <a14:useLocalDpi xmlns:a14="http://schemas.microsoft.com/office/drawing/2010/main" val="0"/>
              </a:ext>
            </a:extLst>
          </a:blip>
          <a:srcRect l="1344" t="-1567" r="3003" b="24884"/>
          <a:stretch/>
        </p:blipFill>
        <p:spPr>
          <a:xfrm>
            <a:off x="7989888" y="5529263"/>
            <a:ext cx="646112" cy="581025"/>
          </a:xfrm>
        </p:spPr>
      </p:pic>
      <p:cxnSp>
        <p:nvCxnSpPr>
          <p:cNvPr id="45" name="Straight Arrow Connector 44">
            <a:extLst>
              <a:ext uri="{FF2B5EF4-FFF2-40B4-BE49-F238E27FC236}">
                <a16:creationId xmlns:a16="http://schemas.microsoft.com/office/drawing/2014/main" id="{E442FE72-C1EA-B832-8DAB-75F407E03E6F}"/>
              </a:ext>
            </a:extLst>
          </p:cNvPr>
          <p:cNvCxnSpPr>
            <a:cxnSpLocks/>
          </p:cNvCxnSpPr>
          <p:nvPr/>
        </p:nvCxnSpPr>
        <p:spPr>
          <a:xfrm>
            <a:off x="889148" y="986150"/>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FF26175-FD94-D4B3-94F5-42A129750590}"/>
              </a:ext>
            </a:extLst>
          </p:cNvPr>
          <p:cNvCxnSpPr>
            <a:cxnSpLocks/>
          </p:cNvCxnSpPr>
          <p:nvPr/>
        </p:nvCxnSpPr>
        <p:spPr>
          <a:xfrm>
            <a:off x="889148" y="1494150"/>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BD8CC92E-6B4F-FD79-D203-DB0574B888B7}"/>
              </a:ext>
            </a:extLst>
          </p:cNvPr>
          <p:cNvCxnSpPr>
            <a:cxnSpLocks/>
          </p:cNvCxnSpPr>
          <p:nvPr/>
        </p:nvCxnSpPr>
        <p:spPr>
          <a:xfrm>
            <a:off x="889148" y="1983620"/>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44D0CA7-536E-6960-8713-A767F7A1AA63}"/>
              </a:ext>
            </a:extLst>
          </p:cNvPr>
          <p:cNvCxnSpPr>
            <a:cxnSpLocks/>
          </p:cNvCxnSpPr>
          <p:nvPr/>
        </p:nvCxnSpPr>
        <p:spPr>
          <a:xfrm>
            <a:off x="889148" y="2688470"/>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79961094-9A80-740A-D854-FA1B8D7969AC}"/>
              </a:ext>
            </a:extLst>
          </p:cNvPr>
          <p:cNvCxnSpPr>
            <a:cxnSpLocks/>
          </p:cNvCxnSpPr>
          <p:nvPr/>
        </p:nvCxnSpPr>
        <p:spPr>
          <a:xfrm>
            <a:off x="889148" y="3396593"/>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E183709-061C-19FF-DCAE-3B14E5783317}"/>
              </a:ext>
            </a:extLst>
          </p:cNvPr>
          <p:cNvCxnSpPr>
            <a:cxnSpLocks/>
          </p:cNvCxnSpPr>
          <p:nvPr/>
        </p:nvCxnSpPr>
        <p:spPr>
          <a:xfrm>
            <a:off x="889148" y="4122771"/>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6E474E5F-95DE-70E2-1426-915285D09758}"/>
              </a:ext>
            </a:extLst>
          </p:cNvPr>
          <p:cNvCxnSpPr>
            <a:cxnSpLocks/>
          </p:cNvCxnSpPr>
          <p:nvPr/>
        </p:nvCxnSpPr>
        <p:spPr>
          <a:xfrm>
            <a:off x="889148" y="4612526"/>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2EDF208C-49AE-2D7F-7FB1-A0C7F1E6343E}"/>
              </a:ext>
            </a:extLst>
          </p:cNvPr>
          <p:cNvCxnSpPr>
            <a:cxnSpLocks/>
          </p:cNvCxnSpPr>
          <p:nvPr/>
        </p:nvCxnSpPr>
        <p:spPr>
          <a:xfrm>
            <a:off x="5210078" y="1005198"/>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3306207E-1BB7-E158-FCAE-1B9420FBD2F9}"/>
              </a:ext>
            </a:extLst>
          </p:cNvPr>
          <p:cNvCxnSpPr>
            <a:cxnSpLocks/>
          </p:cNvCxnSpPr>
          <p:nvPr/>
        </p:nvCxnSpPr>
        <p:spPr>
          <a:xfrm>
            <a:off x="5210078" y="1267639"/>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97D3F2F5-C17F-ADF1-DDA5-72E7DCCD62F0}"/>
              </a:ext>
            </a:extLst>
          </p:cNvPr>
          <p:cNvCxnSpPr>
            <a:cxnSpLocks/>
          </p:cNvCxnSpPr>
          <p:nvPr/>
        </p:nvCxnSpPr>
        <p:spPr>
          <a:xfrm>
            <a:off x="5210078" y="1533243"/>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F47E84E2-3DF0-DA1E-8B32-10FCE3DA9472}"/>
              </a:ext>
            </a:extLst>
          </p:cNvPr>
          <p:cNvCxnSpPr>
            <a:cxnSpLocks/>
          </p:cNvCxnSpPr>
          <p:nvPr/>
        </p:nvCxnSpPr>
        <p:spPr>
          <a:xfrm>
            <a:off x="5210078" y="1794085"/>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9C9CCEE8-569A-52CD-70AD-6E7716EC8FF6}"/>
              </a:ext>
            </a:extLst>
          </p:cNvPr>
          <p:cNvCxnSpPr>
            <a:cxnSpLocks/>
          </p:cNvCxnSpPr>
          <p:nvPr/>
        </p:nvCxnSpPr>
        <p:spPr>
          <a:xfrm>
            <a:off x="5210078" y="2073976"/>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661B5504-1914-070F-01AD-280BE602F9C7}"/>
              </a:ext>
            </a:extLst>
          </p:cNvPr>
          <p:cNvCxnSpPr>
            <a:cxnSpLocks/>
          </p:cNvCxnSpPr>
          <p:nvPr/>
        </p:nvCxnSpPr>
        <p:spPr>
          <a:xfrm>
            <a:off x="5210078" y="2681327"/>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8DC77613-EC25-9E0C-CA7E-E48C80917E64}"/>
              </a:ext>
            </a:extLst>
          </p:cNvPr>
          <p:cNvCxnSpPr>
            <a:cxnSpLocks/>
          </p:cNvCxnSpPr>
          <p:nvPr/>
        </p:nvCxnSpPr>
        <p:spPr>
          <a:xfrm>
            <a:off x="5210078" y="2944428"/>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064B9A2B-EDC8-34FF-1F7C-FE8B7C2581A6}"/>
              </a:ext>
            </a:extLst>
          </p:cNvPr>
          <p:cNvCxnSpPr>
            <a:cxnSpLocks/>
          </p:cNvCxnSpPr>
          <p:nvPr/>
        </p:nvCxnSpPr>
        <p:spPr>
          <a:xfrm>
            <a:off x="5210078" y="4113188"/>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576DE5E3-F057-B2A3-2143-6F95C501BBC0}"/>
              </a:ext>
            </a:extLst>
          </p:cNvPr>
          <p:cNvCxnSpPr>
            <a:cxnSpLocks/>
          </p:cNvCxnSpPr>
          <p:nvPr/>
        </p:nvCxnSpPr>
        <p:spPr>
          <a:xfrm>
            <a:off x="5210078" y="4602943"/>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268A55C9-6790-D990-7548-3BC70AD09BD4}"/>
              </a:ext>
            </a:extLst>
          </p:cNvPr>
          <p:cNvCxnSpPr>
            <a:cxnSpLocks/>
          </p:cNvCxnSpPr>
          <p:nvPr/>
        </p:nvCxnSpPr>
        <p:spPr>
          <a:xfrm>
            <a:off x="5210078" y="5091099"/>
            <a:ext cx="143669" cy="0"/>
          </a:xfrm>
          <a:prstGeom prst="straightConnector1">
            <a:avLst/>
          </a:prstGeom>
          <a:ln w="15875">
            <a:solidFill>
              <a:schemeClr val="accent1"/>
            </a:solidFill>
            <a:tailEnd type="arrow"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4534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8DED9245-1265-B203-026B-CD3DDA428E74}"/>
              </a:ext>
            </a:extLst>
          </p:cNvPr>
          <p:cNvSpPr/>
          <p:nvPr/>
        </p:nvSpPr>
        <p:spPr>
          <a:xfrm rot="10800000" flipV="1">
            <a:off x="614302" y="2586846"/>
            <a:ext cx="2958999" cy="663348"/>
          </a:xfrm>
          <a:prstGeom prst="roundRect">
            <a:avLst>
              <a:gd name="adj" fmla="val 17466"/>
            </a:avLst>
          </a:prstGeom>
          <a:solidFill>
            <a:schemeClr val="bg1"/>
          </a:solidFill>
          <a:ln w="12700">
            <a:solidFill>
              <a:schemeClr val="accent1"/>
            </a:solid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0" name="Rectangle: Rounded Corners 29">
            <a:extLst>
              <a:ext uri="{FF2B5EF4-FFF2-40B4-BE49-F238E27FC236}">
                <a16:creationId xmlns:a16="http://schemas.microsoft.com/office/drawing/2014/main" id="{7071FF42-8A06-ABBB-9B93-BF7C73F62344}"/>
              </a:ext>
            </a:extLst>
          </p:cNvPr>
          <p:cNvSpPr/>
          <p:nvPr/>
        </p:nvSpPr>
        <p:spPr>
          <a:xfrm rot="10800000" flipV="1">
            <a:off x="614302" y="5408947"/>
            <a:ext cx="2958999" cy="663348"/>
          </a:xfrm>
          <a:prstGeom prst="roundRect">
            <a:avLst>
              <a:gd name="adj" fmla="val 17466"/>
            </a:avLst>
          </a:prstGeom>
          <a:solidFill>
            <a:schemeClr val="bg1"/>
          </a:solidFill>
          <a:ln w="12700">
            <a:solidFill>
              <a:schemeClr val="accent3"/>
            </a:solid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8" name="Rectangle: Rounded Corners 27">
            <a:extLst>
              <a:ext uri="{FF2B5EF4-FFF2-40B4-BE49-F238E27FC236}">
                <a16:creationId xmlns:a16="http://schemas.microsoft.com/office/drawing/2014/main" id="{1EA1D096-646A-1AEE-4EDD-F67259466F2A}"/>
              </a:ext>
            </a:extLst>
          </p:cNvPr>
          <p:cNvSpPr/>
          <p:nvPr/>
        </p:nvSpPr>
        <p:spPr>
          <a:xfrm rot="10800000" flipV="1">
            <a:off x="4594245" y="2586847"/>
            <a:ext cx="2958999" cy="663348"/>
          </a:xfrm>
          <a:prstGeom prst="roundRect">
            <a:avLst>
              <a:gd name="adj" fmla="val 20338"/>
            </a:avLst>
          </a:prstGeom>
          <a:solidFill>
            <a:schemeClr val="bg1"/>
          </a:solidFill>
          <a:ln w="12700">
            <a:solidFill>
              <a:schemeClr val="accent2"/>
            </a:solid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1" name="Rectangle: Rounded Corners 30">
            <a:extLst>
              <a:ext uri="{FF2B5EF4-FFF2-40B4-BE49-F238E27FC236}">
                <a16:creationId xmlns:a16="http://schemas.microsoft.com/office/drawing/2014/main" id="{C57DE559-00C0-D624-73EE-D4BD689933CF}"/>
              </a:ext>
            </a:extLst>
          </p:cNvPr>
          <p:cNvSpPr/>
          <p:nvPr/>
        </p:nvSpPr>
        <p:spPr>
          <a:xfrm rot="10800000" flipV="1">
            <a:off x="4594245" y="5408947"/>
            <a:ext cx="2958999" cy="663348"/>
          </a:xfrm>
          <a:prstGeom prst="roundRect">
            <a:avLst>
              <a:gd name="adj" fmla="val 17466"/>
            </a:avLst>
          </a:prstGeom>
          <a:solidFill>
            <a:schemeClr val="bg1"/>
          </a:solidFill>
          <a:ln w="12700">
            <a:solidFill>
              <a:schemeClr val="accent1"/>
            </a:solid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Rectangle: Rounded Corners 28">
            <a:extLst>
              <a:ext uri="{FF2B5EF4-FFF2-40B4-BE49-F238E27FC236}">
                <a16:creationId xmlns:a16="http://schemas.microsoft.com/office/drawing/2014/main" id="{C6496FEA-3123-5CDB-07CA-DC0F04011481}"/>
              </a:ext>
            </a:extLst>
          </p:cNvPr>
          <p:cNvSpPr/>
          <p:nvPr/>
        </p:nvSpPr>
        <p:spPr>
          <a:xfrm rot="10800000" flipV="1">
            <a:off x="8574187" y="2586847"/>
            <a:ext cx="3048423" cy="663348"/>
          </a:xfrm>
          <a:prstGeom prst="roundRect">
            <a:avLst>
              <a:gd name="adj" fmla="val 18902"/>
            </a:avLst>
          </a:prstGeom>
          <a:solidFill>
            <a:schemeClr val="bg1"/>
          </a:solidFill>
          <a:ln w="12700">
            <a:solidFill>
              <a:schemeClr val="accent3"/>
            </a:solid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2" name="Rectangle: Rounded Corners 31">
            <a:extLst>
              <a:ext uri="{FF2B5EF4-FFF2-40B4-BE49-F238E27FC236}">
                <a16:creationId xmlns:a16="http://schemas.microsoft.com/office/drawing/2014/main" id="{1546A8A1-B923-9A0C-3356-46F5268CE542}"/>
              </a:ext>
            </a:extLst>
          </p:cNvPr>
          <p:cNvSpPr/>
          <p:nvPr/>
        </p:nvSpPr>
        <p:spPr>
          <a:xfrm rot="10800000" flipV="1">
            <a:off x="8574185" y="5408947"/>
            <a:ext cx="3003512" cy="663348"/>
          </a:xfrm>
          <a:prstGeom prst="roundRect">
            <a:avLst>
              <a:gd name="adj" fmla="val 23210"/>
            </a:avLst>
          </a:prstGeom>
          <a:solidFill>
            <a:schemeClr val="bg1"/>
          </a:solidFill>
          <a:ln w="12700">
            <a:solidFill>
              <a:schemeClr val="accent2"/>
            </a:solidFill>
          </a:ln>
          <a:effectLst>
            <a:outerShdw blurRad="2667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5" name="Text Placeholder 194">
            <a:extLst>
              <a:ext uri="{FF2B5EF4-FFF2-40B4-BE49-F238E27FC236}">
                <a16:creationId xmlns:a16="http://schemas.microsoft.com/office/drawing/2014/main" id="{880CB2E2-4FA3-D5D3-8817-F80545541D9E}"/>
              </a:ext>
            </a:extLst>
          </p:cNvPr>
          <p:cNvSpPr>
            <a:spLocks noGrp="1"/>
          </p:cNvSpPr>
          <p:nvPr>
            <p:ph type="body" sz="quarter" idx="38"/>
          </p:nvPr>
        </p:nvSpPr>
        <p:spPr/>
        <p:txBody>
          <a:bodyPr/>
          <a:lstStyle/>
          <a:p>
            <a:r>
              <a:rPr lang="pt-BR" sz="2800" b="1">
                <a:solidFill>
                  <a:schemeClr val="accent1"/>
                </a:solidFill>
                <a:latin typeface="+mj-lt"/>
              </a:rPr>
              <a:t>OUR LEADERSHIP TEAM</a:t>
            </a:r>
            <a:endParaRPr lang="en-ID" sz="2800" b="1">
              <a:solidFill>
                <a:schemeClr val="accent1"/>
              </a:solidFill>
              <a:latin typeface="+mj-lt"/>
            </a:endParaRPr>
          </a:p>
        </p:txBody>
      </p:sp>
      <p:sp>
        <p:nvSpPr>
          <p:cNvPr id="26" name="Text Placeholder 25">
            <a:extLst>
              <a:ext uri="{FF2B5EF4-FFF2-40B4-BE49-F238E27FC236}">
                <a16:creationId xmlns:a16="http://schemas.microsoft.com/office/drawing/2014/main" id="{6C73E37B-9964-E307-7FFB-2BC3969BF6DE}"/>
              </a:ext>
            </a:extLst>
          </p:cNvPr>
          <p:cNvSpPr>
            <a:spLocks noGrp="1"/>
          </p:cNvSpPr>
          <p:nvPr>
            <p:ph type="body" sz="quarter" idx="20"/>
          </p:nvPr>
        </p:nvSpPr>
        <p:spPr>
          <a:xfrm>
            <a:off x="918533" y="2762781"/>
            <a:ext cx="1997934" cy="311481"/>
          </a:xfrm>
        </p:spPr>
        <p:txBody>
          <a:bodyPr/>
          <a:lstStyle/>
          <a:p>
            <a:r>
              <a:rPr lang="pt-BR"/>
              <a:t>Kailas Lovlekar</a:t>
            </a:r>
          </a:p>
        </p:txBody>
      </p:sp>
      <p:sp>
        <p:nvSpPr>
          <p:cNvPr id="197" name="Text Placeholder 196">
            <a:extLst>
              <a:ext uri="{FF2B5EF4-FFF2-40B4-BE49-F238E27FC236}">
                <a16:creationId xmlns:a16="http://schemas.microsoft.com/office/drawing/2014/main" id="{D503C0D9-6637-8258-8661-8F04BAA3AA70}"/>
              </a:ext>
            </a:extLst>
          </p:cNvPr>
          <p:cNvSpPr>
            <a:spLocks noGrp="1"/>
          </p:cNvSpPr>
          <p:nvPr>
            <p:ph type="body" sz="quarter" idx="40"/>
          </p:nvPr>
        </p:nvSpPr>
        <p:spPr/>
        <p:txBody>
          <a:bodyPr/>
          <a:lstStyle/>
          <a:p>
            <a:r>
              <a:rPr lang="en-US">
                <a:solidFill>
                  <a:schemeClr val="accent1"/>
                </a:solidFill>
              </a:rPr>
              <a:t>Greg Robinson</a:t>
            </a:r>
          </a:p>
        </p:txBody>
      </p:sp>
      <p:sp>
        <p:nvSpPr>
          <p:cNvPr id="198" name="Text Placeholder 197">
            <a:extLst>
              <a:ext uri="{FF2B5EF4-FFF2-40B4-BE49-F238E27FC236}">
                <a16:creationId xmlns:a16="http://schemas.microsoft.com/office/drawing/2014/main" id="{166FD418-7FCA-7EEB-8744-B5B7DF708E5A}"/>
              </a:ext>
            </a:extLst>
          </p:cNvPr>
          <p:cNvSpPr>
            <a:spLocks noGrp="1"/>
          </p:cNvSpPr>
          <p:nvPr>
            <p:ph type="body" sz="quarter" idx="41"/>
          </p:nvPr>
        </p:nvSpPr>
        <p:spPr/>
        <p:txBody>
          <a:bodyPr/>
          <a:lstStyle/>
          <a:p>
            <a:r>
              <a:rPr lang="en-US">
                <a:solidFill>
                  <a:schemeClr val="accent1"/>
                </a:solidFill>
              </a:rPr>
              <a:t>Manasi Lovlekar</a:t>
            </a:r>
          </a:p>
        </p:txBody>
      </p:sp>
      <p:sp>
        <p:nvSpPr>
          <p:cNvPr id="200" name="Text Placeholder 199">
            <a:extLst>
              <a:ext uri="{FF2B5EF4-FFF2-40B4-BE49-F238E27FC236}">
                <a16:creationId xmlns:a16="http://schemas.microsoft.com/office/drawing/2014/main" id="{E40C4C0E-DED3-DE9A-8FF0-598801396881}"/>
              </a:ext>
            </a:extLst>
          </p:cNvPr>
          <p:cNvSpPr>
            <a:spLocks noGrp="1"/>
          </p:cNvSpPr>
          <p:nvPr>
            <p:ph type="body" sz="quarter" idx="43"/>
          </p:nvPr>
        </p:nvSpPr>
        <p:spPr/>
        <p:txBody>
          <a:bodyPr/>
          <a:lstStyle/>
          <a:p>
            <a:r>
              <a:rPr lang="en-US">
                <a:solidFill>
                  <a:schemeClr val="accent1"/>
                </a:solidFill>
              </a:rPr>
              <a:t>Dattatraya More </a:t>
            </a:r>
          </a:p>
        </p:txBody>
      </p:sp>
      <p:sp>
        <p:nvSpPr>
          <p:cNvPr id="202" name="Text Placeholder 201">
            <a:extLst>
              <a:ext uri="{FF2B5EF4-FFF2-40B4-BE49-F238E27FC236}">
                <a16:creationId xmlns:a16="http://schemas.microsoft.com/office/drawing/2014/main" id="{6671ACC0-C054-3DF7-1417-618A66F9A5F7}"/>
              </a:ext>
            </a:extLst>
          </p:cNvPr>
          <p:cNvSpPr>
            <a:spLocks noGrp="1"/>
          </p:cNvSpPr>
          <p:nvPr>
            <p:ph type="body" sz="quarter" idx="45"/>
          </p:nvPr>
        </p:nvSpPr>
        <p:spPr/>
        <p:txBody>
          <a:bodyPr/>
          <a:lstStyle/>
          <a:p>
            <a:r>
              <a:rPr lang="en-US">
                <a:solidFill>
                  <a:schemeClr val="accent1"/>
                </a:solidFill>
              </a:rPr>
              <a:t>Mukesh Agarwal </a:t>
            </a:r>
          </a:p>
        </p:txBody>
      </p:sp>
      <p:sp>
        <p:nvSpPr>
          <p:cNvPr id="204" name="Text Placeholder 203">
            <a:extLst>
              <a:ext uri="{FF2B5EF4-FFF2-40B4-BE49-F238E27FC236}">
                <a16:creationId xmlns:a16="http://schemas.microsoft.com/office/drawing/2014/main" id="{4AB33B21-0F9F-A41E-F4BF-BCF16DA083F1}"/>
              </a:ext>
            </a:extLst>
          </p:cNvPr>
          <p:cNvSpPr>
            <a:spLocks noGrp="1"/>
          </p:cNvSpPr>
          <p:nvPr>
            <p:ph type="body" sz="quarter" idx="47"/>
          </p:nvPr>
        </p:nvSpPr>
        <p:spPr/>
        <p:txBody>
          <a:bodyPr/>
          <a:lstStyle/>
          <a:p>
            <a:r>
              <a:rPr lang="en-US">
                <a:solidFill>
                  <a:schemeClr val="accent1"/>
                </a:solidFill>
              </a:rPr>
              <a:t>Ashok Burman </a:t>
            </a:r>
          </a:p>
        </p:txBody>
      </p:sp>
      <p:sp>
        <p:nvSpPr>
          <p:cNvPr id="119" name="Text Placeholder 1">
            <a:extLst>
              <a:ext uri="{FF2B5EF4-FFF2-40B4-BE49-F238E27FC236}">
                <a16:creationId xmlns:a16="http://schemas.microsoft.com/office/drawing/2014/main" id="{77ADB050-0B97-B13D-8A6E-B0F545C42B23}"/>
              </a:ext>
            </a:extLst>
          </p:cNvPr>
          <p:cNvSpPr>
            <a:spLocks noGrp="1"/>
          </p:cNvSpPr>
          <p:nvPr>
            <p:ph type="body" sz="quarter" idx="13"/>
          </p:nvPr>
        </p:nvSpPr>
        <p:spPr>
          <a:xfrm>
            <a:off x="387350" y="1231118"/>
            <a:ext cx="3465917" cy="1234992"/>
          </a:xfrm>
        </p:spPr>
        <p:txBody>
          <a:bodyPr/>
          <a:lstStyle/>
          <a:p>
            <a:r>
              <a:rPr lang="en-US"/>
              <a:t>During his 25+ year career in the software industry Kailas has worked across the globe as a developer, senior consultant, Lead Systems Architect and business leader. Before founding EAI Systems, Kailas worked for Lloyds Bank, TCS and Pegasystems</a:t>
            </a:r>
          </a:p>
        </p:txBody>
      </p:sp>
      <p:sp>
        <p:nvSpPr>
          <p:cNvPr id="206" name="Text Placeholder 205">
            <a:extLst>
              <a:ext uri="{FF2B5EF4-FFF2-40B4-BE49-F238E27FC236}">
                <a16:creationId xmlns:a16="http://schemas.microsoft.com/office/drawing/2014/main" id="{7BD9746A-2A9F-1C90-047F-241628C06AF0}"/>
              </a:ext>
            </a:extLst>
          </p:cNvPr>
          <p:cNvSpPr>
            <a:spLocks noGrp="1"/>
          </p:cNvSpPr>
          <p:nvPr>
            <p:ph type="body" sz="quarter" idx="49"/>
          </p:nvPr>
        </p:nvSpPr>
        <p:spPr/>
        <p:txBody>
          <a:bodyPr/>
          <a:lstStyle/>
          <a:p>
            <a:r>
              <a:rPr lang="en-US" sz="1200"/>
              <a:t>Lorem ipsum dolor sit amet, consectetuer adipiscing elit. Donec odio. Quisque volutpat mattis eros. Nullam malesuada erat ut turpis. Suspendisse urna nibh viverra non semper suscipit posuere a pede. Quisque volutpat mattis eros. Nullam malesua</a:t>
            </a:r>
          </a:p>
        </p:txBody>
      </p:sp>
      <p:sp>
        <p:nvSpPr>
          <p:cNvPr id="207" name="Text Placeholder 206">
            <a:extLst>
              <a:ext uri="{FF2B5EF4-FFF2-40B4-BE49-F238E27FC236}">
                <a16:creationId xmlns:a16="http://schemas.microsoft.com/office/drawing/2014/main" id="{A56D53F5-13AF-6804-0736-C9F49C1E03ED}"/>
              </a:ext>
            </a:extLst>
          </p:cNvPr>
          <p:cNvSpPr>
            <a:spLocks noGrp="1"/>
          </p:cNvSpPr>
          <p:nvPr>
            <p:ph type="body" sz="quarter" idx="50"/>
          </p:nvPr>
        </p:nvSpPr>
        <p:spPr/>
        <p:txBody>
          <a:bodyPr/>
          <a:lstStyle/>
          <a:p>
            <a:r>
              <a:rPr lang="en-US" sz="1200"/>
              <a:t>Lorem ipsum dolor sit amet, consectetuer adipiscing elit. Donec odio. Quisque volutpat mattis eros. Nullam malesuada erat ut turpis. Suspendisse urna nibh viverra non semper suscipit posuere a pede. Quisque volutpat mattis eros. Nullam malesua</a:t>
            </a:r>
          </a:p>
        </p:txBody>
      </p:sp>
      <p:sp>
        <p:nvSpPr>
          <p:cNvPr id="208" name="Text Placeholder 207">
            <a:extLst>
              <a:ext uri="{FF2B5EF4-FFF2-40B4-BE49-F238E27FC236}">
                <a16:creationId xmlns:a16="http://schemas.microsoft.com/office/drawing/2014/main" id="{8D3E07D0-FEF5-0862-8B05-9882D0E01E4A}"/>
              </a:ext>
            </a:extLst>
          </p:cNvPr>
          <p:cNvSpPr>
            <a:spLocks noGrp="1"/>
          </p:cNvSpPr>
          <p:nvPr>
            <p:ph type="body" sz="quarter" idx="51"/>
          </p:nvPr>
        </p:nvSpPr>
        <p:spPr/>
        <p:txBody>
          <a:bodyPr/>
          <a:lstStyle/>
          <a:p>
            <a:pPr>
              <a:lnSpc>
                <a:spcPts val="1500"/>
              </a:lnSpc>
            </a:pPr>
            <a:r>
              <a:rPr lang="en-US" sz="1200"/>
              <a:t>Dattatraya has 15+ years of IT experience with strong experience in program and project management running mid to large sized teams. He has successfully delivered multiple complex solutions, with cross-functional and geographically distributed teams.</a:t>
            </a:r>
          </a:p>
        </p:txBody>
      </p:sp>
      <p:sp>
        <p:nvSpPr>
          <p:cNvPr id="209" name="Text Placeholder 208">
            <a:extLst>
              <a:ext uri="{FF2B5EF4-FFF2-40B4-BE49-F238E27FC236}">
                <a16:creationId xmlns:a16="http://schemas.microsoft.com/office/drawing/2014/main" id="{8FA635A9-81AF-2E66-2690-BCFE6D4FBC3D}"/>
              </a:ext>
            </a:extLst>
          </p:cNvPr>
          <p:cNvSpPr>
            <a:spLocks noGrp="1"/>
          </p:cNvSpPr>
          <p:nvPr>
            <p:ph type="body" sz="quarter" idx="52"/>
          </p:nvPr>
        </p:nvSpPr>
        <p:spPr/>
        <p:txBody>
          <a:bodyPr/>
          <a:lstStyle/>
          <a:p>
            <a:r>
              <a:rPr lang="en-US" sz="1200"/>
              <a:t>Mukesh has 20+ years of experience in digital transformation, enterprise architecture, low code no code, and robotics automation. Mukesh is ex-Pegasystems and a hands-on PSA.</a:t>
            </a:r>
          </a:p>
        </p:txBody>
      </p:sp>
      <p:sp>
        <p:nvSpPr>
          <p:cNvPr id="210" name="Text Placeholder 209">
            <a:extLst>
              <a:ext uri="{FF2B5EF4-FFF2-40B4-BE49-F238E27FC236}">
                <a16:creationId xmlns:a16="http://schemas.microsoft.com/office/drawing/2014/main" id="{DA567F3B-039A-AE91-C747-C7428C18B525}"/>
              </a:ext>
            </a:extLst>
          </p:cNvPr>
          <p:cNvSpPr>
            <a:spLocks noGrp="1"/>
          </p:cNvSpPr>
          <p:nvPr>
            <p:ph type="body" sz="quarter" idx="53"/>
          </p:nvPr>
        </p:nvSpPr>
        <p:spPr/>
        <p:txBody>
          <a:bodyPr/>
          <a:lstStyle/>
          <a:p>
            <a:r>
              <a:rPr lang="en-US" sz="1200"/>
              <a:t>Ashok has 18+ years experience in the digital transformation sector in the UK, USA and across Europe.  Prior to joining EAI Systems, Ashok worked for Infosys and Cognizant in leading roles.</a:t>
            </a:r>
          </a:p>
        </p:txBody>
      </p:sp>
      <p:sp>
        <p:nvSpPr>
          <p:cNvPr id="118" name="Rectangle: Rounded Corners 117">
            <a:extLst>
              <a:ext uri="{FF2B5EF4-FFF2-40B4-BE49-F238E27FC236}">
                <a16:creationId xmlns:a16="http://schemas.microsoft.com/office/drawing/2014/main" id="{431E2926-3D2F-D1DB-89E9-6CB918788751}"/>
              </a:ext>
            </a:extLst>
          </p:cNvPr>
          <p:cNvSpPr/>
          <p:nvPr/>
        </p:nvSpPr>
        <p:spPr>
          <a:xfrm>
            <a:off x="2570039" y="2785845"/>
            <a:ext cx="1157287" cy="26535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6" name="Rectangle: Rounded Corners 125">
            <a:extLst>
              <a:ext uri="{FF2B5EF4-FFF2-40B4-BE49-F238E27FC236}">
                <a16:creationId xmlns:a16="http://schemas.microsoft.com/office/drawing/2014/main" id="{0D16FA9E-325A-07BA-A3D1-13653D24287B}"/>
              </a:ext>
            </a:extLst>
          </p:cNvPr>
          <p:cNvSpPr/>
          <p:nvPr/>
        </p:nvSpPr>
        <p:spPr>
          <a:xfrm>
            <a:off x="5999434" y="5607946"/>
            <a:ext cx="1712330" cy="26535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8" name="Rectangle: Rounded Corners 137">
            <a:extLst>
              <a:ext uri="{FF2B5EF4-FFF2-40B4-BE49-F238E27FC236}">
                <a16:creationId xmlns:a16="http://schemas.microsoft.com/office/drawing/2014/main" id="{AD7CA0C4-C0FA-8902-E27F-11B037FE40BB}"/>
              </a:ext>
            </a:extLst>
          </p:cNvPr>
          <p:cNvSpPr/>
          <p:nvPr/>
        </p:nvSpPr>
        <p:spPr>
          <a:xfrm>
            <a:off x="9951428" y="5607946"/>
            <a:ext cx="1818030" cy="26535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2" name="Rectangle: Rounded Corners 121">
            <a:extLst>
              <a:ext uri="{FF2B5EF4-FFF2-40B4-BE49-F238E27FC236}">
                <a16:creationId xmlns:a16="http://schemas.microsoft.com/office/drawing/2014/main" id="{673968D7-3530-04C7-9C5A-EA45401AA27F}"/>
              </a:ext>
            </a:extLst>
          </p:cNvPr>
          <p:cNvSpPr/>
          <p:nvPr/>
        </p:nvSpPr>
        <p:spPr>
          <a:xfrm>
            <a:off x="2588089" y="5607946"/>
            <a:ext cx="1059871" cy="26535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1" name="Rectangle: Rounded Corners 150">
            <a:extLst>
              <a:ext uri="{FF2B5EF4-FFF2-40B4-BE49-F238E27FC236}">
                <a16:creationId xmlns:a16="http://schemas.microsoft.com/office/drawing/2014/main" id="{4F4C1206-DC68-B296-7D41-663F89339818}"/>
              </a:ext>
            </a:extLst>
          </p:cNvPr>
          <p:cNvSpPr/>
          <p:nvPr/>
        </p:nvSpPr>
        <p:spPr>
          <a:xfrm>
            <a:off x="6056859" y="2785845"/>
            <a:ext cx="1632154" cy="26535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5" name="Rectangle: Rounded Corners 154">
            <a:extLst>
              <a:ext uri="{FF2B5EF4-FFF2-40B4-BE49-F238E27FC236}">
                <a16:creationId xmlns:a16="http://schemas.microsoft.com/office/drawing/2014/main" id="{BADE54B1-16C7-953F-C7BC-06C7B5B5F188}"/>
              </a:ext>
            </a:extLst>
          </p:cNvPr>
          <p:cNvSpPr/>
          <p:nvPr/>
        </p:nvSpPr>
        <p:spPr>
          <a:xfrm>
            <a:off x="9951428" y="2785845"/>
            <a:ext cx="1818030" cy="26535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63" name="Straight Connector 162">
            <a:extLst>
              <a:ext uri="{FF2B5EF4-FFF2-40B4-BE49-F238E27FC236}">
                <a16:creationId xmlns:a16="http://schemas.microsoft.com/office/drawing/2014/main" id="{1C7C4D62-B15C-21FA-9D8B-904302EC2A82}"/>
              </a:ext>
            </a:extLst>
          </p:cNvPr>
          <p:cNvCxnSpPr>
            <a:cxnSpLocks/>
          </p:cNvCxnSpPr>
          <p:nvPr/>
        </p:nvCxnSpPr>
        <p:spPr>
          <a:xfrm>
            <a:off x="478371" y="3695701"/>
            <a:ext cx="1123525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94" name="Text Placeholder 193">
            <a:extLst>
              <a:ext uri="{FF2B5EF4-FFF2-40B4-BE49-F238E27FC236}">
                <a16:creationId xmlns:a16="http://schemas.microsoft.com/office/drawing/2014/main" id="{DDE57E9A-0DF4-1DDD-5AAC-10B51BD1A8B7}"/>
              </a:ext>
            </a:extLst>
          </p:cNvPr>
          <p:cNvSpPr>
            <a:spLocks noGrp="1"/>
          </p:cNvSpPr>
          <p:nvPr>
            <p:ph type="body" sz="quarter" idx="27"/>
          </p:nvPr>
        </p:nvSpPr>
        <p:spPr/>
        <p:txBody>
          <a:bodyPr/>
          <a:lstStyle/>
          <a:p>
            <a:r>
              <a:rPr lang="en-ID"/>
              <a:t>Founder &amp; CEO  </a:t>
            </a:r>
          </a:p>
        </p:txBody>
      </p:sp>
      <p:sp>
        <p:nvSpPr>
          <p:cNvPr id="196" name="Text Placeholder 195">
            <a:extLst>
              <a:ext uri="{FF2B5EF4-FFF2-40B4-BE49-F238E27FC236}">
                <a16:creationId xmlns:a16="http://schemas.microsoft.com/office/drawing/2014/main" id="{1EF63C28-3BA4-3520-F22A-22FF45F03C7E}"/>
              </a:ext>
            </a:extLst>
          </p:cNvPr>
          <p:cNvSpPr>
            <a:spLocks noGrp="1"/>
          </p:cNvSpPr>
          <p:nvPr>
            <p:ph type="body" sz="quarter" idx="39"/>
          </p:nvPr>
        </p:nvSpPr>
        <p:spPr/>
        <p:txBody>
          <a:bodyPr/>
          <a:lstStyle/>
          <a:p>
            <a:r>
              <a:rPr lang="en-US"/>
              <a:t>VP Enterprise Solutions</a:t>
            </a:r>
            <a:endParaRPr lang="en-ID"/>
          </a:p>
        </p:txBody>
      </p:sp>
      <p:sp>
        <p:nvSpPr>
          <p:cNvPr id="199" name="Text Placeholder 198">
            <a:extLst>
              <a:ext uri="{FF2B5EF4-FFF2-40B4-BE49-F238E27FC236}">
                <a16:creationId xmlns:a16="http://schemas.microsoft.com/office/drawing/2014/main" id="{6F54B1B7-9A70-96E2-C265-A7B3A874C3E4}"/>
              </a:ext>
            </a:extLst>
          </p:cNvPr>
          <p:cNvSpPr>
            <a:spLocks noGrp="1"/>
          </p:cNvSpPr>
          <p:nvPr>
            <p:ph type="body" sz="quarter" idx="42"/>
          </p:nvPr>
        </p:nvSpPr>
        <p:spPr/>
        <p:txBody>
          <a:bodyPr/>
          <a:lstStyle/>
          <a:p>
            <a:r>
              <a:rPr lang="en-US"/>
              <a:t>Global Operations Director</a:t>
            </a:r>
          </a:p>
        </p:txBody>
      </p:sp>
      <p:sp>
        <p:nvSpPr>
          <p:cNvPr id="203" name="Text Placeholder 202">
            <a:extLst>
              <a:ext uri="{FF2B5EF4-FFF2-40B4-BE49-F238E27FC236}">
                <a16:creationId xmlns:a16="http://schemas.microsoft.com/office/drawing/2014/main" id="{7649AA78-E15F-C594-F8D1-066BC0196006}"/>
              </a:ext>
            </a:extLst>
          </p:cNvPr>
          <p:cNvSpPr>
            <a:spLocks noGrp="1"/>
          </p:cNvSpPr>
          <p:nvPr>
            <p:ph type="body" sz="quarter" idx="46"/>
          </p:nvPr>
        </p:nvSpPr>
        <p:spPr/>
        <p:txBody>
          <a:bodyPr/>
          <a:lstStyle/>
          <a:p>
            <a:r>
              <a:rPr lang="en-ID"/>
              <a:t>Technical Senior Director</a:t>
            </a:r>
          </a:p>
        </p:txBody>
      </p:sp>
      <p:sp>
        <p:nvSpPr>
          <p:cNvPr id="205" name="Text Placeholder 204">
            <a:extLst>
              <a:ext uri="{FF2B5EF4-FFF2-40B4-BE49-F238E27FC236}">
                <a16:creationId xmlns:a16="http://schemas.microsoft.com/office/drawing/2014/main" id="{588D6E5B-8204-CB83-4694-700EE4E5BED8}"/>
              </a:ext>
            </a:extLst>
          </p:cNvPr>
          <p:cNvSpPr>
            <a:spLocks noGrp="1"/>
          </p:cNvSpPr>
          <p:nvPr>
            <p:ph type="body" sz="quarter" idx="48"/>
          </p:nvPr>
        </p:nvSpPr>
        <p:spPr/>
        <p:txBody>
          <a:bodyPr/>
          <a:lstStyle/>
          <a:p>
            <a:r>
              <a:rPr lang="en-US"/>
              <a:t>Head of Customer Success</a:t>
            </a:r>
          </a:p>
        </p:txBody>
      </p:sp>
      <p:sp>
        <p:nvSpPr>
          <p:cNvPr id="201" name="Text Placeholder 200">
            <a:extLst>
              <a:ext uri="{FF2B5EF4-FFF2-40B4-BE49-F238E27FC236}">
                <a16:creationId xmlns:a16="http://schemas.microsoft.com/office/drawing/2014/main" id="{7BD85892-162C-5102-B96F-529F3A0A5186}"/>
              </a:ext>
            </a:extLst>
          </p:cNvPr>
          <p:cNvSpPr>
            <a:spLocks noGrp="1"/>
          </p:cNvSpPr>
          <p:nvPr>
            <p:ph type="body" sz="quarter" idx="44"/>
          </p:nvPr>
        </p:nvSpPr>
        <p:spPr/>
        <p:txBody>
          <a:bodyPr/>
          <a:lstStyle/>
          <a:p>
            <a:r>
              <a:rPr lang="en-ID"/>
              <a:t>Delivery Lead</a:t>
            </a:r>
          </a:p>
        </p:txBody>
      </p:sp>
      <p:pic>
        <p:nvPicPr>
          <p:cNvPr id="216" name="Picture Placeholder 52" descr="kailash.png">
            <a:extLst>
              <a:ext uri="{FF2B5EF4-FFF2-40B4-BE49-F238E27FC236}">
                <a16:creationId xmlns:a16="http://schemas.microsoft.com/office/drawing/2014/main" id="{250269BE-76CB-1ADF-27E5-4ADB3231F9E3}"/>
              </a:ext>
            </a:extLst>
          </p:cNvPr>
          <p:cNvPicPr>
            <a:picLocks noGrp="1" noChangeAspect="1"/>
          </p:cNvPicPr>
          <p:nvPr>
            <p:ph type="pic" sz="quarter" idx="10"/>
          </p:nvPr>
        </p:nvPicPr>
        <p:blipFill>
          <a:blip r:embed="rId2" cstate="screen"/>
          <a:srcRect/>
          <a:stretch/>
        </p:blipFill>
        <p:spPr>
          <a:xfrm>
            <a:off x="387350" y="2678113"/>
            <a:ext cx="481013" cy="481012"/>
          </a:xfrm>
          <a:ln w="19050">
            <a:solidFill>
              <a:srgbClr val="FCB02B"/>
            </a:solidFill>
          </a:ln>
        </p:spPr>
      </p:pic>
      <p:pic>
        <p:nvPicPr>
          <p:cNvPr id="217" name="Picture 2" descr="Greg Robinson">
            <a:extLst>
              <a:ext uri="{FF2B5EF4-FFF2-40B4-BE49-F238E27FC236}">
                <a16:creationId xmlns:a16="http://schemas.microsoft.com/office/drawing/2014/main" id="{268D3CC2-F78D-B1C0-5B7D-C523CD1C4471}"/>
              </a:ext>
            </a:extLst>
          </p:cNvPr>
          <p:cNvPicPr>
            <a:picLocks noGrp="1" noChangeAspect="1" noChangeArrowheads="1"/>
          </p:cNvPicPr>
          <p:nvPr>
            <p:ph type="pic" sz="quarter" idx="54"/>
          </p:nvPr>
        </p:nvPicPr>
        <p:blipFill>
          <a:blip r:embed="rId3">
            <a:extLst>
              <a:ext uri="{28A0092B-C50C-407E-A947-70E740481C1C}">
                <a14:useLocalDpi xmlns:a14="http://schemas.microsoft.com/office/drawing/2010/main" val="0"/>
              </a:ext>
            </a:extLst>
          </a:blip>
          <a:srcRect/>
          <a:stretch/>
        </p:blipFill>
        <p:spPr bwMode="auto">
          <a:xfrm>
            <a:off x="4402138" y="2678113"/>
            <a:ext cx="481012" cy="481012"/>
          </a:xfrm>
          <a:noFill/>
          <a:ln w="19050">
            <a:solidFill>
              <a:schemeClr val="accent1"/>
            </a:solidFill>
          </a:ln>
          <a:extLst>
            <a:ext uri="{909E8E84-426E-40DD-AFC4-6F175D3DCCD1}">
              <a14:hiddenFill xmlns:a14="http://schemas.microsoft.com/office/drawing/2010/main">
                <a:solidFill>
                  <a:srgbClr val="FFFFFF"/>
                </a:solidFill>
              </a14:hiddenFill>
            </a:ext>
          </a:extLst>
        </p:spPr>
      </p:pic>
      <p:pic>
        <p:nvPicPr>
          <p:cNvPr id="218" name="Picture 4" descr="Manasi Lovlekar">
            <a:extLst>
              <a:ext uri="{FF2B5EF4-FFF2-40B4-BE49-F238E27FC236}">
                <a16:creationId xmlns:a16="http://schemas.microsoft.com/office/drawing/2014/main" id="{FA738936-2FC6-117B-20FC-57546B12F9D8}"/>
              </a:ext>
            </a:extLst>
          </p:cNvPr>
          <p:cNvPicPr>
            <a:picLocks noGrp="1" noChangeAspect="1" noChangeArrowheads="1"/>
          </p:cNvPicPr>
          <p:nvPr>
            <p:ph type="pic" sz="quarter" idx="55"/>
          </p:nvPr>
        </p:nvPicPr>
        <p:blipFill>
          <a:blip r:embed="rId4">
            <a:extLst>
              <a:ext uri="{28A0092B-C50C-407E-A947-70E740481C1C}">
                <a14:useLocalDpi xmlns:a14="http://schemas.microsoft.com/office/drawing/2010/main" val="0"/>
              </a:ext>
            </a:extLst>
          </a:blip>
          <a:srcRect/>
          <a:stretch/>
        </p:blipFill>
        <p:spPr bwMode="auto">
          <a:xfrm>
            <a:off x="8370888" y="2678113"/>
            <a:ext cx="481012" cy="481012"/>
          </a:xfrm>
          <a:noFill/>
          <a:ln w="19050">
            <a:solidFill>
              <a:schemeClr val="accent2"/>
            </a:solidFill>
          </a:ln>
          <a:extLst>
            <a:ext uri="{909E8E84-426E-40DD-AFC4-6F175D3DCCD1}">
              <a14:hiddenFill xmlns:a14="http://schemas.microsoft.com/office/drawing/2010/main">
                <a:solidFill>
                  <a:srgbClr val="FFFFFF"/>
                </a:solidFill>
              </a14:hiddenFill>
            </a:ext>
          </a:extLst>
        </p:spPr>
      </p:pic>
      <p:pic>
        <p:nvPicPr>
          <p:cNvPr id="219" name="Picture Placeholder 63" descr="Datta.png">
            <a:extLst>
              <a:ext uri="{FF2B5EF4-FFF2-40B4-BE49-F238E27FC236}">
                <a16:creationId xmlns:a16="http://schemas.microsoft.com/office/drawing/2014/main" id="{14C450E6-B040-B51E-9B64-E0B60D2C1ABC}"/>
              </a:ext>
            </a:extLst>
          </p:cNvPr>
          <p:cNvPicPr>
            <a:picLocks noGrp="1" noChangeAspect="1"/>
          </p:cNvPicPr>
          <p:nvPr>
            <p:ph type="pic" sz="quarter" idx="56"/>
          </p:nvPr>
        </p:nvPicPr>
        <p:blipFill>
          <a:blip r:embed="rId5" cstate="screen"/>
          <a:srcRect l="165" r="165"/>
          <a:stretch/>
        </p:blipFill>
        <p:spPr>
          <a:xfrm>
            <a:off x="414338" y="5500688"/>
            <a:ext cx="479425" cy="481012"/>
          </a:xfrm>
          <a:ln w="19050">
            <a:solidFill>
              <a:schemeClr val="accent1"/>
            </a:solidFill>
          </a:ln>
        </p:spPr>
      </p:pic>
      <p:pic>
        <p:nvPicPr>
          <p:cNvPr id="220" name="Picture Placeholder 54" descr="Mukesh.png">
            <a:extLst>
              <a:ext uri="{FF2B5EF4-FFF2-40B4-BE49-F238E27FC236}">
                <a16:creationId xmlns:a16="http://schemas.microsoft.com/office/drawing/2014/main" id="{7D4D2EAB-8F85-42ED-EE53-AE7BEF9907BE}"/>
              </a:ext>
            </a:extLst>
          </p:cNvPr>
          <p:cNvPicPr>
            <a:picLocks noGrp="1" noChangeAspect="1"/>
          </p:cNvPicPr>
          <p:nvPr>
            <p:ph type="pic" sz="quarter" idx="57"/>
          </p:nvPr>
        </p:nvPicPr>
        <p:blipFill>
          <a:blip r:embed="rId6" cstate="screen"/>
          <a:srcRect l="165" r="165"/>
          <a:stretch/>
        </p:blipFill>
        <p:spPr>
          <a:xfrm>
            <a:off x="4414838" y="5500688"/>
            <a:ext cx="479425" cy="481012"/>
          </a:xfrm>
          <a:ln w="19050">
            <a:solidFill>
              <a:srgbClr val="FCB02B"/>
            </a:solidFill>
          </a:ln>
        </p:spPr>
      </p:pic>
      <p:pic>
        <p:nvPicPr>
          <p:cNvPr id="221" name="Picture Placeholder 53" descr="ashok.png">
            <a:extLst>
              <a:ext uri="{FF2B5EF4-FFF2-40B4-BE49-F238E27FC236}">
                <a16:creationId xmlns:a16="http://schemas.microsoft.com/office/drawing/2014/main" id="{1A2DA5A7-3126-0A56-D080-D803596062BC}"/>
              </a:ext>
            </a:extLst>
          </p:cNvPr>
          <p:cNvPicPr>
            <a:picLocks noGrp="1" noChangeAspect="1"/>
          </p:cNvPicPr>
          <p:nvPr>
            <p:ph type="pic" sz="quarter" idx="58"/>
          </p:nvPr>
        </p:nvPicPr>
        <p:blipFill>
          <a:blip r:embed="rId7" cstate="screen"/>
          <a:srcRect/>
          <a:stretch/>
        </p:blipFill>
        <p:spPr>
          <a:xfrm>
            <a:off x="8370888" y="5500688"/>
            <a:ext cx="481012" cy="481012"/>
          </a:xfrm>
          <a:ln w="19050">
            <a:solidFill>
              <a:schemeClr val="accent1"/>
            </a:solidFill>
          </a:ln>
        </p:spPr>
      </p:pic>
    </p:spTree>
    <p:extLst>
      <p:ext uri="{BB962C8B-B14F-4D97-AF65-F5344CB8AC3E}">
        <p14:creationId xmlns:p14="http://schemas.microsoft.com/office/powerpoint/2010/main" val="206753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8">
            <a:extLst>
              <a:ext uri="{FF2B5EF4-FFF2-40B4-BE49-F238E27FC236}">
                <a16:creationId xmlns:a16="http://schemas.microsoft.com/office/drawing/2014/main" id="{1B413ADF-7C5B-20DA-5D9F-B09F0AB37EB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7807" b="7807"/>
          <a:stretch/>
        </p:blipFill>
        <p:spPr>
          <a:xfrm>
            <a:off x="0" y="1"/>
            <a:ext cx="12192000" cy="6857999"/>
          </a:xfrm>
        </p:spPr>
      </p:pic>
      <p:sp>
        <p:nvSpPr>
          <p:cNvPr id="11" name="Rectangle 10">
            <a:extLst>
              <a:ext uri="{FF2B5EF4-FFF2-40B4-BE49-F238E27FC236}">
                <a16:creationId xmlns:a16="http://schemas.microsoft.com/office/drawing/2014/main" id="{FFEBB043-8C20-E2C6-2039-9C4B9D572F49}"/>
              </a:ext>
            </a:extLst>
          </p:cNvPr>
          <p:cNvSpPr/>
          <p:nvPr/>
        </p:nvSpPr>
        <p:spPr>
          <a:xfrm rot="16200000" flipV="1">
            <a:off x="2667000" y="-2667000"/>
            <a:ext cx="6857999" cy="12192000"/>
          </a:xfrm>
          <a:prstGeom prst="rect">
            <a:avLst/>
          </a:prstGeom>
          <a:gradFill>
            <a:gsLst>
              <a:gs pos="0">
                <a:schemeClr val="accent1">
                  <a:alpha val="92000"/>
                </a:schemeClr>
              </a:gs>
              <a:gs pos="100000">
                <a:schemeClr val="accent1"/>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2" name="Group 11">
            <a:extLst>
              <a:ext uri="{FF2B5EF4-FFF2-40B4-BE49-F238E27FC236}">
                <a16:creationId xmlns:a16="http://schemas.microsoft.com/office/drawing/2014/main" id="{7ECF8515-F15D-F0F8-1491-1FC157445267}"/>
              </a:ext>
            </a:extLst>
          </p:cNvPr>
          <p:cNvGrpSpPr/>
          <p:nvPr/>
        </p:nvGrpSpPr>
        <p:grpSpPr>
          <a:xfrm rot="10800000">
            <a:off x="-31750" y="1"/>
            <a:ext cx="12223750" cy="3733800"/>
            <a:chOff x="-15875" y="3124200"/>
            <a:chExt cx="12223750" cy="3733800"/>
          </a:xfrm>
        </p:grpSpPr>
        <p:grpSp>
          <p:nvGrpSpPr>
            <p:cNvPr id="13" name="Group 12">
              <a:extLst>
                <a:ext uri="{FF2B5EF4-FFF2-40B4-BE49-F238E27FC236}">
                  <a16:creationId xmlns:a16="http://schemas.microsoft.com/office/drawing/2014/main" id="{FF3C5694-F736-1E25-905E-1B2A0C1E5154}"/>
                </a:ext>
              </a:extLst>
            </p:cNvPr>
            <p:cNvGrpSpPr/>
            <p:nvPr/>
          </p:nvGrpSpPr>
          <p:grpSpPr>
            <a:xfrm>
              <a:off x="-15875" y="3124200"/>
              <a:ext cx="12223750" cy="3733800"/>
              <a:chOff x="247650" y="3124200"/>
              <a:chExt cx="12223750" cy="3733800"/>
            </a:xfrm>
          </p:grpSpPr>
          <p:cxnSp>
            <p:nvCxnSpPr>
              <p:cNvPr id="30" name="Straight Connector 29">
                <a:extLst>
                  <a:ext uri="{FF2B5EF4-FFF2-40B4-BE49-F238E27FC236}">
                    <a16:creationId xmlns:a16="http://schemas.microsoft.com/office/drawing/2014/main" id="{75CDAF7B-FB16-3100-7801-1BBD4FCCD6ED}"/>
                  </a:ext>
                </a:extLst>
              </p:cNvPr>
              <p:cNvCxnSpPr>
                <a:cxnSpLocks/>
              </p:cNvCxnSpPr>
              <p:nvPr/>
            </p:nvCxnSpPr>
            <p:spPr>
              <a:xfrm>
                <a:off x="24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15CE917-55AD-BE36-17B2-E78D7C2A704C}"/>
                  </a:ext>
                </a:extLst>
              </p:cNvPr>
              <p:cNvCxnSpPr>
                <a:cxnSpLocks/>
              </p:cNvCxnSpPr>
              <p:nvPr/>
            </p:nvCxnSpPr>
            <p:spPr>
              <a:xfrm>
                <a:off x="46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521AF44-8C50-9576-0B88-CB93A5830B2C}"/>
                  </a:ext>
                </a:extLst>
              </p:cNvPr>
              <p:cNvCxnSpPr>
                <a:cxnSpLocks/>
              </p:cNvCxnSpPr>
              <p:nvPr/>
            </p:nvCxnSpPr>
            <p:spPr>
              <a:xfrm>
                <a:off x="69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880A189-6519-1B98-2576-38B759702583}"/>
                  </a:ext>
                </a:extLst>
              </p:cNvPr>
              <p:cNvCxnSpPr>
                <a:cxnSpLocks/>
              </p:cNvCxnSpPr>
              <p:nvPr/>
            </p:nvCxnSpPr>
            <p:spPr>
              <a:xfrm>
                <a:off x="91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5B8FF02-172B-4DF9-313F-BE19CB2ACF01}"/>
                  </a:ext>
                </a:extLst>
              </p:cNvPr>
              <p:cNvCxnSpPr>
                <a:cxnSpLocks/>
              </p:cNvCxnSpPr>
              <p:nvPr/>
            </p:nvCxnSpPr>
            <p:spPr>
              <a:xfrm>
                <a:off x="113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684F7FC-26FF-DBD6-E5FB-81FEC0086893}"/>
                  </a:ext>
                </a:extLst>
              </p:cNvPr>
              <p:cNvCxnSpPr>
                <a:cxnSpLocks/>
              </p:cNvCxnSpPr>
              <p:nvPr/>
            </p:nvCxnSpPr>
            <p:spPr>
              <a:xfrm>
                <a:off x="135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327DB6A-16FA-01E6-31F7-93960049DCEB}"/>
                  </a:ext>
                </a:extLst>
              </p:cNvPr>
              <p:cNvCxnSpPr>
                <a:cxnSpLocks/>
              </p:cNvCxnSpPr>
              <p:nvPr/>
            </p:nvCxnSpPr>
            <p:spPr>
              <a:xfrm>
                <a:off x="158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2729804-9BAD-1D41-A8AC-8CEB4235CEFD}"/>
                  </a:ext>
                </a:extLst>
              </p:cNvPr>
              <p:cNvCxnSpPr>
                <a:cxnSpLocks/>
              </p:cNvCxnSpPr>
              <p:nvPr/>
            </p:nvCxnSpPr>
            <p:spPr>
              <a:xfrm>
                <a:off x="180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73574BD-4B77-6C32-A766-4B296543AC14}"/>
                  </a:ext>
                </a:extLst>
              </p:cNvPr>
              <p:cNvCxnSpPr>
                <a:cxnSpLocks/>
              </p:cNvCxnSpPr>
              <p:nvPr/>
            </p:nvCxnSpPr>
            <p:spPr>
              <a:xfrm>
                <a:off x="202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C8F3E34-5520-AA40-2F1F-E670710D49C0}"/>
                  </a:ext>
                </a:extLst>
              </p:cNvPr>
              <p:cNvCxnSpPr>
                <a:cxnSpLocks/>
              </p:cNvCxnSpPr>
              <p:nvPr/>
            </p:nvCxnSpPr>
            <p:spPr>
              <a:xfrm>
                <a:off x="224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1A195BD-D553-ABBF-A46E-2D2BDD9B8D3B}"/>
                  </a:ext>
                </a:extLst>
              </p:cNvPr>
              <p:cNvCxnSpPr>
                <a:cxnSpLocks/>
              </p:cNvCxnSpPr>
              <p:nvPr/>
            </p:nvCxnSpPr>
            <p:spPr>
              <a:xfrm>
                <a:off x="247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C0131EE-94C0-D0A8-F010-A0AFAEE6E1EA}"/>
                  </a:ext>
                </a:extLst>
              </p:cNvPr>
              <p:cNvCxnSpPr>
                <a:cxnSpLocks/>
              </p:cNvCxnSpPr>
              <p:nvPr/>
            </p:nvCxnSpPr>
            <p:spPr>
              <a:xfrm>
                <a:off x="269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EB991-FDB6-75C0-9A16-C5B8497FED4F}"/>
                  </a:ext>
                </a:extLst>
              </p:cNvPr>
              <p:cNvCxnSpPr>
                <a:cxnSpLocks/>
              </p:cNvCxnSpPr>
              <p:nvPr/>
            </p:nvCxnSpPr>
            <p:spPr>
              <a:xfrm>
                <a:off x="291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A3DE32B-7883-B886-0D99-1B96CF57223C}"/>
                  </a:ext>
                </a:extLst>
              </p:cNvPr>
              <p:cNvCxnSpPr>
                <a:cxnSpLocks/>
              </p:cNvCxnSpPr>
              <p:nvPr/>
            </p:nvCxnSpPr>
            <p:spPr>
              <a:xfrm>
                <a:off x="313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3C875C1-9187-1571-E077-042C6B14EA0B}"/>
                  </a:ext>
                </a:extLst>
              </p:cNvPr>
              <p:cNvCxnSpPr>
                <a:cxnSpLocks/>
              </p:cNvCxnSpPr>
              <p:nvPr/>
            </p:nvCxnSpPr>
            <p:spPr>
              <a:xfrm>
                <a:off x="335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CBB4EB8-0672-16FD-57BC-6A9377F5BE46}"/>
                  </a:ext>
                </a:extLst>
              </p:cNvPr>
              <p:cNvCxnSpPr>
                <a:cxnSpLocks/>
              </p:cNvCxnSpPr>
              <p:nvPr/>
            </p:nvCxnSpPr>
            <p:spPr>
              <a:xfrm>
                <a:off x="358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B6AB6A6-B206-3DE2-FE40-D88DE4439A1C}"/>
                  </a:ext>
                </a:extLst>
              </p:cNvPr>
              <p:cNvCxnSpPr>
                <a:cxnSpLocks/>
              </p:cNvCxnSpPr>
              <p:nvPr/>
            </p:nvCxnSpPr>
            <p:spPr>
              <a:xfrm>
                <a:off x="3803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F3D4BAA-CF1A-8C78-625A-07A713484740}"/>
                  </a:ext>
                </a:extLst>
              </p:cNvPr>
              <p:cNvCxnSpPr>
                <a:cxnSpLocks/>
              </p:cNvCxnSpPr>
              <p:nvPr/>
            </p:nvCxnSpPr>
            <p:spPr>
              <a:xfrm>
                <a:off x="4025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A8A1FAC-CA78-A8E7-C7AB-5F183A8895F3}"/>
                  </a:ext>
                </a:extLst>
              </p:cNvPr>
              <p:cNvCxnSpPr>
                <a:cxnSpLocks/>
              </p:cNvCxnSpPr>
              <p:nvPr/>
            </p:nvCxnSpPr>
            <p:spPr>
              <a:xfrm>
                <a:off x="4248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D4ABB48-9BE5-E728-8B08-8F0993A8896F}"/>
                  </a:ext>
                </a:extLst>
              </p:cNvPr>
              <p:cNvCxnSpPr>
                <a:cxnSpLocks/>
              </p:cNvCxnSpPr>
              <p:nvPr/>
            </p:nvCxnSpPr>
            <p:spPr>
              <a:xfrm>
                <a:off x="4470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CFA9251-DCBA-06CD-4E00-014256E775C8}"/>
                  </a:ext>
                </a:extLst>
              </p:cNvPr>
              <p:cNvCxnSpPr>
                <a:cxnSpLocks/>
              </p:cNvCxnSpPr>
              <p:nvPr/>
            </p:nvCxnSpPr>
            <p:spPr>
              <a:xfrm>
                <a:off x="4692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2268241-02B0-FB08-0B1B-A1A9442E037A}"/>
                  </a:ext>
                </a:extLst>
              </p:cNvPr>
              <p:cNvCxnSpPr>
                <a:cxnSpLocks/>
              </p:cNvCxnSpPr>
              <p:nvPr/>
            </p:nvCxnSpPr>
            <p:spPr>
              <a:xfrm>
                <a:off x="4914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5B4B267-C7EC-616F-4349-A75A434EC073}"/>
                  </a:ext>
                </a:extLst>
              </p:cNvPr>
              <p:cNvCxnSpPr>
                <a:cxnSpLocks/>
              </p:cNvCxnSpPr>
              <p:nvPr/>
            </p:nvCxnSpPr>
            <p:spPr>
              <a:xfrm>
                <a:off x="5137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58D4299-CB63-9B71-F20C-65070B95D21B}"/>
                  </a:ext>
                </a:extLst>
              </p:cNvPr>
              <p:cNvCxnSpPr>
                <a:cxnSpLocks/>
              </p:cNvCxnSpPr>
              <p:nvPr/>
            </p:nvCxnSpPr>
            <p:spPr>
              <a:xfrm>
                <a:off x="5359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EA9899B-137F-CC52-E750-B98509E19ABE}"/>
                  </a:ext>
                </a:extLst>
              </p:cNvPr>
              <p:cNvCxnSpPr>
                <a:cxnSpLocks/>
              </p:cNvCxnSpPr>
              <p:nvPr/>
            </p:nvCxnSpPr>
            <p:spPr>
              <a:xfrm>
                <a:off x="5581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E30F296-9BFF-098C-1A34-61197356CF3F}"/>
                  </a:ext>
                </a:extLst>
              </p:cNvPr>
              <p:cNvCxnSpPr>
                <a:cxnSpLocks/>
              </p:cNvCxnSpPr>
              <p:nvPr/>
            </p:nvCxnSpPr>
            <p:spPr>
              <a:xfrm>
                <a:off x="5803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E592A87-CC36-887D-CE88-37B1C114DE4A}"/>
                  </a:ext>
                </a:extLst>
              </p:cNvPr>
              <p:cNvCxnSpPr>
                <a:cxnSpLocks/>
              </p:cNvCxnSpPr>
              <p:nvPr/>
            </p:nvCxnSpPr>
            <p:spPr>
              <a:xfrm>
                <a:off x="6026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FB8D06B-EDEF-521D-41CF-DD534B47A51B}"/>
                  </a:ext>
                </a:extLst>
              </p:cNvPr>
              <p:cNvCxnSpPr>
                <a:cxnSpLocks/>
              </p:cNvCxnSpPr>
              <p:nvPr/>
            </p:nvCxnSpPr>
            <p:spPr>
              <a:xfrm>
                <a:off x="6248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D3FD165-4A4C-BB85-2F44-598AE9B43AC6}"/>
                  </a:ext>
                </a:extLst>
              </p:cNvPr>
              <p:cNvCxnSpPr>
                <a:cxnSpLocks/>
              </p:cNvCxnSpPr>
              <p:nvPr/>
            </p:nvCxnSpPr>
            <p:spPr>
              <a:xfrm>
                <a:off x="6470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3CC6D1E-B0B8-1CD4-892A-9B92D600390C}"/>
                  </a:ext>
                </a:extLst>
              </p:cNvPr>
              <p:cNvCxnSpPr>
                <a:cxnSpLocks/>
              </p:cNvCxnSpPr>
              <p:nvPr/>
            </p:nvCxnSpPr>
            <p:spPr>
              <a:xfrm>
                <a:off x="6692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4DF057D-E652-1280-7BBC-6C1DD63F293A}"/>
                  </a:ext>
                </a:extLst>
              </p:cNvPr>
              <p:cNvCxnSpPr>
                <a:cxnSpLocks/>
              </p:cNvCxnSpPr>
              <p:nvPr/>
            </p:nvCxnSpPr>
            <p:spPr>
              <a:xfrm>
                <a:off x="6915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7C15A2E-FFCD-07F0-EB3D-BC12462EA2ED}"/>
                  </a:ext>
                </a:extLst>
              </p:cNvPr>
              <p:cNvCxnSpPr>
                <a:cxnSpLocks/>
              </p:cNvCxnSpPr>
              <p:nvPr/>
            </p:nvCxnSpPr>
            <p:spPr>
              <a:xfrm>
                <a:off x="7137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16A185A-538E-AA03-7157-5A8D8D7290CE}"/>
                  </a:ext>
                </a:extLst>
              </p:cNvPr>
              <p:cNvCxnSpPr>
                <a:cxnSpLocks/>
              </p:cNvCxnSpPr>
              <p:nvPr/>
            </p:nvCxnSpPr>
            <p:spPr>
              <a:xfrm>
                <a:off x="7359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09CF2A4-7AF3-48DB-0C79-001A6D7917A4}"/>
                  </a:ext>
                </a:extLst>
              </p:cNvPr>
              <p:cNvCxnSpPr>
                <a:cxnSpLocks/>
              </p:cNvCxnSpPr>
              <p:nvPr/>
            </p:nvCxnSpPr>
            <p:spPr>
              <a:xfrm>
                <a:off x="7581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749DD2A-47AD-99B2-D14A-0F0A2FAE2069}"/>
                  </a:ext>
                </a:extLst>
              </p:cNvPr>
              <p:cNvCxnSpPr>
                <a:cxnSpLocks/>
              </p:cNvCxnSpPr>
              <p:nvPr/>
            </p:nvCxnSpPr>
            <p:spPr>
              <a:xfrm>
                <a:off x="7804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F833B80-DF9D-0736-315E-97DBB237F1D6}"/>
                  </a:ext>
                </a:extLst>
              </p:cNvPr>
              <p:cNvCxnSpPr>
                <a:cxnSpLocks/>
              </p:cNvCxnSpPr>
              <p:nvPr/>
            </p:nvCxnSpPr>
            <p:spPr>
              <a:xfrm>
                <a:off x="8026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F7C2D97-0F4B-A936-FA46-C2040D2FDF64}"/>
                  </a:ext>
                </a:extLst>
              </p:cNvPr>
              <p:cNvCxnSpPr>
                <a:cxnSpLocks/>
              </p:cNvCxnSpPr>
              <p:nvPr/>
            </p:nvCxnSpPr>
            <p:spPr>
              <a:xfrm>
                <a:off x="8248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473F84A-2341-C26C-DA44-833FA2560563}"/>
                  </a:ext>
                </a:extLst>
              </p:cNvPr>
              <p:cNvCxnSpPr>
                <a:cxnSpLocks/>
              </p:cNvCxnSpPr>
              <p:nvPr/>
            </p:nvCxnSpPr>
            <p:spPr>
              <a:xfrm>
                <a:off x="8470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0E139EE-1493-F5AD-F8B9-5144C9DC2095}"/>
                  </a:ext>
                </a:extLst>
              </p:cNvPr>
              <p:cNvCxnSpPr>
                <a:cxnSpLocks/>
              </p:cNvCxnSpPr>
              <p:nvPr/>
            </p:nvCxnSpPr>
            <p:spPr>
              <a:xfrm>
                <a:off x="8693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9E84009-4371-EDEB-7790-699D2CBBD255}"/>
                  </a:ext>
                </a:extLst>
              </p:cNvPr>
              <p:cNvCxnSpPr>
                <a:cxnSpLocks/>
              </p:cNvCxnSpPr>
              <p:nvPr/>
            </p:nvCxnSpPr>
            <p:spPr>
              <a:xfrm>
                <a:off x="8915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83AE8E56-EA3E-172D-7468-66CADD2AC5E5}"/>
                  </a:ext>
                </a:extLst>
              </p:cNvPr>
              <p:cNvCxnSpPr>
                <a:cxnSpLocks/>
              </p:cNvCxnSpPr>
              <p:nvPr/>
            </p:nvCxnSpPr>
            <p:spPr>
              <a:xfrm>
                <a:off x="9137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20A34CD-FC30-84DA-EF74-5F95BFA2AAEC}"/>
                  </a:ext>
                </a:extLst>
              </p:cNvPr>
              <p:cNvCxnSpPr>
                <a:cxnSpLocks/>
              </p:cNvCxnSpPr>
              <p:nvPr/>
            </p:nvCxnSpPr>
            <p:spPr>
              <a:xfrm>
                <a:off x="9359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63A5DA4-D726-DB65-E222-BF1C87F519FD}"/>
                  </a:ext>
                </a:extLst>
              </p:cNvPr>
              <p:cNvCxnSpPr>
                <a:cxnSpLocks/>
              </p:cNvCxnSpPr>
              <p:nvPr/>
            </p:nvCxnSpPr>
            <p:spPr>
              <a:xfrm>
                <a:off x="9582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7B5C7222-533B-2AFA-4C5F-9B3F336F2138}"/>
                  </a:ext>
                </a:extLst>
              </p:cNvPr>
              <p:cNvCxnSpPr>
                <a:cxnSpLocks/>
              </p:cNvCxnSpPr>
              <p:nvPr/>
            </p:nvCxnSpPr>
            <p:spPr>
              <a:xfrm>
                <a:off x="9804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2F594E7-7604-140F-8657-41FD171677A8}"/>
                  </a:ext>
                </a:extLst>
              </p:cNvPr>
              <p:cNvCxnSpPr>
                <a:cxnSpLocks/>
              </p:cNvCxnSpPr>
              <p:nvPr/>
            </p:nvCxnSpPr>
            <p:spPr>
              <a:xfrm>
                <a:off x="10026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25B7A8F9-9CA8-7B4F-3861-4C6D26BB666D}"/>
                  </a:ext>
                </a:extLst>
              </p:cNvPr>
              <p:cNvCxnSpPr>
                <a:cxnSpLocks/>
              </p:cNvCxnSpPr>
              <p:nvPr/>
            </p:nvCxnSpPr>
            <p:spPr>
              <a:xfrm>
                <a:off x="10248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4D788F42-3951-7569-28ED-9D70F764B910}"/>
                  </a:ext>
                </a:extLst>
              </p:cNvPr>
              <p:cNvCxnSpPr>
                <a:cxnSpLocks/>
              </p:cNvCxnSpPr>
              <p:nvPr/>
            </p:nvCxnSpPr>
            <p:spPr>
              <a:xfrm>
                <a:off x="10471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2A27B7B-883E-2027-4C05-E2BA2CF26835}"/>
                  </a:ext>
                </a:extLst>
              </p:cNvPr>
              <p:cNvCxnSpPr>
                <a:cxnSpLocks/>
              </p:cNvCxnSpPr>
              <p:nvPr/>
            </p:nvCxnSpPr>
            <p:spPr>
              <a:xfrm>
                <a:off x="10693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5894DBC-3F8D-3C7A-D9B6-B5943868AC94}"/>
                  </a:ext>
                </a:extLst>
              </p:cNvPr>
              <p:cNvCxnSpPr>
                <a:cxnSpLocks/>
              </p:cNvCxnSpPr>
              <p:nvPr/>
            </p:nvCxnSpPr>
            <p:spPr>
              <a:xfrm>
                <a:off x="10915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05F2A05-04B0-DD32-66FF-536D827D1C3D}"/>
                  </a:ext>
                </a:extLst>
              </p:cNvPr>
              <p:cNvCxnSpPr>
                <a:cxnSpLocks/>
              </p:cNvCxnSpPr>
              <p:nvPr/>
            </p:nvCxnSpPr>
            <p:spPr>
              <a:xfrm>
                <a:off x="11137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8100EA6-CE2F-A85F-BF99-3C9F54E12817}"/>
                  </a:ext>
                </a:extLst>
              </p:cNvPr>
              <p:cNvCxnSpPr>
                <a:cxnSpLocks/>
              </p:cNvCxnSpPr>
              <p:nvPr/>
            </p:nvCxnSpPr>
            <p:spPr>
              <a:xfrm>
                <a:off x="11360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7BBDC62-4191-FAF6-8FBC-8BE12AEC8084}"/>
                  </a:ext>
                </a:extLst>
              </p:cNvPr>
              <p:cNvCxnSpPr>
                <a:cxnSpLocks/>
              </p:cNvCxnSpPr>
              <p:nvPr/>
            </p:nvCxnSpPr>
            <p:spPr>
              <a:xfrm>
                <a:off x="11582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F2C45A3E-2C76-3845-A6CC-0D96121CCC03}"/>
                  </a:ext>
                </a:extLst>
              </p:cNvPr>
              <p:cNvCxnSpPr>
                <a:cxnSpLocks/>
              </p:cNvCxnSpPr>
              <p:nvPr/>
            </p:nvCxnSpPr>
            <p:spPr>
              <a:xfrm>
                <a:off x="118046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D009CD2-0708-A72E-108C-E5EE692EF690}"/>
                  </a:ext>
                </a:extLst>
              </p:cNvPr>
              <p:cNvCxnSpPr>
                <a:cxnSpLocks/>
              </p:cNvCxnSpPr>
              <p:nvPr/>
            </p:nvCxnSpPr>
            <p:spPr>
              <a:xfrm>
                <a:off x="120269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07D179D-C904-82C1-24B1-1768224B5E7A}"/>
                  </a:ext>
                </a:extLst>
              </p:cNvPr>
              <p:cNvCxnSpPr>
                <a:cxnSpLocks/>
              </p:cNvCxnSpPr>
              <p:nvPr/>
            </p:nvCxnSpPr>
            <p:spPr>
              <a:xfrm>
                <a:off x="1224915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1E3A6F9-76AB-CFF3-3861-A7948DC203B4}"/>
                  </a:ext>
                </a:extLst>
              </p:cNvPr>
              <p:cNvCxnSpPr>
                <a:cxnSpLocks/>
              </p:cNvCxnSpPr>
              <p:nvPr/>
            </p:nvCxnSpPr>
            <p:spPr>
              <a:xfrm>
                <a:off x="12471400" y="3124200"/>
                <a:ext cx="0" cy="373380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24FDF3B3-171F-352E-CCD4-BEB3845FB78F}"/>
                </a:ext>
              </a:extLst>
            </p:cNvPr>
            <p:cNvGrpSpPr/>
            <p:nvPr/>
          </p:nvGrpSpPr>
          <p:grpSpPr>
            <a:xfrm>
              <a:off x="-7937" y="3327400"/>
              <a:ext cx="12207875" cy="3467100"/>
              <a:chOff x="47622" y="3327400"/>
              <a:chExt cx="12207875" cy="3467100"/>
            </a:xfrm>
          </p:grpSpPr>
          <p:cxnSp>
            <p:nvCxnSpPr>
              <p:cNvPr id="15" name="Straight Connector 14">
                <a:extLst>
                  <a:ext uri="{FF2B5EF4-FFF2-40B4-BE49-F238E27FC236}">
                    <a16:creationId xmlns:a16="http://schemas.microsoft.com/office/drawing/2014/main" id="{A52A178A-9CCD-4AD0-A9D2-6369105A2225}"/>
                  </a:ext>
                </a:extLst>
              </p:cNvPr>
              <p:cNvCxnSpPr>
                <a:cxnSpLocks/>
              </p:cNvCxnSpPr>
              <p:nvPr/>
            </p:nvCxnSpPr>
            <p:spPr>
              <a:xfrm>
                <a:off x="47622" y="33274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286BB09-FA4E-E2E0-A557-1906A34463A3}"/>
                  </a:ext>
                </a:extLst>
              </p:cNvPr>
              <p:cNvCxnSpPr>
                <a:cxnSpLocks/>
              </p:cNvCxnSpPr>
              <p:nvPr/>
            </p:nvCxnSpPr>
            <p:spPr>
              <a:xfrm>
                <a:off x="47622" y="35750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2197D64-2556-5376-5147-B0613E56AC7E}"/>
                  </a:ext>
                </a:extLst>
              </p:cNvPr>
              <p:cNvCxnSpPr>
                <a:cxnSpLocks/>
              </p:cNvCxnSpPr>
              <p:nvPr/>
            </p:nvCxnSpPr>
            <p:spPr>
              <a:xfrm>
                <a:off x="47622" y="38227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B73991-087E-D59B-5608-D04DC291476D}"/>
                  </a:ext>
                </a:extLst>
              </p:cNvPr>
              <p:cNvCxnSpPr>
                <a:cxnSpLocks/>
              </p:cNvCxnSpPr>
              <p:nvPr/>
            </p:nvCxnSpPr>
            <p:spPr>
              <a:xfrm>
                <a:off x="47622" y="40703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330C53B-C97F-809A-531F-6243A1E896C0}"/>
                  </a:ext>
                </a:extLst>
              </p:cNvPr>
              <p:cNvCxnSpPr>
                <a:cxnSpLocks/>
              </p:cNvCxnSpPr>
              <p:nvPr/>
            </p:nvCxnSpPr>
            <p:spPr>
              <a:xfrm>
                <a:off x="47622" y="43180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6162023-8F68-D194-CAA1-649E5E0AA87C}"/>
                  </a:ext>
                </a:extLst>
              </p:cNvPr>
              <p:cNvCxnSpPr>
                <a:cxnSpLocks/>
              </p:cNvCxnSpPr>
              <p:nvPr/>
            </p:nvCxnSpPr>
            <p:spPr>
              <a:xfrm>
                <a:off x="47622" y="45656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6D14BB-3E18-148D-3D58-21148971CA58}"/>
                  </a:ext>
                </a:extLst>
              </p:cNvPr>
              <p:cNvCxnSpPr>
                <a:cxnSpLocks/>
              </p:cNvCxnSpPr>
              <p:nvPr/>
            </p:nvCxnSpPr>
            <p:spPr>
              <a:xfrm>
                <a:off x="47622" y="48133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25B6476-5056-0200-85DF-553E2B393BA4}"/>
                  </a:ext>
                </a:extLst>
              </p:cNvPr>
              <p:cNvCxnSpPr>
                <a:cxnSpLocks/>
              </p:cNvCxnSpPr>
              <p:nvPr/>
            </p:nvCxnSpPr>
            <p:spPr>
              <a:xfrm>
                <a:off x="47622" y="50609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BA48A1F-C13E-CE51-4E19-2DDE6B97AE34}"/>
                  </a:ext>
                </a:extLst>
              </p:cNvPr>
              <p:cNvCxnSpPr>
                <a:cxnSpLocks/>
              </p:cNvCxnSpPr>
              <p:nvPr/>
            </p:nvCxnSpPr>
            <p:spPr>
              <a:xfrm>
                <a:off x="47622" y="53086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CAE697C-00AC-9024-D96E-DED1613FE1F8}"/>
                  </a:ext>
                </a:extLst>
              </p:cNvPr>
              <p:cNvCxnSpPr>
                <a:cxnSpLocks/>
              </p:cNvCxnSpPr>
              <p:nvPr/>
            </p:nvCxnSpPr>
            <p:spPr>
              <a:xfrm>
                <a:off x="47622" y="55562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457F0E7-25FC-3ED7-8E67-EE047756AF0A}"/>
                  </a:ext>
                </a:extLst>
              </p:cNvPr>
              <p:cNvCxnSpPr>
                <a:cxnSpLocks/>
              </p:cNvCxnSpPr>
              <p:nvPr/>
            </p:nvCxnSpPr>
            <p:spPr>
              <a:xfrm>
                <a:off x="47622" y="58039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66DDD53-B44B-7476-C439-DFDC91A9E255}"/>
                  </a:ext>
                </a:extLst>
              </p:cNvPr>
              <p:cNvCxnSpPr>
                <a:cxnSpLocks/>
              </p:cNvCxnSpPr>
              <p:nvPr/>
            </p:nvCxnSpPr>
            <p:spPr>
              <a:xfrm>
                <a:off x="47622" y="60515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CDBAFB7-DF59-B45E-2C6B-8D20DB87E81D}"/>
                  </a:ext>
                </a:extLst>
              </p:cNvPr>
              <p:cNvCxnSpPr>
                <a:cxnSpLocks/>
              </p:cNvCxnSpPr>
              <p:nvPr/>
            </p:nvCxnSpPr>
            <p:spPr>
              <a:xfrm>
                <a:off x="47622" y="62992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887F648-6750-7E23-D604-A2D36ECD8BC1}"/>
                  </a:ext>
                </a:extLst>
              </p:cNvPr>
              <p:cNvCxnSpPr>
                <a:cxnSpLocks/>
              </p:cNvCxnSpPr>
              <p:nvPr/>
            </p:nvCxnSpPr>
            <p:spPr>
              <a:xfrm>
                <a:off x="47622" y="654685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6AE623F-AC06-E13F-1953-19B51CAAA749}"/>
                  </a:ext>
                </a:extLst>
              </p:cNvPr>
              <p:cNvCxnSpPr>
                <a:cxnSpLocks/>
              </p:cNvCxnSpPr>
              <p:nvPr/>
            </p:nvCxnSpPr>
            <p:spPr>
              <a:xfrm>
                <a:off x="47622" y="6794500"/>
                <a:ext cx="12207875" cy="0"/>
              </a:xfrm>
              <a:prstGeom prst="line">
                <a:avLst/>
              </a:prstGeom>
              <a:ln>
                <a:gradFill>
                  <a:gsLst>
                    <a:gs pos="0">
                      <a:schemeClr val="accent2">
                        <a:alpha val="2000"/>
                      </a:schemeClr>
                    </a:gs>
                    <a:gs pos="100000">
                      <a:schemeClr val="accent2">
                        <a:alpha val="14000"/>
                      </a:schemeClr>
                    </a:gs>
                  </a:gsLst>
                  <a:lin ang="6600000" scaled="0"/>
                </a:gradFill>
              </a:ln>
            </p:spPr>
            <p:style>
              <a:lnRef idx="1">
                <a:schemeClr val="accent1"/>
              </a:lnRef>
              <a:fillRef idx="0">
                <a:schemeClr val="accent1"/>
              </a:fillRef>
              <a:effectRef idx="0">
                <a:schemeClr val="accent1"/>
              </a:effectRef>
              <a:fontRef idx="minor">
                <a:schemeClr val="tx1"/>
              </a:fontRef>
            </p:style>
          </p:cxnSp>
        </p:grpSp>
      </p:grpSp>
      <p:sp>
        <p:nvSpPr>
          <p:cNvPr id="90" name="Text Placeholder 5">
            <a:extLst>
              <a:ext uri="{FF2B5EF4-FFF2-40B4-BE49-F238E27FC236}">
                <a16:creationId xmlns:a16="http://schemas.microsoft.com/office/drawing/2014/main" id="{6D99EF62-087C-9CC3-05F5-26AB04622F2A}"/>
              </a:ext>
            </a:extLst>
          </p:cNvPr>
          <p:cNvSpPr txBox="1">
            <a:spLocks/>
          </p:cNvSpPr>
          <p:nvPr/>
        </p:nvSpPr>
        <p:spPr>
          <a:xfrm>
            <a:off x="3602353" y="9703320"/>
            <a:ext cx="6998128" cy="151816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5400" b="1"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D" sz="8000">
              <a:solidFill>
                <a:schemeClr val="accent2"/>
              </a:solidFill>
            </a:endParaRPr>
          </a:p>
        </p:txBody>
      </p:sp>
      <p:sp>
        <p:nvSpPr>
          <p:cNvPr id="94" name="Text Placeholder 6">
            <a:extLst>
              <a:ext uri="{FF2B5EF4-FFF2-40B4-BE49-F238E27FC236}">
                <a16:creationId xmlns:a16="http://schemas.microsoft.com/office/drawing/2014/main" id="{0F4EB994-833A-2E32-1FAB-B752F05827B5}"/>
              </a:ext>
            </a:extLst>
          </p:cNvPr>
          <p:cNvSpPr txBox="1">
            <a:spLocks/>
          </p:cNvSpPr>
          <p:nvPr/>
        </p:nvSpPr>
        <p:spPr>
          <a:xfrm>
            <a:off x="5565409" y="12785111"/>
            <a:ext cx="4611651" cy="276999"/>
          </a:xfrm>
          <a:custGeom>
            <a:avLst/>
            <a:gdLst>
              <a:gd name="connsiteX0" fmla="*/ 0 w 2925727"/>
              <a:gd name="connsiteY0" fmla="*/ 0 h 276999"/>
              <a:gd name="connsiteX1" fmla="*/ 2925727 w 2925727"/>
              <a:gd name="connsiteY1" fmla="*/ 0 h 276999"/>
              <a:gd name="connsiteX2" fmla="*/ 2925727 w 2925727"/>
              <a:gd name="connsiteY2" fmla="*/ 276999 h 276999"/>
              <a:gd name="connsiteX3" fmla="*/ 0 w 292572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925727" h="276999">
                <a:moveTo>
                  <a:pt x="0" y="0"/>
                </a:moveTo>
                <a:lnTo>
                  <a:pt x="2925727" y="0"/>
                </a:lnTo>
                <a:lnTo>
                  <a:pt x="2925727" y="276999"/>
                </a:lnTo>
                <a:lnTo>
                  <a:pt x="0" y="276999"/>
                </a:lnTo>
                <a:close/>
              </a:path>
            </a:pathLst>
          </a:cu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200" b="1" kern="1200">
                <a:solidFill>
                  <a:schemeClr val="accent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99" name="Text Placeholder 7">
            <a:extLst>
              <a:ext uri="{FF2B5EF4-FFF2-40B4-BE49-F238E27FC236}">
                <a16:creationId xmlns:a16="http://schemas.microsoft.com/office/drawing/2014/main" id="{A7BEB69B-CE9F-4A53-1307-C071CF5B3ECF}"/>
              </a:ext>
            </a:extLst>
          </p:cNvPr>
          <p:cNvSpPr txBox="1">
            <a:spLocks/>
          </p:cNvSpPr>
          <p:nvPr/>
        </p:nvSpPr>
        <p:spPr>
          <a:xfrm>
            <a:off x="5830715" y="13445897"/>
            <a:ext cx="5906449" cy="670032"/>
          </a:xfrm>
          <a:custGeom>
            <a:avLst/>
            <a:gdLst>
              <a:gd name="connsiteX0" fmla="*/ 0 w 4691862"/>
              <a:gd name="connsiteY0" fmla="*/ 0 h 1699824"/>
              <a:gd name="connsiteX1" fmla="*/ 4691862 w 4691862"/>
              <a:gd name="connsiteY1" fmla="*/ 0 h 1699824"/>
              <a:gd name="connsiteX2" fmla="*/ 4691862 w 4691862"/>
              <a:gd name="connsiteY2" fmla="*/ 1699824 h 1699824"/>
              <a:gd name="connsiteX3" fmla="*/ 0 w 4691862"/>
              <a:gd name="connsiteY3" fmla="*/ 1699824 h 1699824"/>
            </a:gdLst>
            <a:ahLst/>
            <a:cxnLst>
              <a:cxn ang="0">
                <a:pos x="connsiteX0" y="connsiteY0"/>
              </a:cxn>
              <a:cxn ang="0">
                <a:pos x="connsiteX1" y="connsiteY1"/>
              </a:cxn>
              <a:cxn ang="0">
                <a:pos x="connsiteX2" y="connsiteY2"/>
              </a:cxn>
              <a:cxn ang="0">
                <a:pos x="connsiteX3" y="connsiteY3"/>
              </a:cxn>
            </a:cxnLst>
            <a:rect l="l" t="t" r="r" b="b"/>
            <a:pathLst>
              <a:path w="4691862" h="1699824">
                <a:moveTo>
                  <a:pt x="0" y="0"/>
                </a:moveTo>
                <a:lnTo>
                  <a:pt x="4691862" y="0"/>
                </a:lnTo>
                <a:lnTo>
                  <a:pt x="4691862" y="1699824"/>
                </a:lnTo>
                <a:lnTo>
                  <a:pt x="0" y="1699824"/>
                </a:lnTo>
                <a:close/>
              </a:path>
            </a:pathLst>
          </a:custGeom>
        </p:spPr>
        <p:txBody>
          <a:bodyPr vert="horz" wrap="square" lIns="91440" tIns="45720" rIns="91440" bIns="45720" rtlCol="0">
            <a:noAutofit/>
          </a:bodyPr>
          <a:lstStyle>
            <a:lvl1pPr marL="0" indent="0" algn="l" defTabSz="914400" rtl="0" eaLnBrk="1" latinLnBrk="0" hangingPunct="1">
              <a:lnSpc>
                <a:spcPts val="1500"/>
              </a:lnSpc>
              <a:spcBef>
                <a:spcPts val="600"/>
              </a:spcBef>
              <a:buFont typeface="Arial" panose="020B0604020202020204" pitchFamily="34" charset="0"/>
              <a:buNone/>
              <a:defRPr sz="12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solidFill>
                <a:schemeClr val="bg1"/>
              </a:solidFill>
            </a:endParaRPr>
          </a:p>
        </p:txBody>
      </p:sp>
      <p:sp>
        <p:nvSpPr>
          <p:cNvPr id="102" name="Oval 101">
            <a:extLst>
              <a:ext uri="{FF2B5EF4-FFF2-40B4-BE49-F238E27FC236}">
                <a16:creationId xmlns:a16="http://schemas.microsoft.com/office/drawing/2014/main" id="{9DEA5F95-EAF6-4A64-99C1-7FAAE28EA7CB}"/>
              </a:ext>
            </a:extLst>
          </p:cNvPr>
          <p:cNvSpPr/>
          <p:nvPr/>
        </p:nvSpPr>
        <p:spPr>
          <a:xfrm>
            <a:off x="-3276205" y="-2579631"/>
            <a:ext cx="6439376" cy="6439376"/>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3" name="Oval 102">
            <a:extLst>
              <a:ext uri="{FF2B5EF4-FFF2-40B4-BE49-F238E27FC236}">
                <a16:creationId xmlns:a16="http://schemas.microsoft.com/office/drawing/2014/main" id="{03570633-7F9B-9621-4AB9-25A556C3EC6A}"/>
              </a:ext>
            </a:extLst>
          </p:cNvPr>
          <p:cNvSpPr/>
          <p:nvPr/>
        </p:nvSpPr>
        <p:spPr>
          <a:xfrm>
            <a:off x="9474543" y="-635567"/>
            <a:ext cx="4696626" cy="4696626"/>
          </a:xfrm>
          <a:prstGeom prst="ellipse">
            <a:avLst/>
          </a:prstGeom>
          <a:solidFill>
            <a:schemeClr val="accent3">
              <a:alpha val="28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4" name="Oval 103">
            <a:extLst>
              <a:ext uri="{FF2B5EF4-FFF2-40B4-BE49-F238E27FC236}">
                <a16:creationId xmlns:a16="http://schemas.microsoft.com/office/drawing/2014/main" id="{52B7CD84-710B-BA69-A7C7-E066CD7B583F}"/>
              </a:ext>
            </a:extLst>
          </p:cNvPr>
          <p:cNvSpPr/>
          <p:nvPr/>
        </p:nvSpPr>
        <p:spPr>
          <a:xfrm>
            <a:off x="1289740" y="3859745"/>
            <a:ext cx="6439376" cy="6439376"/>
          </a:xfrm>
          <a:prstGeom prst="ellipse">
            <a:avLst/>
          </a:prstGeom>
          <a:solidFill>
            <a:schemeClr val="accent2">
              <a:alpha val="34000"/>
            </a:scheme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8" name="Text Placeholder 6">
            <a:extLst>
              <a:ext uri="{FF2B5EF4-FFF2-40B4-BE49-F238E27FC236}">
                <a16:creationId xmlns:a16="http://schemas.microsoft.com/office/drawing/2014/main" id="{33FDE21B-2207-6A95-156E-748A2025ACF9}"/>
              </a:ext>
            </a:extLst>
          </p:cNvPr>
          <p:cNvSpPr txBox="1">
            <a:spLocks/>
          </p:cNvSpPr>
          <p:nvPr/>
        </p:nvSpPr>
        <p:spPr>
          <a:xfrm>
            <a:off x="6180914" y="14115928"/>
            <a:ext cx="4611651" cy="276999"/>
          </a:xfrm>
          <a:custGeom>
            <a:avLst/>
            <a:gdLst>
              <a:gd name="connsiteX0" fmla="*/ 0 w 2925727"/>
              <a:gd name="connsiteY0" fmla="*/ 0 h 276999"/>
              <a:gd name="connsiteX1" fmla="*/ 2925727 w 2925727"/>
              <a:gd name="connsiteY1" fmla="*/ 0 h 276999"/>
              <a:gd name="connsiteX2" fmla="*/ 2925727 w 2925727"/>
              <a:gd name="connsiteY2" fmla="*/ 276999 h 276999"/>
              <a:gd name="connsiteX3" fmla="*/ 0 w 2925727"/>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925727" h="276999">
                <a:moveTo>
                  <a:pt x="0" y="0"/>
                </a:moveTo>
                <a:lnTo>
                  <a:pt x="2925727" y="0"/>
                </a:lnTo>
                <a:lnTo>
                  <a:pt x="2925727" y="276999"/>
                </a:lnTo>
                <a:lnTo>
                  <a:pt x="0" y="276999"/>
                </a:lnTo>
                <a:close/>
              </a:path>
            </a:pathLst>
          </a:cu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200" b="1" kern="1200">
                <a:solidFill>
                  <a:schemeClr val="accent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88" name="Text Placeholder 5">
            <a:extLst>
              <a:ext uri="{FF2B5EF4-FFF2-40B4-BE49-F238E27FC236}">
                <a16:creationId xmlns:a16="http://schemas.microsoft.com/office/drawing/2014/main" id="{66DCC01F-3584-4993-7FB8-62BDB420AAF7}"/>
              </a:ext>
            </a:extLst>
          </p:cNvPr>
          <p:cNvSpPr>
            <a:spLocks noGrp="1"/>
          </p:cNvSpPr>
          <p:nvPr>
            <p:ph type="body" sz="quarter" idx="12"/>
          </p:nvPr>
        </p:nvSpPr>
        <p:spPr>
          <a:xfrm>
            <a:off x="3207334" y="425255"/>
            <a:ext cx="4598253" cy="1518161"/>
          </a:xfrm>
        </p:spPr>
        <p:txBody>
          <a:bodyPr/>
          <a:lstStyle/>
          <a:p>
            <a:r>
              <a:rPr lang="pt-BR"/>
              <a:t>CLIENT</a:t>
            </a:r>
            <a:endParaRPr lang="en-ID"/>
          </a:p>
        </p:txBody>
      </p:sp>
      <p:sp>
        <p:nvSpPr>
          <p:cNvPr id="105" name="Text Placeholder 104">
            <a:extLst>
              <a:ext uri="{FF2B5EF4-FFF2-40B4-BE49-F238E27FC236}">
                <a16:creationId xmlns:a16="http://schemas.microsoft.com/office/drawing/2014/main" id="{36671EB7-7BFE-0CC1-22EA-A00CDEE7CCC5}"/>
              </a:ext>
            </a:extLst>
          </p:cNvPr>
          <p:cNvSpPr>
            <a:spLocks noGrp="1"/>
          </p:cNvSpPr>
          <p:nvPr>
            <p:ph type="body" sz="quarter" idx="36"/>
          </p:nvPr>
        </p:nvSpPr>
        <p:spPr>
          <a:xfrm>
            <a:off x="3602352" y="1675302"/>
            <a:ext cx="6998129" cy="1518161"/>
          </a:xfrm>
        </p:spPr>
        <p:txBody>
          <a:bodyPr/>
          <a:lstStyle/>
          <a:p>
            <a:r>
              <a:rPr lang="pt-BR"/>
              <a:t>ACCOLADES</a:t>
            </a:r>
            <a:endParaRPr lang="en-ID"/>
          </a:p>
        </p:txBody>
      </p:sp>
      <p:sp>
        <p:nvSpPr>
          <p:cNvPr id="106" name="Text Placeholder 105">
            <a:extLst>
              <a:ext uri="{FF2B5EF4-FFF2-40B4-BE49-F238E27FC236}">
                <a16:creationId xmlns:a16="http://schemas.microsoft.com/office/drawing/2014/main" id="{F3AB7F8F-09C2-01A0-A946-F0AAF1EA63F8}"/>
              </a:ext>
            </a:extLst>
          </p:cNvPr>
          <p:cNvSpPr>
            <a:spLocks noGrp="1"/>
          </p:cNvSpPr>
          <p:nvPr>
            <p:ph type="body" sz="quarter" idx="37"/>
          </p:nvPr>
        </p:nvSpPr>
        <p:spPr>
          <a:xfrm>
            <a:off x="5265265" y="3213482"/>
            <a:ext cx="5769206" cy="1570534"/>
          </a:xfrm>
        </p:spPr>
        <p:txBody>
          <a:bodyPr/>
          <a:lstStyle/>
          <a:p>
            <a:r>
              <a:rPr lang="en-US"/>
              <a:t>We would like to express our sincere appreciation for your service to us as one of our most reliable regular vendors. Ever since we signed our contract, you have provided the highest quality products. Deliveries are often received as expected, and you are quick to resolve any issues that arise.</a:t>
            </a:r>
          </a:p>
          <a:p>
            <a:r>
              <a:rPr lang="en-US"/>
              <a:t>We look forward to extending our contract with you for years to come and hope you will continue to provide such excellent service to us. We could not conduct our business without you!</a:t>
            </a:r>
          </a:p>
        </p:txBody>
      </p:sp>
      <p:sp>
        <p:nvSpPr>
          <p:cNvPr id="107" name="Text Placeholder 106">
            <a:extLst>
              <a:ext uri="{FF2B5EF4-FFF2-40B4-BE49-F238E27FC236}">
                <a16:creationId xmlns:a16="http://schemas.microsoft.com/office/drawing/2014/main" id="{6FF61A09-A31B-15DF-5744-E241F31D6B81}"/>
              </a:ext>
            </a:extLst>
          </p:cNvPr>
          <p:cNvSpPr>
            <a:spLocks noGrp="1"/>
          </p:cNvSpPr>
          <p:nvPr>
            <p:ph type="body" sz="quarter" idx="38"/>
          </p:nvPr>
        </p:nvSpPr>
        <p:spPr>
          <a:xfrm>
            <a:off x="5903285" y="5359823"/>
            <a:ext cx="5684977" cy="670032"/>
          </a:xfrm>
        </p:spPr>
        <p:txBody>
          <a:bodyPr/>
          <a:lstStyle/>
          <a:p>
            <a:r>
              <a:rPr lang="en-US"/>
              <a:t>Thanks to EAI Systems’ Center of Excellence (CoE) service to enhance governance, re-use and collaboration. Business and IT stakeholders are working together like never before in the history of New Jersey Courts</a:t>
            </a:r>
          </a:p>
        </p:txBody>
      </p:sp>
      <p:sp>
        <p:nvSpPr>
          <p:cNvPr id="95" name="Text Placeholder 7">
            <a:extLst>
              <a:ext uri="{FF2B5EF4-FFF2-40B4-BE49-F238E27FC236}">
                <a16:creationId xmlns:a16="http://schemas.microsoft.com/office/drawing/2014/main" id="{025507B7-64FA-403C-2A13-1E3502A9C074}"/>
              </a:ext>
            </a:extLst>
          </p:cNvPr>
          <p:cNvSpPr>
            <a:spLocks noGrp="1"/>
          </p:cNvSpPr>
          <p:nvPr>
            <p:ph type="body" sz="quarter" idx="19"/>
          </p:nvPr>
        </p:nvSpPr>
        <p:spPr>
          <a:xfrm>
            <a:off x="5637979" y="4757094"/>
            <a:ext cx="4611651" cy="276999"/>
          </a:xfrm>
        </p:spPr>
        <p:txBody>
          <a:bodyPr/>
          <a:lstStyle/>
          <a:p>
            <a:r>
              <a:rPr lang="en-US"/>
              <a:t>Ministry of Justice, Saudi Arabia</a:t>
            </a:r>
          </a:p>
        </p:txBody>
      </p:sp>
      <p:sp>
        <p:nvSpPr>
          <p:cNvPr id="108" name="Text Placeholder 107">
            <a:extLst>
              <a:ext uri="{FF2B5EF4-FFF2-40B4-BE49-F238E27FC236}">
                <a16:creationId xmlns:a16="http://schemas.microsoft.com/office/drawing/2014/main" id="{BF73148C-35E9-544C-D931-D45ADF4C7B07}"/>
              </a:ext>
            </a:extLst>
          </p:cNvPr>
          <p:cNvSpPr>
            <a:spLocks noGrp="1"/>
          </p:cNvSpPr>
          <p:nvPr>
            <p:ph type="body" sz="quarter" idx="39"/>
          </p:nvPr>
        </p:nvSpPr>
        <p:spPr>
          <a:xfrm>
            <a:off x="6253485" y="6029855"/>
            <a:ext cx="4611651" cy="276999"/>
          </a:xfrm>
        </p:spPr>
        <p:txBody>
          <a:bodyPr/>
          <a:lstStyle/>
          <a:p>
            <a:r>
              <a:rPr lang="en-US"/>
              <a:t>New Jersey Courts, United States</a:t>
            </a:r>
          </a:p>
        </p:txBody>
      </p:sp>
      <p:cxnSp>
        <p:nvCxnSpPr>
          <p:cNvPr id="93" name="Straight Connector 92">
            <a:extLst>
              <a:ext uri="{FF2B5EF4-FFF2-40B4-BE49-F238E27FC236}">
                <a16:creationId xmlns:a16="http://schemas.microsoft.com/office/drawing/2014/main" id="{0C3A0FCD-E54E-0619-7A20-E010555A7646}"/>
              </a:ext>
            </a:extLst>
          </p:cNvPr>
          <p:cNvCxnSpPr>
            <a:cxnSpLocks/>
          </p:cNvCxnSpPr>
          <p:nvPr/>
        </p:nvCxnSpPr>
        <p:spPr>
          <a:xfrm>
            <a:off x="0" y="6667340"/>
            <a:ext cx="1114877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1" name="Freeform: Shape 90">
            <a:extLst>
              <a:ext uri="{FF2B5EF4-FFF2-40B4-BE49-F238E27FC236}">
                <a16:creationId xmlns:a16="http://schemas.microsoft.com/office/drawing/2014/main" id="{BDE20D14-4B2C-5B48-2D06-112BE42A2B9C}"/>
              </a:ext>
            </a:extLst>
          </p:cNvPr>
          <p:cNvSpPr/>
          <p:nvPr/>
        </p:nvSpPr>
        <p:spPr>
          <a:xfrm>
            <a:off x="11003757" y="6794501"/>
            <a:ext cx="955610" cy="63499"/>
          </a:xfrm>
          <a:custGeom>
            <a:avLst/>
            <a:gdLst>
              <a:gd name="connsiteX0" fmla="*/ 214802 w 891487"/>
              <a:gd name="connsiteY0" fmla="*/ 0 h 137159"/>
              <a:gd name="connsiteX1" fmla="*/ 676685 w 891487"/>
              <a:gd name="connsiteY1" fmla="*/ 0 h 137159"/>
              <a:gd name="connsiteX2" fmla="*/ 846412 w 891487"/>
              <a:gd name="connsiteY2" fmla="*/ 70303 h 137159"/>
              <a:gd name="connsiteX3" fmla="*/ 891487 w 891487"/>
              <a:gd name="connsiteY3" fmla="*/ 137159 h 137159"/>
              <a:gd name="connsiteX4" fmla="*/ 0 w 891487"/>
              <a:gd name="connsiteY4" fmla="*/ 137159 h 137159"/>
              <a:gd name="connsiteX5" fmla="*/ 45075 w 891487"/>
              <a:gd name="connsiteY5" fmla="*/ 70303 h 137159"/>
              <a:gd name="connsiteX6" fmla="*/ 214802 w 891487"/>
              <a:gd name="connsiteY6" fmla="*/ 0 h 13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487" h="137159">
                <a:moveTo>
                  <a:pt x="214802" y="0"/>
                </a:moveTo>
                <a:lnTo>
                  <a:pt x="676685" y="0"/>
                </a:lnTo>
                <a:cubicBezTo>
                  <a:pt x="742967" y="0"/>
                  <a:pt x="802975" y="26867"/>
                  <a:pt x="846412" y="70303"/>
                </a:cubicBezTo>
                <a:lnTo>
                  <a:pt x="891487" y="137159"/>
                </a:lnTo>
                <a:lnTo>
                  <a:pt x="0" y="137159"/>
                </a:lnTo>
                <a:lnTo>
                  <a:pt x="45075" y="70303"/>
                </a:lnTo>
                <a:cubicBezTo>
                  <a:pt x="88512" y="26867"/>
                  <a:pt x="148520" y="0"/>
                  <a:pt x="2148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92" name="TextBox 91">
            <a:extLst>
              <a:ext uri="{FF2B5EF4-FFF2-40B4-BE49-F238E27FC236}">
                <a16:creationId xmlns:a16="http://schemas.microsoft.com/office/drawing/2014/main" id="{7E65DBD6-93CF-559E-8CD3-B7B919FE6B6E}"/>
              </a:ext>
            </a:extLst>
          </p:cNvPr>
          <p:cNvSpPr txBox="1"/>
          <p:nvPr/>
        </p:nvSpPr>
        <p:spPr>
          <a:xfrm>
            <a:off x="11148778" y="6564624"/>
            <a:ext cx="714609" cy="230832"/>
          </a:xfrm>
          <a:prstGeom prst="rect">
            <a:avLst/>
          </a:prstGeom>
          <a:noFill/>
        </p:spPr>
        <p:txBody>
          <a:bodyPr wrap="square" rtlCol="0">
            <a:spAutoFit/>
          </a:bodyPr>
          <a:lstStyle/>
          <a:p>
            <a:r>
              <a:rPr lang="en-ID" sz="900" b="1">
                <a:solidFill>
                  <a:schemeClr val="bg1"/>
                </a:solidFill>
              </a:rPr>
              <a:t>PAGE | </a:t>
            </a:r>
            <a:fld id="{13ABB06F-2B0F-4054-8A3E-E3A306E5D633}" type="slidenum">
              <a:rPr lang="en-ID" sz="900" b="1" smtClean="0">
                <a:solidFill>
                  <a:schemeClr val="bg1"/>
                </a:solidFill>
              </a:rPr>
              <a:pPr/>
              <a:t>8</a:t>
            </a:fld>
            <a:endParaRPr lang="en-ID" sz="900" b="1">
              <a:solidFill>
                <a:schemeClr val="bg1"/>
              </a:solidFill>
            </a:endParaRPr>
          </a:p>
        </p:txBody>
      </p:sp>
      <p:cxnSp>
        <p:nvCxnSpPr>
          <p:cNvPr id="97" name="Straight Connector 96">
            <a:extLst>
              <a:ext uri="{FF2B5EF4-FFF2-40B4-BE49-F238E27FC236}">
                <a16:creationId xmlns:a16="http://schemas.microsoft.com/office/drawing/2014/main" id="{8EBDF0B1-361B-44B0-9030-C6E0501BE8C5}"/>
              </a:ext>
            </a:extLst>
          </p:cNvPr>
          <p:cNvCxnSpPr/>
          <p:nvPr/>
        </p:nvCxnSpPr>
        <p:spPr>
          <a:xfrm>
            <a:off x="5487750" y="4891088"/>
            <a:ext cx="173277" cy="0"/>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1B3B8BCC-DE1A-43F5-BF3E-087DC22EDA87}"/>
              </a:ext>
            </a:extLst>
          </p:cNvPr>
          <p:cNvCxnSpPr/>
          <p:nvPr/>
        </p:nvCxnSpPr>
        <p:spPr>
          <a:xfrm>
            <a:off x="6103255" y="6161580"/>
            <a:ext cx="173277" cy="0"/>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01" name="Picture 100">
            <a:extLst>
              <a:ext uri="{FF2B5EF4-FFF2-40B4-BE49-F238E27FC236}">
                <a16:creationId xmlns:a16="http://schemas.microsoft.com/office/drawing/2014/main" id="{A8202580-C7CA-56B2-2AE5-E84FAA477785}"/>
              </a:ext>
            </a:extLst>
          </p:cNvPr>
          <p:cNvPicPr>
            <a:picLocks noChangeAspect="1"/>
          </p:cNvPicPr>
          <p:nvPr/>
        </p:nvPicPr>
        <p:blipFill>
          <a:blip r:embed="rId3"/>
          <a:stretch>
            <a:fillRect/>
          </a:stretch>
        </p:blipFill>
        <p:spPr>
          <a:xfrm>
            <a:off x="11241718" y="314964"/>
            <a:ext cx="550269" cy="438150"/>
          </a:xfrm>
          <a:prstGeom prst="rect">
            <a:avLst/>
          </a:prstGeom>
        </p:spPr>
      </p:pic>
      <p:pic>
        <p:nvPicPr>
          <p:cNvPr id="87" name="Picture Placeholder 2" descr="A person in a suit and tie&#10;&#10;Description automatically generated">
            <a:extLst>
              <a:ext uri="{FF2B5EF4-FFF2-40B4-BE49-F238E27FC236}">
                <a16:creationId xmlns:a16="http://schemas.microsoft.com/office/drawing/2014/main" id="{2E971A42-BE55-2086-2FA1-06D0B785AA8C}"/>
              </a:ext>
            </a:extLst>
          </p:cNvPr>
          <p:cNvPicPr>
            <a:picLocks noGrp="1" noChangeAspect="1"/>
          </p:cNvPicPr>
          <p:nvPr>
            <p:ph type="pic" sz="quarter" idx="11"/>
          </p:nvPr>
        </p:nvPicPr>
        <p:blipFill rotWithShape="1">
          <a:blip r:embed="rId4" cstate="print">
            <a:extLst>
              <a:ext uri="{28A0092B-C50C-407E-A947-70E740481C1C}">
                <a14:useLocalDpi xmlns:a14="http://schemas.microsoft.com/office/drawing/2010/main"/>
              </a:ext>
            </a:extLst>
          </a:blip>
          <a:srcRect l="7" r="7"/>
          <a:stretch/>
        </p:blipFill>
        <p:spPr>
          <a:xfrm>
            <a:off x="382266" y="419505"/>
            <a:ext cx="4727370" cy="6438493"/>
          </a:xfrm>
        </p:spPr>
      </p:pic>
    </p:spTree>
    <p:extLst>
      <p:ext uri="{BB962C8B-B14F-4D97-AF65-F5344CB8AC3E}">
        <p14:creationId xmlns:p14="http://schemas.microsoft.com/office/powerpoint/2010/main" val="2496661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F05A1F25-3FFD-78DA-7771-0BC9AAC0362F}"/>
              </a:ext>
            </a:extLst>
          </p:cNvPr>
          <p:cNvSpPr/>
          <p:nvPr/>
        </p:nvSpPr>
        <p:spPr>
          <a:xfrm>
            <a:off x="327147" y="1272025"/>
            <a:ext cx="3511032" cy="2176949"/>
          </a:xfrm>
          <a:prstGeom prst="roundRect">
            <a:avLst>
              <a:gd name="adj" fmla="val 4138"/>
            </a:avLst>
          </a:prstGeom>
          <a:solidFill>
            <a:schemeClr val="bg1"/>
          </a:solidFill>
          <a:ln>
            <a:solidFill>
              <a:schemeClr val="accent1">
                <a:shade val="15000"/>
              </a:schemeClr>
            </a:solidFill>
          </a:ln>
          <a:effectLst>
            <a:outerShdw blurRad="2667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Isosceles Triangle 13">
            <a:extLst>
              <a:ext uri="{FF2B5EF4-FFF2-40B4-BE49-F238E27FC236}">
                <a16:creationId xmlns:a16="http://schemas.microsoft.com/office/drawing/2014/main" id="{CE9FD260-F405-405F-BC76-0F230E5219E7}"/>
              </a:ext>
            </a:extLst>
          </p:cNvPr>
          <p:cNvSpPr/>
          <p:nvPr/>
        </p:nvSpPr>
        <p:spPr>
          <a:xfrm rot="5400000">
            <a:off x="648810" y="2014741"/>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16" name="Isosceles Triangle 15">
            <a:extLst>
              <a:ext uri="{FF2B5EF4-FFF2-40B4-BE49-F238E27FC236}">
                <a16:creationId xmlns:a16="http://schemas.microsoft.com/office/drawing/2014/main" id="{9B73F718-1B1D-4256-5E7D-4C2CCD58B134}"/>
              </a:ext>
            </a:extLst>
          </p:cNvPr>
          <p:cNvSpPr/>
          <p:nvPr/>
        </p:nvSpPr>
        <p:spPr>
          <a:xfrm rot="5400000">
            <a:off x="648810" y="2762908"/>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0" name="Oval 19">
            <a:extLst>
              <a:ext uri="{FF2B5EF4-FFF2-40B4-BE49-F238E27FC236}">
                <a16:creationId xmlns:a16="http://schemas.microsoft.com/office/drawing/2014/main" id="{7855532B-1411-B62B-4FA6-D970189780E6}"/>
              </a:ext>
            </a:extLst>
          </p:cNvPr>
          <p:cNvSpPr/>
          <p:nvPr/>
        </p:nvSpPr>
        <p:spPr>
          <a:xfrm flipV="1">
            <a:off x="2968550" y="972051"/>
            <a:ext cx="602114" cy="603504"/>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Rectangle: Rounded Corners 20">
            <a:extLst>
              <a:ext uri="{FF2B5EF4-FFF2-40B4-BE49-F238E27FC236}">
                <a16:creationId xmlns:a16="http://schemas.microsoft.com/office/drawing/2014/main" id="{57348B5A-8C3D-1A3A-4FF0-5012B6D84D1D}"/>
              </a:ext>
            </a:extLst>
          </p:cNvPr>
          <p:cNvSpPr/>
          <p:nvPr/>
        </p:nvSpPr>
        <p:spPr>
          <a:xfrm>
            <a:off x="327147" y="3995675"/>
            <a:ext cx="3511032" cy="2100325"/>
          </a:xfrm>
          <a:prstGeom prst="roundRect">
            <a:avLst>
              <a:gd name="adj" fmla="val 4138"/>
            </a:avLst>
          </a:prstGeom>
          <a:solidFill>
            <a:schemeClr val="bg1"/>
          </a:solidFill>
          <a:ln>
            <a:solidFill>
              <a:schemeClr val="accent1">
                <a:shade val="15000"/>
              </a:schemeClr>
            </a:solidFill>
          </a:ln>
          <a:effectLst>
            <a:outerShdw blurRad="2667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Isosceles Triangle 22">
            <a:extLst>
              <a:ext uri="{FF2B5EF4-FFF2-40B4-BE49-F238E27FC236}">
                <a16:creationId xmlns:a16="http://schemas.microsoft.com/office/drawing/2014/main" id="{83EAAE0E-EC6B-BAEF-4AF6-8B02114B76E2}"/>
              </a:ext>
            </a:extLst>
          </p:cNvPr>
          <p:cNvSpPr/>
          <p:nvPr/>
        </p:nvSpPr>
        <p:spPr>
          <a:xfrm rot="5400000">
            <a:off x="648810" y="4727659"/>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5" name="Isosceles Triangle 24">
            <a:extLst>
              <a:ext uri="{FF2B5EF4-FFF2-40B4-BE49-F238E27FC236}">
                <a16:creationId xmlns:a16="http://schemas.microsoft.com/office/drawing/2014/main" id="{3BBA9BE0-847D-5301-05F9-E1FE1E8AF246}"/>
              </a:ext>
            </a:extLst>
          </p:cNvPr>
          <p:cNvSpPr/>
          <p:nvPr/>
        </p:nvSpPr>
        <p:spPr>
          <a:xfrm rot="5400000">
            <a:off x="648810" y="5235052"/>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27" name="Oval 26">
            <a:extLst>
              <a:ext uri="{FF2B5EF4-FFF2-40B4-BE49-F238E27FC236}">
                <a16:creationId xmlns:a16="http://schemas.microsoft.com/office/drawing/2014/main" id="{DDCA8A64-684F-C675-4EEC-7D3F15F7DE5E}"/>
              </a:ext>
            </a:extLst>
          </p:cNvPr>
          <p:cNvSpPr/>
          <p:nvPr/>
        </p:nvSpPr>
        <p:spPr>
          <a:xfrm flipV="1">
            <a:off x="2968550" y="3695701"/>
            <a:ext cx="602114" cy="603504"/>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3" name="Rectangle: Rounded Corners 62">
            <a:extLst>
              <a:ext uri="{FF2B5EF4-FFF2-40B4-BE49-F238E27FC236}">
                <a16:creationId xmlns:a16="http://schemas.microsoft.com/office/drawing/2014/main" id="{F71D22B2-B210-DB9F-E8D9-2E5C7364AA38}"/>
              </a:ext>
            </a:extLst>
          </p:cNvPr>
          <p:cNvSpPr/>
          <p:nvPr/>
        </p:nvSpPr>
        <p:spPr>
          <a:xfrm>
            <a:off x="4166794" y="4615245"/>
            <a:ext cx="7574068" cy="1480755"/>
          </a:xfrm>
          <a:prstGeom prst="roundRect">
            <a:avLst>
              <a:gd name="adj" fmla="val 6282"/>
            </a:avLst>
          </a:prstGeom>
          <a:solidFill>
            <a:schemeClr val="bg1"/>
          </a:solidFill>
          <a:ln>
            <a:solidFill>
              <a:schemeClr val="accent1">
                <a:shade val="15000"/>
              </a:schemeClr>
            </a:solidFill>
          </a:ln>
          <a:effectLst>
            <a:outerShdw blurRad="2667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5" name="Isosceles Triangle 64">
            <a:extLst>
              <a:ext uri="{FF2B5EF4-FFF2-40B4-BE49-F238E27FC236}">
                <a16:creationId xmlns:a16="http://schemas.microsoft.com/office/drawing/2014/main" id="{CE95F1B7-5F57-B2DC-D27D-FE9B5999C1A5}"/>
              </a:ext>
            </a:extLst>
          </p:cNvPr>
          <p:cNvSpPr/>
          <p:nvPr/>
        </p:nvSpPr>
        <p:spPr>
          <a:xfrm rot="5400000">
            <a:off x="4507265" y="5445181"/>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66" name="Isosceles Triangle 65">
            <a:extLst>
              <a:ext uri="{FF2B5EF4-FFF2-40B4-BE49-F238E27FC236}">
                <a16:creationId xmlns:a16="http://schemas.microsoft.com/office/drawing/2014/main" id="{D50BBA47-DF34-C21E-D9FC-A50A2F2BCBDE}"/>
              </a:ext>
            </a:extLst>
          </p:cNvPr>
          <p:cNvSpPr/>
          <p:nvPr/>
        </p:nvSpPr>
        <p:spPr>
          <a:xfrm rot="5400000">
            <a:off x="4507265" y="5710785"/>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68" name="Oval 67">
            <a:extLst>
              <a:ext uri="{FF2B5EF4-FFF2-40B4-BE49-F238E27FC236}">
                <a16:creationId xmlns:a16="http://schemas.microsoft.com/office/drawing/2014/main" id="{A3628144-6F84-A6DC-2D91-998BF906897F}"/>
              </a:ext>
            </a:extLst>
          </p:cNvPr>
          <p:cNvSpPr/>
          <p:nvPr/>
        </p:nvSpPr>
        <p:spPr>
          <a:xfrm flipV="1">
            <a:off x="10907569" y="4315270"/>
            <a:ext cx="602114" cy="603504"/>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76" name="Graphic 75">
            <a:extLst>
              <a:ext uri="{FF2B5EF4-FFF2-40B4-BE49-F238E27FC236}">
                <a16:creationId xmlns:a16="http://schemas.microsoft.com/office/drawing/2014/main" id="{8079B30D-4D94-57AF-8036-20CC69E7F4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96145" y="1106806"/>
            <a:ext cx="346926" cy="346926"/>
          </a:xfrm>
          <a:prstGeom prst="rect">
            <a:avLst/>
          </a:prstGeom>
        </p:spPr>
      </p:pic>
      <p:pic>
        <p:nvPicPr>
          <p:cNvPr id="78" name="Graphic 77">
            <a:extLst>
              <a:ext uri="{FF2B5EF4-FFF2-40B4-BE49-F238E27FC236}">
                <a16:creationId xmlns:a16="http://schemas.microsoft.com/office/drawing/2014/main" id="{89B2B017-92ED-2A85-843D-AE9C1E4923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19476" y="4410515"/>
            <a:ext cx="378301" cy="378301"/>
          </a:xfrm>
          <a:prstGeom prst="rect">
            <a:avLst/>
          </a:prstGeom>
        </p:spPr>
      </p:pic>
      <p:pic>
        <p:nvPicPr>
          <p:cNvPr id="82" name="Graphic 81">
            <a:extLst>
              <a:ext uri="{FF2B5EF4-FFF2-40B4-BE49-F238E27FC236}">
                <a16:creationId xmlns:a16="http://schemas.microsoft.com/office/drawing/2014/main" id="{E5EDCC61-5EF8-737F-4716-1CB3EF12A3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80457" y="3821198"/>
            <a:ext cx="378301" cy="378301"/>
          </a:xfrm>
          <a:prstGeom prst="rect">
            <a:avLst/>
          </a:prstGeom>
        </p:spPr>
      </p:pic>
      <p:sp>
        <p:nvSpPr>
          <p:cNvPr id="2" name="Text Placeholder 1">
            <a:extLst>
              <a:ext uri="{FF2B5EF4-FFF2-40B4-BE49-F238E27FC236}">
                <a16:creationId xmlns:a16="http://schemas.microsoft.com/office/drawing/2014/main" id="{32F63C2E-E111-4E1D-23EB-1B3601154867}"/>
              </a:ext>
            </a:extLst>
          </p:cNvPr>
          <p:cNvSpPr>
            <a:spLocks noGrp="1"/>
          </p:cNvSpPr>
          <p:nvPr>
            <p:ph type="body" sz="quarter" idx="11"/>
          </p:nvPr>
        </p:nvSpPr>
        <p:spPr>
          <a:xfrm>
            <a:off x="240394" y="247030"/>
            <a:ext cx="10745106" cy="523220"/>
          </a:xfrm>
        </p:spPr>
        <p:txBody>
          <a:bodyPr/>
          <a:lstStyle/>
          <a:p>
            <a:r>
              <a:rPr lang="pt-BR"/>
              <a:t>STRATEGIC OBJECTIVES FOR 2023+</a:t>
            </a:r>
            <a:endParaRPr lang="en-ID"/>
          </a:p>
        </p:txBody>
      </p:sp>
      <p:sp>
        <p:nvSpPr>
          <p:cNvPr id="5" name="Text Placeholder 4">
            <a:extLst>
              <a:ext uri="{FF2B5EF4-FFF2-40B4-BE49-F238E27FC236}">
                <a16:creationId xmlns:a16="http://schemas.microsoft.com/office/drawing/2014/main" id="{6DB42E03-9F5C-CB64-98A9-0A332DEDDD19}"/>
              </a:ext>
            </a:extLst>
          </p:cNvPr>
          <p:cNvSpPr>
            <a:spLocks noGrp="1"/>
          </p:cNvSpPr>
          <p:nvPr>
            <p:ph type="body" sz="quarter" idx="33"/>
          </p:nvPr>
        </p:nvSpPr>
        <p:spPr>
          <a:xfrm>
            <a:off x="809625" y="1905000"/>
            <a:ext cx="2640013" cy="1268413"/>
          </a:xfrm>
        </p:spPr>
        <p:txBody>
          <a:bodyPr/>
          <a:lstStyle/>
          <a:p>
            <a:r>
              <a:rPr lang="en-US"/>
              <a:t>Double-down on our Pega technology commitment by investing additional USD 2M</a:t>
            </a:r>
          </a:p>
          <a:p>
            <a:r>
              <a:rPr lang="en-US"/>
              <a:t>200+ Pega consultants pool by end of  2023</a:t>
            </a:r>
          </a:p>
        </p:txBody>
      </p:sp>
      <p:sp>
        <p:nvSpPr>
          <p:cNvPr id="4" name="Text Placeholder 3">
            <a:extLst>
              <a:ext uri="{FF2B5EF4-FFF2-40B4-BE49-F238E27FC236}">
                <a16:creationId xmlns:a16="http://schemas.microsoft.com/office/drawing/2014/main" id="{F7365F72-DB87-5D20-061A-48F88E13AE25}"/>
              </a:ext>
            </a:extLst>
          </p:cNvPr>
          <p:cNvSpPr>
            <a:spLocks noGrp="1"/>
          </p:cNvSpPr>
          <p:nvPr>
            <p:ph type="body" sz="quarter" idx="19"/>
          </p:nvPr>
        </p:nvSpPr>
        <p:spPr>
          <a:xfrm>
            <a:off x="555804" y="1547717"/>
            <a:ext cx="2894418" cy="307777"/>
          </a:xfrm>
        </p:spPr>
        <p:txBody>
          <a:bodyPr/>
          <a:lstStyle/>
          <a:p>
            <a:r>
              <a:rPr lang="en-US"/>
              <a:t>Investment</a:t>
            </a:r>
          </a:p>
        </p:txBody>
      </p:sp>
      <p:sp>
        <p:nvSpPr>
          <p:cNvPr id="6" name="Text Placeholder 5">
            <a:extLst>
              <a:ext uri="{FF2B5EF4-FFF2-40B4-BE49-F238E27FC236}">
                <a16:creationId xmlns:a16="http://schemas.microsoft.com/office/drawing/2014/main" id="{2114AA91-6BEF-3DF1-1380-40D483AAC5F3}"/>
              </a:ext>
            </a:extLst>
          </p:cNvPr>
          <p:cNvSpPr>
            <a:spLocks noGrp="1"/>
          </p:cNvSpPr>
          <p:nvPr>
            <p:ph type="body" sz="quarter" idx="34"/>
          </p:nvPr>
        </p:nvSpPr>
        <p:spPr>
          <a:xfrm>
            <a:off x="555804" y="4260634"/>
            <a:ext cx="2894418" cy="307777"/>
          </a:xfrm>
        </p:spPr>
        <p:txBody>
          <a:bodyPr/>
          <a:lstStyle/>
          <a:p>
            <a:r>
              <a:rPr lang="en-US"/>
              <a:t>Focus Areas</a:t>
            </a:r>
          </a:p>
        </p:txBody>
      </p:sp>
      <p:sp>
        <p:nvSpPr>
          <p:cNvPr id="7" name="Text Placeholder 6">
            <a:extLst>
              <a:ext uri="{FF2B5EF4-FFF2-40B4-BE49-F238E27FC236}">
                <a16:creationId xmlns:a16="http://schemas.microsoft.com/office/drawing/2014/main" id="{31EEFBCB-BCE7-5E5B-A01E-8E897BF9F333}"/>
              </a:ext>
            </a:extLst>
          </p:cNvPr>
          <p:cNvSpPr>
            <a:spLocks noGrp="1"/>
          </p:cNvSpPr>
          <p:nvPr>
            <p:ph type="body" sz="quarter" idx="35"/>
          </p:nvPr>
        </p:nvSpPr>
        <p:spPr>
          <a:xfrm>
            <a:off x="809747" y="4618662"/>
            <a:ext cx="2854633" cy="1267014"/>
          </a:xfrm>
        </p:spPr>
        <p:txBody>
          <a:bodyPr/>
          <a:lstStyle/>
          <a:p>
            <a:r>
              <a:rPr lang="en-US"/>
              <a:t>Primary investment regions will be US (East Coast), UK/Europe and India </a:t>
            </a:r>
          </a:p>
          <a:p>
            <a:r>
              <a:rPr lang="en-US"/>
              <a:t>Domain focus will be on Justice Domain, Public Services, Banking and Telecommunications</a:t>
            </a:r>
          </a:p>
        </p:txBody>
      </p:sp>
      <p:sp>
        <p:nvSpPr>
          <p:cNvPr id="10" name="Text Placeholder 9">
            <a:extLst>
              <a:ext uri="{FF2B5EF4-FFF2-40B4-BE49-F238E27FC236}">
                <a16:creationId xmlns:a16="http://schemas.microsoft.com/office/drawing/2014/main" id="{3D21BE63-4C0B-139C-1752-F98B76D1F681}"/>
              </a:ext>
            </a:extLst>
          </p:cNvPr>
          <p:cNvSpPr>
            <a:spLocks noGrp="1"/>
          </p:cNvSpPr>
          <p:nvPr>
            <p:ph type="body" sz="quarter" idx="37"/>
          </p:nvPr>
        </p:nvSpPr>
        <p:spPr>
          <a:xfrm>
            <a:off x="4414257" y="4796962"/>
            <a:ext cx="7450597" cy="307777"/>
          </a:xfrm>
        </p:spPr>
        <p:txBody>
          <a:bodyPr/>
          <a:lstStyle/>
          <a:p>
            <a:r>
              <a:rPr lang="en-US"/>
              <a:t>Customer Success</a:t>
            </a:r>
          </a:p>
        </p:txBody>
      </p:sp>
      <p:sp>
        <p:nvSpPr>
          <p:cNvPr id="24" name="Text Placeholder 23">
            <a:extLst>
              <a:ext uri="{FF2B5EF4-FFF2-40B4-BE49-F238E27FC236}">
                <a16:creationId xmlns:a16="http://schemas.microsoft.com/office/drawing/2014/main" id="{186C8A0C-2988-1DD4-F2FA-4C4125F790FD}"/>
              </a:ext>
            </a:extLst>
          </p:cNvPr>
          <p:cNvSpPr>
            <a:spLocks noGrp="1"/>
          </p:cNvSpPr>
          <p:nvPr>
            <p:ph type="body" sz="quarter" idx="42"/>
          </p:nvPr>
        </p:nvSpPr>
        <p:spPr>
          <a:xfrm>
            <a:off x="4414258" y="5069085"/>
            <a:ext cx="7450596" cy="276999"/>
          </a:xfrm>
        </p:spPr>
        <p:txBody>
          <a:bodyPr/>
          <a:lstStyle/>
          <a:p>
            <a:r>
              <a:rPr lang="en-US"/>
              <a:t>For existing Banking and Telecommunications customers-</a:t>
            </a:r>
          </a:p>
        </p:txBody>
      </p:sp>
      <p:sp>
        <p:nvSpPr>
          <p:cNvPr id="32" name="Text Placeholder 31">
            <a:extLst>
              <a:ext uri="{FF2B5EF4-FFF2-40B4-BE49-F238E27FC236}">
                <a16:creationId xmlns:a16="http://schemas.microsoft.com/office/drawing/2014/main" id="{B88FDC65-19A1-C475-8AFB-8AD103776837}"/>
              </a:ext>
            </a:extLst>
          </p:cNvPr>
          <p:cNvSpPr>
            <a:spLocks noGrp="1"/>
          </p:cNvSpPr>
          <p:nvPr>
            <p:ph type="body" sz="quarter" idx="43"/>
          </p:nvPr>
        </p:nvSpPr>
        <p:spPr>
          <a:xfrm>
            <a:off x="4668200" y="5336184"/>
            <a:ext cx="7196654" cy="574516"/>
          </a:xfrm>
        </p:spPr>
        <p:txBody>
          <a:bodyPr/>
          <a:lstStyle/>
          <a:p>
            <a:r>
              <a:rPr lang="en-US"/>
              <a:t>Collaborate (instead of compete) with other partners to put customer success above everything</a:t>
            </a:r>
          </a:p>
          <a:p>
            <a:r>
              <a:rPr lang="en-US"/>
              <a:t>High quality and cost-effective deliveries using our onshore, nearshore and offshore teams</a:t>
            </a:r>
          </a:p>
        </p:txBody>
      </p:sp>
      <p:sp>
        <p:nvSpPr>
          <p:cNvPr id="28" name="Rectangle: Rounded Corners 27">
            <a:extLst>
              <a:ext uri="{FF2B5EF4-FFF2-40B4-BE49-F238E27FC236}">
                <a16:creationId xmlns:a16="http://schemas.microsoft.com/office/drawing/2014/main" id="{336A0CE3-C807-FCF1-1958-23CB4F844B44}"/>
              </a:ext>
            </a:extLst>
          </p:cNvPr>
          <p:cNvSpPr/>
          <p:nvPr/>
        </p:nvSpPr>
        <p:spPr>
          <a:xfrm>
            <a:off x="4166794" y="1272025"/>
            <a:ext cx="7574068" cy="2893131"/>
          </a:xfrm>
          <a:prstGeom prst="roundRect">
            <a:avLst>
              <a:gd name="adj" fmla="val 4138"/>
            </a:avLst>
          </a:prstGeom>
          <a:solidFill>
            <a:schemeClr val="bg1"/>
          </a:solidFill>
          <a:ln>
            <a:solidFill>
              <a:schemeClr val="accent1">
                <a:shade val="15000"/>
              </a:schemeClr>
            </a:solidFill>
          </a:ln>
          <a:effectLst>
            <a:outerShdw blurRad="2667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4" name="Oval 33">
            <a:extLst>
              <a:ext uri="{FF2B5EF4-FFF2-40B4-BE49-F238E27FC236}">
                <a16:creationId xmlns:a16="http://schemas.microsoft.com/office/drawing/2014/main" id="{6FF7CC21-D888-09E5-2496-5CBD4A5E9A49}"/>
              </a:ext>
            </a:extLst>
          </p:cNvPr>
          <p:cNvSpPr/>
          <p:nvPr/>
        </p:nvSpPr>
        <p:spPr>
          <a:xfrm flipV="1">
            <a:off x="10907569" y="972051"/>
            <a:ext cx="602114" cy="603504"/>
          </a:xfrm>
          <a:prstGeom prst="ellipse">
            <a:avLst/>
          </a:prstGeom>
          <a:gradFill>
            <a:gsLst>
              <a:gs pos="0">
                <a:schemeClr val="accent2"/>
              </a:gs>
              <a:gs pos="93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0" name="Graphic 79">
            <a:extLst>
              <a:ext uri="{FF2B5EF4-FFF2-40B4-BE49-F238E27FC236}">
                <a16:creationId xmlns:a16="http://schemas.microsoft.com/office/drawing/2014/main" id="{7B719245-D952-0349-D10D-54D81399950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019476" y="1091286"/>
            <a:ext cx="378301" cy="378301"/>
          </a:xfrm>
          <a:prstGeom prst="rect">
            <a:avLst/>
          </a:prstGeom>
        </p:spPr>
      </p:pic>
      <p:sp>
        <p:nvSpPr>
          <p:cNvPr id="9" name="Text Placeholder 8">
            <a:extLst>
              <a:ext uri="{FF2B5EF4-FFF2-40B4-BE49-F238E27FC236}">
                <a16:creationId xmlns:a16="http://schemas.microsoft.com/office/drawing/2014/main" id="{DB5F478C-50F5-D5AB-B2E6-23830DFD0C02}"/>
              </a:ext>
            </a:extLst>
          </p:cNvPr>
          <p:cNvSpPr>
            <a:spLocks noGrp="1"/>
          </p:cNvSpPr>
          <p:nvPr>
            <p:ph type="body" sz="quarter" idx="36"/>
          </p:nvPr>
        </p:nvSpPr>
        <p:spPr>
          <a:xfrm>
            <a:off x="4414257" y="1479143"/>
            <a:ext cx="7107753" cy="307777"/>
          </a:xfrm>
        </p:spPr>
        <p:txBody>
          <a:bodyPr/>
          <a:lstStyle/>
          <a:p>
            <a:r>
              <a:rPr lang="en-US"/>
              <a:t>Service Offerings </a:t>
            </a:r>
          </a:p>
        </p:txBody>
      </p:sp>
      <p:sp>
        <p:nvSpPr>
          <p:cNvPr id="11" name="Text Placeholder 10">
            <a:extLst>
              <a:ext uri="{FF2B5EF4-FFF2-40B4-BE49-F238E27FC236}">
                <a16:creationId xmlns:a16="http://schemas.microsoft.com/office/drawing/2014/main" id="{73E94BBE-FF1C-5D94-512D-3C41B1BCF3F2}"/>
              </a:ext>
            </a:extLst>
          </p:cNvPr>
          <p:cNvSpPr>
            <a:spLocks noGrp="1"/>
          </p:cNvSpPr>
          <p:nvPr>
            <p:ph type="body" sz="quarter" idx="38"/>
          </p:nvPr>
        </p:nvSpPr>
        <p:spPr>
          <a:xfrm>
            <a:off x="4414258" y="1751267"/>
            <a:ext cx="7107754" cy="276999"/>
          </a:xfrm>
        </p:spPr>
        <p:txBody>
          <a:bodyPr/>
          <a:lstStyle/>
          <a:p>
            <a:r>
              <a:rPr lang="en-US"/>
              <a:t>For existing Banking and Telecommunications customers-</a:t>
            </a:r>
          </a:p>
        </p:txBody>
      </p:sp>
      <p:sp>
        <p:nvSpPr>
          <p:cNvPr id="15" name="Text Placeholder 14">
            <a:extLst>
              <a:ext uri="{FF2B5EF4-FFF2-40B4-BE49-F238E27FC236}">
                <a16:creationId xmlns:a16="http://schemas.microsoft.com/office/drawing/2014/main" id="{01FE8E25-7973-AD1E-1F83-076B24F85332}"/>
              </a:ext>
            </a:extLst>
          </p:cNvPr>
          <p:cNvSpPr>
            <a:spLocks noGrp="1"/>
          </p:cNvSpPr>
          <p:nvPr>
            <p:ph type="body" sz="quarter" idx="39"/>
          </p:nvPr>
        </p:nvSpPr>
        <p:spPr>
          <a:xfrm>
            <a:off x="4414258" y="2666989"/>
            <a:ext cx="7107754" cy="276999"/>
          </a:xfrm>
        </p:spPr>
        <p:txBody>
          <a:bodyPr/>
          <a:lstStyle/>
          <a:p>
            <a:r>
              <a:rPr lang="en-US"/>
              <a:t>For Justice and other Public Sector customers-</a:t>
            </a:r>
          </a:p>
        </p:txBody>
      </p:sp>
      <p:sp>
        <p:nvSpPr>
          <p:cNvPr id="17" name="Text Placeholder 16">
            <a:extLst>
              <a:ext uri="{FF2B5EF4-FFF2-40B4-BE49-F238E27FC236}">
                <a16:creationId xmlns:a16="http://schemas.microsoft.com/office/drawing/2014/main" id="{05A90785-5B16-AD01-B6F8-9D0FFAFE3324}"/>
              </a:ext>
            </a:extLst>
          </p:cNvPr>
          <p:cNvSpPr>
            <a:spLocks noGrp="1"/>
          </p:cNvSpPr>
          <p:nvPr>
            <p:ph type="body" sz="quarter" idx="40"/>
          </p:nvPr>
        </p:nvSpPr>
        <p:spPr>
          <a:xfrm>
            <a:off x="4668200" y="2018365"/>
            <a:ext cx="6853811" cy="574516"/>
          </a:xfrm>
        </p:spPr>
        <p:txBody>
          <a:bodyPr/>
          <a:lstStyle/>
          <a:p>
            <a:r>
              <a:rPr lang="en-US"/>
              <a:t>Cloud Choice &amp; Keeping customers current with platform upgrades and new features </a:t>
            </a:r>
          </a:p>
          <a:p>
            <a:r>
              <a:rPr lang="en-US"/>
              <a:t>Brilliant UX design themes on constellation / React JS (Targeting 8.9 platform version )</a:t>
            </a:r>
          </a:p>
        </p:txBody>
      </p:sp>
      <p:sp>
        <p:nvSpPr>
          <p:cNvPr id="18" name="Text Placeholder 17">
            <a:extLst>
              <a:ext uri="{FF2B5EF4-FFF2-40B4-BE49-F238E27FC236}">
                <a16:creationId xmlns:a16="http://schemas.microsoft.com/office/drawing/2014/main" id="{57F75A0A-74C0-5381-C998-191B612998D0}"/>
              </a:ext>
            </a:extLst>
          </p:cNvPr>
          <p:cNvSpPr>
            <a:spLocks noGrp="1"/>
          </p:cNvSpPr>
          <p:nvPr>
            <p:ph type="body" sz="quarter" idx="41"/>
          </p:nvPr>
        </p:nvSpPr>
        <p:spPr>
          <a:xfrm>
            <a:off x="4668838" y="2935288"/>
            <a:ext cx="6853237" cy="1035050"/>
          </a:xfrm>
        </p:spPr>
        <p:txBody>
          <a:bodyPr/>
          <a:lstStyle/>
          <a:p>
            <a:r>
              <a:rPr lang="en-US"/>
              <a:t>We are a no. 1 Pega partner for Justice Domain and will be launching semi-COTS Justice Domain framework</a:t>
            </a:r>
          </a:p>
          <a:p>
            <a:r>
              <a:rPr lang="en-US"/>
              <a:t>Bringing agility and low code development techniques to wider public sector organizations, historically working in waterfall methods</a:t>
            </a:r>
          </a:p>
        </p:txBody>
      </p:sp>
      <p:sp>
        <p:nvSpPr>
          <p:cNvPr id="30" name="Isosceles Triangle 29">
            <a:extLst>
              <a:ext uri="{FF2B5EF4-FFF2-40B4-BE49-F238E27FC236}">
                <a16:creationId xmlns:a16="http://schemas.microsoft.com/office/drawing/2014/main" id="{1A2C32CB-BFD3-CC2A-FF15-031140BE8C95}"/>
              </a:ext>
            </a:extLst>
          </p:cNvPr>
          <p:cNvSpPr/>
          <p:nvPr/>
        </p:nvSpPr>
        <p:spPr>
          <a:xfrm rot="5400000">
            <a:off x="4507265" y="2127362"/>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31" name="Isosceles Triangle 30">
            <a:extLst>
              <a:ext uri="{FF2B5EF4-FFF2-40B4-BE49-F238E27FC236}">
                <a16:creationId xmlns:a16="http://schemas.microsoft.com/office/drawing/2014/main" id="{F9144B7E-D5A4-B24F-67C6-BE95ADA045E3}"/>
              </a:ext>
            </a:extLst>
          </p:cNvPr>
          <p:cNvSpPr/>
          <p:nvPr/>
        </p:nvSpPr>
        <p:spPr>
          <a:xfrm rot="5400000">
            <a:off x="4507265" y="2400109"/>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48" name="Isosceles Triangle 47">
            <a:extLst>
              <a:ext uri="{FF2B5EF4-FFF2-40B4-BE49-F238E27FC236}">
                <a16:creationId xmlns:a16="http://schemas.microsoft.com/office/drawing/2014/main" id="{D890C76F-4C71-EF57-6EDF-2752C16D4084}"/>
              </a:ext>
            </a:extLst>
          </p:cNvPr>
          <p:cNvSpPr/>
          <p:nvPr/>
        </p:nvSpPr>
        <p:spPr>
          <a:xfrm rot="5400000">
            <a:off x="4507265" y="3043644"/>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
        <p:nvSpPr>
          <p:cNvPr id="49" name="Isosceles Triangle 48">
            <a:extLst>
              <a:ext uri="{FF2B5EF4-FFF2-40B4-BE49-F238E27FC236}">
                <a16:creationId xmlns:a16="http://schemas.microsoft.com/office/drawing/2014/main" id="{85BD3840-4C5E-69C1-35E1-6E235E5B286B}"/>
              </a:ext>
            </a:extLst>
          </p:cNvPr>
          <p:cNvSpPr/>
          <p:nvPr/>
        </p:nvSpPr>
        <p:spPr>
          <a:xfrm rot="5400000">
            <a:off x="4507265" y="3519344"/>
            <a:ext cx="100804" cy="8690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697942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5">
            <a:extLst>
              <a:ext uri="{FF2B5EF4-FFF2-40B4-BE49-F238E27FC236}">
                <a16:creationId xmlns:a16="http://schemas.microsoft.com/office/drawing/2014/main" id="{A09CBEEA-5EF9-33B2-6986-319D5AF829BE}"/>
              </a:ext>
            </a:extLst>
          </p:cNvPr>
          <p:cNvSpPr>
            <a:spLocks noGrp="1"/>
          </p:cNvSpPr>
          <p:nvPr>
            <p:ph type="body" sz="quarter" idx="11"/>
          </p:nvPr>
        </p:nvSpPr>
        <p:spPr/>
        <p:txBody>
          <a:bodyPr/>
          <a:lstStyle/>
          <a:p>
            <a:r>
              <a:rPr lang="pt-BR"/>
              <a:t>THANK YOU</a:t>
            </a:r>
          </a:p>
        </p:txBody>
      </p:sp>
      <p:sp>
        <p:nvSpPr>
          <p:cNvPr id="15" name="Text Placeholder 7">
            <a:extLst>
              <a:ext uri="{FF2B5EF4-FFF2-40B4-BE49-F238E27FC236}">
                <a16:creationId xmlns:a16="http://schemas.microsoft.com/office/drawing/2014/main" id="{1495D923-6D16-0C7A-F76D-9A3E3CE64658}"/>
              </a:ext>
            </a:extLst>
          </p:cNvPr>
          <p:cNvSpPr txBox="1">
            <a:spLocks/>
          </p:cNvSpPr>
          <p:nvPr/>
        </p:nvSpPr>
        <p:spPr>
          <a:xfrm>
            <a:off x="3717993" y="10259718"/>
            <a:ext cx="2967892" cy="307777"/>
          </a:xfrm>
          <a:custGeom>
            <a:avLst/>
            <a:gdLst>
              <a:gd name="connsiteX0" fmla="*/ 0 w 2967892"/>
              <a:gd name="connsiteY0" fmla="*/ 0 h 307777"/>
              <a:gd name="connsiteX1" fmla="*/ 2967892 w 2967892"/>
              <a:gd name="connsiteY1" fmla="*/ 0 h 307777"/>
              <a:gd name="connsiteX2" fmla="*/ 2967892 w 2967892"/>
              <a:gd name="connsiteY2" fmla="*/ 307777 h 307777"/>
              <a:gd name="connsiteX3" fmla="*/ 0 w 2967892"/>
              <a:gd name="connsiteY3" fmla="*/ 307777 h 307777"/>
            </a:gdLst>
            <a:ahLst/>
            <a:cxnLst>
              <a:cxn ang="0">
                <a:pos x="connsiteX0" y="connsiteY0"/>
              </a:cxn>
              <a:cxn ang="0">
                <a:pos x="connsiteX1" y="connsiteY1"/>
              </a:cxn>
              <a:cxn ang="0">
                <a:pos x="connsiteX2" y="connsiteY2"/>
              </a:cxn>
              <a:cxn ang="0">
                <a:pos x="connsiteX3" y="connsiteY3"/>
              </a:cxn>
            </a:cxnLst>
            <a:rect l="l" t="t" r="r" b="b"/>
            <a:pathLst>
              <a:path w="2967892" h="307777">
                <a:moveTo>
                  <a:pt x="0" y="0"/>
                </a:moveTo>
                <a:lnTo>
                  <a:pt x="2967892" y="0"/>
                </a:lnTo>
                <a:lnTo>
                  <a:pt x="2967892" y="307777"/>
                </a:lnTo>
                <a:lnTo>
                  <a:pt x="0" y="307777"/>
                </a:lnTo>
                <a:close/>
              </a:path>
            </a:pathLst>
          </a:custGeom>
        </p:spPr>
        <p:txBody>
          <a:bodyPr vert="horz" wrap="square"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400" b="1"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1" name="Rectangle: Rounded Corners 20">
            <a:extLst>
              <a:ext uri="{FF2B5EF4-FFF2-40B4-BE49-F238E27FC236}">
                <a16:creationId xmlns:a16="http://schemas.microsoft.com/office/drawing/2014/main" id="{BFCEB9F2-B357-54BB-7CD9-00675AE6BF2E}"/>
              </a:ext>
            </a:extLst>
          </p:cNvPr>
          <p:cNvSpPr/>
          <p:nvPr/>
        </p:nvSpPr>
        <p:spPr>
          <a:xfrm>
            <a:off x="7355007" y="4181092"/>
            <a:ext cx="2565121" cy="495300"/>
          </a:xfrm>
          <a:prstGeom prst="roundRect">
            <a:avLst>
              <a:gd name="adj" fmla="val 50000"/>
            </a:avLst>
          </a:prstGeom>
          <a:gradFill>
            <a:gsLst>
              <a:gs pos="0">
                <a:schemeClr val="accent2"/>
              </a:gs>
              <a:gs pos="100000">
                <a:schemeClr val="accent1"/>
              </a:gs>
            </a:gsLst>
            <a:lin ang="6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22" name="Graphic 21">
            <a:extLst>
              <a:ext uri="{FF2B5EF4-FFF2-40B4-BE49-F238E27FC236}">
                <a16:creationId xmlns:a16="http://schemas.microsoft.com/office/drawing/2014/main" id="{EC8A31D1-86C7-879C-5512-DEBF1D02CC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33740" y="4303875"/>
            <a:ext cx="239296" cy="239294"/>
          </a:xfrm>
          <a:prstGeom prst="rect">
            <a:avLst/>
          </a:prstGeom>
        </p:spPr>
      </p:pic>
      <p:sp>
        <p:nvSpPr>
          <p:cNvPr id="20" name="Text Placeholder 6">
            <a:extLst>
              <a:ext uri="{FF2B5EF4-FFF2-40B4-BE49-F238E27FC236}">
                <a16:creationId xmlns:a16="http://schemas.microsoft.com/office/drawing/2014/main" id="{538ABA65-EEC8-1674-155E-CC317FE15F13}"/>
              </a:ext>
            </a:extLst>
          </p:cNvPr>
          <p:cNvSpPr>
            <a:spLocks noGrp="1"/>
          </p:cNvSpPr>
          <p:nvPr>
            <p:ph type="body" sz="quarter" idx="36"/>
          </p:nvPr>
        </p:nvSpPr>
        <p:spPr/>
        <p:txBody>
          <a:bodyPr/>
          <a:lstStyle/>
          <a:p>
            <a:r>
              <a:rPr lang="en-US" sz="1400">
                <a:solidFill>
                  <a:schemeClr val="bg1"/>
                </a:solidFill>
              </a:rPr>
              <a:t>www.eaisystems.com</a:t>
            </a:r>
          </a:p>
        </p:txBody>
      </p:sp>
      <p:sp>
        <p:nvSpPr>
          <p:cNvPr id="111" name="Rectangle: Rounded Corners 110">
            <a:extLst>
              <a:ext uri="{FF2B5EF4-FFF2-40B4-BE49-F238E27FC236}">
                <a16:creationId xmlns:a16="http://schemas.microsoft.com/office/drawing/2014/main" id="{4FD5794D-1EA1-93CA-00BE-C7EE79C92F9A}"/>
              </a:ext>
            </a:extLst>
          </p:cNvPr>
          <p:cNvSpPr/>
          <p:nvPr/>
        </p:nvSpPr>
        <p:spPr>
          <a:xfrm>
            <a:off x="1003618" y="1135380"/>
            <a:ext cx="4244340" cy="4594860"/>
          </a:xfrm>
          <a:prstGeom prst="roundRect">
            <a:avLst>
              <a:gd name="adj" fmla="val 8768"/>
            </a:avLst>
          </a:pr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0" name="Picture Placeholder 16" descr="shutterstock_1312231271_ Current Openings at EAI Systems.jpg">
            <a:extLst>
              <a:ext uri="{FF2B5EF4-FFF2-40B4-BE49-F238E27FC236}">
                <a16:creationId xmlns:a16="http://schemas.microsoft.com/office/drawing/2014/main" id="{91D53355-EB25-E8C7-CF9E-850C97CA5350}"/>
              </a:ext>
            </a:extLst>
          </p:cNvPr>
          <p:cNvPicPr>
            <a:picLocks noGrp="1" noChangeAspect="1"/>
          </p:cNvPicPr>
          <p:nvPr>
            <p:ph type="pic" sz="quarter" idx="13"/>
          </p:nvPr>
        </p:nvPicPr>
        <p:blipFill rotWithShape="1">
          <a:blip r:embed="rId4" cstate="screen">
            <a:extLst>
              <a:ext uri="{28A0092B-C50C-407E-A947-70E740481C1C}">
                <a14:useLocalDpi xmlns:a14="http://schemas.microsoft.com/office/drawing/2010/main" val="0"/>
              </a:ext>
            </a:extLst>
          </a:blip>
          <a:srcRect l="2215" r="2215"/>
          <a:stretch/>
        </p:blipFill>
        <p:spPr>
          <a:xfrm>
            <a:off x="1109663" y="1225550"/>
            <a:ext cx="4032250" cy="4406900"/>
          </a:xfrm>
        </p:spPr>
      </p:pic>
      <p:sp>
        <p:nvSpPr>
          <p:cNvPr id="10" name="Rectangle: Rounded Corners 9">
            <a:extLst>
              <a:ext uri="{FF2B5EF4-FFF2-40B4-BE49-F238E27FC236}">
                <a16:creationId xmlns:a16="http://schemas.microsoft.com/office/drawing/2014/main" id="{11CC20CB-5225-36EE-D625-573604068B8C}"/>
              </a:ext>
            </a:extLst>
          </p:cNvPr>
          <p:cNvSpPr/>
          <p:nvPr/>
        </p:nvSpPr>
        <p:spPr>
          <a:xfrm>
            <a:off x="3164919" y="4135676"/>
            <a:ext cx="3520966" cy="1188792"/>
          </a:xfrm>
          <a:prstGeom prst="roundRect">
            <a:avLst>
              <a:gd name="adj" fmla="val 8050"/>
            </a:avLst>
          </a:pr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Rectangle: Rounded Corners 10">
            <a:extLst>
              <a:ext uri="{FF2B5EF4-FFF2-40B4-BE49-F238E27FC236}">
                <a16:creationId xmlns:a16="http://schemas.microsoft.com/office/drawing/2014/main" id="{5EB45BFD-BA8A-8EA5-2667-A6DD54F29DC1}"/>
              </a:ext>
            </a:extLst>
          </p:cNvPr>
          <p:cNvSpPr/>
          <p:nvPr/>
        </p:nvSpPr>
        <p:spPr>
          <a:xfrm>
            <a:off x="3240071" y="4200239"/>
            <a:ext cx="3370662" cy="1059667"/>
          </a:xfrm>
          <a:prstGeom prst="roundRect">
            <a:avLst>
              <a:gd name="adj" fmla="val 7677"/>
            </a:avLst>
          </a:prstGeom>
          <a:gradFill>
            <a:gsLst>
              <a:gs pos="0">
                <a:schemeClr val="accent2"/>
              </a:gs>
              <a:gs pos="93000">
                <a:schemeClr val="accent1"/>
              </a:gs>
            </a:gsLst>
            <a:lin ang="18000000" scaled="0"/>
          </a:gra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8" name="Text Placeholder 107">
            <a:extLst>
              <a:ext uri="{FF2B5EF4-FFF2-40B4-BE49-F238E27FC236}">
                <a16:creationId xmlns:a16="http://schemas.microsoft.com/office/drawing/2014/main" id="{C2902615-6E11-E34F-D5B9-82EEA0B709B9}"/>
              </a:ext>
            </a:extLst>
          </p:cNvPr>
          <p:cNvSpPr>
            <a:spLocks noGrp="1"/>
          </p:cNvSpPr>
          <p:nvPr>
            <p:ph type="body" sz="quarter" idx="37"/>
          </p:nvPr>
        </p:nvSpPr>
        <p:spPr/>
        <p:txBody>
          <a:bodyPr/>
          <a:lstStyle/>
          <a:p>
            <a:r>
              <a:rPr lang="en-ID"/>
              <a:t>Contact:</a:t>
            </a:r>
          </a:p>
        </p:txBody>
      </p:sp>
      <p:sp>
        <p:nvSpPr>
          <p:cNvPr id="109" name="Text Placeholder 108">
            <a:extLst>
              <a:ext uri="{FF2B5EF4-FFF2-40B4-BE49-F238E27FC236}">
                <a16:creationId xmlns:a16="http://schemas.microsoft.com/office/drawing/2014/main" id="{57BF4DA6-FC58-31F8-ED6A-481D74B1CFA3}"/>
              </a:ext>
            </a:extLst>
          </p:cNvPr>
          <p:cNvSpPr>
            <a:spLocks noGrp="1"/>
          </p:cNvSpPr>
          <p:nvPr>
            <p:ph type="body" sz="quarter" idx="38"/>
          </p:nvPr>
        </p:nvSpPr>
        <p:spPr/>
        <p:txBody>
          <a:bodyPr/>
          <a:lstStyle/>
          <a:p>
            <a:r>
              <a:rPr lang="en-US"/>
              <a:t>info@eaisystems.com</a:t>
            </a:r>
          </a:p>
        </p:txBody>
      </p:sp>
      <p:grpSp>
        <p:nvGrpSpPr>
          <p:cNvPr id="17" name="Group 16">
            <a:extLst>
              <a:ext uri="{FF2B5EF4-FFF2-40B4-BE49-F238E27FC236}">
                <a16:creationId xmlns:a16="http://schemas.microsoft.com/office/drawing/2014/main" id="{FFD5DE50-843F-1EFD-E0DB-633B56A50661}"/>
              </a:ext>
            </a:extLst>
          </p:cNvPr>
          <p:cNvGrpSpPr/>
          <p:nvPr/>
        </p:nvGrpSpPr>
        <p:grpSpPr>
          <a:xfrm>
            <a:off x="3441132" y="4812067"/>
            <a:ext cx="251572" cy="188418"/>
            <a:chOff x="7538389" y="4084129"/>
            <a:chExt cx="232393" cy="174053"/>
          </a:xfrm>
          <a:solidFill>
            <a:schemeClr val="bg1"/>
          </a:solidFill>
        </p:grpSpPr>
        <p:sp>
          <p:nvSpPr>
            <p:cNvPr id="18" name="Freeform: Shape 17">
              <a:extLst>
                <a:ext uri="{FF2B5EF4-FFF2-40B4-BE49-F238E27FC236}">
                  <a16:creationId xmlns:a16="http://schemas.microsoft.com/office/drawing/2014/main" id="{452DA5A0-EBE4-0082-E982-6DA4C6BDE3A4}"/>
                </a:ext>
              </a:extLst>
            </p:cNvPr>
            <p:cNvSpPr/>
            <p:nvPr/>
          </p:nvSpPr>
          <p:spPr>
            <a:xfrm>
              <a:off x="7538389" y="4132758"/>
              <a:ext cx="232392" cy="125424"/>
            </a:xfrm>
            <a:custGeom>
              <a:avLst/>
              <a:gdLst>
                <a:gd name="connsiteX0" fmla="*/ 135618 w 232392"/>
                <a:gd name="connsiteY0" fmla="*/ 64585 h 125424"/>
                <a:gd name="connsiteX1" fmla="*/ 116197 w 232392"/>
                <a:gd name="connsiteY1" fmla="*/ 70477 h 125424"/>
                <a:gd name="connsiteX2" fmla="*/ 96775 w 232392"/>
                <a:gd name="connsiteY2" fmla="*/ 64585 h 125424"/>
                <a:gd name="connsiteX3" fmla="*/ 1547 w 232392"/>
                <a:gd name="connsiteY3" fmla="*/ 1098 h 125424"/>
                <a:gd name="connsiteX4" fmla="*/ 0 w 232392"/>
                <a:gd name="connsiteY4" fmla="*/ 0 h 125424"/>
                <a:gd name="connsiteX5" fmla="*/ 0 w 232392"/>
                <a:gd name="connsiteY5" fmla="*/ 104031 h 125424"/>
                <a:gd name="connsiteX6" fmla="*/ 21393 w 232392"/>
                <a:gd name="connsiteY6" fmla="*/ 125425 h 125424"/>
                <a:gd name="connsiteX7" fmla="*/ 210999 w 232392"/>
                <a:gd name="connsiteY7" fmla="*/ 125425 h 125424"/>
                <a:gd name="connsiteX8" fmla="*/ 232393 w 232392"/>
                <a:gd name="connsiteY8" fmla="*/ 104031 h 125424"/>
                <a:gd name="connsiteX9" fmla="*/ 232393 w 232392"/>
                <a:gd name="connsiteY9" fmla="*/ 0 h 125424"/>
                <a:gd name="connsiteX10" fmla="*/ 230842 w 232392"/>
                <a:gd name="connsiteY10" fmla="*/ 1099 h 125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392" h="125424">
                  <a:moveTo>
                    <a:pt x="135618" y="64585"/>
                  </a:moveTo>
                  <a:cubicBezTo>
                    <a:pt x="129836" y="68439"/>
                    <a:pt x="123121" y="70477"/>
                    <a:pt x="116197" y="70477"/>
                  </a:cubicBezTo>
                  <a:cubicBezTo>
                    <a:pt x="109273" y="70477"/>
                    <a:pt x="102557" y="68439"/>
                    <a:pt x="96775" y="64585"/>
                  </a:cubicBezTo>
                  <a:lnTo>
                    <a:pt x="1547" y="1098"/>
                  </a:lnTo>
                  <a:cubicBezTo>
                    <a:pt x="1019" y="745"/>
                    <a:pt x="504" y="378"/>
                    <a:pt x="0" y="0"/>
                  </a:cubicBezTo>
                  <a:lnTo>
                    <a:pt x="0" y="104031"/>
                  </a:lnTo>
                  <a:cubicBezTo>
                    <a:pt x="0" y="115959"/>
                    <a:pt x="9679" y="125425"/>
                    <a:pt x="21393" y="125425"/>
                  </a:cubicBezTo>
                  <a:lnTo>
                    <a:pt x="210999" y="125425"/>
                  </a:lnTo>
                  <a:cubicBezTo>
                    <a:pt x="222927" y="125425"/>
                    <a:pt x="232393" y="115745"/>
                    <a:pt x="232393" y="104031"/>
                  </a:cubicBezTo>
                  <a:lnTo>
                    <a:pt x="232393" y="0"/>
                  </a:lnTo>
                  <a:cubicBezTo>
                    <a:pt x="231887" y="379"/>
                    <a:pt x="231372" y="747"/>
                    <a:pt x="230842" y="1099"/>
                  </a:cubicBezTo>
                  <a:close/>
                </a:path>
              </a:pathLst>
            </a:custGeom>
            <a:grpFill/>
            <a:ln w="446" cap="flat">
              <a:noFill/>
              <a:prstDash val="solid"/>
              <a:miter/>
            </a:ln>
          </p:spPr>
          <p:txBody>
            <a:bodyPr rtlCol="0" anchor="ctr"/>
            <a:lstStyle/>
            <a:p>
              <a:endParaRPr lang="en-ID"/>
            </a:p>
          </p:txBody>
        </p:sp>
        <p:sp>
          <p:nvSpPr>
            <p:cNvPr id="19" name="Freeform: Shape 18">
              <a:extLst>
                <a:ext uri="{FF2B5EF4-FFF2-40B4-BE49-F238E27FC236}">
                  <a16:creationId xmlns:a16="http://schemas.microsoft.com/office/drawing/2014/main" id="{69D71264-921C-EB9A-83AB-DFC1FD76001E}"/>
                </a:ext>
              </a:extLst>
            </p:cNvPr>
            <p:cNvSpPr/>
            <p:nvPr/>
          </p:nvSpPr>
          <p:spPr>
            <a:xfrm>
              <a:off x="7538389" y="4084129"/>
              <a:ext cx="232393" cy="105488"/>
            </a:xfrm>
            <a:custGeom>
              <a:avLst/>
              <a:gdLst>
                <a:gd name="connsiteX0" fmla="*/ 9101 w 232393"/>
                <a:gd name="connsiteY0" fmla="*/ 38396 h 105488"/>
                <a:gd name="connsiteX1" fmla="*/ 104329 w 232393"/>
                <a:gd name="connsiteY1" fmla="*/ 101883 h 105488"/>
                <a:gd name="connsiteX2" fmla="*/ 116196 w 232393"/>
                <a:gd name="connsiteY2" fmla="*/ 105488 h 105488"/>
                <a:gd name="connsiteX3" fmla="*/ 128064 w 232393"/>
                <a:gd name="connsiteY3" fmla="*/ 101883 h 105488"/>
                <a:gd name="connsiteX4" fmla="*/ 223292 w 232393"/>
                <a:gd name="connsiteY4" fmla="*/ 38396 h 105488"/>
                <a:gd name="connsiteX5" fmla="*/ 232393 w 232393"/>
                <a:gd name="connsiteY5" fmla="*/ 21386 h 105488"/>
                <a:gd name="connsiteX6" fmla="*/ 211007 w 232393"/>
                <a:gd name="connsiteY6" fmla="*/ 0 h 105488"/>
                <a:gd name="connsiteX7" fmla="*/ 21386 w 232393"/>
                <a:gd name="connsiteY7" fmla="*/ 0 h 105488"/>
                <a:gd name="connsiteX8" fmla="*/ 0 w 232393"/>
                <a:gd name="connsiteY8" fmla="*/ 21397 h 105488"/>
                <a:gd name="connsiteX9" fmla="*/ 9101 w 232393"/>
                <a:gd name="connsiteY9" fmla="*/ 38396 h 10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393" h="105488">
                  <a:moveTo>
                    <a:pt x="9101" y="38396"/>
                  </a:moveTo>
                  <a:lnTo>
                    <a:pt x="104329" y="101883"/>
                  </a:lnTo>
                  <a:cubicBezTo>
                    <a:pt x="107933" y="104287"/>
                    <a:pt x="112065" y="105488"/>
                    <a:pt x="116196" y="105488"/>
                  </a:cubicBezTo>
                  <a:cubicBezTo>
                    <a:pt x="120328" y="105488"/>
                    <a:pt x="124460" y="104286"/>
                    <a:pt x="128064" y="101883"/>
                  </a:cubicBezTo>
                  <a:lnTo>
                    <a:pt x="223292" y="38396"/>
                  </a:lnTo>
                  <a:cubicBezTo>
                    <a:pt x="228991" y="34599"/>
                    <a:pt x="232393" y="28244"/>
                    <a:pt x="232393" y="21386"/>
                  </a:cubicBezTo>
                  <a:cubicBezTo>
                    <a:pt x="232393" y="9593"/>
                    <a:pt x="222799" y="0"/>
                    <a:pt x="211007" y="0"/>
                  </a:cubicBezTo>
                  <a:lnTo>
                    <a:pt x="21386" y="0"/>
                  </a:lnTo>
                  <a:cubicBezTo>
                    <a:pt x="9594" y="0"/>
                    <a:pt x="0" y="9594"/>
                    <a:pt x="0" y="21397"/>
                  </a:cubicBezTo>
                  <a:cubicBezTo>
                    <a:pt x="0" y="28244"/>
                    <a:pt x="3402" y="34599"/>
                    <a:pt x="9101" y="38396"/>
                  </a:cubicBezTo>
                  <a:close/>
                </a:path>
              </a:pathLst>
            </a:custGeom>
            <a:grpFill/>
            <a:ln w="446" cap="flat">
              <a:noFill/>
              <a:prstDash val="solid"/>
              <a:miter/>
            </a:ln>
          </p:spPr>
          <p:txBody>
            <a:bodyPr rtlCol="0" anchor="ctr"/>
            <a:lstStyle/>
            <a:p>
              <a:endParaRPr lang="en-ID"/>
            </a:p>
          </p:txBody>
        </p:sp>
      </p:grpSp>
    </p:spTree>
    <p:extLst>
      <p:ext uri="{BB962C8B-B14F-4D97-AF65-F5344CB8AC3E}">
        <p14:creationId xmlns:p14="http://schemas.microsoft.com/office/powerpoint/2010/main" val="291297133"/>
      </p:ext>
    </p:extLst>
  </p:cSld>
  <p:clrMapOvr>
    <a:masterClrMapping/>
  </p:clrMapOvr>
</p:sld>
</file>

<file path=ppt/theme/theme1.xml><?xml version="1.0" encoding="utf-8"?>
<a:theme xmlns:a="http://schemas.openxmlformats.org/drawingml/2006/main" name="Custom Design">
  <a:themeElements>
    <a:clrScheme name="Custom 866">
      <a:dk1>
        <a:srgbClr val="000000"/>
      </a:dk1>
      <a:lt1>
        <a:sysClr val="window" lastClr="FFFFFF"/>
      </a:lt1>
      <a:dk2>
        <a:srgbClr val="000000"/>
      </a:dk2>
      <a:lt2>
        <a:srgbClr val="E7E6E6"/>
      </a:lt2>
      <a:accent1>
        <a:srgbClr val="192044"/>
      </a:accent1>
      <a:accent2>
        <a:srgbClr val="FAA105"/>
      </a:accent2>
      <a:accent3>
        <a:srgbClr val="00ACE5"/>
      </a:accent3>
      <a:accent4>
        <a:srgbClr val="FFC000"/>
      </a:accent4>
      <a:accent5>
        <a:srgbClr val="5B9BD5"/>
      </a:accent5>
      <a:accent6>
        <a:srgbClr val="70AD47"/>
      </a:accent6>
      <a:hlink>
        <a:srgbClr val="0563C1"/>
      </a:hlink>
      <a:folHlink>
        <a:srgbClr val="954F72"/>
      </a:folHlink>
    </a:clrScheme>
    <a:fontScheme name="Custom 878">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Custom 865">
      <a:dk1>
        <a:srgbClr val="000000"/>
      </a:dk1>
      <a:lt1>
        <a:sysClr val="window" lastClr="FFFFFF"/>
      </a:lt1>
      <a:dk2>
        <a:srgbClr val="000000"/>
      </a:dk2>
      <a:lt2>
        <a:srgbClr val="E7E6E6"/>
      </a:lt2>
      <a:accent1>
        <a:srgbClr val="192044"/>
      </a:accent1>
      <a:accent2>
        <a:srgbClr val="FAA105"/>
      </a:accent2>
      <a:accent3>
        <a:srgbClr val="00ACE5"/>
      </a:accent3>
      <a:accent4>
        <a:srgbClr val="FFC000"/>
      </a:accent4>
      <a:accent5>
        <a:srgbClr val="5B9BD5"/>
      </a:accent5>
      <a:accent6>
        <a:srgbClr val="70AD47"/>
      </a:accent6>
      <a:hlink>
        <a:srgbClr val="0563C1"/>
      </a:hlink>
      <a:folHlink>
        <a:srgbClr val="954F72"/>
      </a:folHlink>
    </a:clrScheme>
    <a:fontScheme name="Custom 879">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EAI">
      <a:dk1>
        <a:srgbClr val="000000"/>
      </a:dk1>
      <a:lt1>
        <a:sysClr val="window" lastClr="FFFFFF"/>
      </a:lt1>
      <a:dk2>
        <a:srgbClr val="000000"/>
      </a:dk2>
      <a:lt2>
        <a:srgbClr val="E7E6E6"/>
      </a:lt2>
      <a:accent1>
        <a:srgbClr val="192044"/>
      </a:accent1>
      <a:accent2>
        <a:srgbClr val="FAA105"/>
      </a:accent2>
      <a:accent3>
        <a:srgbClr val="00ACE5"/>
      </a:accent3>
      <a:accent4>
        <a:srgbClr val="FFC000"/>
      </a:accent4>
      <a:accent5>
        <a:srgbClr val="5B9BD5"/>
      </a:accent5>
      <a:accent6>
        <a:srgbClr val="70AD47"/>
      </a:accent6>
      <a:hlink>
        <a:srgbClr val="0563C1"/>
      </a:hlink>
      <a:folHlink>
        <a:srgbClr val="954F72"/>
      </a:folHlink>
    </a:clrScheme>
    <a:fontScheme name="Custom 88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9D6FCB4E9A88C4CA37C269475A4C878" ma:contentTypeVersion="17" ma:contentTypeDescription="Create a new document." ma:contentTypeScope="" ma:versionID="3a9579a0bb24b2212f0f3c44bd9ef9d2">
  <xsd:schema xmlns:xsd="http://www.w3.org/2001/XMLSchema" xmlns:xs="http://www.w3.org/2001/XMLSchema" xmlns:p="http://schemas.microsoft.com/office/2006/metadata/properties" xmlns:ns2="9e346ee6-eb2a-4b15-b52a-32df2ddfbeb8" xmlns:ns3="8142fb8a-09e9-4a8e-89cd-2b20ad36a883" targetNamespace="http://schemas.microsoft.com/office/2006/metadata/properties" ma:root="true" ma:fieldsID="ffd3a5b37b3fc23014421f281d6bd5de" ns2:_="" ns3:_="">
    <xsd:import namespace="9e346ee6-eb2a-4b15-b52a-32df2ddfbeb8"/>
    <xsd:import namespace="8142fb8a-09e9-4a8e-89cd-2b20ad36a88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346ee6-eb2a-4b15-b52a-32df2ddfbe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43853fc-66d3-4f4d-9f18-5fdabfd7ba9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142fb8a-09e9-4a8e-89cd-2b20ad36a883"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615b6d92-31ec-4c09-95ee-b5d44a9e4e62}" ma:internalName="TaxCatchAll" ma:showField="CatchAllData" ma:web="8142fb8a-09e9-4a8e-89cd-2b20ad36a8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e346ee6-eb2a-4b15-b52a-32df2ddfbeb8">
      <Terms xmlns="http://schemas.microsoft.com/office/infopath/2007/PartnerControls"/>
    </lcf76f155ced4ddcb4097134ff3c332f>
    <TaxCatchAll xmlns="8142fb8a-09e9-4a8e-89cd-2b20ad36a883" xsi:nil="true"/>
  </documentManagement>
</p:properties>
</file>

<file path=customXml/itemProps1.xml><?xml version="1.0" encoding="utf-8"?>
<ds:datastoreItem xmlns:ds="http://schemas.openxmlformats.org/officeDocument/2006/customXml" ds:itemID="{A9B42425-C7C6-4818-B0BD-3521D8141898}"/>
</file>

<file path=customXml/itemProps2.xml><?xml version="1.0" encoding="utf-8"?>
<ds:datastoreItem xmlns:ds="http://schemas.openxmlformats.org/officeDocument/2006/customXml" ds:itemID="{3213C488-9FF9-4875-ACB3-F39097D3BF7D}">
  <ds:schemaRefs>
    <ds:schemaRef ds:uri="http://schemas.microsoft.com/sharepoint/v3/contenttype/forms"/>
  </ds:schemaRefs>
</ds:datastoreItem>
</file>

<file path=customXml/itemProps3.xml><?xml version="1.0" encoding="utf-8"?>
<ds:datastoreItem xmlns:ds="http://schemas.openxmlformats.org/officeDocument/2006/customXml" ds:itemID="{D091210B-348A-4D09-890E-416ED82F3064}"/>
</file>

<file path=docProps/app.xml><?xml version="1.0" encoding="utf-8"?>
<Properties xmlns="http://schemas.openxmlformats.org/officeDocument/2006/extended-properties" xmlns:vt="http://schemas.openxmlformats.org/officeDocument/2006/docPropsVTypes">
  <Template/>
  <TotalTime>0</TotalTime>
  <Words>1215</Words>
  <Application>Microsoft Office PowerPoint</Application>
  <PresentationFormat>Widescreen</PresentationFormat>
  <Paragraphs>130</Paragraphs>
  <Slides>10</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10</vt:i4>
      </vt:variant>
    </vt:vector>
  </HeadingPairs>
  <TitlesOfParts>
    <vt:vector size="16" baseType="lpstr">
      <vt:lpstr>Arial</vt:lpstr>
      <vt:lpstr>Calibri</vt:lpstr>
      <vt:lpstr>Open Sans</vt:lpstr>
      <vt:lpstr>Custom Design</vt:lpstr>
      <vt:lpstr>1_Custom Design</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SlideFactory</dc:creator>
  <cp:lastModifiedBy>Kailas Lovlekar</cp:lastModifiedBy>
  <cp:revision>668</cp:revision>
  <dcterms:created xsi:type="dcterms:W3CDTF">2019-01-23T07:32:06Z</dcterms:created>
  <dcterms:modified xsi:type="dcterms:W3CDTF">2024-01-19T14:18:11Z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0x01010059D6FCB4E9A88C4CA37C269475A4C878</vt:lpwstr>
  </property>
</Properties>
</file>