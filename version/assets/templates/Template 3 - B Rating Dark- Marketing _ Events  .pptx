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1" r:id="rId4"/>
    <p:sldMasterId id="2147483848" r:id="rId5"/>
    <p:sldMasterId id="2147483867" r:id="rId6"/>
  </p:sldMasterIdLst>
  <p:notesMasterIdLst>
    <p:notesMasterId r:id="rId17"/>
  </p:notesMasterIdLst>
  <p:handoutMasterIdLst>
    <p:handoutMasterId r:id="rId18"/>
  </p:handoutMasterIdLst>
  <p:sldIdLst>
    <p:sldId id="267" r:id="rId7"/>
    <p:sldId id="268" r:id="rId8"/>
    <p:sldId id="270" r:id="rId9"/>
    <p:sldId id="271" r:id="rId10"/>
    <p:sldId id="272" r:id="rId11"/>
    <p:sldId id="274" r:id="rId12"/>
    <p:sldId id="276" r:id="rId13"/>
    <p:sldId id="278" r:id="rId14"/>
    <p:sldId id="279" r:id="rId15"/>
    <p:sldId id="28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jeyaraj R" initials="vR" lastIdx="7" clrIdx="0">
    <p:extLst>
      <p:ext uri="{19B8F6BF-5375-455C-9EA6-DF929625EA0E}">
        <p15:presenceInfo xmlns:p15="http://schemas.microsoft.com/office/powerpoint/2012/main" userId="9922a1924765fb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ACE5"/>
    <a:srgbClr val="262626"/>
    <a:srgbClr val="231F20"/>
    <a:srgbClr val="FFFFFF"/>
    <a:srgbClr val="343434"/>
    <a:srgbClr val="FEFEFE"/>
    <a:srgbClr val="112645"/>
    <a:srgbClr val="233752"/>
    <a:srgbClr val="EEC543"/>
    <a:srgbClr val="69F2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6081" autoAdjust="0"/>
  </p:normalViewPr>
  <p:slideViewPr>
    <p:cSldViewPr snapToGrid="0" snapToObjects="1" showGuides="1">
      <p:cViewPr varScale="1">
        <p:scale>
          <a:sx n="110" d="100"/>
          <a:sy n="110" d="100"/>
        </p:scale>
        <p:origin x="204" y="63"/>
      </p:cViewPr>
      <p:guideLst>
        <p:guide orient="horz" pos="2160"/>
        <p:guide pos="3840"/>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snapToObjects="1" showGuides="1">
      <p:cViewPr varScale="1">
        <p:scale>
          <a:sx n="172" d="100"/>
          <a:sy n="172" d="100"/>
        </p:scale>
        <p:origin x="6552"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las Lovlekar" userId="2fd52c39-4a34-4ff4-bd6d-bb07d7fb6228" providerId="ADAL" clId="{35C2F8EB-9284-4C2B-A763-6B4BD82611A6}"/>
    <pc:docChg chg="undo custSel modSld">
      <pc:chgData name="Kailas Lovlekar" userId="2fd52c39-4a34-4ff4-bd6d-bb07d7fb6228" providerId="ADAL" clId="{35C2F8EB-9284-4C2B-A763-6B4BD82611A6}" dt="2026-05-09T06:36:44.227" v="5" actId="1076"/>
      <pc:docMkLst>
        <pc:docMk/>
      </pc:docMkLst>
      <pc:sldChg chg="modSp mod">
        <pc:chgData name="Kailas Lovlekar" userId="2fd52c39-4a34-4ff4-bd6d-bb07d7fb6228" providerId="ADAL" clId="{35C2F8EB-9284-4C2B-A763-6B4BD82611A6}" dt="2026-05-09T06:36:44.227" v="5" actId="1076"/>
        <pc:sldMkLst>
          <pc:docMk/>
          <pc:sldMk cId="951331959" sldId="271"/>
        </pc:sldMkLst>
        <pc:spChg chg="mod">
          <ac:chgData name="Kailas Lovlekar" userId="2fd52c39-4a34-4ff4-bd6d-bb07d7fb6228" providerId="ADAL" clId="{35C2F8EB-9284-4C2B-A763-6B4BD82611A6}" dt="2026-05-09T06:36:44.227" v="5" actId="1076"/>
          <ac:spMkLst>
            <pc:docMk/>
            <pc:sldMk cId="951331959" sldId="271"/>
            <ac:spMk id="3" creationId="{6D4EE367-BD04-9029-CBED-4E5AAF9BE5B8}"/>
          </ac:spMkLst>
        </pc:spChg>
        <pc:picChg chg="mod">
          <ac:chgData name="Kailas Lovlekar" userId="2fd52c39-4a34-4ff4-bd6d-bb07d7fb6228" providerId="ADAL" clId="{35C2F8EB-9284-4C2B-A763-6B4BD82611A6}" dt="2026-05-09T06:36:43.177" v="3" actId="1076"/>
          <ac:picMkLst>
            <pc:docMk/>
            <pc:sldMk cId="951331959" sldId="271"/>
            <ac:picMk id="14" creationId="{7FE1A73B-9F8E-6DE9-3C5C-02486C3F132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B2AB4F-A192-3545-8EF9-E325F13462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3809840-61EB-0342-AA68-9448E55B2F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598F3BB-F397-8343-A68E-A42E99E442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764B22-6B1C-C845-B23F-15789EB2CA1E}" type="slidenum">
              <a:rPr lang="en-US" smtClean="0"/>
              <a:t>‹#›</a:t>
            </a:fld>
            <a:endParaRPr lang="en-US"/>
          </a:p>
        </p:txBody>
      </p:sp>
    </p:spTree>
    <p:extLst>
      <p:ext uri="{BB962C8B-B14F-4D97-AF65-F5344CB8AC3E}">
        <p14:creationId xmlns:p14="http://schemas.microsoft.com/office/powerpoint/2010/main" val="31431590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53373-5B75-441D-8C30-CC490FAE8AF3}" type="datetimeFigureOut">
              <a:rPr lang="en-ID" smtClean="0"/>
              <a:t>09/05/2026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0E1386-84C7-46BC-A6B4-A7275175E746}" type="slidenum">
              <a:rPr lang="en-ID" smtClean="0"/>
              <a:t>‹#›</a:t>
            </a:fld>
            <a:endParaRPr lang="en-ID"/>
          </a:p>
        </p:txBody>
      </p:sp>
    </p:spTree>
    <p:extLst>
      <p:ext uri="{BB962C8B-B14F-4D97-AF65-F5344CB8AC3E}">
        <p14:creationId xmlns:p14="http://schemas.microsoft.com/office/powerpoint/2010/main" val="410166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5_Custom Layout">
    <p:bg>
      <p:bgPr>
        <a:solidFill>
          <a:schemeClr val="accent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3A35F-B170-DC08-76B4-8C0E8E70C922}"/>
              </a:ext>
            </a:extLst>
          </p:cNvPr>
          <p:cNvGrpSpPr/>
          <p:nvPr userDrawn="1"/>
        </p:nvGrpSpPr>
        <p:grpSpPr>
          <a:xfrm rot="10800000">
            <a:off x="-31750" y="1"/>
            <a:ext cx="12223750" cy="3733800"/>
            <a:chOff x="-15875" y="3124200"/>
            <a:chExt cx="12223750" cy="3733800"/>
          </a:xfrm>
        </p:grpSpPr>
        <p:grpSp>
          <p:nvGrpSpPr>
            <p:cNvPr id="18" name="Group 17">
              <a:extLst>
                <a:ext uri="{FF2B5EF4-FFF2-40B4-BE49-F238E27FC236}">
                  <a16:creationId xmlns:a16="http://schemas.microsoft.com/office/drawing/2014/main" id="{D364A168-516B-925E-8BEE-FDB83FC6437D}"/>
                </a:ext>
              </a:extLst>
            </p:cNvPr>
            <p:cNvGrpSpPr/>
            <p:nvPr/>
          </p:nvGrpSpPr>
          <p:grpSpPr>
            <a:xfrm>
              <a:off x="-15875" y="3124200"/>
              <a:ext cx="12223750" cy="3733800"/>
              <a:chOff x="247650" y="3124200"/>
              <a:chExt cx="12223750" cy="3733800"/>
            </a:xfrm>
          </p:grpSpPr>
          <p:cxnSp>
            <p:nvCxnSpPr>
              <p:cNvPr id="35" name="Straight Connector 34">
                <a:extLst>
                  <a:ext uri="{FF2B5EF4-FFF2-40B4-BE49-F238E27FC236}">
                    <a16:creationId xmlns:a16="http://schemas.microsoft.com/office/drawing/2014/main" id="{C309BF80-93AC-7566-1450-E2DD1AE6A834}"/>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8632DBD-87CD-65C3-1F20-35165DA659CD}"/>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1C125AB-F220-C9C3-5B33-D62583AAEDF5}"/>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2F4893-8A45-05F6-C032-D12EBB898A0C}"/>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70B8AB7-E148-85E7-2463-BE7A35318DE0}"/>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628B065-DDBC-6F00-0BD0-3737AE13FF29}"/>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2D61E61-C12F-5AA8-A537-9479FA14C596}"/>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4B0CB0-07A8-3E90-940D-3546C2B15F7F}"/>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489B622-8236-8CA7-01C3-6600F81B66F1}"/>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BF65408-7484-E438-9239-4B5C72580388}"/>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A9056FA-9885-B2CE-2DF9-584E43007958}"/>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1965E6F-CA6C-4E90-1F5E-AA6BE143506C}"/>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94A6939-12A2-734A-6FA9-92F476600949}"/>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2185CC5-8D4C-D1B3-4CCB-E74F8CA81579}"/>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E783A9C-6AAE-6F48-56D5-455B74716E75}"/>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748B67-56B4-4598-A43F-CA62B4E4823B}"/>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C8376D3-AA34-3BCE-48D3-AC65F805A9FF}"/>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23446B2-DE84-1580-364A-3D9F9C6691D5}"/>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DA31A11-1CD3-8DD9-47C9-46205A65BC9B}"/>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6784CFB-EDDC-F411-587C-2722D67DDE55}"/>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3E20A9E-281C-F575-26C7-DB8B98282F51}"/>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A520F65-A3BE-FE13-5776-D924FB36BD18}"/>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5F59347-0D5A-0A57-099D-E9A2FDCCCC18}"/>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59C761B-6D84-ABE2-5D3C-B24759A6BA21}"/>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8B7D18E-612C-3979-667A-A9D85E76BF52}"/>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EFA5EF-515F-862C-DA67-BCEEFD08FBE3}"/>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AFF9189-C997-2D3D-6F43-6880B31C8D5F}"/>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2E9275C-B651-C82B-E07C-1E3FE832F01F}"/>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153F11D-8555-FB70-CDCE-660FF36147C6}"/>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667E93A-B76B-E62C-7BAA-91186018F593}"/>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025EA23-D543-12DE-E808-8B9F9431F9FB}"/>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A355FE2-F89C-6CCF-F450-F48B8082FF3B}"/>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E74DCD8-1D9D-E5DB-B742-F275C9EF29FE}"/>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C9A727-8DFE-8033-75D6-E885E338FAA9}"/>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C5DB4B3-79AC-AD3D-2DD6-5D7246D5E804}"/>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A669D9A-6164-5316-2C21-6A7695966B38}"/>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E7BA29B-B70A-C527-996F-FE672BB9FF75}"/>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DD3D8C0-64AB-422B-E38C-02A1186260D0}"/>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FAD98A6-7FCD-2360-C467-C4DB41413649}"/>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5EC6BE1-EDDD-2301-3FFA-EA858CE37FAD}"/>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26119A6-0BD0-A291-DE2C-35AE89ABA4BA}"/>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A899546-C22F-5D70-7923-9CEDEE44DD0F}"/>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A83CD96-7DAF-7985-FFC7-24B2E73EB1E0}"/>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AD5D0DF-36CC-167C-FE15-511E1D174641}"/>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E113469-2DDE-6183-94C9-8C84CE8D333A}"/>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379378A6-FFA5-0ABA-C4E6-320ECE6D0D2F}"/>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E8AD07A8-ABA5-69D0-C0EB-A4579843E769}"/>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C8A0AD3-9877-08FE-7E72-9BFDF1755D20}"/>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903A145-8BCD-8381-7EC5-CAE13C8A6B18}"/>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0E2C9CC-9B47-90B6-C9D4-5DE1F5F0725B}"/>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419E62F-7CCD-D2D1-9FA2-E5EA80D2B0E1}"/>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4CD459D-E1F7-B423-D771-B33134699856}"/>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C317B06-9951-EC47-041D-9F92269E7A70}"/>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293F218-5981-4401-72D6-80BDAD0961F6}"/>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77132C-243B-0B6A-BFC7-FBBD63B3B5CB}"/>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48D33FB-AB12-84A5-A464-BBA6355F6CA9}"/>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BB014197-3023-93DC-CF42-DF33481C3065}"/>
                </a:ext>
              </a:extLst>
            </p:cNvPr>
            <p:cNvGrpSpPr/>
            <p:nvPr/>
          </p:nvGrpSpPr>
          <p:grpSpPr>
            <a:xfrm>
              <a:off x="-7937" y="3327400"/>
              <a:ext cx="12207875" cy="3467100"/>
              <a:chOff x="47622" y="3327400"/>
              <a:chExt cx="12207875" cy="3467100"/>
            </a:xfrm>
          </p:grpSpPr>
          <p:cxnSp>
            <p:nvCxnSpPr>
              <p:cNvPr id="20" name="Straight Connector 19">
                <a:extLst>
                  <a:ext uri="{FF2B5EF4-FFF2-40B4-BE49-F238E27FC236}">
                    <a16:creationId xmlns:a16="http://schemas.microsoft.com/office/drawing/2014/main" id="{A0891D9D-1E52-883C-A976-E7079000872D}"/>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B8E4E7-A5CB-EFF2-565C-FE64ABFB6697}"/>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24DC9F9-BAFE-94AB-4215-7D192B924379}"/>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DCF21C0-CF9F-3F71-F64D-4E0FDEE3EF51}"/>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BA4959F-5F8D-1929-5DD5-AF445193A746}"/>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AE976C9-F50B-AC1E-EE05-9213ECB6266E}"/>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70741CB-2B6A-CC7C-8D0F-0EB519D68E45}"/>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C8E96F7-91E3-C63D-21BA-CC595A1C0E62}"/>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057407-F152-A61C-0DC7-BEDC76AD0C55}"/>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CD3225E-12D1-CF72-15F4-BA73A5D7B3DE}"/>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33D8A5-4E8E-E44D-BA36-00C19C89A26E}"/>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E53D42C-BDEE-700A-ABFA-18F0469535D9}"/>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816FEB6-59CC-0497-7EE4-A351EF95C50E}"/>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EE003B0-DF0C-1236-B839-FF9AFDC9A167}"/>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FE5C748-E67C-12EF-E8FF-A25ADD73E55D}"/>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90" name="Oval 89">
            <a:extLst>
              <a:ext uri="{FF2B5EF4-FFF2-40B4-BE49-F238E27FC236}">
                <a16:creationId xmlns:a16="http://schemas.microsoft.com/office/drawing/2014/main" id="{7BDE6B8D-FFFB-5FB1-AA59-C7E11BEFDFE0}"/>
              </a:ext>
            </a:extLst>
          </p:cNvPr>
          <p:cNvSpPr/>
          <p:nvPr userDrawn="1"/>
        </p:nvSpPr>
        <p:spPr>
          <a:xfrm>
            <a:off x="8022748" y="-2413236"/>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2" name="Oval 91">
            <a:extLst>
              <a:ext uri="{FF2B5EF4-FFF2-40B4-BE49-F238E27FC236}">
                <a16:creationId xmlns:a16="http://schemas.microsoft.com/office/drawing/2014/main" id="{4F5BC6E1-A7D6-B8FC-52A9-2230C4539621}"/>
              </a:ext>
            </a:extLst>
          </p:cNvPr>
          <p:cNvSpPr/>
          <p:nvPr userDrawn="1"/>
        </p:nvSpPr>
        <p:spPr>
          <a:xfrm>
            <a:off x="-1943359" y="2768702"/>
            <a:ext cx="5575095" cy="5575095"/>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Picture Placeholder 2">
            <a:extLst>
              <a:ext uri="{FF2B5EF4-FFF2-40B4-BE49-F238E27FC236}">
                <a16:creationId xmlns:a16="http://schemas.microsoft.com/office/drawing/2014/main" id="{F2E2E2AE-70BD-1835-EF7A-4FEA5F238D6D}"/>
              </a:ext>
            </a:extLst>
          </p:cNvPr>
          <p:cNvSpPr>
            <a:spLocks noGrp="1"/>
          </p:cNvSpPr>
          <p:nvPr>
            <p:ph type="pic" sz="quarter" idx="10"/>
          </p:nvPr>
        </p:nvSpPr>
        <p:spPr>
          <a:xfrm>
            <a:off x="7505712" y="1381906"/>
            <a:ext cx="3498830" cy="4255906"/>
          </a:xfrm>
          <a:prstGeom prst="roundRect">
            <a:avLst>
              <a:gd name="adj" fmla="val 6578"/>
            </a:avLst>
          </a:prstGeom>
          <a:solidFill>
            <a:schemeClr val="bg1">
              <a:lumMod val="95000"/>
            </a:schemeClr>
          </a:solidFill>
        </p:spPr>
        <p:txBody>
          <a:bodyPr wrap="square">
            <a:noAutofit/>
          </a:bodyPr>
          <a:lstStyle>
            <a:lvl1pPr>
              <a:defRPr sz="800"/>
            </a:lvl1pPr>
          </a:lstStyle>
          <a:p>
            <a:endParaRPr lang="en-ID"/>
          </a:p>
        </p:txBody>
      </p:sp>
      <p:sp>
        <p:nvSpPr>
          <p:cNvPr id="12" name="Text Placeholder 11">
            <a:extLst>
              <a:ext uri="{FF2B5EF4-FFF2-40B4-BE49-F238E27FC236}">
                <a16:creationId xmlns:a16="http://schemas.microsoft.com/office/drawing/2014/main" id="{F99145FD-9480-01F1-86F6-7F444AA1C2D3}"/>
              </a:ext>
            </a:extLst>
          </p:cNvPr>
          <p:cNvSpPr>
            <a:spLocks noGrp="1"/>
          </p:cNvSpPr>
          <p:nvPr>
            <p:ph type="body" sz="quarter" idx="11" hasCustomPrompt="1"/>
          </p:nvPr>
        </p:nvSpPr>
        <p:spPr>
          <a:xfrm>
            <a:off x="1167440" y="2090058"/>
            <a:ext cx="3929174" cy="2997245"/>
          </a:xfrm>
          <a:custGeom>
            <a:avLst/>
            <a:gdLst>
              <a:gd name="connsiteX0" fmla="*/ 0 w 3929174"/>
              <a:gd name="connsiteY0" fmla="*/ 0 h 2800767"/>
              <a:gd name="connsiteX1" fmla="*/ 3929174 w 3929174"/>
              <a:gd name="connsiteY1" fmla="*/ 0 h 2800767"/>
              <a:gd name="connsiteX2" fmla="*/ 3929174 w 3929174"/>
              <a:gd name="connsiteY2" fmla="*/ 2800767 h 2800767"/>
              <a:gd name="connsiteX3" fmla="*/ 0 w 3929174"/>
              <a:gd name="connsiteY3" fmla="*/ 2800767 h 2800767"/>
            </a:gdLst>
            <a:ahLst/>
            <a:cxnLst>
              <a:cxn ang="0">
                <a:pos x="connsiteX0" y="connsiteY0"/>
              </a:cxn>
              <a:cxn ang="0">
                <a:pos x="connsiteX1" y="connsiteY1"/>
              </a:cxn>
              <a:cxn ang="0">
                <a:pos x="connsiteX2" y="connsiteY2"/>
              </a:cxn>
              <a:cxn ang="0">
                <a:pos x="connsiteX3" y="connsiteY3"/>
              </a:cxn>
            </a:cxnLst>
            <a:rect l="l" t="t" r="r" b="b"/>
            <a:pathLst>
              <a:path w="3929174" h="2800767">
                <a:moveTo>
                  <a:pt x="0" y="0"/>
                </a:moveTo>
                <a:lnTo>
                  <a:pt x="3929174" y="0"/>
                </a:lnTo>
                <a:lnTo>
                  <a:pt x="3929174" y="2800767"/>
                </a:lnTo>
                <a:lnTo>
                  <a:pt x="0" y="2800767"/>
                </a:lnTo>
                <a:close/>
              </a:path>
            </a:pathLst>
          </a:custGeom>
        </p:spPr>
        <p:txBody>
          <a:bodyPr wrap="square">
            <a:noAutofit/>
          </a:bodyPr>
          <a:lstStyle>
            <a:lvl1pPr marL="0" indent="0">
              <a:lnSpc>
                <a:spcPct val="100000"/>
              </a:lnSpc>
              <a:buNone/>
              <a:defRPr sz="4400" b="1">
                <a:solidFill>
                  <a:schemeClr val="bg1"/>
                </a:solidFill>
                <a:latin typeface="+mj-lt"/>
              </a:defRPr>
            </a:lvl1pPr>
          </a:lstStyle>
          <a:p>
            <a:pPr lvl="0"/>
            <a:r>
              <a:rPr lang="en-ID"/>
              <a:t>TITLE HERE</a:t>
            </a:r>
          </a:p>
        </p:txBody>
      </p:sp>
      <p:sp>
        <p:nvSpPr>
          <p:cNvPr id="14" name="Text Placeholder 13">
            <a:extLst>
              <a:ext uri="{FF2B5EF4-FFF2-40B4-BE49-F238E27FC236}">
                <a16:creationId xmlns:a16="http://schemas.microsoft.com/office/drawing/2014/main" id="{C31BDFFA-ABE2-874C-3916-13025CEC94FB}"/>
              </a:ext>
            </a:extLst>
          </p:cNvPr>
          <p:cNvSpPr>
            <a:spLocks noGrp="1"/>
          </p:cNvSpPr>
          <p:nvPr>
            <p:ph type="body" sz="quarter" idx="12" hasCustomPrompt="1"/>
          </p:nvPr>
        </p:nvSpPr>
        <p:spPr>
          <a:xfrm>
            <a:off x="1677808" y="5174388"/>
            <a:ext cx="2102642" cy="307777"/>
          </a:xfrm>
          <a:custGeom>
            <a:avLst/>
            <a:gdLst>
              <a:gd name="connsiteX0" fmla="*/ 0 w 2102642"/>
              <a:gd name="connsiteY0" fmla="*/ 0 h 307777"/>
              <a:gd name="connsiteX1" fmla="*/ 2102642 w 2102642"/>
              <a:gd name="connsiteY1" fmla="*/ 0 h 307777"/>
              <a:gd name="connsiteX2" fmla="*/ 2102642 w 2102642"/>
              <a:gd name="connsiteY2" fmla="*/ 307777 h 307777"/>
              <a:gd name="connsiteX3" fmla="*/ 0 w 210264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02642" h="307777">
                <a:moveTo>
                  <a:pt x="0" y="0"/>
                </a:moveTo>
                <a:lnTo>
                  <a:pt x="2102642" y="0"/>
                </a:lnTo>
                <a:lnTo>
                  <a:pt x="2102642" y="307777"/>
                </a:lnTo>
                <a:lnTo>
                  <a:pt x="0" y="307777"/>
                </a:lnTo>
                <a:close/>
              </a:path>
            </a:pathLst>
          </a:custGeom>
        </p:spPr>
        <p:txBody>
          <a:bodyPr wrap="square">
            <a:noAutofit/>
          </a:bodyPr>
          <a:lstStyle>
            <a:lvl1pPr marL="0" indent="0">
              <a:lnSpc>
                <a:spcPct val="100000"/>
              </a:lnSpc>
              <a:buNone/>
              <a:defRPr sz="1400" b="0">
                <a:solidFill>
                  <a:schemeClr val="bg1"/>
                </a:solidFill>
                <a:latin typeface="+mn-lt"/>
              </a:defRPr>
            </a:lvl1pPr>
          </a:lstStyle>
          <a:p>
            <a:pPr lvl="0"/>
            <a:r>
              <a:rPr lang="en-ID"/>
              <a:t>Subtitle Here</a:t>
            </a:r>
          </a:p>
        </p:txBody>
      </p:sp>
      <p:sp>
        <p:nvSpPr>
          <p:cNvPr id="16" name="Text Placeholder 15">
            <a:extLst>
              <a:ext uri="{FF2B5EF4-FFF2-40B4-BE49-F238E27FC236}">
                <a16:creationId xmlns:a16="http://schemas.microsoft.com/office/drawing/2014/main" id="{81D868FB-CFBA-288F-2F4D-B4965040AEA2}"/>
              </a:ext>
            </a:extLst>
          </p:cNvPr>
          <p:cNvSpPr>
            <a:spLocks noGrp="1"/>
          </p:cNvSpPr>
          <p:nvPr>
            <p:ph type="body" sz="quarter" idx="13" hasCustomPrompt="1"/>
          </p:nvPr>
        </p:nvSpPr>
        <p:spPr>
          <a:xfrm>
            <a:off x="6516856" y="4140435"/>
            <a:ext cx="1825298" cy="1077218"/>
          </a:xfrm>
          <a:custGeom>
            <a:avLst/>
            <a:gdLst>
              <a:gd name="connsiteX0" fmla="*/ 0 w 1825298"/>
              <a:gd name="connsiteY0" fmla="*/ 0 h 1077218"/>
              <a:gd name="connsiteX1" fmla="*/ 1825298 w 1825298"/>
              <a:gd name="connsiteY1" fmla="*/ 0 h 1077218"/>
              <a:gd name="connsiteX2" fmla="*/ 1825298 w 1825298"/>
              <a:gd name="connsiteY2" fmla="*/ 1077218 h 1077218"/>
              <a:gd name="connsiteX3" fmla="*/ 0 w 1825298"/>
              <a:gd name="connsiteY3" fmla="*/ 1077218 h 1077218"/>
            </a:gdLst>
            <a:ahLst/>
            <a:cxnLst>
              <a:cxn ang="0">
                <a:pos x="connsiteX0" y="connsiteY0"/>
              </a:cxn>
              <a:cxn ang="0">
                <a:pos x="connsiteX1" y="connsiteY1"/>
              </a:cxn>
              <a:cxn ang="0">
                <a:pos x="connsiteX2" y="connsiteY2"/>
              </a:cxn>
              <a:cxn ang="0">
                <a:pos x="connsiteX3" y="connsiteY3"/>
              </a:cxn>
            </a:cxnLst>
            <a:rect l="l" t="t" r="r" b="b"/>
            <a:pathLst>
              <a:path w="1825298" h="1077218">
                <a:moveTo>
                  <a:pt x="0" y="0"/>
                </a:moveTo>
                <a:lnTo>
                  <a:pt x="1825298" y="0"/>
                </a:lnTo>
                <a:lnTo>
                  <a:pt x="1825298" y="1077218"/>
                </a:lnTo>
                <a:lnTo>
                  <a:pt x="0" y="1077218"/>
                </a:lnTo>
                <a:close/>
              </a:path>
            </a:pathLst>
          </a:custGeom>
        </p:spPr>
        <p:txBody>
          <a:bodyPr wrap="square">
            <a:noAutofit/>
          </a:bodyPr>
          <a:lstStyle>
            <a:lvl1pPr marL="0" indent="0">
              <a:lnSpc>
                <a:spcPct val="100000"/>
              </a:lnSpc>
              <a:buNone/>
              <a:defRPr sz="1600" b="1">
                <a:solidFill>
                  <a:schemeClr val="bg1"/>
                </a:solidFill>
                <a:latin typeface="+mj-lt"/>
              </a:defRPr>
            </a:lvl1pPr>
          </a:lstStyle>
          <a:p>
            <a:pPr lvl="0"/>
            <a:r>
              <a:rPr lang="en-ID"/>
              <a:t>Descrition Here</a:t>
            </a:r>
          </a:p>
        </p:txBody>
      </p:sp>
    </p:spTree>
    <p:extLst>
      <p:ext uri="{BB962C8B-B14F-4D97-AF65-F5344CB8AC3E}">
        <p14:creationId xmlns:p14="http://schemas.microsoft.com/office/powerpoint/2010/main" val="2526198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5C6B3A64-B7FD-DCB1-CA9F-AA3C8AC1E410}"/>
              </a:ext>
            </a:extLst>
          </p:cNvPr>
          <p:cNvSpPr/>
          <p:nvPr userDrawn="1"/>
        </p:nvSpPr>
        <p:spPr>
          <a:xfrm>
            <a:off x="2313033" y="5352143"/>
            <a:ext cx="3755933" cy="3755933"/>
          </a:xfrm>
          <a:prstGeom prst="ellipse">
            <a:avLst/>
          </a:prstGeom>
          <a:solidFill>
            <a:schemeClr val="accent2">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Oval 49">
            <a:extLst>
              <a:ext uri="{FF2B5EF4-FFF2-40B4-BE49-F238E27FC236}">
                <a16:creationId xmlns:a16="http://schemas.microsoft.com/office/drawing/2014/main" id="{8CA27F7E-76B3-12BF-B0AC-4B195C092925}"/>
              </a:ext>
            </a:extLst>
          </p:cNvPr>
          <p:cNvSpPr/>
          <p:nvPr userDrawn="1"/>
        </p:nvSpPr>
        <p:spPr>
          <a:xfrm>
            <a:off x="-2399466" y="-226241"/>
            <a:ext cx="3875186" cy="3875184"/>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51" name="Group 50">
            <a:extLst>
              <a:ext uri="{FF2B5EF4-FFF2-40B4-BE49-F238E27FC236}">
                <a16:creationId xmlns:a16="http://schemas.microsoft.com/office/drawing/2014/main" id="{3449B918-4381-7FE4-B009-5C4FE823B029}"/>
              </a:ext>
            </a:extLst>
          </p:cNvPr>
          <p:cNvGrpSpPr/>
          <p:nvPr userDrawn="1"/>
        </p:nvGrpSpPr>
        <p:grpSpPr>
          <a:xfrm rot="10800000">
            <a:off x="-31750" y="1"/>
            <a:ext cx="12223750" cy="3733800"/>
            <a:chOff x="-15875" y="3124200"/>
            <a:chExt cx="12223750" cy="3733800"/>
          </a:xfrm>
        </p:grpSpPr>
        <p:grpSp>
          <p:nvGrpSpPr>
            <p:cNvPr id="52" name="Group 51">
              <a:extLst>
                <a:ext uri="{FF2B5EF4-FFF2-40B4-BE49-F238E27FC236}">
                  <a16:creationId xmlns:a16="http://schemas.microsoft.com/office/drawing/2014/main" id="{889D1EF8-6C83-DF8B-F2E3-E5DA3CF7B5DB}"/>
                </a:ext>
              </a:extLst>
            </p:cNvPr>
            <p:cNvGrpSpPr/>
            <p:nvPr/>
          </p:nvGrpSpPr>
          <p:grpSpPr>
            <a:xfrm>
              <a:off x="-15875" y="3124200"/>
              <a:ext cx="12223750" cy="3733800"/>
              <a:chOff x="247650" y="3124200"/>
              <a:chExt cx="12223750" cy="3733800"/>
            </a:xfrm>
          </p:grpSpPr>
          <p:cxnSp>
            <p:nvCxnSpPr>
              <p:cNvPr id="69" name="Straight Connector 68">
                <a:extLst>
                  <a:ext uri="{FF2B5EF4-FFF2-40B4-BE49-F238E27FC236}">
                    <a16:creationId xmlns:a16="http://schemas.microsoft.com/office/drawing/2014/main" id="{C07D9EEB-3E5B-5507-AF3C-A6272BB0719D}"/>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BCB156E-FE48-55AF-8E2E-7E2B009A6359}"/>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7CA1031-E35B-6877-6FC6-8F709191BC72}"/>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C791214-580C-A26F-5903-0552032A5CD9}"/>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076BEA2-CCA3-2AEE-4A29-2C3AC68E7801}"/>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B9D0D9F-FB4E-A241-EBD9-0F83190DA4F0}"/>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442769A-DC28-86D2-D506-13BF44BB17E2}"/>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62D325B-3F15-35C3-BC70-80821AB56132}"/>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34F5D6A-28E0-1B9D-34D7-691A5AD94D09}"/>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5A9EB75-7EA0-CDA7-31DB-9140886DE6A5}"/>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B699EE6-5E21-7EF6-844A-8F226181E273}"/>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6EE2C0D-28E6-7FE4-6D23-D0D48AC04D0F}"/>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B5F2DA2-8411-654F-E4F6-EEFC86CD77EC}"/>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1CA56C7-9643-B79F-F694-41B8900E2AEC}"/>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355C717-52AC-7FDB-978E-BB205B0793F1}"/>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A3BA44E-0FDB-FA63-619B-36518CAEEF67}"/>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79E8C8E-7B86-6975-A17B-169C2659E9C2}"/>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22515CB-B348-6BB6-4A06-498BB0155056}"/>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D68F8CC-4967-850F-0998-45E5B5638421}"/>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791D564-40E1-1ED6-0C28-33B558ADB362}"/>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BA85A0C-E18E-8A81-D9FF-9AAF13330BCF}"/>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85F72BC-7402-CF31-F825-3A24F0A2F01B}"/>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1EA8683-CDA9-66BD-525E-92127233606C}"/>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6174BB2-98DE-E210-B4A2-72398E5211F5}"/>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4A5331B-555C-B0BE-6CBC-E49D5CABC46D}"/>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A8F3906-415C-85D3-19AA-CDF0F8ACD9DA}"/>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BFBD4F2C-F257-4CF8-0322-C912BF3FAAC9}"/>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CDEAC46-864E-D88E-437A-E78CB4C97BDC}"/>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DB4F42AF-5206-F704-F75A-B23C25ACC470}"/>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AA1A473-F209-964C-7BB8-1064A6A68552}"/>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2D19F75-6AD5-6B9E-34BD-F21DE393BD5A}"/>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0E6B68B4-BA47-3A70-96FB-468EEBC2AB8A}"/>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9E7EA65-E0D0-142B-54DD-8455FEB61A2B}"/>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0930066-45D5-92A9-F323-2D0FB9AA6358}"/>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6D16F9E-3731-2FBD-E706-D5D83B5C8B13}"/>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BDA19F9-4440-E348-BB7A-077FFCEC9902}"/>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C5840528-D8E9-7ABD-B9EF-96D7F1D20856}"/>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6C17DAB9-159F-BA47-AE6D-C59B99B2AE7D}"/>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B1478BD-B1C3-0EA1-2CB6-3CED1729DFFC}"/>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FC473EC-5DAC-8479-B5B2-F3CF0A8394C5}"/>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FACDC6C-FA4A-CA4D-B881-6E82C3FD5D3D}"/>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6A4DA61-B188-5851-B8D1-67E4D4985F53}"/>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AA20138-137D-542F-986D-6562D51349FC}"/>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D74D602-39C8-5139-17E6-DC004C4889CC}"/>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13A072A-6EC6-36D3-9FF7-7F33E2AD6E79}"/>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873DC51D-8390-0E19-4AC0-C90DCB95EDCF}"/>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75135FA-996E-54DD-9871-227F1DAC4BA1}"/>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6E05499A-EAD9-96B5-DA1C-8D701EC382CD}"/>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143DF1F-792A-AB4F-44A8-0B2B7A5C0318}"/>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D65D552-B184-5B15-5809-60C545100BCA}"/>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4A22A23-03D0-1DE2-60BC-23F22D4C99E7}"/>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2D109026-7F0B-AAC1-A0C8-6098CD57E373}"/>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EC34FAC-B1BF-44F8-C452-B57693B13FFB}"/>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3BE7312-FED7-2B4E-A136-A1981D9253DE}"/>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9F79622-1138-DF19-3B29-CA71DA9F9E39}"/>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E5FE7737-C2C5-0EB4-184D-AFC82B74B72F}"/>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1E5BF3B9-93F1-0FBE-5D49-CE053AF95F83}"/>
                </a:ext>
              </a:extLst>
            </p:cNvPr>
            <p:cNvGrpSpPr/>
            <p:nvPr/>
          </p:nvGrpSpPr>
          <p:grpSpPr>
            <a:xfrm>
              <a:off x="-7937" y="3327400"/>
              <a:ext cx="12207875" cy="3467100"/>
              <a:chOff x="47622" y="3327400"/>
              <a:chExt cx="12207875" cy="3467100"/>
            </a:xfrm>
          </p:grpSpPr>
          <p:cxnSp>
            <p:nvCxnSpPr>
              <p:cNvPr id="54" name="Straight Connector 53">
                <a:extLst>
                  <a:ext uri="{FF2B5EF4-FFF2-40B4-BE49-F238E27FC236}">
                    <a16:creationId xmlns:a16="http://schemas.microsoft.com/office/drawing/2014/main" id="{E5A20C95-8985-F395-B343-520F4436A9EE}"/>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1537242-9FCD-BE18-7924-FEAE860DA13F}"/>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D888F2E-0382-CB31-3333-B88D44E31227}"/>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DF3D3E2-6A15-F20A-E7C7-514A1663E8C4}"/>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3D992B3-8916-6223-5866-3762470A63EA}"/>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0598C25-2241-6EEA-F792-A035167C4144}"/>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DB10A16-3262-7109-A0B1-17090DB1BCD1}"/>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C1C33D1-04C6-40A4-5C87-D3F3EEEC38E9}"/>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6DDF8B8-A838-C1C8-29B4-912274BE0FC6}"/>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DD64695-A29B-F430-3893-300FDFB45ED2}"/>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2579F20-22CB-1625-3DE7-5CA5788C8747}"/>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453B7-DDB2-E842-1A30-EA0B7B92E310}"/>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611EB6E-6BF3-7C7A-B981-9EB0EAD17C75}"/>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868FBF9-22F7-481E-5503-5C049DECBDAC}"/>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A762F73-96E8-E346-94A5-6DDECF4B5AE7}"/>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4" name="Picture Placeholder 3">
            <a:extLst>
              <a:ext uri="{FF2B5EF4-FFF2-40B4-BE49-F238E27FC236}">
                <a16:creationId xmlns:a16="http://schemas.microsoft.com/office/drawing/2014/main" id="{EFF1C933-4974-E076-09D2-08E426A3A90F}"/>
              </a:ext>
            </a:extLst>
          </p:cNvPr>
          <p:cNvSpPr>
            <a:spLocks noGrp="1"/>
          </p:cNvSpPr>
          <p:nvPr>
            <p:ph type="pic" sz="quarter" idx="10"/>
          </p:nvPr>
        </p:nvSpPr>
        <p:spPr>
          <a:xfrm>
            <a:off x="8296274" y="-1"/>
            <a:ext cx="3895727" cy="4348311"/>
          </a:xfrm>
          <a:custGeom>
            <a:avLst/>
            <a:gdLst>
              <a:gd name="connsiteX0" fmla="*/ 0 w 3895727"/>
              <a:gd name="connsiteY0" fmla="*/ 0 h 4348311"/>
              <a:gd name="connsiteX1" fmla="*/ 3895727 w 3895727"/>
              <a:gd name="connsiteY1" fmla="*/ 0 h 4348311"/>
              <a:gd name="connsiteX2" fmla="*/ 3895727 w 3895727"/>
              <a:gd name="connsiteY2" fmla="*/ 4348311 h 4348311"/>
              <a:gd name="connsiteX3" fmla="*/ 452606 w 3895727"/>
              <a:gd name="connsiteY3" fmla="*/ 4348311 h 4348311"/>
              <a:gd name="connsiteX4" fmla="*/ 0 w 3895727"/>
              <a:gd name="connsiteY4" fmla="*/ 3895705 h 4348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5727" h="4348311">
                <a:moveTo>
                  <a:pt x="0" y="0"/>
                </a:moveTo>
                <a:lnTo>
                  <a:pt x="3895727" y="0"/>
                </a:lnTo>
                <a:lnTo>
                  <a:pt x="3895727" y="4348311"/>
                </a:lnTo>
                <a:lnTo>
                  <a:pt x="452606" y="4348311"/>
                </a:lnTo>
                <a:cubicBezTo>
                  <a:pt x="202639" y="4348311"/>
                  <a:pt x="0" y="4145672"/>
                  <a:pt x="0" y="3895705"/>
                </a:cubicBezTo>
                <a:close/>
              </a:path>
            </a:pathLst>
          </a:custGeom>
          <a:solidFill>
            <a:schemeClr val="bg1">
              <a:lumMod val="95000"/>
            </a:schemeClr>
          </a:solidFill>
        </p:spPr>
        <p:txBody>
          <a:bodyPr wrap="square">
            <a:noAutofit/>
          </a:bodyPr>
          <a:lstStyle>
            <a:lvl1pPr>
              <a:defRPr sz="800"/>
            </a:lvl1pPr>
          </a:lstStyle>
          <a:p>
            <a:endParaRPr lang="en-ID"/>
          </a:p>
        </p:txBody>
      </p:sp>
      <p:sp>
        <p:nvSpPr>
          <p:cNvPr id="26" name="Text Placeholder 25">
            <a:extLst>
              <a:ext uri="{FF2B5EF4-FFF2-40B4-BE49-F238E27FC236}">
                <a16:creationId xmlns:a16="http://schemas.microsoft.com/office/drawing/2014/main" id="{5934E7FC-2E2C-0B09-1D37-83E54EBC205B}"/>
              </a:ext>
            </a:extLst>
          </p:cNvPr>
          <p:cNvSpPr>
            <a:spLocks noGrp="1"/>
          </p:cNvSpPr>
          <p:nvPr>
            <p:ph type="body" sz="quarter" idx="23" hasCustomPrompt="1"/>
          </p:nvPr>
        </p:nvSpPr>
        <p:spPr>
          <a:xfrm>
            <a:off x="300041" y="1682444"/>
            <a:ext cx="5856287" cy="998538"/>
          </a:xfrm>
          <a:custGeom>
            <a:avLst/>
            <a:gdLst>
              <a:gd name="connsiteX0" fmla="*/ 0 w 5856287"/>
              <a:gd name="connsiteY0" fmla="*/ 0 h 998538"/>
              <a:gd name="connsiteX1" fmla="*/ 5856287 w 5856287"/>
              <a:gd name="connsiteY1" fmla="*/ 0 h 998538"/>
              <a:gd name="connsiteX2" fmla="*/ 5856287 w 5856287"/>
              <a:gd name="connsiteY2" fmla="*/ 998538 h 998538"/>
              <a:gd name="connsiteX3" fmla="*/ 0 w 5856287"/>
              <a:gd name="connsiteY3" fmla="*/ 998538 h 998538"/>
            </a:gdLst>
            <a:ahLst/>
            <a:cxnLst>
              <a:cxn ang="0">
                <a:pos x="connsiteX0" y="connsiteY0"/>
              </a:cxn>
              <a:cxn ang="0">
                <a:pos x="connsiteX1" y="connsiteY1"/>
              </a:cxn>
              <a:cxn ang="0">
                <a:pos x="connsiteX2" y="connsiteY2"/>
              </a:cxn>
              <a:cxn ang="0">
                <a:pos x="connsiteX3" y="connsiteY3"/>
              </a:cxn>
            </a:cxnLst>
            <a:rect l="l" t="t" r="r" b="b"/>
            <a:pathLst>
              <a:path w="5856287" h="998538">
                <a:moveTo>
                  <a:pt x="0" y="0"/>
                </a:moveTo>
                <a:lnTo>
                  <a:pt x="5856287" y="0"/>
                </a:lnTo>
                <a:lnTo>
                  <a:pt x="5856287" y="998538"/>
                </a:lnTo>
                <a:lnTo>
                  <a:pt x="0" y="998538"/>
                </a:lnTo>
                <a:close/>
              </a:path>
            </a:pathLst>
          </a:custGeom>
        </p:spPr>
        <p:txBody>
          <a:bodyPr wrap="square">
            <a:no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28" name="Text Placeholder 27">
            <a:extLst>
              <a:ext uri="{FF2B5EF4-FFF2-40B4-BE49-F238E27FC236}">
                <a16:creationId xmlns:a16="http://schemas.microsoft.com/office/drawing/2014/main" id="{1C98926D-260A-241B-F0C2-14083FB5890F}"/>
              </a:ext>
            </a:extLst>
          </p:cNvPr>
          <p:cNvSpPr>
            <a:spLocks noGrp="1"/>
          </p:cNvSpPr>
          <p:nvPr>
            <p:ph type="body" sz="quarter" idx="24" hasCustomPrompt="1"/>
          </p:nvPr>
        </p:nvSpPr>
        <p:spPr>
          <a:xfrm>
            <a:off x="735510" y="2928630"/>
            <a:ext cx="5419725" cy="277812"/>
          </a:xfrm>
          <a:custGeom>
            <a:avLst/>
            <a:gdLst>
              <a:gd name="connsiteX0" fmla="*/ 0 w 5419725"/>
              <a:gd name="connsiteY0" fmla="*/ 0 h 277812"/>
              <a:gd name="connsiteX1" fmla="*/ 5419725 w 5419725"/>
              <a:gd name="connsiteY1" fmla="*/ 0 h 277812"/>
              <a:gd name="connsiteX2" fmla="*/ 5419725 w 5419725"/>
              <a:gd name="connsiteY2" fmla="*/ 277812 h 277812"/>
              <a:gd name="connsiteX3" fmla="*/ 0 w 5419725"/>
              <a:gd name="connsiteY3" fmla="*/ 277812 h 277812"/>
            </a:gdLst>
            <a:ahLst/>
            <a:cxnLst>
              <a:cxn ang="0">
                <a:pos x="connsiteX0" y="connsiteY0"/>
              </a:cxn>
              <a:cxn ang="0">
                <a:pos x="connsiteX1" y="connsiteY1"/>
              </a:cxn>
              <a:cxn ang="0">
                <a:pos x="connsiteX2" y="connsiteY2"/>
              </a:cxn>
              <a:cxn ang="0">
                <a:pos x="connsiteX3" y="connsiteY3"/>
              </a:cxn>
            </a:cxnLst>
            <a:rect l="l" t="t" r="r" b="b"/>
            <a:pathLst>
              <a:path w="5419725" h="277812">
                <a:moveTo>
                  <a:pt x="0" y="0"/>
                </a:moveTo>
                <a:lnTo>
                  <a:pt x="5419725" y="0"/>
                </a:lnTo>
                <a:lnTo>
                  <a:pt x="5419725" y="277812"/>
                </a:lnTo>
                <a:lnTo>
                  <a:pt x="0" y="277812"/>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0" name="Text Placeholder 29">
            <a:extLst>
              <a:ext uri="{FF2B5EF4-FFF2-40B4-BE49-F238E27FC236}">
                <a16:creationId xmlns:a16="http://schemas.microsoft.com/office/drawing/2014/main" id="{B0E26611-9814-618B-D9A2-0180F53C09E3}"/>
              </a:ext>
            </a:extLst>
          </p:cNvPr>
          <p:cNvSpPr>
            <a:spLocks noGrp="1"/>
          </p:cNvSpPr>
          <p:nvPr>
            <p:ph type="body" sz="quarter" idx="25" hasCustomPrompt="1"/>
          </p:nvPr>
        </p:nvSpPr>
        <p:spPr>
          <a:xfrm>
            <a:off x="735510" y="3442980"/>
            <a:ext cx="5419725" cy="277812"/>
          </a:xfrm>
          <a:custGeom>
            <a:avLst/>
            <a:gdLst>
              <a:gd name="connsiteX0" fmla="*/ 0 w 5419725"/>
              <a:gd name="connsiteY0" fmla="*/ 0 h 277812"/>
              <a:gd name="connsiteX1" fmla="*/ 5419725 w 5419725"/>
              <a:gd name="connsiteY1" fmla="*/ 0 h 277812"/>
              <a:gd name="connsiteX2" fmla="*/ 5419725 w 5419725"/>
              <a:gd name="connsiteY2" fmla="*/ 277812 h 277812"/>
              <a:gd name="connsiteX3" fmla="*/ 0 w 5419725"/>
              <a:gd name="connsiteY3" fmla="*/ 277812 h 277812"/>
            </a:gdLst>
            <a:ahLst/>
            <a:cxnLst>
              <a:cxn ang="0">
                <a:pos x="connsiteX0" y="connsiteY0"/>
              </a:cxn>
              <a:cxn ang="0">
                <a:pos x="connsiteX1" y="connsiteY1"/>
              </a:cxn>
              <a:cxn ang="0">
                <a:pos x="connsiteX2" y="connsiteY2"/>
              </a:cxn>
              <a:cxn ang="0">
                <a:pos x="connsiteX3" y="connsiteY3"/>
              </a:cxn>
            </a:cxnLst>
            <a:rect l="l" t="t" r="r" b="b"/>
            <a:pathLst>
              <a:path w="5419725" h="277812">
                <a:moveTo>
                  <a:pt x="0" y="0"/>
                </a:moveTo>
                <a:lnTo>
                  <a:pt x="5419725" y="0"/>
                </a:lnTo>
                <a:lnTo>
                  <a:pt x="5419725" y="277812"/>
                </a:lnTo>
                <a:lnTo>
                  <a:pt x="0" y="277812"/>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359DC91E-1C24-4FD2-B6B7-67A24AEF8235}"/>
              </a:ext>
            </a:extLst>
          </p:cNvPr>
          <p:cNvSpPr>
            <a:spLocks noGrp="1"/>
          </p:cNvSpPr>
          <p:nvPr>
            <p:ph type="body" sz="quarter" idx="26" hasCustomPrompt="1"/>
          </p:nvPr>
        </p:nvSpPr>
        <p:spPr>
          <a:xfrm>
            <a:off x="735510" y="3987493"/>
            <a:ext cx="5419725" cy="276225"/>
          </a:xfrm>
          <a:custGeom>
            <a:avLst/>
            <a:gdLst>
              <a:gd name="connsiteX0" fmla="*/ 0 w 5419725"/>
              <a:gd name="connsiteY0" fmla="*/ 0 h 276225"/>
              <a:gd name="connsiteX1" fmla="*/ 5419725 w 5419725"/>
              <a:gd name="connsiteY1" fmla="*/ 0 h 276225"/>
              <a:gd name="connsiteX2" fmla="*/ 5419725 w 5419725"/>
              <a:gd name="connsiteY2" fmla="*/ 276225 h 276225"/>
              <a:gd name="connsiteX3" fmla="*/ 0 w 5419725"/>
              <a:gd name="connsiteY3" fmla="*/ 276225 h 276225"/>
            </a:gdLst>
            <a:ahLst/>
            <a:cxnLst>
              <a:cxn ang="0">
                <a:pos x="connsiteX0" y="connsiteY0"/>
              </a:cxn>
              <a:cxn ang="0">
                <a:pos x="connsiteX1" y="connsiteY1"/>
              </a:cxn>
              <a:cxn ang="0">
                <a:pos x="connsiteX2" y="connsiteY2"/>
              </a:cxn>
              <a:cxn ang="0">
                <a:pos x="connsiteX3" y="connsiteY3"/>
              </a:cxn>
            </a:cxnLst>
            <a:rect l="l" t="t" r="r" b="b"/>
            <a:pathLst>
              <a:path w="5419725" h="276225">
                <a:moveTo>
                  <a:pt x="0" y="0"/>
                </a:moveTo>
                <a:lnTo>
                  <a:pt x="5419725" y="0"/>
                </a:lnTo>
                <a:lnTo>
                  <a:pt x="5419725" y="276225"/>
                </a:lnTo>
                <a:lnTo>
                  <a:pt x="0" y="276225"/>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C24E73F6-F033-CDAF-FE95-F3C760736198}"/>
              </a:ext>
            </a:extLst>
          </p:cNvPr>
          <p:cNvSpPr>
            <a:spLocks noGrp="1"/>
          </p:cNvSpPr>
          <p:nvPr>
            <p:ph type="body" sz="quarter" idx="27" hasCustomPrompt="1"/>
          </p:nvPr>
        </p:nvSpPr>
        <p:spPr>
          <a:xfrm>
            <a:off x="735510" y="4506606"/>
            <a:ext cx="5419725" cy="276225"/>
          </a:xfrm>
          <a:custGeom>
            <a:avLst/>
            <a:gdLst>
              <a:gd name="connsiteX0" fmla="*/ 0 w 5419725"/>
              <a:gd name="connsiteY0" fmla="*/ 0 h 276225"/>
              <a:gd name="connsiteX1" fmla="*/ 5419725 w 5419725"/>
              <a:gd name="connsiteY1" fmla="*/ 0 h 276225"/>
              <a:gd name="connsiteX2" fmla="*/ 5419725 w 5419725"/>
              <a:gd name="connsiteY2" fmla="*/ 276225 h 276225"/>
              <a:gd name="connsiteX3" fmla="*/ 0 w 5419725"/>
              <a:gd name="connsiteY3" fmla="*/ 276225 h 276225"/>
            </a:gdLst>
            <a:ahLst/>
            <a:cxnLst>
              <a:cxn ang="0">
                <a:pos x="connsiteX0" y="connsiteY0"/>
              </a:cxn>
              <a:cxn ang="0">
                <a:pos x="connsiteX1" y="connsiteY1"/>
              </a:cxn>
              <a:cxn ang="0">
                <a:pos x="connsiteX2" y="connsiteY2"/>
              </a:cxn>
              <a:cxn ang="0">
                <a:pos x="connsiteX3" y="connsiteY3"/>
              </a:cxn>
            </a:cxnLst>
            <a:rect l="l" t="t" r="r" b="b"/>
            <a:pathLst>
              <a:path w="5419725" h="276225">
                <a:moveTo>
                  <a:pt x="0" y="0"/>
                </a:moveTo>
                <a:lnTo>
                  <a:pt x="5419725" y="0"/>
                </a:lnTo>
                <a:lnTo>
                  <a:pt x="5419725" y="276225"/>
                </a:lnTo>
                <a:lnTo>
                  <a:pt x="0" y="276225"/>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B2715D8D-75AA-0510-D9B4-A7609D962354}"/>
              </a:ext>
            </a:extLst>
          </p:cNvPr>
          <p:cNvSpPr>
            <a:spLocks noGrp="1"/>
          </p:cNvSpPr>
          <p:nvPr>
            <p:ph type="body" sz="quarter" idx="28" hasCustomPrompt="1"/>
          </p:nvPr>
        </p:nvSpPr>
        <p:spPr>
          <a:xfrm>
            <a:off x="300041" y="5055880"/>
            <a:ext cx="5754687" cy="996950"/>
          </a:xfrm>
          <a:custGeom>
            <a:avLst/>
            <a:gdLst>
              <a:gd name="connsiteX0" fmla="*/ 0 w 5754687"/>
              <a:gd name="connsiteY0" fmla="*/ 0 h 996950"/>
              <a:gd name="connsiteX1" fmla="*/ 5754687 w 5754687"/>
              <a:gd name="connsiteY1" fmla="*/ 0 h 996950"/>
              <a:gd name="connsiteX2" fmla="*/ 5754687 w 5754687"/>
              <a:gd name="connsiteY2" fmla="*/ 996950 h 996950"/>
              <a:gd name="connsiteX3" fmla="*/ 0 w 5754687"/>
              <a:gd name="connsiteY3" fmla="*/ 996950 h 996950"/>
            </a:gdLst>
            <a:ahLst/>
            <a:cxnLst>
              <a:cxn ang="0">
                <a:pos x="connsiteX0" y="connsiteY0"/>
              </a:cxn>
              <a:cxn ang="0">
                <a:pos x="connsiteX1" y="connsiteY1"/>
              </a:cxn>
              <a:cxn ang="0">
                <a:pos x="connsiteX2" y="connsiteY2"/>
              </a:cxn>
              <a:cxn ang="0">
                <a:pos x="connsiteX3" y="connsiteY3"/>
              </a:cxn>
            </a:cxnLst>
            <a:rect l="l" t="t" r="r" b="b"/>
            <a:pathLst>
              <a:path w="5754687" h="996950">
                <a:moveTo>
                  <a:pt x="0" y="0"/>
                </a:moveTo>
                <a:lnTo>
                  <a:pt x="5754687" y="0"/>
                </a:lnTo>
                <a:lnTo>
                  <a:pt x="5754687" y="996950"/>
                </a:lnTo>
                <a:lnTo>
                  <a:pt x="0" y="996950"/>
                </a:lnTo>
                <a:close/>
              </a:path>
            </a:pathLst>
          </a:custGeom>
        </p:spPr>
        <p:txBody>
          <a:bodyPr wrap="square">
            <a:no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DCDC65EE-50A3-36A4-D15F-EDD0FBAC18B0}"/>
              </a:ext>
            </a:extLst>
          </p:cNvPr>
          <p:cNvSpPr>
            <a:spLocks noGrp="1"/>
          </p:cNvSpPr>
          <p:nvPr>
            <p:ph type="body" sz="quarter" idx="29" hasCustomPrompt="1"/>
          </p:nvPr>
        </p:nvSpPr>
        <p:spPr>
          <a:xfrm>
            <a:off x="6656389" y="1910038"/>
            <a:ext cx="4757737" cy="311150"/>
          </a:xfrm>
          <a:custGeom>
            <a:avLst/>
            <a:gdLst>
              <a:gd name="connsiteX0" fmla="*/ 0 w 4757737"/>
              <a:gd name="connsiteY0" fmla="*/ 0 h 311150"/>
              <a:gd name="connsiteX1" fmla="*/ 4757737 w 4757737"/>
              <a:gd name="connsiteY1" fmla="*/ 0 h 311150"/>
              <a:gd name="connsiteX2" fmla="*/ 4757737 w 4757737"/>
              <a:gd name="connsiteY2" fmla="*/ 311150 h 311150"/>
              <a:gd name="connsiteX3" fmla="*/ 0 w 4757737"/>
              <a:gd name="connsiteY3" fmla="*/ 311150 h 311150"/>
            </a:gdLst>
            <a:ahLst/>
            <a:cxnLst>
              <a:cxn ang="0">
                <a:pos x="connsiteX0" y="connsiteY0"/>
              </a:cxn>
              <a:cxn ang="0">
                <a:pos x="connsiteX1" y="connsiteY1"/>
              </a:cxn>
              <a:cxn ang="0">
                <a:pos x="connsiteX2" y="connsiteY2"/>
              </a:cxn>
              <a:cxn ang="0">
                <a:pos x="connsiteX3" y="connsiteY3"/>
              </a:cxn>
            </a:cxnLst>
            <a:rect l="l" t="t" r="r" b="b"/>
            <a:pathLst>
              <a:path w="4757737" h="311150">
                <a:moveTo>
                  <a:pt x="0" y="0"/>
                </a:moveTo>
                <a:lnTo>
                  <a:pt x="4757737" y="0"/>
                </a:lnTo>
                <a:lnTo>
                  <a:pt x="4757737" y="311150"/>
                </a:lnTo>
                <a:lnTo>
                  <a:pt x="0" y="311150"/>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0" name="Text Placeholder 39">
            <a:extLst>
              <a:ext uri="{FF2B5EF4-FFF2-40B4-BE49-F238E27FC236}">
                <a16:creationId xmlns:a16="http://schemas.microsoft.com/office/drawing/2014/main" id="{FC6074FE-87D1-28BE-A819-E2C024308345}"/>
              </a:ext>
            </a:extLst>
          </p:cNvPr>
          <p:cNvSpPr>
            <a:spLocks noGrp="1"/>
          </p:cNvSpPr>
          <p:nvPr>
            <p:ph type="body" sz="quarter" idx="30" hasCustomPrompt="1"/>
          </p:nvPr>
        </p:nvSpPr>
        <p:spPr>
          <a:xfrm>
            <a:off x="6656389" y="2195789"/>
            <a:ext cx="4757737" cy="1311275"/>
          </a:xfrm>
          <a:custGeom>
            <a:avLst/>
            <a:gdLst>
              <a:gd name="connsiteX0" fmla="*/ 0 w 4757737"/>
              <a:gd name="connsiteY0" fmla="*/ 0 h 1311275"/>
              <a:gd name="connsiteX1" fmla="*/ 4757737 w 4757737"/>
              <a:gd name="connsiteY1" fmla="*/ 0 h 1311275"/>
              <a:gd name="connsiteX2" fmla="*/ 4757737 w 4757737"/>
              <a:gd name="connsiteY2" fmla="*/ 1311275 h 1311275"/>
              <a:gd name="connsiteX3" fmla="*/ 0 w 4757737"/>
              <a:gd name="connsiteY3" fmla="*/ 1311275 h 1311275"/>
            </a:gdLst>
            <a:ahLst/>
            <a:cxnLst>
              <a:cxn ang="0">
                <a:pos x="connsiteX0" y="connsiteY0"/>
              </a:cxn>
              <a:cxn ang="0">
                <a:pos x="connsiteX1" y="connsiteY1"/>
              </a:cxn>
              <a:cxn ang="0">
                <a:pos x="connsiteX2" y="connsiteY2"/>
              </a:cxn>
              <a:cxn ang="0">
                <a:pos x="connsiteX3" y="connsiteY3"/>
              </a:cxn>
            </a:cxnLst>
            <a:rect l="l" t="t" r="r" b="b"/>
            <a:pathLst>
              <a:path w="4757737" h="1311275">
                <a:moveTo>
                  <a:pt x="0" y="0"/>
                </a:moveTo>
                <a:lnTo>
                  <a:pt x="4757737" y="0"/>
                </a:lnTo>
                <a:lnTo>
                  <a:pt x="4757737" y="1311275"/>
                </a:lnTo>
                <a:lnTo>
                  <a:pt x="0" y="1311275"/>
                </a:lnTo>
                <a:close/>
              </a:path>
            </a:pathLst>
          </a:custGeom>
        </p:spPr>
        <p:txBody>
          <a:bodyPr wrap="square">
            <a:noAutofit/>
          </a:bodyPr>
          <a:lstStyle>
            <a:lvl1pPr marL="0" indent="0">
              <a:lnSpc>
                <a:spcPts val="1600"/>
              </a:lnSpc>
              <a:buNone/>
              <a:defRPr sz="1200" b="0">
                <a:solidFill>
                  <a:schemeClr val="tx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DD083316-60AA-0B7D-ADCD-47C522A93B9A}"/>
              </a:ext>
            </a:extLst>
          </p:cNvPr>
          <p:cNvSpPr>
            <a:spLocks noGrp="1"/>
          </p:cNvSpPr>
          <p:nvPr>
            <p:ph type="body" sz="quarter" idx="31" hasCustomPrompt="1"/>
          </p:nvPr>
        </p:nvSpPr>
        <p:spPr>
          <a:xfrm>
            <a:off x="6656389" y="4169228"/>
            <a:ext cx="4757737" cy="311150"/>
          </a:xfrm>
          <a:custGeom>
            <a:avLst/>
            <a:gdLst>
              <a:gd name="connsiteX0" fmla="*/ 0 w 4757737"/>
              <a:gd name="connsiteY0" fmla="*/ 0 h 311150"/>
              <a:gd name="connsiteX1" fmla="*/ 4757737 w 4757737"/>
              <a:gd name="connsiteY1" fmla="*/ 0 h 311150"/>
              <a:gd name="connsiteX2" fmla="*/ 4757737 w 4757737"/>
              <a:gd name="connsiteY2" fmla="*/ 311150 h 311150"/>
              <a:gd name="connsiteX3" fmla="*/ 0 w 4757737"/>
              <a:gd name="connsiteY3" fmla="*/ 311150 h 311150"/>
            </a:gdLst>
            <a:ahLst/>
            <a:cxnLst>
              <a:cxn ang="0">
                <a:pos x="connsiteX0" y="connsiteY0"/>
              </a:cxn>
              <a:cxn ang="0">
                <a:pos x="connsiteX1" y="connsiteY1"/>
              </a:cxn>
              <a:cxn ang="0">
                <a:pos x="connsiteX2" y="connsiteY2"/>
              </a:cxn>
              <a:cxn ang="0">
                <a:pos x="connsiteX3" y="connsiteY3"/>
              </a:cxn>
            </a:cxnLst>
            <a:rect l="l" t="t" r="r" b="b"/>
            <a:pathLst>
              <a:path w="4757737" h="311150">
                <a:moveTo>
                  <a:pt x="0" y="0"/>
                </a:moveTo>
                <a:lnTo>
                  <a:pt x="4757737" y="0"/>
                </a:lnTo>
                <a:lnTo>
                  <a:pt x="4757737" y="311150"/>
                </a:lnTo>
                <a:lnTo>
                  <a:pt x="0" y="311150"/>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4" name="Text Placeholder 43">
            <a:extLst>
              <a:ext uri="{FF2B5EF4-FFF2-40B4-BE49-F238E27FC236}">
                <a16:creationId xmlns:a16="http://schemas.microsoft.com/office/drawing/2014/main" id="{596DFF6F-6ACE-A322-BC8A-EFBCC6A069DA}"/>
              </a:ext>
            </a:extLst>
          </p:cNvPr>
          <p:cNvSpPr>
            <a:spLocks noGrp="1"/>
          </p:cNvSpPr>
          <p:nvPr>
            <p:ph type="body" sz="quarter" idx="32" hasCustomPrompt="1"/>
          </p:nvPr>
        </p:nvSpPr>
        <p:spPr>
          <a:xfrm>
            <a:off x="6656389" y="4454979"/>
            <a:ext cx="4757737" cy="1311275"/>
          </a:xfrm>
          <a:custGeom>
            <a:avLst/>
            <a:gdLst>
              <a:gd name="connsiteX0" fmla="*/ 0 w 4757737"/>
              <a:gd name="connsiteY0" fmla="*/ 0 h 1311275"/>
              <a:gd name="connsiteX1" fmla="*/ 4757737 w 4757737"/>
              <a:gd name="connsiteY1" fmla="*/ 0 h 1311275"/>
              <a:gd name="connsiteX2" fmla="*/ 4757737 w 4757737"/>
              <a:gd name="connsiteY2" fmla="*/ 1311275 h 1311275"/>
              <a:gd name="connsiteX3" fmla="*/ 0 w 4757737"/>
              <a:gd name="connsiteY3" fmla="*/ 1311275 h 1311275"/>
            </a:gdLst>
            <a:ahLst/>
            <a:cxnLst>
              <a:cxn ang="0">
                <a:pos x="connsiteX0" y="connsiteY0"/>
              </a:cxn>
              <a:cxn ang="0">
                <a:pos x="connsiteX1" y="connsiteY1"/>
              </a:cxn>
              <a:cxn ang="0">
                <a:pos x="connsiteX2" y="connsiteY2"/>
              </a:cxn>
              <a:cxn ang="0">
                <a:pos x="connsiteX3" y="connsiteY3"/>
              </a:cxn>
            </a:cxnLst>
            <a:rect l="l" t="t" r="r" b="b"/>
            <a:pathLst>
              <a:path w="4757737" h="1311275">
                <a:moveTo>
                  <a:pt x="0" y="0"/>
                </a:moveTo>
                <a:lnTo>
                  <a:pt x="4757737" y="0"/>
                </a:lnTo>
                <a:lnTo>
                  <a:pt x="4757737" y="1311275"/>
                </a:lnTo>
                <a:lnTo>
                  <a:pt x="0" y="1311275"/>
                </a:lnTo>
                <a:close/>
              </a:path>
            </a:pathLst>
          </a:custGeom>
        </p:spPr>
        <p:txBody>
          <a:bodyPr wrap="square">
            <a:noAutofit/>
          </a:bodyPr>
          <a:lstStyle>
            <a:lvl1pPr marL="0" indent="0">
              <a:lnSpc>
                <a:spcPts val="1600"/>
              </a:lnSpc>
              <a:buNone/>
              <a:defRPr sz="1200" b="0">
                <a:solidFill>
                  <a:schemeClr val="tx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A97F3B13-8DAA-C46D-DAE9-C2A2B7B3F640}"/>
              </a:ext>
            </a:extLst>
          </p:cNvPr>
          <p:cNvSpPr>
            <a:spLocks noGrp="1"/>
          </p:cNvSpPr>
          <p:nvPr>
            <p:ph type="body" sz="quarter" idx="33" hasCustomPrompt="1"/>
          </p:nvPr>
        </p:nvSpPr>
        <p:spPr>
          <a:xfrm>
            <a:off x="397413" y="857403"/>
            <a:ext cx="4350079" cy="307777"/>
          </a:xfrm>
          <a:custGeom>
            <a:avLst/>
            <a:gdLst>
              <a:gd name="connsiteX0" fmla="*/ 0 w 4350079"/>
              <a:gd name="connsiteY0" fmla="*/ 0 h 307777"/>
              <a:gd name="connsiteX1" fmla="*/ 4350079 w 4350079"/>
              <a:gd name="connsiteY1" fmla="*/ 0 h 307777"/>
              <a:gd name="connsiteX2" fmla="*/ 4350079 w 4350079"/>
              <a:gd name="connsiteY2" fmla="*/ 307777 h 307777"/>
              <a:gd name="connsiteX3" fmla="*/ 0 w 435007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4350079" h="307777">
                <a:moveTo>
                  <a:pt x="0" y="0"/>
                </a:moveTo>
                <a:lnTo>
                  <a:pt x="4350079" y="0"/>
                </a:lnTo>
                <a:lnTo>
                  <a:pt x="4350079" y="307777"/>
                </a:lnTo>
                <a:lnTo>
                  <a:pt x="0" y="307777"/>
                </a:lnTo>
                <a:close/>
              </a:path>
            </a:pathLst>
          </a:custGeom>
        </p:spPr>
        <p:txBody>
          <a:bodyPr wrap="square">
            <a:noAutofit/>
          </a:bodyPr>
          <a:lstStyle>
            <a:lvl1pPr marL="0" indent="0">
              <a:lnSpc>
                <a:spcPct val="100000"/>
              </a:lnSpc>
              <a:buNone/>
              <a:defRPr sz="1400" b="1">
                <a:solidFill>
                  <a:schemeClr val="bg1"/>
                </a:solidFill>
                <a:latin typeface="+mj-lt"/>
              </a:defRPr>
            </a:lvl1pPr>
          </a:lstStyle>
          <a:p>
            <a:pPr lvl="0"/>
            <a:r>
              <a:rPr lang="en-ID"/>
              <a:t>Subtitle Here</a:t>
            </a:r>
          </a:p>
        </p:txBody>
      </p:sp>
      <p:sp>
        <p:nvSpPr>
          <p:cNvPr id="48" name="Text Placeholder 5">
            <a:extLst>
              <a:ext uri="{FF2B5EF4-FFF2-40B4-BE49-F238E27FC236}">
                <a16:creationId xmlns:a16="http://schemas.microsoft.com/office/drawing/2014/main" id="{02D4E4ED-2975-15FC-52AC-963405BD904A}"/>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25" name="Freeform: Shape 124">
            <a:extLst>
              <a:ext uri="{FF2B5EF4-FFF2-40B4-BE49-F238E27FC236}">
                <a16:creationId xmlns:a16="http://schemas.microsoft.com/office/drawing/2014/main" id="{BD512DDE-8668-2B2B-7B26-61D5001D9539}"/>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26" name="TextBox 125">
            <a:extLst>
              <a:ext uri="{FF2B5EF4-FFF2-40B4-BE49-F238E27FC236}">
                <a16:creationId xmlns:a16="http://schemas.microsoft.com/office/drawing/2014/main" id="{5C5169BD-1AE8-EDFD-FBA8-F0F569CAEE02}"/>
              </a:ext>
            </a:extLst>
          </p:cNvPr>
          <p:cNvSpPr txBox="1"/>
          <p:nvPr userDrawn="1"/>
        </p:nvSpPr>
        <p:spPr>
          <a:xfrm>
            <a:off x="11148778" y="6564624"/>
            <a:ext cx="1035284"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127" name="Straight Connector 126">
            <a:extLst>
              <a:ext uri="{FF2B5EF4-FFF2-40B4-BE49-F238E27FC236}">
                <a16:creationId xmlns:a16="http://schemas.microsoft.com/office/drawing/2014/main" id="{B63B46EB-8887-ECA7-7D5C-1C0568D82F8C}"/>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877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10" name="Oval 209">
            <a:extLst>
              <a:ext uri="{FF2B5EF4-FFF2-40B4-BE49-F238E27FC236}">
                <a16:creationId xmlns:a16="http://schemas.microsoft.com/office/drawing/2014/main" id="{51A7801A-7366-ED75-9F2E-6B61A2B28E1C}"/>
              </a:ext>
            </a:extLst>
          </p:cNvPr>
          <p:cNvSpPr/>
          <p:nvPr userDrawn="1"/>
        </p:nvSpPr>
        <p:spPr>
          <a:xfrm>
            <a:off x="-1195727" y="675749"/>
            <a:ext cx="4827917" cy="4827915"/>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1" name="Oval 210">
            <a:extLst>
              <a:ext uri="{FF2B5EF4-FFF2-40B4-BE49-F238E27FC236}">
                <a16:creationId xmlns:a16="http://schemas.microsoft.com/office/drawing/2014/main" id="{8167A982-1F5A-C7B5-4104-A15309C199A3}"/>
              </a:ext>
            </a:extLst>
          </p:cNvPr>
          <p:cNvSpPr/>
          <p:nvPr userDrawn="1"/>
        </p:nvSpPr>
        <p:spPr>
          <a:xfrm>
            <a:off x="8433295" y="1894641"/>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96" name="Group 95">
            <a:extLst>
              <a:ext uri="{FF2B5EF4-FFF2-40B4-BE49-F238E27FC236}">
                <a16:creationId xmlns:a16="http://schemas.microsoft.com/office/drawing/2014/main" id="{0E1BB12A-40C5-47B4-A98F-FBC0A7A7700B}"/>
              </a:ext>
            </a:extLst>
          </p:cNvPr>
          <p:cNvGrpSpPr/>
          <p:nvPr userDrawn="1"/>
        </p:nvGrpSpPr>
        <p:grpSpPr>
          <a:xfrm rot="10800000">
            <a:off x="-31750" y="1"/>
            <a:ext cx="12223750" cy="3733800"/>
            <a:chOff x="-15875" y="3124200"/>
            <a:chExt cx="12223750" cy="3733800"/>
          </a:xfrm>
        </p:grpSpPr>
        <p:grpSp>
          <p:nvGrpSpPr>
            <p:cNvPr id="97" name="Group 96">
              <a:extLst>
                <a:ext uri="{FF2B5EF4-FFF2-40B4-BE49-F238E27FC236}">
                  <a16:creationId xmlns:a16="http://schemas.microsoft.com/office/drawing/2014/main" id="{FF125445-C94A-F140-885E-B8A5EB82DBC1}"/>
                </a:ext>
              </a:extLst>
            </p:cNvPr>
            <p:cNvGrpSpPr/>
            <p:nvPr/>
          </p:nvGrpSpPr>
          <p:grpSpPr>
            <a:xfrm>
              <a:off x="-15875" y="3124200"/>
              <a:ext cx="12223750" cy="3733800"/>
              <a:chOff x="247650" y="3124200"/>
              <a:chExt cx="12223750" cy="3733800"/>
            </a:xfrm>
          </p:grpSpPr>
          <p:cxnSp>
            <p:nvCxnSpPr>
              <p:cNvPr id="114" name="Straight Connector 113">
                <a:extLst>
                  <a:ext uri="{FF2B5EF4-FFF2-40B4-BE49-F238E27FC236}">
                    <a16:creationId xmlns:a16="http://schemas.microsoft.com/office/drawing/2014/main" id="{6B126675-B49B-AD2B-3DCB-92E3FBF945AC}"/>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AEB14C16-C7D1-64FD-C149-B0505BBE52DE}"/>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FA68B8-F92C-A157-D5D8-9D3950B9256D}"/>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309E2AE-B0B8-36EC-93D5-03993BB1C07D}"/>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8153D69-64EB-A962-0F21-C8E9E880DF05}"/>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243C7B3-45EA-66C2-4C55-E7935D825BDE}"/>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BC9193D-873C-E08F-67D7-A48767A81D57}"/>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27D0FA6C-BEF4-0EFC-D36D-BCFB643995E2}"/>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717E046-E4F4-EC97-5156-6E2F02B2530D}"/>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488569BD-8446-7919-0B13-3570F4925190}"/>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2ED76851-82D9-9116-EA23-A7DAFEA2B433}"/>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FF37432E-7A7E-5A9F-CD22-0A902C0AB067}"/>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7408F5F-7531-7052-4D05-DA05C93F21E0}"/>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5288F2D-ABC3-B7F5-FBC9-C81AF50A09B5}"/>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3FC5B7E-21A0-8F77-EA36-9AA8D5A0F139}"/>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D6E79592-B2DA-726A-97A5-80862B26B84F}"/>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84152445-986E-47FD-3033-81EE8968FA09}"/>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08721DE4-AF6E-C7D4-18AB-8F9B78C0570C}"/>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1AA45F94-720D-5655-17BD-01B4AEBCCF87}"/>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4D1A234-C0CA-119B-2904-1C876375BBAB}"/>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A8E5B2F2-6FD0-259E-01AE-E651CF62995E}"/>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68EE133-611E-0E7B-F54D-72E9C6227352}"/>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054754C5-AB5C-F198-0AB1-745AF58D27D7}"/>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3F918DC5-AF45-F378-1D54-26E6576ED4CE}"/>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F94CC24-77BD-D386-6501-733E81E96FBA}"/>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CCC0E91-1292-C39E-D911-35B04FDB716D}"/>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EBCF96AC-7A04-1D16-6F8E-F05E3545D120}"/>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F3EC4DD0-D86A-5E63-608A-8309C778652C}"/>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0BD63B8-C1D0-BFAC-749B-F53D9204C64F}"/>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BF21E2A-A2E0-6E3C-FE36-ABB4C8B95E47}"/>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76FD9ECA-9FAE-3423-4B41-3583A6E88D4D}"/>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92B21078-AEBB-1952-DB30-E7DD4D066B2B}"/>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FCF96D7-03B6-02FC-7602-A70065F8EFF9}"/>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8A967EF-C487-2441-06B5-7452C02854BA}"/>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D3E31C0F-CD27-48BD-AE78-FD3E11D91E46}"/>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D2303545-71EE-6FA6-78E2-C294C15787E0}"/>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9408FB0D-45DF-5526-5D93-34391F12A3B1}"/>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0C8A6ECB-E32D-5CBD-2897-F47D3F5113C5}"/>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2B04B56B-997A-8A2C-7D3F-9DA4EA40FEC5}"/>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9066F5B-39C0-3BA2-0F60-3FED2C18B763}"/>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CC524AAF-CC09-73AB-D149-95B48785F2C3}"/>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80CC76AA-CDDC-2DFE-2485-40E50E29C047}"/>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E4FC2228-CCB5-113B-2144-561B0717CC7F}"/>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237385E-3AAF-BB25-9611-F7B85539174A}"/>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748AD68C-6EF9-E9DE-64DF-0B29289297E7}"/>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46ADFCC1-40AA-C748-6851-1DE4BAE65D01}"/>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1C8CBC6-E5B0-5300-1F3D-AAF3BA279753}"/>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9FD65023-F8E1-0796-7465-F2144745B4D8}"/>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1AC0E576-4184-BAB1-22ED-99AACC9E3435}"/>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6E6D424C-57E6-3D39-F5DF-0F795BFCABA6}"/>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32B24AA0-8B63-330C-BC0A-27971DCD9C43}"/>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67AE1CEA-512D-8125-3598-3327BA541368}"/>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19D43081-DA6B-9427-50FA-FD8F43BF6382}"/>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B8EE70E-0FFB-4A63-E506-5D559246C585}"/>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CE351103-49FE-0D97-864E-06359E141AEA}"/>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8F3C57C5-E044-E7BC-D440-210FE04E80FD}"/>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98" name="Group 97">
              <a:extLst>
                <a:ext uri="{FF2B5EF4-FFF2-40B4-BE49-F238E27FC236}">
                  <a16:creationId xmlns:a16="http://schemas.microsoft.com/office/drawing/2014/main" id="{F35B87FA-F8BC-EFB2-A04D-6B74923F021E}"/>
                </a:ext>
              </a:extLst>
            </p:cNvPr>
            <p:cNvGrpSpPr/>
            <p:nvPr/>
          </p:nvGrpSpPr>
          <p:grpSpPr>
            <a:xfrm>
              <a:off x="-7937" y="3327400"/>
              <a:ext cx="12207875" cy="3467100"/>
              <a:chOff x="47622" y="3327400"/>
              <a:chExt cx="12207875" cy="3467100"/>
            </a:xfrm>
          </p:grpSpPr>
          <p:cxnSp>
            <p:nvCxnSpPr>
              <p:cNvPr id="99" name="Straight Connector 98">
                <a:extLst>
                  <a:ext uri="{FF2B5EF4-FFF2-40B4-BE49-F238E27FC236}">
                    <a16:creationId xmlns:a16="http://schemas.microsoft.com/office/drawing/2014/main" id="{2C6A969E-392F-4378-ED73-A9F45F4391A8}"/>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440CDE9-DD0F-8087-6D58-F74D092AE862}"/>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55CE1F3-4A69-0D05-ADF2-20F15A4A4F33}"/>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8C55D3-C743-698E-8875-ACF80C8CADF8}"/>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49706424-3194-F733-D3DC-880B2E4BB7AB}"/>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D8DC1E3F-23C7-AFCE-57E4-5A963BD009F7}"/>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9C29D0D-1DC0-DC53-D9F0-DC27FC25895D}"/>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DC2E0DE-CD05-4E8F-FF77-FAF073496018}"/>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17D861C0-5ACC-37D0-B945-2C769025A9BF}"/>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0C0EF5B-2CB1-1576-0977-31052620FAA4}"/>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BD1BEEA-F2E5-724D-1D24-0DEF4CF072B2}"/>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F1AF28E-6066-CAE3-E9FD-D75DE9117C44}"/>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C005BEE0-9D73-3C19-9716-64F71E69B225}"/>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7E3D27B-6C74-CDB4-07FD-DCA56AA64E6C}"/>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1210298-B5A6-3A33-9E82-101A9204CEE3}"/>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4" name="Text Placeholder 5">
            <a:extLst>
              <a:ext uri="{FF2B5EF4-FFF2-40B4-BE49-F238E27FC236}">
                <a16:creationId xmlns:a16="http://schemas.microsoft.com/office/drawing/2014/main" id="{B47EB2D6-FEF1-4059-736C-373611D493F1}"/>
              </a:ext>
            </a:extLst>
          </p:cNvPr>
          <p:cNvSpPr>
            <a:spLocks noGrp="1"/>
          </p:cNvSpPr>
          <p:nvPr>
            <p:ph type="body" sz="quarter" idx="16"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6" name="Text Placeholder 5">
            <a:extLst>
              <a:ext uri="{FF2B5EF4-FFF2-40B4-BE49-F238E27FC236}">
                <a16:creationId xmlns:a16="http://schemas.microsoft.com/office/drawing/2014/main" id="{C29CABD8-D928-6372-AD7E-9F9635E848CC}"/>
              </a:ext>
            </a:extLst>
          </p:cNvPr>
          <p:cNvSpPr>
            <a:spLocks noGrp="1"/>
          </p:cNvSpPr>
          <p:nvPr>
            <p:ph type="body" sz="quarter" idx="17" hasCustomPrompt="1"/>
          </p:nvPr>
        </p:nvSpPr>
        <p:spPr>
          <a:xfrm>
            <a:off x="491943" y="873239"/>
            <a:ext cx="6312806" cy="536044"/>
          </a:xfrm>
        </p:spPr>
        <p:txBody>
          <a:bodyPr>
            <a:norm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64" name="Picture Placeholder 8">
            <a:extLst>
              <a:ext uri="{FF2B5EF4-FFF2-40B4-BE49-F238E27FC236}">
                <a16:creationId xmlns:a16="http://schemas.microsoft.com/office/drawing/2014/main" id="{1611C86D-F997-63D0-2E10-EB8C097EBF9E}"/>
              </a:ext>
            </a:extLst>
          </p:cNvPr>
          <p:cNvSpPr>
            <a:spLocks noGrp="1"/>
          </p:cNvSpPr>
          <p:nvPr>
            <p:ph type="pic" sz="quarter" idx="10"/>
          </p:nvPr>
        </p:nvSpPr>
        <p:spPr>
          <a:xfrm>
            <a:off x="595755" y="167111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5" name="Picture Placeholder 8">
            <a:extLst>
              <a:ext uri="{FF2B5EF4-FFF2-40B4-BE49-F238E27FC236}">
                <a16:creationId xmlns:a16="http://schemas.microsoft.com/office/drawing/2014/main" id="{B26C737C-CEF0-51CB-57CE-1CA09307D426}"/>
              </a:ext>
            </a:extLst>
          </p:cNvPr>
          <p:cNvSpPr>
            <a:spLocks noGrp="1"/>
          </p:cNvSpPr>
          <p:nvPr>
            <p:ph type="pic" sz="quarter" idx="18"/>
          </p:nvPr>
        </p:nvSpPr>
        <p:spPr>
          <a:xfrm>
            <a:off x="4500710" y="167111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6" name="Picture Placeholder 8">
            <a:extLst>
              <a:ext uri="{FF2B5EF4-FFF2-40B4-BE49-F238E27FC236}">
                <a16:creationId xmlns:a16="http://schemas.microsoft.com/office/drawing/2014/main" id="{DEDFF6A8-A632-0210-AC71-89E9634C001C}"/>
              </a:ext>
            </a:extLst>
          </p:cNvPr>
          <p:cNvSpPr>
            <a:spLocks noGrp="1"/>
          </p:cNvSpPr>
          <p:nvPr>
            <p:ph type="pic" sz="quarter" idx="19"/>
          </p:nvPr>
        </p:nvSpPr>
        <p:spPr>
          <a:xfrm>
            <a:off x="8421650" y="167111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7" name="Picture Placeholder 8">
            <a:extLst>
              <a:ext uri="{FF2B5EF4-FFF2-40B4-BE49-F238E27FC236}">
                <a16:creationId xmlns:a16="http://schemas.microsoft.com/office/drawing/2014/main" id="{BA7F161D-928C-37AF-3C35-A35E398CE852}"/>
              </a:ext>
            </a:extLst>
          </p:cNvPr>
          <p:cNvSpPr>
            <a:spLocks noGrp="1"/>
          </p:cNvSpPr>
          <p:nvPr>
            <p:ph type="pic" sz="quarter" idx="20"/>
          </p:nvPr>
        </p:nvSpPr>
        <p:spPr>
          <a:xfrm>
            <a:off x="595755" y="411122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8" name="Picture Placeholder 8">
            <a:extLst>
              <a:ext uri="{FF2B5EF4-FFF2-40B4-BE49-F238E27FC236}">
                <a16:creationId xmlns:a16="http://schemas.microsoft.com/office/drawing/2014/main" id="{5AA1C8E0-13D0-4505-6368-A811326B6E82}"/>
              </a:ext>
            </a:extLst>
          </p:cNvPr>
          <p:cNvSpPr>
            <a:spLocks noGrp="1"/>
          </p:cNvSpPr>
          <p:nvPr>
            <p:ph type="pic" sz="quarter" idx="21"/>
          </p:nvPr>
        </p:nvSpPr>
        <p:spPr>
          <a:xfrm>
            <a:off x="4500710" y="411122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9" name="Picture Placeholder 8">
            <a:extLst>
              <a:ext uri="{FF2B5EF4-FFF2-40B4-BE49-F238E27FC236}">
                <a16:creationId xmlns:a16="http://schemas.microsoft.com/office/drawing/2014/main" id="{DF55C85E-1D4C-95BA-663C-3666B81CB607}"/>
              </a:ext>
            </a:extLst>
          </p:cNvPr>
          <p:cNvSpPr>
            <a:spLocks noGrp="1"/>
          </p:cNvSpPr>
          <p:nvPr>
            <p:ph type="pic" sz="quarter" idx="22"/>
          </p:nvPr>
        </p:nvSpPr>
        <p:spPr>
          <a:xfrm>
            <a:off x="8421650" y="411122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72" name="Text Placeholder 71">
            <a:extLst>
              <a:ext uri="{FF2B5EF4-FFF2-40B4-BE49-F238E27FC236}">
                <a16:creationId xmlns:a16="http://schemas.microsoft.com/office/drawing/2014/main" id="{46D2A5F8-E216-9AAD-0C96-8C993C86D7D5}"/>
              </a:ext>
            </a:extLst>
          </p:cNvPr>
          <p:cNvSpPr>
            <a:spLocks noGrp="1"/>
          </p:cNvSpPr>
          <p:nvPr>
            <p:ph type="body" sz="quarter" idx="23" hasCustomPrompt="1"/>
          </p:nvPr>
        </p:nvSpPr>
        <p:spPr>
          <a:xfrm>
            <a:off x="466975" y="270115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73" name="Text Placeholder 72">
            <a:extLst>
              <a:ext uri="{FF2B5EF4-FFF2-40B4-BE49-F238E27FC236}">
                <a16:creationId xmlns:a16="http://schemas.microsoft.com/office/drawing/2014/main" id="{16B44DF5-5C46-2D03-2822-A05FA66523A1}"/>
              </a:ext>
            </a:extLst>
          </p:cNvPr>
          <p:cNvSpPr>
            <a:spLocks noGrp="1"/>
          </p:cNvSpPr>
          <p:nvPr>
            <p:ph type="body" sz="quarter" idx="25" hasCustomPrompt="1"/>
          </p:nvPr>
        </p:nvSpPr>
        <p:spPr>
          <a:xfrm>
            <a:off x="721975" y="2997789"/>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75" name="Text Placeholder 74">
            <a:extLst>
              <a:ext uri="{FF2B5EF4-FFF2-40B4-BE49-F238E27FC236}">
                <a16:creationId xmlns:a16="http://schemas.microsoft.com/office/drawing/2014/main" id="{B4267C16-CE4A-CD58-7434-43376DE4FDA0}"/>
              </a:ext>
            </a:extLst>
          </p:cNvPr>
          <p:cNvSpPr>
            <a:spLocks noGrp="1"/>
          </p:cNvSpPr>
          <p:nvPr>
            <p:ph type="body" sz="quarter" idx="26" hasCustomPrompt="1"/>
          </p:nvPr>
        </p:nvSpPr>
        <p:spPr>
          <a:xfrm>
            <a:off x="4762873" y="2997789"/>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77" name="Text Placeholder 76">
            <a:extLst>
              <a:ext uri="{FF2B5EF4-FFF2-40B4-BE49-F238E27FC236}">
                <a16:creationId xmlns:a16="http://schemas.microsoft.com/office/drawing/2014/main" id="{47856110-BFF5-DD44-210B-71263591D333}"/>
              </a:ext>
            </a:extLst>
          </p:cNvPr>
          <p:cNvSpPr>
            <a:spLocks noGrp="1"/>
          </p:cNvSpPr>
          <p:nvPr>
            <p:ph type="body" sz="quarter" idx="27" hasCustomPrompt="1"/>
          </p:nvPr>
        </p:nvSpPr>
        <p:spPr>
          <a:xfrm>
            <a:off x="4507875" y="270115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82" name="Text Placeholder 81">
            <a:extLst>
              <a:ext uri="{FF2B5EF4-FFF2-40B4-BE49-F238E27FC236}">
                <a16:creationId xmlns:a16="http://schemas.microsoft.com/office/drawing/2014/main" id="{08A96B2F-4717-529D-ED12-3DF93F44440D}"/>
              </a:ext>
            </a:extLst>
          </p:cNvPr>
          <p:cNvSpPr>
            <a:spLocks noGrp="1"/>
          </p:cNvSpPr>
          <p:nvPr>
            <p:ph type="body" sz="quarter" idx="28" hasCustomPrompt="1"/>
          </p:nvPr>
        </p:nvSpPr>
        <p:spPr>
          <a:xfrm>
            <a:off x="8877129" y="2997790"/>
            <a:ext cx="2506275" cy="831349"/>
          </a:xfrm>
          <a:custGeom>
            <a:avLst/>
            <a:gdLst>
              <a:gd name="connsiteX0" fmla="*/ 0 w 2506275"/>
              <a:gd name="connsiteY0" fmla="*/ 0 h 831349"/>
              <a:gd name="connsiteX1" fmla="*/ 2506275 w 2506275"/>
              <a:gd name="connsiteY1" fmla="*/ 0 h 831349"/>
              <a:gd name="connsiteX2" fmla="*/ 2506275 w 2506275"/>
              <a:gd name="connsiteY2" fmla="*/ 831349 h 831349"/>
              <a:gd name="connsiteX3" fmla="*/ 0 w 2506275"/>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2506275" h="831349">
                <a:moveTo>
                  <a:pt x="0" y="0"/>
                </a:moveTo>
                <a:lnTo>
                  <a:pt x="2506275" y="0"/>
                </a:lnTo>
                <a:lnTo>
                  <a:pt x="2506275"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83" name="Text Placeholder 82">
            <a:extLst>
              <a:ext uri="{FF2B5EF4-FFF2-40B4-BE49-F238E27FC236}">
                <a16:creationId xmlns:a16="http://schemas.microsoft.com/office/drawing/2014/main" id="{6E02DB14-FCFF-1942-F1F8-FEE7387528BC}"/>
              </a:ext>
            </a:extLst>
          </p:cNvPr>
          <p:cNvSpPr>
            <a:spLocks noGrp="1"/>
          </p:cNvSpPr>
          <p:nvPr>
            <p:ph type="body" sz="quarter" idx="29" hasCustomPrompt="1"/>
          </p:nvPr>
        </p:nvSpPr>
        <p:spPr>
          <a:xfrm>
            <a:off x="8622130" y="270115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85" name="Text Placeholder 84">
            <a:extLst>
              <a:ext uri="{FF2B5EF4-FFF2-40B4-BE49-F238E27FC236}">
                <a16:creationId xmlns:a16="http://schemas.microsoft.com/office/drawing/2014/main" id="{7ACA9F18-5657-DFA0-1C28-32B358F85F30}"/>
              </a:ext>
            </a:extLst>
          </p:cNvPr>
          <p:cNvSpPr>
            <a:spLocks noGrp="1"/>
          </p:cNvSpPr>
          <p:nvPr>
            <p:ph type="body" sz="quarter" idx="30" hasCustomPrompt="1"/>
          </p:nvPr>
        </p:nvSpPr>
        <p:spPr>
          <a:xfrm>
            <a:off x="648684" y="5141263"/>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87" name="Text Placeholder 86">
            <a:extLst>
              <a:ext uri="{FF2B5EF4-FFF2-40B4-BE49-F238E27FC236}">
                <a16:creationId xmlns:a16="http://schemas.microsoft.com/office/drawing/2014/main" id="{F0E12F85-54B5-7E12-6E8D-FFD536B19D2E}"/>
              </a:ext>
            </a:extLst>
          </p:cNvPr>
          <p:cNvSpPr>
            <a:spLocks noGrp="1"/>
          </p:cNvSpPr>
          <p:nvPr>
            <p:ph type="body" sz="quarter" idx="31" hasCustomPrompt="1"/>
          </p:nvPr>
        </p:nvSpPr>
        <p:spPr>
          <a:xfrm>
            <a:off x="903684" y="5437900"/>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89" name="Text Placeholder 88">
            <a:extLst>
              <a:ext uri="{FF2B5EF4-FFF2-40B4-BE49-F238E27FC236}">
                <a16:creationId xmlns:a16="http://schemas.microsoft.com/office/drawing/2014/main" id="{5EC9C4EB-DF3C-C0A3-0303-C7AA5B7B82F8}"/>
              </a:ext>
            </a:extLst>
          </p:cNvPr>
          <p:cNvSpPr>
            <a:spLocks noGrp="1"/>
          </p:cNvSpPr>
          <p:nvPr>
            <p:ph type="body" sz="quarter" idx="32" hasCustomPrompt="1"/>
          </p:nvPr>
        </p:nvSpPr>
        <p:spPr>
          <a:xfrm>
            <a:off x="4620485" y="5141263"/>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91" name="Text Placeholder 90">
            <a:extLst>
              <a:ext uri="{FF2B5EF4-FFF2-40B4-BE49-F238E27FC236}">
                <a16:creationId xmlns:a16="http://schemas.microsoft.com/office/drawing/2014/main" id="{C1F1EA48-BC26-7656-2654-F1F331309ED2}"/>
              </a:ext>
            </a:extLst>
          </p:cNvPr>
          <p:cNvSpPr>
            <a:spLocks noGrp="1"/>
          </p:cNvSpPr>
          <p:nvPr>
            <p:ph type="body" sz="quarter" idx="33" hasCustomPrompt="1"/>
          </p:nvPr>
        </p:nvSpPr>
        <p:spPr>
          <a:xfrm>
            <a:off x="4875485" y="5437900"/>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93" name="Text Placeholder 92">
            <a:extLst>
              <a:ext uri="{FF2B5EF4-FFF2-40B4-BE49-F238E27FC236}">
                <a16:creationId xmlns:a16="http://schemas.microsoft.com/office/drawing/2014/main" id="{F3A74B6D-3FB6-9C2E-BFE2-72468067BE17}"/>
              </a:ext>
            </a:extLst>
          </p:cNvPr>
          <p:cNvSpPr>
            <a:spLocks noGrp="1"/>
          </p:cNvSpPr>
          <p:nvPr>
            <p:ph type="body" sz="quarter" idx="34" hasCustomPrompt="1"/>
          </p:nvPr>
        </p:nvSpPr>
        <p:spPr>
          <a:xfrm>
            <a:off x="8989152" y="5437900"/>
            <a:ext cx="2506275" cy="831349"/>
          </a:xfrm>
          <a:custGeom>
            <a:avLst/>
            <a:gdLst>
              <a:gd name="connsiteX0" fmla="*/ 0 w 2506275"/>
              <a:gd name="connsiteY0" fmla="*/ 0 h 831349"/>
              <a:gd name="connsiteX1" fmla="*/ 2506275 w 2506275"/>
              <a:gd name="connsiteY1" fmla="*/ 0 h 831349"/>
              <a:gd name="connsiteX2" fmla="*/ 2506275 w 2506275"/>
              <a:gd name="connsiteY2" fmla="*/ 831349 h 831349"/>
              <a:gd name="connsiteX3" fmla="*/ 0 w 2506275"/>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2506275" h="831349">
                <a:moveTo>
                  <a:pt x="0" y="0"/>
                </a:moveTo>
                <a:lnTo>
                  <a:pt x="2506275" y="0"/>
                </a:lnTo>
                <a:lnTo>
                  <a:pt x="2506275"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95" name="Text Placeholder 94">
            <a:extLst>
              <a:ext uri="{FF2B5EF4-FFF2-40B4-BE49-F238E27FC236}">
                <a16:creationId xmlns:a16="http://schemas.microsoft.com/office/drawing/2014/main" id="{742D7813-CF22-437B-5583-9BFC756FDC39}"/>
              </a:ext>
            </a:extLst>
          </p:cNvPr>
          <p:cNvSpPr>
            <a:spLocks noGrp="1"/>
          </p:cNvSpPr>
          <p:nvPr>
            <p:ph type="body" sz="quarter" idx="35" hasCustomPrompt="1"/>
          </p:nvPr>
        </p:nvSpPr>
        <p:spPr>
          <a:xfrm>
            <a:off x="8622130" y="514126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36" name="Freeform: Shape 235">
            <a:extLst>
              <a:ext uri="{FF2B5EF4-FFF2-40B4-BE49-F238E27FC236}">
                <a16:creationId xmlns:a16="http://schemas.microsoft.com/office/drawing/2014/main" id="{9CFF376E-0C4D-3926-7C0D-419A1AE2B436}"/>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37" name="TextBox 236">
            <a:extLst>
              <a:ext uri="{FF2B5EF4-FFF2-40B4-BE49-F238E27FC236}">
                <a16:creationId xmlns:a16="http://schemas.microsoft.com/office/drawing/2014/main" id="{0FF74C68-B0CB-A887-4E53-6A8813AC4FF6}"/>
              </a:ext>
            </a:extLst>
          </p:cNvPr>
          <p:cNvSpPr txBox="1"/>
          <p:nvPr userDrawn="1"/>
        </p:nvSpPr>
        <p:spPr>
          <a:xfrm>
            <a:off x="11148778" y="6564624"/>
            <a:ext cx="1035284"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238" name="Straight Connector 237">
            <a:extLst>
              <a:ext uri="{FF2B5EF4-FFF2-40B4-BE49-F238E27FC236}">
                <a16:creationId xmlns:a16="http://schemas.microsoft.com/office/drawing/2014/main" id="{919F94A9-EADE-3251-9B8E-AF7E7B2F4122}"/>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39" name="Picture 238" descr="A logo with a blue and yellow text&#10;&#10;Description automatically generated">
            <a:extLst>
              <a:ext uri="{FF2B5EF4-FFF2-40B4-BE49-F238E27FC236}">
                <a16:creationId xmlns:a16="http://schemas.microsoft.com/office/drawing/2014/main" id="{DA4680FD-0D31-3605-1503-B796D39A9C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Tree>
    <p:extLst>
      <p:ext uri="{BB962C8B-B14F-4D97-AF65-F5344CB8AC3E}">
        <p14:creationId xmlns:p14="http://schemas.microsoft.com/office/powerpoint/2010/main" val="1525842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3" name="Text Placeholder 2">
            <a:extLst>
              <a:ext uri="{FF2B5EF4-FFF2-40B4-BE49-F238E27FC236}">
                <a16:creationId xmlns:a16="http://schemas.microsoft.com/office/drawing/2014/main" id="{86A801BF-DF9D-8531-F481-7BA093F72757}"/>
              </a:ext>
            </a:extLst>
          </p:cNvPr>
          <p:cNvSpPr>
            <a:spLocks noGrp="1"/>
          </p:cNvSpPr>
          <p:nvPr>
            <p:ph type="body" sz="quarter" idx="11" hasCustomPrompt="1"/>
          </p:nvPr>
        </p:nvSpPr>
        <p:spPr>
          <a:xfrm>
            <a:off x="890991" y="2057373"/>
            <a:ext cx="5430441" cy="2305291"/>
          </a:xfrm>
          <a:custGeom>
            <a:avLst/>
            <a:gdLst>
              <a:gd name="connsiteX0" fmla="*/ 0 w 5430441"/>
              <a:gd name="connsiteY0" fmla="*/ 0 h 2305291"/>
              <a:gd name="connsiteX1" fmla="*/ 5430441 w 5430441"/>
              <a:gd name="connsiteY1" fmla="*/ 0 h 2305291"/>
              <a:gd name="connsiteX2" fmla="*/ 5430441 w 5430441"/>
              <a:gd name="connsiteY2" fmla="*/ 2305291 h 2305291"/>
              <a:gd name="connsiteX3" fmla="*/ 0 w 5430441"/>
              <a:gd name="connsiteY3" fmla="*/ 2305291 h 2305291"/>
            </a:gdLst>
            <a:ahLst/>
            <a:cxnLst>
              <a:cxn ang="0">
                <a:pos x="connsiteX0" y="connsiteY0"/>
              </a:cxn>
              <a:cxn ang="0">
                <a:pos x="connsiteX1" y="connsiteY1"/>
              </a:cxn>
              <a:cxn ang="0">
                <a:pos x="connsiteX2" y="connsiteY2"/>
              </a:cxn>
              <a:cxn ang="0">
                <a:pos x="connsiteX3" y="connsiteY3"/>
              </a:cxn>
            </a:cxnLst>
            <a:rect l="l" t="t" r="r" b="b"/>
            <a:pathLst>
              <a:path w="5430441" h="2305291">
                <a:moveTo>
                  <a:pt x="0" y="0"/>
                </a:moveTo>
                <a:lnTo>
                  <a:pt x="5430441" y="0"/>
                </a:lnTo>
                <a:lnTo>
                  <a:pt x="5430441" y="2305291"/>
                </a:lnTo>
                <a:lnTo>
                  <a:pt x="0" y="2305291"/>
                </a:lnTo>
                <a:close/>
              </a:path>
            </a:pathLst>
          </a:custGeom>
        </p:spPr>
        <p:txBody>
          <a:bodyPr wrap="square">
            <a:noAutofit/>
          </a:bodyPr>
          <a:lstStyle>
            <a:lvl1pPr marL="0" indent="0">
              <a:lnSpc>
                <a:spcPct val="100000"/>
              </a:lnSpc>
              <a:buNone/>
              <a:defRPr sz="6600" b="1">
                <a:solidFill>
                  <a:schemeClr val="bg1"/>
                </a:solidFill>
                <a:latin typeface="+mj-lt"/>
              </a:defRPr>
            </a:lvl1pPr>
          </a:lstStyle>
          <a:p>
            <a:pPr lvl="0"/>
            <a:r>
              <a:rPr lang="en-ID"/>
              <a:t>TITLE HERE</a:t>
            </a:r>
          </a:p>
        </p:txBody>
      </p:sp>
      <p:sp>
        <p:nvSpPr>
          <p:cNvPr id="6" name="Text Placeholder 5">
            <a:extLst>
              <a:ext uri="{FF2B5EF4-FFF2-40B4-BE49-F238E27FC236}">
                <a16:creationId xmlns:a16="http://schemas.microsoft.com/office/drawing/2014/main" id="{C35860A8-A7B9-7576-C3FC-C9CA02B9AA1B}"/>
              </a:ext>
            </a:extLst>
          </p:cNvPr>
          <p:cNvSpPr>
            <a:spLocks noGrp="1"/>
          </p:cNvSpPr>
          <p:nvPr>
            <p:ph type="body" sz="quarter" idx="12" hasCustomPrompt="1"/>
          </p:nvPr>
        </p:nvSpPr>
        <p:spPr>
          <a:xfrm>
            <a:off x="987435" y="4379302"/>
            <a:ext cx="4507804" cy="353297"/>
          </a:xfrm>
          <a:custGeom>
            <a:avLst/>
            <a:gdLst>
              <a:gd name="connsiteX0" fmla="*/ 0 w 4507804"/>
              <a:gd name="connsiteY0" fmla="*/ 0 h 353297"/>
              <a:gd name="connsiteX1" fmla="*/ 4507804 w 4507804"/>
              <a:gd name="connsiteY1" fmla="*/ 0 h 353297"/>
              <a:gd name="connsiteX2" fmla="*/ 4507804 w 4507804"/>
              <a:gd name="connsiteY2" fmla="*/ 353297 h 353297"/>
              <a:gd name="connsiteX3" fmla="*/ 0 w 4507804"/>
              <a:gd name="connsiteY3" fmla="*/ 353297 h 353297"/>
            </a:gdLst>
            <a:ahLst/>
            <a:cxnLst>
              <a:cxn ang="0">
                <a:pos x="connsiteX0" y="connsiteY0"/>
              </a:cxn>
              <a:cxn ang="0">
                <a:pos x="connsiteX1" y="connsiteY1"/>
              </a:cxn>
              <a:cxn ang="0">
                <a:pos x="connsiteX2" y="connsiteY2"/>
              </a:cxn>
              <a:cxn ang="0">
                <a:pos x="connsiteX3" y="connsiteY3"/>
              </a:cxn>
            </a:cxnLst>
            <a:rect l="l" t="t" r="r" b="b"/>
            <a:pathLst>
              <a:path w="4507804" h="353297">
                <a:moveTo>
                  <a:pt x="0" y="0"/>
                </a:moveTo>
                <a:lnTo>
                  <a:pt x="4507804" y="0"/>
                </a:lnTo>
                <a:lnTo>
                  <a:pt x="4507804" y="353297"/>
                </a:lnTo>
                <a:lnTo>
                  <a:pt x="0" y="353297"/>
                </a:lnTo>
                <a:close/>
              </a:path>
            </a:pathLst>
          </a:custGeom>
        </p:spPr>
        <p:txBody>
          <a:bodyPr wrap="square">
            <a:noAutofit/>
          </a:bodyPr>
          <a:lstStyle>
            <a:lvl1pPr marL="0" indent="0">
              <a:lnSpc>
                <a:spcPct val="100000"/>
              </a:lnSpc>
              <a:buNone/>
              <a:defRPr sz="1600" b="1">
                <a:solidFill>
                  <a:schemeClr val="bg1"/>
                </a:solidFill>
                <a:latin typeface="+mj-lt"/>
              </a:defRPr>
            </a:lvl1pPr>
          </a:lstStyle>
          <a:p>
            <a:pPr lvl="0"/>
            <a:r>
              <a:rPr lang="en-ID"/>
              <a:t>SUBTITLE HERE</a:t>
            </a:r>
          </a:p>
        </p:txBody>
      </p:sp>
      <p:sp>
        <p:nvSpPr>
          <p:cNvPr id="8" name="Text Placeholder 7">
            <a:extLst>
              <a:ext uri="{FF2B5EF4-FFF2-40B4-BE49-F238E27FC236}">
                <a16:creationId xmlns:a16="http://schemas.microsoft.com/office/drawing/2014/main" id="{1EC24F51-8A84-AE9F-E3E6-5B9E76362BA1}"/>
              </a:ext>
            </a:extLst>
          </p:cNvPr>
          <p:cNvSpPr>
            <a:spLocks noGrp="1"/>
          </p:cNvSpPr>
          <p:nvPr>
            <p:ph type="body" sz="quarter" idx="25" hasCustomPrompt="1"/>
          </p:nvPr>
        </p:nvSpPr>
        <p:spPr>
          <a:xfrm>
            <a:off x="8231706" y="2471792"/>
            <a:ext cx="2533896" cy="1064005"/>
          </a:xfrm>
          <a:custGeom>
            <a:avLst/>
            <a:gdLst>
              <a:gd name="connsiteX0" fmla="*/ 0 w 2533896"/>
              <a:gd name="connsiteY0" fmla="*/ 0 h 1064005"/>
              <a:gd name="connsiteX1" fmla="*/ 2533896 w 2533896"/>
              <a:gd name="connsiteY1" fmla="*/ 0 h 1064005"/>
              <a:gd name="connsiteX2" fmla="*/ 2533896 w 2533896"/>
              <a:gd name="connsiteY2" fmla="*/ 1064005 h 1064005"/>
              <a:gd name="connsiteX3" fmla="*/ 0 w 2533896"/>
              <a:gd name="connsiteY3" fmla="*/ 1064005 h 1064005"/>
            </a:gdLst>
            <a:ahLst/>
            <a:cxnLst>
              <a:cxn ang="0">
                <a:pos x="connsiteX0" y="connsiteY0"/>
              </a:cxn>
              <a:cxn ang="0">
                <a:pos x="connsiteX1" y="connsiteY1"/>
              </a:cxn>
              <a:cxn ang="0">
                <a:pos x="connsiteX2" y="connsiteY2"/>
              </a:cxn>
              <a:cxn ang="0">
                <a:pos x="connsiteX3" y="connsiteY3"/>
              </a:cxn>
            </a:cxnLst>
            <a:rect l="l" t="t" r="r" b="b"/>
            <a:pathLst>
              <a:path w="2533896" h="1064005">
                <a:moveTo>
                  <a:pt x="0" y="0"/>
                </a:moveTo>
                <a:lnTo>
                  <a:pt x="2533896" y="0"/>
                </a:lnTo>
                <a:lnTo>
                  <a:pt x="2533896" y="1064005"/>
                </a:lnTo>
                <a:lnTo>
                  <a:pt x="0" y="1064005"/>
                </a:lnTo>
                <a:close/>
              </a:path>
            </a:pathLst>
          </a:custGeom>
        </p:spPr>
        <p:txBody>
          <a:bodyPr wrap="square">
            <a:noAutofit/>
          </a:bodyPr>
          <a:lstStyle>
            <a:lvl1pPr marL="0" indent="0">
              <a:lnSpc>
                <a:spcPts val="1800"/>
              </a:lnSpc>
              <a:spcBef>
                <a:spcPts val="0"/>
              </a:spcBef>
              <a:buNone/>
              <a:defRPr sz="1400" b="0">
                <a:solidFill>
                  <a:schemeClr val="bg1"/>
                </a:solidFill>
                <a:latin typeface="+mn-lt"/>
              </a:defRPr>
            </a:lvl1pPr>
          </a:lstStyle>
          <a:p>
            <a:pPr lvl="0"/>
            <a:r>
              <a:rPr lang="en-ID"/>
              <a:t>Description Here</a:t>
            </a:r>
          </a:p>
        </p:txBody>
      </p:sp>
      <p:sp>
        <p:nvSpPr>
          <p:cNvPr id="11" name="Text Placeholder 10">
            <a:extLst>
              <a:ext uri="{FF2B5EF4-FFF2-40B4-BE49-F238E27FC236}">
                <a16:creationId xmlns:a16="http://schemas.microsoft.com/office/drawing/2014/main" id="{78AAEE89-B4BD-7A11-4774-7BC76266CE65}"/>
              </a:ext>
            </a:extLst>
          </p:cNvPr>
          <p:cNvSpPr>
            <a:spLocks noGrp="1"/>
          </p:cNvSpPr>
          <p:nvPr>
            <p:ph type="body" sz="quarter" idx="26" hasCustomPrompt="1"/>
          </p:nvPr>
        </p:nvSpPr>
        <p:spPr>
          <a:xfrm>
            <a:off x="7973241" y="4049665"/>
            <a:ext cx="2262052" cy="277000"/>
          </a:xfrm>
          <a:custGeom>
            <a:avLst/>
            <a:gdLst>
              <a:gd name="connsiteX0" fmla="*/ 0 w 2262052"/>
              <a:gd name="connsiteY0" fmla="*/ 0 h 277000"/>
              <a:gd name="connsiteX1" fmla="*/ 2262052 w 2262052"/>
              <a:gd name="connsiteY1" fmla="*/ 0 h 277000"/>
              <a:gd name="connsiteX2" fmla="*/ 2262052 w 2262052"/>
              <a:gd name="connsiteY2" fmla="*/ 277000 h 277000"/>
              <a:gd name="connsiteX3" fmla="*/ 0 w 2262052"/>
              <a:gd name="connsiteY3" fmla="*/ 277000 h 277000"/>
            </a:gdLst>
            <a:ahLst/>
            <a:cxnLst>
              <a:cxn ang="0">
                <a:pos x="connsiteX0" y="connsiteY0"/>
              </a:cxn>
              <a:cxn ang="0">
                <a:pos x="connsiteX1" y="connsiteY1"/>
              </a:cxn>
              <a:cxn ang="0">
                <a:pos x="connsiteX2" y="connsiteY2"/>
              </a:cxn>
              <a:cxn ang="0">
                <a:pos x="connsiteX3" y="connsiteY3"/>
              </a:cxn>
            </a:cxnLst>
            <a:rect l="l" t="t" r="r" b="b"/>
            <a:pathLst>
              <a:path w="2262052" h="277000">
                <a:moveTo>
                  <a:pt x="0" y="0"/>
                </a:moveTo>
                <a:lnTo>
                  <a:pt x="2262052" y="0"/>
                </a:lnTo>
                <a:lnTo>
                  <a:pt x="2262052" y="277000"/>
                </a:lnTo>
                <a:lnTo>
                  <a:pt x="0" y="277000"/>
                </a:lnTo>
                <a:close/>
              </a:path>
            </a:pathLst>
          </a:custGeom>
        </p:spPr>
        <p:txBody>
          <a:bodyPr wrap="square">
            <a:noAutofit/>
          </a:bodyPr>
          <a:lstStyle>
            <a:lvl1pPr marL="0" indent="0">
              <a:lnSpc>
                <a:spcPct val="100000"/>
              </a:lnSpc>
              <a:spcBef>
                <a:spcPts val="0"/>
              </a:spcBef>
              <a:buNone/>
              <a:defRPr sz="1200" b="0">
                <a:solidFill>
                  <a:schemeClr val="bg1"/>
                </a:solidFill>
                <a:latin typeface="+mn-lt"/>
              </a:defRPr>
            </a:lvl1pPr>
          </a:lstStyle>
          <a:p>
            <a:pPr lvl="0"/>
            <a:r>
              <a:rPr lang="en-ID"/>
              <a:t>Description Here</a:t>
            </a:r>
          </a:p>
        </p:txBody>
      </p:sp>
      <p:sp>
        <p:nvSpPr>
          <p:cNvPr id="12" name="Text Placeholder 11">
            <a:extLst>
              <a:ext uri="{FF2B5EF4-FFF2-40B4-BE49-F238E27FC236}">
                <a16:creationId xmlns:a16="http://schemas.microsoft.com/office/drawing/2014/main" id="{3E5828A7-7345-4ABC-9319-7E1754EE8AB7}"/>
              </a:ext>
            </a:extLst>
          </p:cNvPr>
          <p:cNvSpPr>
            <a:spLocks noGrp="1"/>
          </p:cNvSpPr>
          <p:nvPr>
            <p:ph type="body" sz="quarter" idx="27" hasCustomPrompt="1"/>
          </p:nvPr>
        </p:nvSpPr>
        <p:spPr>
          <a:xfrm>
            <a:off x="7973241" y="4458294"/>
            <a:ext cx="2262052" cy="277000"/>
          </a:xfrm>
          <a:custGeom>
            <a:avLst/>
            <a:gdLst>
              <a:gd name="connsiteX0" fmla="*/ 0 w 2262052"/>
              <a:gd name="connsiteY0" fmla="*/ 0 h 277000"/>
              <a:gd name="connsiteX1" fmla="*/ 2262052 w 2262052"/>
              <a:gd name="connsiteY1" fmla="*/ 0 h 277000"/>
              <a:gd name="connsiteX2" fmla="*/ 2262052 w 2262052"/>
              <a:gd name="connsiteY2" fmla="*/ 277000 h 277000"/>
              <a:gd name="connsiteX3" fmla="*/ 0 w 2262052"/>
              <a:gd name="connsiteY3" fmla="*/ 277000 h 277000"/>
            </a:gdLst>
            <a:ahLst/>
            <a:cxnLst>
              <a:cxn ang="0">
                <a:pos x="connsiteX0" y="connsiteY0"/>
              </a:cxn>
              <a:cxn ang="0">
                <a:pos x="connsiteX1" y="connsiteY1"/>
              </a:cxn>
              <a:cxn ang="0">
                <a:pos x="connsiteX2" y="connsiteY2"/>
              </a:cxn>
              <a:cxn ang="0">
                <a:pos x="connsiteX3" y="connsiteY3"/>
              </a:cxn>
            </a:cxnLst>
            <a:rect l="l" t="t" r="r" b="b"/>
            <a:pathLst>
              <a:path w="2262052" h="277000">
                <a:moveTo>
                  <a:pt x="0" y="0"/>
                </a:moveTo>
                <a:lnTo>
                  <a:pt x="2262052" y="0"/>
                </a:lnTo>
                <a:lnTo>
                  <a:pt x="2262052" y="277000"/>
                </a:lnTo>
                <a:lnTo>
                  <a:pt x="0" y="277000"/>
                </a:lnTo>
                <a:close/>
              </a:path>
            </a:pathLst>
          </a:custGeom>
        </p:spPr>
        <p:txBody>
          <a:bodyPr wrap="square">
            <a:noAutofit/>
          </a:bodyPr>
          <a:lstStyle>
            <a:lvl1pPr marL="0" indent="0">
              <a:lnSpc>
                <a:spcPct val="100000"/>
              </a:lnSpc>
              <a:spcBef>
                <a:spcPts val="0"/>
              </a:spcBef>
              <a:buNone/>
              <a:defRPr sz="1200" b="0">
                <a:solidFill>
                  <a:schemeClr val="bg1"/>
                </a:solidFill>
                <a:latin typeface="+mn-lt"/>
              </a:defRPr>
            </a:lvl1pPr>
          </a:lstStyle>
          <a:p>
            <a:pPr lvl="0"/>
            <a:r>
              <a:rPr lang="en-ID"/>
              <a:t>Description Here</a:t>
            </a:r>
          </a:p>
        </p:txBody>
      </p:sp>
      <p:sp>
        <p:nvSpPr>
          <p:cNvPr id="14" name="Text Placeholder 13">
            <a:extLst>
              <a:ext uri="{FF2B5EF4-FFF2-40B4-BE49-F238E27FC236}">
                <a16:creationId xmlns:a16="http://schemas.microsoft.com/office/drawing/2014/main" id="{97D511DE-6F72-746B-D876-809DCDFE14A7}"/>
              </a:ext>
            </a:extLst>
          </p:cNvPr>
          <p:cNvSpPr>
            <a:spLocks noGrp="1"/>
          </p:cNvSpPr>
          <p:nvPr>
            <p:ph type="body" sz="quarter" idx="55" hasCustomPrompt="1"/>
          </p:nvPr>
        </p:nvSpPr>
        <p:spPr>
          <a:xfrm>
            <a:off x="209779" y="397314"/>
            <a:ext cx="5331669" cy="276999"/>
          </a:xfrm>
          <a:custGeom>
            <a:avLst/>
            <a:gdLst>
              <a:gd name="connsiteX0" fmla="*/ 0 w 5331669"/>
              <a:gd name="connsiteY0" fmla="*/ 0 h 276999"/>
              <a:gd name="connsiteX1" fmla="*/ 5331669 w 5331669"/>
              <a:gd name="connsiteY1" fmla="*/ 0 h 276999"/>
              <a:gd name="connsiteX2" fmla="*/ 5331669 w 5331669"/>
              <a:gd name="connsiteY2" fmla="*/ 276999 h 276999"/>
              <a:gd name="connsiteX3" fmla="*/ 0 w 5331669"/>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331669" h="276999">
                <a:moveTo>
                  <a:pt x="0" y="0"/>
                </a:moveTo>
                <a:lnTo>
                  <a:pt x="5331669" y="0"/>
                </a:lnTo>
                <a:lnTo>
                  <a:pt x="5331669" y="276999"/>
                </a:lnTo>
                <a:lnTo>
                  <a:pt x="0" y="276999"/>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521516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7_Custom Layout">
    <p:bg>
      <p:bgPr>
        <a:solidFill>
          <a:schemeClr val="accent1"/>
        </a:solidFill>
        <a:effectLst/>
      </p:bgPr>
    </p:bg>
    <p:spTree>
      <p:nvGrpSpPr>
        <p:cNvPr id="1" name=""/>
        <p:cNvGrpSpPr/>
        <p:nvPr/>
      </p:nvGrpSpPr>
      <p:grpSpPr>
        <a:xfrm>
          <a:off x="0" y="0"/>
          <a:ext cx="0" cy="0"/>
          <a:chOff x="0" y="0"/>
          <a:chExt cx="0" cy="0"/>
        </a:xfrm>
      </p:grpSpPr>
      <p:sp>
        <p:nvSpPr>
          <p:cNvPr id="106" name="Oval 105">
            <a:extLst>
              <a:ext uri="{FF2B5EF4-FFF2-40B4-BE49-F238E27FC236}">
                <a16:creationId xmlns:a16="http://schemas.microsoft.com/office/drawing/2014/main" id="{C07A2678-5CB1-D695-7A19-81664E716D2C}"/>
              </a:ext>
            </a:extLst>
          </p:cNvPr>
          <p:cNvSpPr/>
          <p:nvPr userDrawn="1"/>
        </p:nvSpPr>
        <p:spPr>
          <a:xfrm>
            <a:off x="2889250" y="4284022"/>
            <a:ext cx="3822813" cy="3822813"/>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6" name="Group 15">
            <a:extLst>
              <a:ext uri="{FF2B5EF4-FFF2-40B4-BE49-F238E27FC236}">
                <a16:creationId xmlns:a16="http://schemas.microsoft.com/office/drawing/2014/main" id="{7BDED5EB-DCD9-1F19-2472-DDDB53C85D5B}"/>
              </a:ext>
            </a:extLst>
          </p:cNvPr>
          <p:cNvGrpSpPr/>
          <p:nvPr userDrawn="1"/>
        </p:nvGrpSpPr>
        <p:grpSpPr>
          <a:xfrm rot="10800000">
            <a:off x="-31750" y="1"/>
            <a:ext cx="12223750" cy="3733800"/>
            <a:chOff x="-15875" y="3124200"/>
            <a:chExt cx="12223750" cy="3733800"/>
          </a:xfrm>
        </p:grpSpPr>
        <p:grpSp>
          <p:nvGrpSpPr>
            <p:cNvPr id="17" name="Group 16">
              <a:extLst>
                <a:ext uri="{FF2B5EF4-FFF2-40B4-BE49-F238E27FC236}">
                  <a16:creationId xmlns:a16="http://schemas.microsoft.com/office/drawing/2014/main" id="{0555035F-E591-B0B4-3E34-C7E99243157F}"/>
                </a:ext>
              </a:extLst>
            </p:cNvPr>
            <p:cNvGrpSpPr/>
            <p:nvPr/>
          </p:nvGrpSpPr>
          <p:grpSpPr>
            <a:xfrm>
              <a:off x="-15875" y="3124200"/>
              <a:ext cx="12223750" cy="3733800"/>
              <a:chOff x="247650" y="3124200"/>
              <a:chExt cx="12223750" cy="3733800"/>
            </a:xfrm>
          </p:grpSpPr>
          <p:cxnSp>
            <p:nvCxnSpPr>
              <p:cNvPr id="34" name="Straight Connector 33">
                <a:extLst>
                  <a:ext uri="{FF2B5EF4-FFF2-40B4-BE49-F238E27FC236}">
                    <a16:creationId xmlns:a16="http://schemas.microsoft.com/office/drawing/2014/main" id="{0195DE27-C41F-4DC6-2DC5-967F180DBB22}"/>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00F4B7E-B9F7-0E1D-FEDB-93A2D986B378}"/>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BFD6D14-FFA2-302B-D000-6F416F75DC77}"/>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EEC24E5-79EC-149E-B735-BDAD71FE0EBC}"/>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4F88389-2562-9BF7-E0F2-85B7279ADFB4}"/>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0745A4C-DEAC-26A0-0228-C7C0B95CD03C}"/>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A6CE63B-5C93-C7CE-98C1-FCF4184368E3}"/>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68F3D4B-F61E-372F-2263-89039A586916}"/>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42DB9F6-C25B-F19D-738B-D5DF23C7A346}"/>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2C23812-7C4A-9BC6-9DE9-E0CCE05E7F81}"/>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65BEE0A-51B5-42E8-8A14-E8612C5FBC01}"/>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CA77F2E-ABE6-137C-AF72-F8F3B235C893}"/>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D00D2D9-5DAA-3DA0-9B3D-5B80152E1FB1}"/>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D9996C7-628B-BE22-6464-40434B365BC9}"/>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0D7D6AB-C267-66EE-E918-A6657A48A752}"/>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308BDF5-300F-7A54-C815-1AB2B6883045}"/>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2D3473B-52B6-411E-1CD4-1A73F8EE4C97}"/>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85B74C7-79E7-545F-697B-ECC1FE22290D}"/>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98DFAAA-3AAF-6E20-6D9C-2DBA9ECF3648}"/>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8C78FFF-B71E-2CB9-E21A-70926E7D1B4C}"/>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69B570F-031B-6290-1573-41ACEBB7C8B4}"/>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33D2339-1C1A-ECC9-60CB-4934F0323A53}"/>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8BD0A30-C081-A955-9684-4993F12DD064}"/>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924ADB0-4D30-FD14-7D15-CC223F7A8B31}"/>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1AF22D0-868D-EBFE-92E4-BB0272A829E0}"/>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03C8F3B-A3F4-36DB-820F-6EB4004CA4F3}"/>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ABE5EBF-4B73-289F-62CC-FE9AB3616BE9}"/>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A3D05AC-1422-CD28-E3A2-A3F5F2345D00}"/>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05C478F-B97C-AC88-A3BA-11A3D5D24D5F}"/>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FBB2BBE-BA19-FBAF-B28E-5E44F0E34CB4}"/>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D588BA-D6C3-2FC7-CE67-E18DE8D4734B}"/>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C53CFB8-FF11-57B6-0803-DCE3BCA54F6D}"/>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6CB8111-02B2-5227-2D93-AFBCB18EFF04}"/>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F3CACB5-C78D-C0FE-E7D9-3C3FE9A43846}"/>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155F670-9D48-C76C-9114-3FCEE1C380CD}"/>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570E258-A30F-63CA-DD4E-78262550B7D5}"/>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5F25EAC-116F-7B04-D028-8B62D1361610}"/>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4393044-B178-7862-293D-96487316C686}"/>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7668F7C-85F9-455F-3051-AB457109E2BA}"/>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9026E67-4378-BEC2-D3BD-65CD64AD0F33}"/>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9BB7B19-16D4-C033-0C54-5A912D1C7C44}"/>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7916812-9267-A9E2-B7C6-276F748DF4BD}"/>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8C73569-0BFC-204B-01EE-4D828900D921}"/>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83AFB68-B158-7EDA-8C60-6526097DC756}"/>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8C8486D-B40F-893F-7715-1AD22A95F334}"/>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833A92E-7EC2-FB36-D7DF-D7E12F4EDE05}"/>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1FDDD46-3616-C2E7-E334-209C961B5B79}"/>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C781D17-3ED4-F330-6E9B-D86103F55FDC}"/>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2DF8B6C-BB0C-BE49-2A66-9176EDE57501}"/>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3770B7E-DC2A-E8D6-2BAA-153AB079FFB6}"/>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ACB97B4-F5C5-3877-945D-D7B83F356200}"/>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99FB761-F00B-C39A-26EB-213C0B47C1D3}"/>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0399668-0399-F4D9-DDEE-88BD11484D21}"/>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5A1F387-2E52-BA83-4392-3E5781D48469}"/>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4F4A8C0-89B7-BF05-51E0-52A07D87CAE7}"/>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DCD966F-0C86-C1E9-5B01-A31D12C2DD84}"/>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97A4EC02-C70F-512C-8965-53A163589F45}"/>
                </a:ext>
              </a:extLst>
            </p:cNvPr>
            <p:cNvGrpSpPr/>
            <p:nvPr/>
          </p:nvGrpSpPr>
          <p:grpSpPr>
            <a:xfrm>
              <a:off x="-7937" y="3327400"/>
              <a:ext cx="12207875" cy="3467100"/>
              <a:chOff x="47622" y="3327400"/>
              <a:chExt cx="12207875" cy="3467100"/>
            </a:xfrm>
          </p:grpSpPr>
          <p:cxnSp>
            <p:nvCxnSpPr>
              <p:cNvPr id="19" name="Straight Connector 18">
                <a:extLst>
                  <a:ext uri="{FF2B5EF4-FFF2-40B4-BE49-F238E27FC236}">
                    <a16:creationId xmlns:a16="http://schemas.microsoft.com/office/drawing/2014/main" id="{B8F5C3F4-167A-5C28-05CC-F136737F92DD}"/>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DFCF4C-99DE-339A-926F-EB46908E37BE}"/>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25E6395-D54C-E139-3FC5-1DB5366C550B}"/>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CC44445-1E3A-5A22-E248-200A90B21D35}"/>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F1AB2E9-DA24-57D9-2FEB-D6D476A41E3A}"/>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A1C0671-A9A6-ABB8-46BD-67C33AA95E09}"/>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18803CE-BAFA-374C-4C1C-7078E4C4FDC9}"/>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4AE4F14-DAB8-EC53-8248-D99B37CDC23A}"/>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9CE138A-3FA4-A748-BCA1-62C395E684E0}"/>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84D8ACC-7464-4289-F84A-191A16F3CDEF}"/>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51B17A-294B-BABE-C057-CAB26C6C36D5}"/>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FA44C3-7865-FAC3-D450-A2CF755706EC}"/>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C53B040-F1ED-AD42-061E-E64C6E6CB67B}"/>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21C931D-EC9C-5BD5-A2F9-3887A07848D5}"/>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2ACA1E2-97EA-723A-FBD0-746D707B65A9}"/>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101" name="Freeform: Shape 100">
            <a:extLst>
              <a:ext uri="{FF2B5EF4-FFF2-40B4-BE49-F238E27FC236}">
                <a16:creationId xmlns:a16="http://schemas.microsoft.com/office/drawing/2014/main" id="{0E7F595B-1535-758C-4003-AEB0CF7D23FB}"/>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02" name="TextBox 101">
            <a:extLst>
              <a:ext uri="{FF2B5EF4-FFF2-40B4-BE49-F238E27FC236}">
                <a16:creationId xmlns:a16="http://schemas.microsoft.com/office/drawing/2014/main" id="{49C402DC-9A63-7450-DCFC-BF6763ED8E5F}"/>
              </a:ext>
            </a:extLst>
          </p:cNvPr>
          <p:cNvSpPr txBox="1"/>
          <p:nvPr userDrawn="1"/>
        </p:nvSpPr>
        <p:spPr>
          <a:xfrm>
            <a:off x="11148778" y="6564624"/>
            <a:ext cx="820972" cy="230832"/>
          </a:xfrm>
          <a:prstGeom prst="rect">
            <a:avLst/>
          </a:prstGeom>
          <a:noFill/>
        </p:spPr>
        <p:txBody>
          <a:bodyPr wrap="square" rtlCol="0">
            <a:spAutoFit/>
          </a:bodyPr>
          <a:lstStyle/>
          <a:p>
            <a:r>
              <a:rPr lang="en-ID" sz="900" b="1">
                <a:solidFill>
                  <a:schemeClr val="bg1"/>
                </a:solidFill>
              </a:rPr>
              <a:t>PAGE | </a:t>
            </a:r>
            <a:fld id="{13ABB06F-2B0F-4054-8A3E-E3A306E5D633}" type="slidenum">
              <a:rPr lang="en-ID" sz="900" b="1" smtClean="0">
                <a:solidFill>
                  <a:schemeClr val="bg1"/>
                </a:solidFill>
              </a:rPr>
              <a:pPr/>
              <a:t>‹#›</a:t>
            </a:fld>
            <a:endParaRPr lang="en-ID" sz="900" b="1">
              <a:solidFill>
                <a:schemeClr val="bg1"/>
              </a:solidFill>
            </a:endParaRPr>
          </a:p>
        </p:txBody>
      </p:sp>
      <p:cxnSp>
        <p:nvCxnSpPr>
          <p:cNvPr id="103" name="Straight Connector 102">
            <a:extLst>
              <a:ext uri="{FF2B5EF4-FFF2-40B4-BE49-F238E27FC236}">
                <a16:creationId xmlns:a16="http://schemas.microsoft.com/office/drawing/2014/main" id="{BE0F7F14-5831-9C76-F37A-B25A6F56CF92}"/>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474ECD85-E057-6830-B688-D4106F9540F3}"/>
              </a:ext>
            </a:extLst>
          </p:cNvPr>
          <p:cNvSpPr/>
          <p:nvPr userDrawn="1"/>
        </p:nvSpPr>
        <p:spPr>
          <a:xfrm>
            <a:off x="-3078624" y="-2621018"/>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5" name="Oval 104">
            <a:extLst>
              <a:ext uri="{FF2B5EF4-FFF2-40B4-BE49-F238E27FC236}">
                <a16:creationId xmlns:a16="http://schemas.microsoft.com/office/drawing/2014/main" id="{3FE16F41-25CE-F099-5E7F-42BAD30620DE}"/>
              </a:ext>
            </a:extLst>
          </p:cNvPr>
          <p:cNvSpPr/>
          <p:nvPr userDrawn="1"/>
        </p:nvSpPr>
        <p:spPr>
          <a:xfrm>
            <a:off x="9487686" y="718619"/>
            <a:ext cx="4696626" cy="4696626"/>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4141563" y="2260617"/>
            <a:ext cx="3908874" cy="3790933"/>
          </a:xfrm>
          <a:prstGeom prst="roundRect">
            <a:avLst>
              <a:gd name="adj" fmla="val 2884"/>
            </a:avLst>
          </a:prstGeom>
          <a:solidFill>
            <a:schemeClr val="bg1">
              <a:lumMod val="95000"/>
            </a:schemeClr>
          </a:solidFill>
        </p:spPr>
        <p:txBody>
          <a:bodyPr wrap="square">
            <a:noAutofit/>
          </a:bodyPr>
          <a:lstStyle>
            <a:lvl1pPr>
              <a:defRPr sz="800"/>
            </a:lvl1pPr>
          </a:lstStyle>
          <a:p>
            <a:endParaRPr lang="en-ID"/>
          </a:p>
        </p:txBody>
      </p:sp>
      <p:sp>
        <p:nvSpPr>
          <p:cNvPr id="15" name="Text Placeholder 14">
            <a:extLst>
              <a:ext uri="{FF2B5EF4-FFF2-40B4-BE49-F238E27FC236}">
                <a16:creationId xmlns:a16="http://schemas.microsoft.com/office/drawing/2014/main" id="{6C919C45-CC20-BD6A-1D84-4B674185FF99}"/>
              </a:ext>
            </a:extLst>
          </p:cNvPr>
          <p:cNvSpPr>
            <a:spLocks noGrp="1"/>
          </p:cNvSpPr>
          <p:nvPr>
            <p:ph type="body" sz="quarter" idx="12" hasCustomPrompt="1"/>
          </p:nvPr>
        </p:nvSpPr>
        <p:spPr>
          <a:xfrm>
            <a:off x="1258691" y="5285127"/>
            <a:ext cx="1679565" cy="353297"/>
          </a:xfrm>
          <a:custGeom>
            <a:avLst/>
            <a:gdLst>
              <a:gd name="connsiteX0" fmla="*/ 0 w 1679565"/>
              <a:gd name="connsiteY0" fmla="*/ 0 h 353297"/>
              <a:gd name="connsiteX1" fmla="*/ 1679565 w 1679565"/>
              <a:gd name="connsiteY1" fmla="*/ 0 h 353297"/>
              <a:gd name="connsiteX2" fmla="*/ 1679565 w 1679565"/>
              <a:gd name="connsiteY2" fmla="*/ 353297 h 353297"/>
              <a:gd name="connsiteX3" fmla="*/ 0 w 1679565"/>
              <a:gd name="connsiteY3" fmla="*/ 353297 h 353297"/>
            </a:gdLst>
            <a:ahLst/>
            <a:cxnLst>
              <a:cxn ang="0">
                <a:pos x="connsiteX0" y="connsiteY0"/>
              </a:cxn>
              <a:cxn ang="0">
                <a:pos x="connsiteX1" y="connsiteY1"/>
              </a:cxn>
              <a:cxn ang="0">
                <a:pos x="connsiteX2" y="connsiteY2"/>
              </a:cxn>
              <a:cxn ang="0">
                <a:pos x="connsiteX3" y="connsiteY3"/>
              </a:cxn>
            </a:cxnLst>
            <a:rect l="l" t="t" r="r" b="b"/>
            <a:pathLst>
              <a:path w="1679565" h="353297">
                <a:moveTo>
                  <a:pt x="0" y="0"/>
                </a:moveTo>
                <a:lnTo>
                  <a:pt x="1679565" y="0"/>
                </a:lnTo>
                <a:lnTo>
                  <a:pt x="1679565" y="353297"/>
                </a:lnTo>
                <a:lnTo>
                  <a:pt x="0" y="353297"/>
                </a:lnTo>
                <a:close/>
              </a:path>
            </a:pathLst>
          </a:custGeom>
        </p:spPr>
        <p:txBody>
          <a:bodyPr wrap="square">
            <a:noAutofit/>
          </a:bodyPr>
          <a:lstStyle>
            <a:lvl1pPr marL="0" indent="0" algn="ctr">
              <a:lnSpc>
                <a:spcPct val="100000"/>
              </a:lnSpc>
              <a:buNone/>
              <a:defRPr sz="1600" b="1">
                <a:solidFill>
                  <a:schemeClr val="bg1"/>
                </a:solidFill>
                <a:latin typeface="+mj-lt"/>
              </a:defRPr>
            </a:lvl1pPr>
          </a:lstStyle>
          <a:p>
            <a:pPr lvl="0"/>
            <a:r>
              <a:rPr lang="en-ID"/>
              <a:t>Subtitle Here</a:t>
            </a:r>
          </a:p>
        </p:txBody>
      </p:sp>
      <p:sp>
        <p:nvSpPr>
          <p:cNvPr id="14" name="Text Placeholder 13">
            <a:extLst>
              <a:ext uri="{FF2B5EF4-FFF2-40B4-BE49-F238E27FC236}">
                <a16:creationId xmlns:a16="http://schemas.microsoft.com/office/drawing/2014/main" id="{B6BDD818-33C7-0C1F-EF7A-1912D0A2EB05}"/>
              </a:ext>
            </a:extLst>
          </p:cNvPr>
          <p:cNvSpPr>
            <a:spLocks noGrp="1"/>
          </p:cNvSpPr>
          <p:nvPr>
            <p:ph type="body" sz="quarter" idx="26" hasCustomPrompt="1"/>
          </p:nvPr>
        </p:nvSpPr>
        <p:spPr>
          <a:xfrm>
            <a:off x="8580980" y="4962071"/>
            <a:ext cx="2777040" cy="926792"/>
          </a:xfrm>
          <a:custGeom>
            <a:avLst/>
            <a:gdLst>
              <a:gd name="connsiteX0" fmla="*/ 0 w 2777040"/>
              <a:gd name="connsiteY0" fmla="*/ 0 h 926792"/>
              <a:gd name="connsiteX1" fmla="*/ 2777040 w 2777040"/>
              <a:gd name="connsiteY1" fmla="*/ 0 h 926792"/>
              <a:gd name="connsiteX2" fmla="*/ 2777040 w 2777040"/>
              <a:gd name="connsiteY2" fmla="*/ 926792 h 926792"/>
              <a:gd name="connsiteX3" fmla="*/ 0 w 2777040"/>
              <a:gd name="connsiteY3" fmla="*/ 926792 h 926792"/>
            </a:gdLst>
            <a:ahLst/>
            <a:cxnLst>
              <a:cxn ang="0">
                <a:pos x="connsiteX0" y="connsiteY0"/>
              </a:cxn>
              <a:cxn ang="0">
                <a:pos x="connsiteX1" y="connsiteY1"/>
              </a:cxn>
              <a:cxn ang="0">
                <a:pos x="connsiteX2" y="connsiteY2"/>
              </a:cxn>
              <a:cxn ang="0">
                <a:pos x="connsiteX3" y="connsiteY3"/>
              </a:cxn>
            </a:cxnLst>
            <a:rect l="l" t="t" r="r" b="b"/>
            <a:pathLst>
              <a:path w="2777040" h="926792">
                <a:moveTo>
                  <a:pt x="0" y="0"/>
                </a:moveTo>
                <a:lnTo>
                  <a:pt x="2777040" y="0"/>
                </a:lnTo>
                <a:lnTo>
                  <a:pt x="2777040" y="926792"/>
                </a:lnTo>
                <a:lnTo>
                  <a:pt x="0" y="926792"/>
                </a:lnTo>
                <a:close/>
              </a:path>
            </a:pathLst>
          </a:custGeom>
        </p:spPr>
        <p:txBody>
          <a:bodyPr wrap="square">
            <a:noAutofit/>
          </a:bodyPr>
          <a:lstStyle>
            <a:lvl1pPr marL="0" indent="0" algn="l">
              <a:lnSpc>
                <a:spcPct val="100000"/>
              </a:lnSpc>
              <a:spcBef>
                <a:spcPts val="0"/>
              </a:spcBef>
              <a:buNone/>
              <a:defRPr sz="1800" b="0">
                <a:solidFill>
                  <a:schemeClr val="accent2"/>
                </a:solidFill>
                <a:latin typeface="+mn-lt"/>
              </a:defRPr>
            </a:lvl1pPr>
          </a:lstStyle>
          <a:p>
            <a:pPr lvl="0"/>
            <a:r>
              <a:rPr lang="en-ID"/>
              <a:t>Text Here</a:t>
            </a:r>
          </a:p>
        </p:txBody>
      </p:sp>
      <p:sp>
        <p:nvSpPr>
          <p:cNvPr id="13" name="Text Placeholder 12">
            <a:extLst>
              <a:ext uri="{FF2B5EF4-FFF2-40B4-BE49-F238E27FC236}">
                <a16:creationId xmlns:a16="http://schemas.microsoft.com/office/drawing/2014/main" id="{456DDD36-D7B0-C13D-8BCC-F44654045066}"/>
              </a:ext>
            </a:extLst>
          </p:cNvPr>
          <p:cNvSpPr>
            <a:spLocks noGrp="1"/>
          </p:cNvSpPr>
          <p:nvPr>
            <p:ph type="body" sz="quarter" idx="11" hasCustomPrompt="1"/>
          </p:nvPr>
        </p:nvSpPr>
        <p:spPr>
          <a:xfrm>
            <a:off x="2635250" y="1307786"/>
            <a:ext cx="6902450" cy="2123658"/>
          </a:xfrm>
          <a:custGeom>
            <a:avLst/>
            <a:gdLst>
              <a:gd name="connsiteX0" fmla="*/ 0 w 6902450"/>
              <a:gd name="connsiteY0" fmla="*/ 0 h 2123658"/>
              <a:gd name="connsiteX1" fmla="*/ 6902450 w 6902450"/>
              <a:gd name="connsiteY1" fmla="*/ 0 h 2123658"/>
              <a:gd name="connsiteX2" fmla="*/ 6902450 w 6902450"/>
              <a:gd name="connsiteY2" fmla="*/ 2123658 h 2123658"/>
              <a:gd name="connsiteX3" fmla="*/ 0 w 6902450"/>
              <a:gd name="connsiteY3" fmla="*/ 2123658 h 2123658"/>
            </a:gdLst>
            <a:ahLst/>
            <a:cxnLst>
              <a:cxn ang="0">
                <a:pos x="connsiteX0" y="connsiteY0"/>
              </a:cxn>
              <a:cxn ang="0">
                <a:pos x="connsiteX1" y="connsiteY1"/>
              </a:cxn>
              <a:cxn ang="0">
                <a:pos x="connsiteX2" y="connsiteY2"/>
              </a:cxn>
              <a:cxn ang="0">
                <a:pos x="connsiteX3" y="connsiteY3"/>
              </a:cxn>
            </a:cxnLst>
            <a:rect l="l" t="t" r="r" b="b"/>
            <a:pathLst>
              <a:path w="6902450" h="2123658">
                <a:moveTo>
                  <a:pt x="0" y="0"/>
                </a:moveTo>
                <a:lnTo>
                  <a:pt x="6902450" y="0"/>
                </a:lnTo>
                <a:lnTo>
                  <a:pt x="6902450" y="2123658"/>
                </a:lnTo>
                <a:lnTo>
                  <a:pt x="0" y="2123658"/>
                </a:lnTo>
                <a:close/>
              </a:path>
            </a:pathLst>
          </a:custGeom>
        </p:spPr>
        <p:txBody>
          <a:bodyPr wrap="square">
            <a:noAutofit/>
          </a:bodyPr>
          <a:lstStyle>
            <a:lvl1pPr marL="0" indent="0" algn="ctr">
              <a:lnSpc>
                <a:spcPct val="100000"/>
              </a:lnSpc>
              <a:buNone/>
              <a:defRPr sz="6600" b="1">
                <a:solidFill>
                  <a:schemeClr val="bg1"/>
                </a:solidFill>
                <a:latin typeface="+mj-lt"/>
              </a:defRPr>
            </a:lvl1pPr>
          </a:lstStyle>
          <a:p>
            <a:pPr lvl="0"/>
            <a:r>
              <a:rPr lang="en-ID"/>
              <a:t>TITLE HERE</a:t>
            </a:r>
          </a:p>
        </p:txBody>
      </p:sp>
      <p:pic>
        <p:nvPicPr>
          <p:cNvPr id="98" name="Picture 97">
            <a:extLst>
              <a:ext uri="{FF2B5EF4-FFF2-40B4-BE49-F238E27FC236}">
                <a16:creationId xmlns:a16="http://schemas.microsoft.com/office/drawing/2014/main" id="{C6CE118B-6116-C6FB-88C9-4A76F950139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5475" y="373492"/>
            <a:ext cx="781050" cy="621908"/>
          </a:xfrm>
          <a:prstGeom prst="rect">
            <a:avLst/>
          </a:prstGeom>
        </p:spPr>
      </p:pic>
    </p:spTree>
    <p:extLst>
      <p:ext uri="{BB962C8B-B14F-4D97-AF65-F5344CB8AC3E}">
        <p14:creationId xmlns:p14="http://schemas.microsoft.com/office/powerpoint/2010/main" val="3255168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98" name="Oval 197">
            <a:extLst>
              <a:ext uri="{FF2B5EF4-FFF2-40B4-BE49-F238E27FC236}">
                <a16:creationId xmlns:a16="http://schemas.microsoft.com/office/drawing/2014/main" id="{85AFEC21-E523-82A0-C0E1-EE3B0BDB7707}"/>
              </a:ext>
            </a:extLst>
          </p:cNvPr>
          <p:cNvSpPr/>
          <p:nvPr userDrawn="1"/>
        </p:nvSpPr>
        <p:spPr>
          <a:xfrm>
            <a:off x="6483802" y="-1383554"/>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22" name="Group 121">
            <a:extLst>
              <a:ext uri="{FF2B5EF4-FFF2-40B4-BE49-F238E27FC236}">
                <a16:creationId xmlns:a16="http://schemas.microsoft.com/office/drawing/2014/main" id="{6412DF85-D74C-5C6B-F50C-BC6C492933C6}"/>
              </a:ext>
            </a:extLst>
          </p:cNvPr>
          <p:cNvGrpSpPr/>
          <p:nvPr userDrawn="1"/>
        </p:nvGrpSpPr>
        <p:grpSpPr>
          <a:xfrm rot="10800000">
            <a:off x="-31750" y="1"/>
            <a:ext cx="12223750" cy="3733800"/>
            <a:chOff x="-15875" y="3124200"/>
            <a:chExt cx="12223750" cy="3733800"/>
          </a:xfrm>
        </p:grpSpPr>
        <p:grpSp>
          <p:nvGrpSpPr>
            <p:cNvPr id="123" name="Group 122">
              <a:extLst>
                <a:ext uri="{FF2B5EF4-FFF2-40B4-BE49-F238E27FC236}">
                  <a16:creationId xmlns:a16="http://schemas.microsoft.com/office/drawing/2014/main" id="{9AE43B6B-292B-B39E-B0EF-3C22F38FCC5F}"/>
                </a:ext>
              </a:extLst>
            </p:cNvPr>
            <p:cNvGrpSpPr/>
            <p:nvPr/>
          </p:nvGrpSpPr>
          <p:grpSpPr>
            <a:xfrm>
              <a:off x="-15875" y="3124200"/>
              <a:ext cx="12223750" cy="3733800"/>
              <a:chOff x="247650" y="3124200"/>
              <a:chExt cx="12223750" cy="3733800"/>
            </a:xfrm>
          </p:grpSpPr>
          <p:cxnSp>
            <p:nvCxnSpPr>
              <p:cNvPr id="140" name="Straight Connector 139">
                <a:extLst>
                  <a:ext uri="{FF2B5EF4-FFF2-40B4-BE49-F238E27FC236}">
                    <a16:creationId xmlns:a16="http://schemas.microsoft.com/office/drawing/2014/main" id="{48E6BF47-9C92-8A12-72DA-8EB4CB90A600}"/>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0867D02-DF9F-9707-814C-2CAF0E673D7A}"/>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ABF8F604-156F-D5DB-87BA-1AB5CD2A88ED}"/>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D222889C-0A5C-7083-08B1-D2B49FF97602}"/>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8A65713F-7AE5-9E8B-BA79-744B04F7FD88}"/>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648B83E2-7348-283B-EBF5-AF52CBBDDB47}"/>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C62ECC17-9A90-1365-CEBF-2B56299B0396}"/>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C5484E51-263A-6BC5-5980-C7B83DC4A34B}"/>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6D5181F-160E-249E-FDA4-8D379C2E6E4E}"/>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3365D45-24CD-DDBD-BB6F-3D5319DAC883}"/>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4ABE143B-ADE7-EF7E-D459-0B909AFC2A25}"/>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B13EF9DF-E9AD-A9B5-7818-C21865DF33A5}"/>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3DB3FD14-1B9B-18DA-88EF-9EF5219FA86A}"/>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11743C9-2434-41AF-57C9-ABA97E5EC931}"/>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6108DAA0-654E-68AE-088A-AD5C3F0CD0A4}"/>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ED24517B-A3E7-E519-9EE6-932BAE95E07A}"/>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86E4479-702A-1C08-33C8-B2D3B412A568}"/>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D0F0714B-0756-CF5D-5135-227DBC09D275}"/>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950EB322-8F5B-B911-AA31-8A2A7306DA3B}"/>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FC70D52-F07E-0074-0DBA-A8BEC7110E76}"/>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D9526257-C348-7518-43AC-B480E8F366E9}"/>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9A9FCC39-8CA8-577C-7906-539CFC33D599}"/>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C9C74723-84F2-E186-6C57-36D5E8E278FA}"/>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D998961B-EECD-A4AE-4E7B-27E5C4D5BB12}"/>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52B13DDE-FF1E-935D-299C-749CAA3EFC3E}"/>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3EF5B5DB-8B4B-852D-0267-4DFA3408958B}"/>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D383F6B8-D946-7275-EB85-416FAEEBC6F3}"/>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281B567D-66C1-BE86-BC64-D0A02B943DD2}"/>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C88F4A4B-B491-A166-C7BA-232AB8A63071}"/>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D004FF3A-545E-B78A-CF91-3B73A6A44F19}"/>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83901511-72F8-7BC4-F88F-767FBCB7612C}"/>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3B980AF7-548A-6077-E1EE-727CA1F945C7}"/>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E44829A5-8C32-65CC-01DA-1A086FAA0543}"/>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C0E4DFF0-7BBF-2010-915A-80684E58501D}"/>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B251E72-248C-07BD-B20B-7DFEAE2875F0}"/>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3A22EF0-6B82-E38C-EED6-3DAF469AF63C}"/>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54744E0A-9E9D-1484-A500-E28C3616E861}"/>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A06675D5-2E42-A983-37B1-D45365926DCA}"/>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E195E32D-0B7D-A543-4349-5CD93D3E059C}"/>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929F483F-333D-AF80-21DF-297F00548309}"/>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1B1902CA-4F67-A42C-DB18-B0475AA57736}"/>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2C745DD3-1F8F-C219-903A-B3D01A4A5280}"/>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0D940D2F-1B6A-8320-C3F7-8754CCEDC287}"/>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12054963-440F-6927-7CDC-B39B4D74C327}"/>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FDD85649-C38D-A0BC-ACA9-63AFC12C64AC}"/>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676238FA-1EB7-37B2-C489-B23F99856E5A}"/>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7526BD02-5F48-56DA-DD84-380BC57D9439}"/>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70B51531-CDDA-D06C-EB57-863E2BFE3C54}"/>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8208C02F-C4F0-A369-91D7-1C5E2EA2B578}"/>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2AECF90E-DAB2-50BC-3754-25283CF33B10}"/>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55A07CCE-D409-7F40-E3F8-5DED4377BDBA}"/>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D04BE832-C188-7D09-E93E-EBFEF5FBD57C}"/>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17B3481-0E1E-552C-A016-7DE6E05039B8}"/>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1475F35B-C063-3F1B-835D-78590B829078}"/>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2F6BE185-A431-43ED-51AF-171B5F07A34B}"/>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20608437-9C1A-E58D-F9B9-F4598CBDA33E}"/>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25C7A851-5F95-705B-1C1D-6399B552736A}"/>
                </a:ext>
              </a:extLst>
            </p:cNvPr>
            <p:cNvGrpSpPr/>
            <p:nvPr/>
          </p:nvGrpSpPr>
          <p:grpSpPr>
            <a:xfrm>
              <a:off x="-7937" y="3327400"/>
              <a:ext cx="12207875" cy="3467100"/>
              <a:chOff x="47622" y="3327400"/>
              <a:chExt cx="12207875" cy="3467100"/>
            </a:xfrm>
          </p:grpSpPr>
          <p:cxnSp>
            <p:nvCxnSpPr>
              <p:cNvPr id="125" name="Straight Connector 124">
                <a:extLst>
                  <a:ext uri="{FF2B5EF4-FFF2-40B4-BE49-F238E27FC236}">
                    <a16:creationId xmlns:a16="http://schemas.microsoft.com/office/drawing/2014/main" id="{C9849472-499A-4303-140A-40D244890156}"/>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AAFD953-6331-6F27-D714-203F0D8F54C0}"/>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0BAB5DFD-E08C-A7A6-F914-8C6BA754593D}"/>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DD3E2E5-12D2-2A49-C776-315C44D0A959}"/>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A26BF9D-3571-0B10-3C3E-4EB73459033E}"/>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097874F9-9A82-B738-571B-F86DFD112902}"/>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8DC71A9-1D67-3E93-8511-108BDB66116A}"/>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6ECB5471-D33F-A824-265D-2CCA82A4D170}"/>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9B71C3E-3EBB-0256-FE31-64CF1E12DAC8}"/>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1165C9E7-5DD2-09BC-B588-5C49DFEC5473}"/>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1A789DE3-62E6-4AD4-4713-EBCF9CFFBF76}"/>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51DEBA4C-E21D-51E4-5DCE-256D126EDC95}"/>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5C25E57-8BC5-9F7B-43CC-F9CE9B82E714}"/>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FDE02FA6-807A-776F-A186-4ED295ACBFD0}"/>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027187D7-CC52-E80F-B694-9A71EF2D95A3}"/>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197" name="Oval 196">
            <a:extLst>
              <a:ext uri="{FF2B5EF4-FFF2-40B4-BE49-F238E27FC236}">
                <a16:creationId xmlns:a16="http://schemas.microsoft.com/office/drawing/2014/main" id="{05186EDF-0402-F249-DAC1-84A845C2653A}"/>
              </a:ext>
            </a:extLst>
          </p:cNvPr>
          <p:cNvSpPr/>
          <p:nvPr userDrawn="1"/>
        </p:nvSpPr>
        <p:spPr>
          <a:xfrm>
            <a:off x="-2413843" y="2920855"/>
            <a:ext cx="3875186" cy="3875184"/>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9" name="Freeform: Shape 198">
            <a:extLst>
              <a:ext uri="{FF2B5EF4-FFF2-40B4-BE49-F238E27FC236}">
                <a16:creationId xmlns:a16="http://schemas.microsoft.com/office/drawing/2014/main" id="{A523EBB0-6F4E-EAF9-7593-70BFD8ABB01B}"/>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00" name="TextBox 199">
            <a:extLst>
              <a:ext uri="{FF2B5EF4-FFF2-40B4-BE49-F238E27FC236}">
                <a16:creationId xmlns:a16="http://schemas.microsoft.com/office/drawing/2014/main" id="{17FB18CF-FC33-D847-7AAB-9268F9C5C34B}"/>
              </a:ext>
            </a:extLst>
          </p:cNvPr>
          <p:cNvSpPr txBox="1"/>
          <p:nvPr userDrawn="1"/>
        </p:nvSpPr>
        <p:spPr>
          <a:xfrm>
            <a:off x="11148778" y="6564624"/>
            <a:ext cx="820972"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201" name="Straight Connector 200">
            <a:extLst>
              <a:ext uri="{FF2B5EF4-FFF2-40B4-BE49-F238E27FC236}">
                <a16:creationId xmlns:a16="http://schemas.microsoft.com/office/drawing/2014/main" id="{60ABE7E3-AC6B-5A21-13D4-947F9E676DF8}"/>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F161ED84-2B2B-22D1-5037-C6B7CDAF3BF0}"/>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5" name="Text Placeholder 14">
            <a:extLst>
              <a:ext uri="{FF2B5EF4-FFF2-40B4-BE49-F238E27FC236}">
                <a16:creationId xmlns:a16="http://schemas.microsoft.com/office/drawing/2014/main" id="{C06C5D16-8941-48F3-F23F-6C3D73D83ACF}"/>
              </a:ext>
            </a:extLst>
          </p:cNvPr>
          <p:cNvSpPr>
            <a:spLocks noGrp="1"/>
          </p:cNvSpPr>
          <p:nvPr>
            <p:ph type="body" sz="quarter" idx="13" hasCustomPrompt="1"/>
          </p:nvPr>
        </p:nvSpPr>
        <p:spPr>
          <a:xfrm>
            <a:off x="1092110" y="840065"/>
            <a:ext cx="3098436" cy="1536317"/>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BD335526-4011-E97B-1C80-0969243F5BFD}"/>
              </a:ext>
            </a:extLst>
          </p:cNvPr>
          <p:cNvSpPr>
            <a:spLocks noGrp="1"/>
          </p:cNvSpPr>
          <p:nvPr>
            <p:ph type="body" sz="quarter" idx="14" hasCustomPrompt="1"/>
          </p:nvPr>
        </p:nvSpPr>
        <p:spPr>
          <a:xfrm>
            <a:off x="1092110" y="2513736"/>
            <a:ext cx="3098436" cy="1305486"/>
          </a:xfrm>
          <a:custGeom>
            <a:avLst/>
            <a:gdLst>
              <a:gd name="connsiteX0" fmla="*/ 0 w 3098436"/>
              <a:gd name="connsiteY0" fmla="*/ 0 h 1305486"/>
              <a:gd name="connsiteX1" fmla="*/ 3098436 w 3098436"/>
              <a:gd name="connsiteY1" fmla="*/ 0 h 1305486"/>
              <a:gd name="connsiteX2" fmla="*/ 3098436 w 3098436"/>
              <a:gd name="connsiteY2" fmla="*/ 1305486 h 1305486"/>
              <a:gd name="connsiteX3" fmla="*/ 0 w 3098436"/>
              <a:gd name="connsiteY3" fmla="*/ 1305486 h 1305486"/>
            </a:gdLst>
            <a:ahLst/>
            <a:cxnLst>
              <a:cxn ang="0">
                <a:pos x="connsiteX0" y="connsiteY0"/>
              </a:cxn>
              <a:cxn ang="0">
                <a:pos x="connsiteX1" y="connsiteY1"/>
              </a:cxn>
              <a:cxn ang="0">
                <a:pos x="connsiteX2" y="connsiteY2"/>
              </a:cxn>
              <a:cxn ang="0">
                <a:pos x="connsiteX3" y="connsiteY3"/>
              </a:cxn>
            </a:cxnLst>
            <a:rect l="l" t="t" r="r" b="b"/>
            <a:pathLst>
              <a:path w="3098436" h="1305486">
                <a:moveTo>
                  <a:pt x="0" y="0"/>
                </a:moveTo>
                <a:lnTo>
                  <a:pt x="3098436" y="0"/>
                </a:lnTo>
                <a:lnTo>
                  <a:pt x="3098436" y="1305486"/>
                </a:lnTo>
                <a:lnTo>
                  <a:pt x="0" y="130548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19" name="Text Placeholder 18">
            <a:extLst>
              <a:ext uri="{FF2B5EF4-FFF2-40B4-BE49-F238E27FC236}">
                <a16:creationId xmlns:a16="http://schemas.microsoft.com/office/drawing/2014/main" id="{DCB5C804-2BA9-A17B-A9D1-E9B3A2A1DF45}"/>
              </a:ext>
            </a:extLst>
          </p:cNvPr>
          <p:cNvSpPr>
            <a:spLocks noGrp="1"/>
          </p:cNvSpPr>
          <p:nvPr>
            <p:ph type="body" sz="quarter" idx="15" hasCustomPrompt="1"/>
          </p:nvPr>
        </p:nvSpPr>
        <p:spPr>
          <a:xfrm>
            <a:off x="1092110" y="3956576"/>
            <a:ext cx="3446778" cy="1074653"/>
          </a:xfrm>
          <a:custGeom>
            <a:avLst/>
            <a:gdLst>
              <a:gd name="connsiteX0" fmla="*/ 0 w 3446778"/>
              <a:gd name="connsiteY0" fmla="*/ 0 h 1074653"/>
              <a:gd name="connsiteX1" fmla="*/ 3446778 w 3446778"/>
              <a:gd name="connsiteY1" fmla="*/ 0 h 1074653"/>
              <a:gd name="connsiteX2" fmla="*/ 3446778 w 3446778"/>
              <a:gd name="connsiteY2" fmla="*/ 1074653 h 1074653"/>
              <a:gd name="connsiteX3" fmla="*/ 0 w 3446778"/>
              <a:gd name="connsiteY3" fmla="*/ 1074653 h 1074653"/>
            </a:gdLst>
            <a:ahLst/>
            <a:cxnLst>
              <a:cxn ang="0">
                <a:pos x="connsiteX0" y="connsiteY0"/>
              </a:cxn>
              <a:cxn ang="0">
                <a:pos x="connsiteX1" y="connsiteY1"/>
              </a:cxn>
              <a:cxn ang="0">
                <a:pos x="connsiteX2" y="connsiteY2"/>
              </a:cxn>
              <a:cxn ang="0">
                <a:pos x="connsiteX3" y="connsiteY3"/>
              </a:cxn>
            </a:cxnLst>
            <a:rect l="l" t="t" r="r" b="b"/>
            <a:pathLst>
              <a:path w="3446778" h="1074653">
                <a:moveTo>
                  <a:pt x="0" y="0"/>
                </a:moveTo>
                <a:lnTo>
                  <a:pt x="3446778" y="0"/>
                </a:lnTo>
                <a:lnTo>
                  <a:pt x="3446778" y="1074653"/>
                </a:lnTo>
                <a:lnTo>
                  <a:pt x="0" y="1074653"/>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5CF231D8-9BA6-FCBA-AEB4-EA13D81C20B2}"/>
              </a:ext>
            </a:extLst>
          </p:cNvPr>
          <p:cNvSpPr>
            <a:spLocks noGrp="1"/>
          </p:cNvSpPr>
          <p:nvPr>
            <p:ph type="body" sz="quarter" idx="16" hasCustomPrompt="1"/>
          </p:nvPr>
        </p:nvSpPr>
        <p:spPr>
          <a:xfrm>
            <a:off x="5392447" y="840065"/>
            <a:ext cx="3446777" cy="1382430"/>
          </a:xfrm>
          <a:custGeom>
            <a:avLst/>
            <a:gdLst>
              <a:gd name="connsiteX0" fmla="*/ 0 w 3446777"/>
              <a:gd name="connsiteY0" fmla="*/ 0 h 1382430"/>
              <a:gd name="connsiteX1" fmla="*/ 3446777 w 3446777"/>
              <a:gd name="connsiteY1" fmla="*/ 0 h 1382430"/>
              <a:gd name="connsiteX2" fmla="*/ 3446777 w 3446777"/>
              <a:gd name="connsiteY2" fmla="*/ 1382430 h 1382430"/>
              <a:gd name="connsiteX3" fmla="*/ 0 w 3446777"/>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3446777" h="1382430">
                <a:moveTo>
                  <a:pt x="0" y="0"/>
                </a:moveTo>
                <a:lnTo>
                  <a:pt x="3446777" y="0"/>
                </a:lnTo>
                <a:lnTo>
                  <a:pt x="3446777" y="1382430"/>
                </a:lnTo>
                <a:lnTo>
                  <a:pt x="0" y="1382430"/>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FE85B47-D000-0693-0093-6FE39F077EA5}"/>
              </a:ext>
            </a:extLst>
          </p:cNvPr>
          <p:cNvSpPr>
            <a:spLocks noGrp="1"/>
          </p:cNvSpPr>
          <p:nvPr>
            <p:ph type="body" sz="quarter" idx="17" hasCustomPrompt="1"/>
          </p:nvPr>
        </p:nvSpPr>
        <p:spPr>
          <a:xfrm>
            <a:off x="5392446" y="2515600"/>
            <a:ext cx="3243579" cy="1072788"/>
          </a:xfrm>
          <a:custGeom>
            <a:avLst/>
            <a:gdLst>
              <a:gd name="connsiteX0" fmla="*/ 0 w 3243579"/>
              <a:gd name="connsiteY0" fmla="*/ 0 h 1072788"/>
              <a:gd name="connsiteX1" fmla="*/ 3243579 w 3243579"/>
              <a:gd name="connsiteY1" fmla="*/ 0 h 1072788"/>
              <a:gd name="connsiteX2" fmla="*/ 3243579 w 3243579"/>
              <a:gd name="connsiteY2" fmla="*/ 1072788 h 1072788"/>
              <a:gd name="connsiteX3" fmla="*/ 0 w 3243579"/>
              <a:gd name="connsiteY3" fmla="*/ 1072788 h 1072788"/>
            </a:gdLst>
            <a:ahLst/>
            <a:cxnLst>
              <a:cxn ang="0">
                <a:pos x="connsiteX0" y="connsiteY0"/>
              </a:cxn>
              <a:cxn ang="0">
                <a:pos x="connsiteX1" y="connsiteY1"/>
              </a:cxn>
              <a:cxn ang="0">
                <a:pos x="connsiteX2" y="connsiteY2"/>
              </a:cxn>
              <a:cxn ang="0">
                <a:pos x="connsiteX3" y="connsiteY3"/>
              </a:cxn>
            </a:cxnLst>
            <a:rect l="l" t="t" r="r" b="b"/>
            <a:pathLst>
              <a:path w="3243579" h="1072788">
                <a:moveTo>
                  <a:pt x="0" y="0"/>
                </a:moveTo>
                <a:lnTo>
                  <a:pt x="3243579" y="0"/>
                </a:lnTo>
                <a:lnTo>
                  <a:pt x="3243579" y="1072788"/>
                </a:lnTo>
                <a:lnTo>
                  <a:pt x="0" y="107278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5E02463F-2382-BE23-7908-2325016DC4EF}"/>
              </a:ext>
            </a:extLst>
          </p:cNvPr>
          <p:cNvSpPr>
            <a:spLocks noGrp="1"/>
          </p:cNvSpPr>
          <p:nvPr>
            <p:ph type="body" sz="quarter" idx="18" hasCustomPrompt="1"/>
          </p:nvPr>
        </p:nvSpPr>
        <p:spPr>
          <a:xfrm>
            <a:off x="5392447" y="3956576"/>
            <a:ext cx="3446777" cy="1303621"/>
          </a:xfrm>
          <a:custGeom>
            <a:avLst/>
            <a:gdLst>
              <a:gd name="connsiteX0" fmla="*/ 0 w 3446777"/>
              <a:gd name="connsiteY0" fmla="*/ 0 h 1303621"/>
              <a:gd name="connsiteX1" fmla="*/ 3446777 w 3446777"/>
              <a:gd name="connsiteY1" fmla="*/ 0 h 1303621"/>
              <a:gd name="connsiteX2" fmla="*/ 3446777 w 3446777"/>
              <a:gd name="connsiteY2" fmla="*/ 1303621 h 1303621"/>
              <a:gd name="connsiteX3" fmla="*/ 0 w 3446777"/>
              <a:gd name="connsiteY3" fmla="*/ 1303621 h 1303621"/>
            </a:gdLst>
            <a:ahLst/>
            <a:cxnLst>
              <a:cxn ang="0">
                <a:pos x="connsiteX0" y="connsiteY0"/>
              </a:cxn>
              <a:cxn ang="0">
                <a:pos x="connsiteX1" y="connsiteY1"/>
              </a:cxn>
              <a:cxn ang="0">
                <a:pos x="connsiteX2" y="connsiteY2"/>
              </a:cxn>
              <a:cxn ang="0">
                <a:pos x="connsiteX3" y="connsiteY3"/>
              </a:cxn>
            </a:cxnLst>
            <a:rect l="l" t="t" r="r" b="b"/>
            <a:pathLst>
              <a:path w="3446777" h="1303621">
                <a:moveTo>
                  <a:pt x="0" y="0"/>
                </a:moveTo>
                <a:lnTo>
                  <a:pt x="3446777" y="0"/>
                </a:lnTo>
                <a:lnTo>
                  <a:pt x="3446777" y="1303621"/>
                </a:lnTo>
                <a:lnTo>
                  <a:pt x="0" y="1303621"/>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7" name="Picture Placeholder 46">
            <a:extLst>
              <a:ext uri="{FF2B5EF4-FFF2-40B4-BE49-F238E27FC236}">
                <a16:creationId xmlns:a16="http://schemas.microsoft.com/office/drawing/2014/main" id="{4A727295-6202-75AC-0D8B-B677C442EDFD}"/>
              </a:ext>
            </a:extLst>
          </p:cNvPr>
          <p:cNvSpPr>
            <a:spLocks noGrp="1"/>
          </p:cNvSpPr>
          <p:nvPr>
            <p:ph type="pic" sz="quarter" idx="12"/>
          </p:nvPr>
        </p:nvSpPr>
        <p:spPr>
          <a:xfrm>
            <a:off x="372044" y="5542213"/>
            <a:ext cx="644117" cy="555552"/>
          </a:xfrm>
          <a:custGeom>
            <a:avLst/>
            <a:gdLst>
              <a:gd name="connsiteX0" fmla="*/ 0 w 644117"/>
              <a:gd name="connsiteY0" fmla="*/ 0 h 555552"/>
              <a:gd name="connsiteX1" fmla="*/ 644117 w 644117"/>
              <a:gd name="connsiteY1" fmla="*/ 0 h 555552"/>
              <a:gd name="connsiteX2" fmla="*/ 644117 w 644117"/>
              <a:gd name="connsiteY2" fmla="*/ 555552 h 555552"/>
              <a:gd name="connsiteX3" fmla="*/ 0 w 644117"/>
              <a:gd name="connsiteY3" fmla="*/ 555552 h 555552"/>
            </a:gdLst>
            <a:ahLst/>
            <a:cxnLst>
              <a:cxn ang="0">
                <a:pos x="connsiteX0" y="connsiteY0"/>
              </a:cxn>
              <a:cxn ang="0">
                <a:pos x="connsiteX1" y="connsiteY1"/>
              </a:cxn>
              <a:cxn ang="0">
                <a:pos x="connsiteX2" y="connsiteY2"/>
              </a:cxn>
              <a:cxn ang="0">
                <a:pos x="connsiteX3" y="connsiteY3"/>
              </a:cxn>
            </a:cxnLst>
            <a:rect l="l" t="t" r="r" b="b"/>
            <a:pathLst>
              <a:path w="644117" h="555552">
                <a:moveTo>
                  <a:pt x="0" y="0"/>
                </a:moveTo>
                <a:lnTo>
                  <a:pt x="644117" y="0"/>
                </a:lnTo>
                <a:lnTo>
                  <a:pt x="644117" y="555552"/>
                </a:lnTo>
                <a:lnTo>
                  <a:pt x="0" y="555552"/>
                </a:lnTo>
                <a:close/>
              </a:path>
            </a:pathLst>
          </a:custGeom>
          <a:noFill/>
        </p:spPr>
        <p:txBody>
          <a:bodyPr wrap="square">
            <a:noAutofit/>
          </a:bodyPr>
          <a:lstStyle>
            <a:lvl1pPr>
              <a:defRPr sz="800"/>
            </a:lvl1pPr>
          </a:lstStyle>
          <a:p>
            <a:endParaRPr lang="en-ID"/>
          </a:p>
        </p:txBody>
      </p:sp>
      <p:sp>
        <p:nvSpPr>
          <p:cNvPr id="50" name="Picture Placeholder 49">
            <a:extLst>
              <a:ext uri="{FF2B5EF4-FFF2-40B4-BE49-F238E27FC236}">
                <a16:creationId xmlns:a16="http://schemas.microsoft.com/office/drawing/2014/main" id="{75AF44EF-687B-D2A5-5201-742B35BD1957}"/>
              </a:ext>
            </a:extLst>
          </p:cNvPr>
          <p:cNvSpPr>
            <a:spLocks noGrp="1"/>
          </p:cNvSpPr>
          <p:nvPr>
            <p:ph type="pic" sz="quarter" idx="19"/>
          </p:nvPr>
        </p:nvSpPr>
        <p:spPr>
          <a:xfrm>
            <a:off x="1894795" y="5548238"/>
            <a:ext cx="645297" cy="543500"/>
          </a:xfrm>
          <a:custGeom>
            <a:avLst/>
            <a:gdLst>
              <a:gd name="connsiteX0" fmla="*/ 0 w 645297"/>
              <a:gd name="connsiteY0" fmla="*/ 0 h 543500"/>
              <a:gd name="connsiteX1" fmla="*/ 645297 w 645297"/>
              <a:gd name="connsiteY1" fmla="*/ 0 h 543500"/>
              <a:gd name="connsiteX2" fmla="*/ 645297 w 645297"/>
              <a:gd name="connsiteY2" fmla="*/ 543500 h 543500"/>
              <a:gd name="connsiteX3" fmla="*/ 0 w 645297"/>
              <a:gd name="connsiteY3" fmla="*/ 543500 h 543500"/>
            </a:gdLst>
            <a:ahLst/>
            <a:cxnLst>
              <a:cxn ang="0">
                <a:pos x="connsiteX0" y="connsiteY0"/>
              </a:cxn>
              <a:cxn ang="0">
                <a:pos x="connsiteX1" y="connsiteY1"/>
              </a:cxn>
              <a:cxn ang="0">
                <a:pos x="connsiteX2" y="connsiteY2"/>
              </a:cxn>
              <a:cxn ang="0">
                <a:pos x="connsiteX3" y="connsiteY3"/>
              </a:cxn>
            </a:cxnLst>
            <a:rect l="l" t="t" r="r" b="b"/>
            <a:pathLst>
              <a:path w="645297" h="543500">
                <a:moveTo>
                  <a:pt x="0" y="0"/>
                </a:moveTo>
                <a:lnTo>
                  <a:pt x="645297" y="0"/>
                </a:lnTo>
                <a:lnTo>
                  <a:pt x="645297" y="543500"/>
                </a:lnTo>
                <a:lnTo>
                  <a:pt x="0" y="543500"/>
                </a:lnTo>
                <a:close/>
              </a:path>
            </a:pathLst>
          </a:custGeom>
          <a:noFill/>
        </p:spPr>
        <p:txBody>
          <a:bodyPr wrap="square">
            <a:noAutofit/>
          </a:bodyPr>
          <a:lstStyle>
            <a:lvl1pPr>
              <a:defRPr sz="800"/>
            </a:lvl1pPr>
          </a:lstStyle>
          <a:p>
            <a:endParaRPr lang="en-ID"/>
          </a:p>
        </p:txBody>
      </p:sp>
      <p:sp>
        <p:nvSpPr>
          <p:cNvPr id="52" name="Picture Placeholder 51">
            <a:extLst>
              <a:ext uri="{FF2B5EF4-FFF2-40B4-BE49-F238E27FC236}">
                <a16:creationId xmlns:a16="http://schemas.microsoft.com/office/drawing/2014/main" id="{CC7D6989-A633-AA69-5357-880F4125F6F4}"/>
              </a:ext>
            </a:extLst>
          </p:cNvPr>
          <p:cNvSpPr>
            <a:spLocks noGrp="1"/>
          </p:cNvSpPr>
          <p:nvPr>
            <p:ph type="pic" sz="quarter" idx="20"/>
          </p:nvPr>
        </p:nvSpPr>
        <p:spPr>
          <a:xfrm>
            <a:off x="3418726" y="5546785"/>
            <a:ext cx="645297" cy="546408"/>
          </a:xfrm>
          <a:custGeom>
            <a:avLst/>
            <a:gdLst>
              <a:gd name="connsiteX0" fmla="*/ 0 w 645297"/>
              <a:gd name="connsiteY0" fmla="*/ 0 h 546408"/>
              <a:gd name="connsiteX1" fmla="*/ 645297 w 645297"/>
              <a:gd name="connsiteY1" fmla="*/ 0 h 546408"/>
              <a:gd name="connsiteX2" fmla="*/ 645297 w 645297"/>
              <a:gd name="connsiteY2" fmla="*/ 546408 h 546408"/>
              <a:gd name="connsiteX3" fmla="*/ 0 w 645297"/>
              <a:gd name="connsiteY3" fmla="*/ 546408 h 546408"/>
            </a:gdLst>
            <a:ahLst/>
            <a:cxnLst>
              <a:cxn ang="0">
                <a:pos x="connsiteX0" y="connsiteY0"/>
              </a:cxn>
              <a:cxn ang="0">
                <a:pos x="connsiteX1" y="connsiteY1"/>
              </a:cxn>
              <a:cxn ang="0">
                <a:pos x="connsiteX2" y="connsiteY2"/>
              </a:cxn>
              <a:cxn ang="0">
                <a:pos x="connsiteX3" y="connsiteY3"/>
              </a:cxn>
            </a:cxnLst>
            <a:rect l="l" t="t" r="r" b="b"/>
            <a:pathLst>
              <a:path w="645297" h="546408">
                <a:moveTo>
                  <a:pt x="0" y="0"/>
                </a:moveTo>
                <a:lnTo>
                  <a:pt x="645297" y="0"/>
                </a:lnTo>
                <a:lnTo>
                  <a:pt x="645297" y="546408"/>
                </a:lnTo>
                <a:lnTo>
                  <a:pt x="0" y="546408"/>
                </a:lnTo>
                <a:close/>
              </a:path>
            </a:pathLst>
          </a:custGeom>
          <a:noFill/>
        </p:spPr>
        <p:txBody>
          <a:bodyPr wrap="square">
            <a:noAutofit/>
          </a:bodyPr>
          <a:lstStyle>
            <a:lvl1pPr>
              <a:defRPr sz="800"/>
            </a:lvl1pPr>
          </a:lstStyle>
          <a:p>
            <a:endParaRPr lang="en-ID"/>
          </a:p>
        </p:txBody>
      </p:sp>
      <p:sp>
        <p:nvSpPr>
          <p:cNvPr id="54" name="Picture Placeholder 53">
            <a:extLst>
              <a:ext uri="{FF2B5EF4-FFF2-40B4-BE49-F238E27FC236}">
                <a16:creationId xmlns:a16="http://schemas.microsoft.com/office/drawing/2014/main" id="{BC0C01A7-921C-3658-E565-BD484BDD0BFC}"/>
              </a:ext>
            </a:extLst>
          </p:cNvPr>
          <p:cNvSpPr>
            <a:spLocks noGrp="1"/>
          </p:cNvSpPr>
          <p:nvPr>
            <p:ph type="pic" sz="quarter" idx="21"/>
          </p:nvPr>
        </p:nvSpPr>
        <p:spPr>
          <a:xfrm>
            <a:off x="4942657" y="5538313"/>
            <a:ext cx="645297" cy="563355"/>
          </a:xfrm>
          <a:custGeom>
            <a:avLst/>
            <a:gdLst>
              <a:gd name="connsiteX0" fmla="*/ 0 w 645297"/>
              <a:gd name="connsiteY0" fmla="*/ 0 h 563355"/>
              <a:gd name="connsiteX1" fmla="*/ 645297 w 645297"/>
              <a:gd name="connsiteY1" fmla="*/ 0 h 563355"/>
              <a:gd name="connsiteX2" fmla="*/ 645297 w 645297"/>
              <a:gd name="connsiteY2" fmla="*/ 563355 h 563355"/>
              <a:gd name="connsiteX3" fmla="*/ 0 w 645297"/>
              <a:gd name="connsiteY3" fmla="*/ 563355 h 563355"/>
            </a:gdLst>
            <a:ahLst/>
            <a:cxnLst>
              <a:cxn ang="0">
                <a:pos x="connsiteX0" y="connsiteY0"/>
              </a:cxn>
              <a:cxn ang="0">
                <a:pos x="connsiteX1" y="connsiteY1"/>
              </a:cxn>
              <a:cxn ang="0">
                <a:pos x="connsiteX2" y="connsiteY2"/>
              </a:cxn>
              <a:cxn ang="0">
                <a:pos x="connsiteX3" y="connsiteY3"/>
              </a:cxn>
            </a:cxnLst>
            <a:rect l="l" t="t" r="r" b="b"/>
            <a:pathLst>
              <a:path w="645297" h="563355">
                <a:moveTo>
                  <a:pt x="0" y="0"/>
                </a:moveTo>
                <a:lnTo>
                  <a:pt x="645297" y="0"/>
                </a:lnTo>
                <a:lnTo>
                  <a:pt x="645297" y="563355"/>
                </a:lnTo>
                <a:lnTo>
                  <a:pt x="0" y="563355"/>
                </a:lnTo>
                <a:close/>
              </a:path>
            </a:pathLst>
          </a:custGeom>
          <a:noFill/>
        </p:spPr>
        <p:txBody>
          <a:bodyPr wrap="square">
            <a:noAutofit/>
          </a:bodyPr>
          <a:lstStyle>
            <a:lvl1pPr>
              <a:defRPr sz="800"/>
            </a:lvl1pPr>
          </a:lstStyle>
          <a:p>
            <a:endParaRPr lang="en-ID"/>
          </a:p>
        </p:txBody>
      </p:sp>
      <p:sp>
        <p:nvSpPr>
          <p:cNvPr id="56" name="Picture Placeholder 55">
            <a:extLst>
              <a:ext uri="{FF2B5EF4-FFF2-40B4-BE49-F238E27FC236}">
                <a16:creationId xmlns:a16="http://schemas.microsoft.com/office/drawing/2014/main" id="{72055E02-5288-B24F-76BC-CBDCE1358D80}"/>
              </a:ext>
            </a:extLst>
          </p:cNvPr>
          <p:cNvSpPr>
            <a:spLocks noGrp="1"/>
          </p:cNvSpPr>
          <p:nvPr>
            <p:ph type="pic" sz="quarter" idx="22"/>
          </p:nvPr>
        </p:nvSpPr>
        <p:spPr>
          <a:xfrm>
            <a:off x="6466588" y="5523135"/>
            <a:ext cx="645297" cy="593709"/>
          </a:xfrm>
          <a:custGeom>
            <a:avLst/>
            <a:gdLst>
              <a:gd name="connsiteX0" fmla="*/ 0 w 645297"/>
              <a:gd name="connsiteY0" fmla="*/ 0 h 593709"/>
              <a:gd name="connsiteX1" fmla="*/ 645297 w 645297"/>
              <a:gd name="connsiteY1" fmla="*/ 0 h 593709"/>
              <a:gd name="connsiteX2" fmla="*/ 645297 w 645297"/>
              <a:gd name="connsiteY2" fmla="*/ 593709 h 593709"/>
              <a:gd name="connsiteX3" fmla="*/ 0 w 645297"/>
              <a:gd name="connsiteY3" fmla="*/ 593709 h 593709"/>
            </a:gdLst>
            <a:ahLst/>
            <a:cxnLst>
              <a:cxn ang="0">
                <a:pos x="connsiteX0" y="connsiteY0"/>
              </a:cxn>
              <a:cxn ang="0">
                <a:pos x="connsiteX1" y="connsiteY1"/>
              </a:cxn>
              <a:cxn ang="0">
                <a:pos x="connsiteX2" y="connsiteY2"/>
              </a:cxn>
              <a:cxn ang="0">
                <a:pos x="connsiteX3" y="connsiteY3"/>
              </a:cxn>
            </a:cxnLst>
            <a:rect l="l" t="t" r="r" b="b"/>
            <a:pathLst>
              <a:path w="645297" h="593709">
                <a:moveTo>
                  <a:pt x="0" y="0"/>
                </a:moveTo>
                <a:lnTo>
                  <a:pt x="645297" y="0"/>
                </a:lnTo>
                <a:lnTo>
                  <a:pt x="645297" y="593709"/>
                </a:lnTo>
                <a:lnTo>
                  <a:pt x="0" y="593709"/>
                </a:lnTo>
                <a:close/>
              </a:path>
            </a:pathLst>
          </a:custGeom>
          <a:noFill/>
        </p:spPr>
        <p:txBody>
          <a:bodyPr wrap="square">
            <a:noAutofit/>
          </a:bodyPr>
          <a:lstStyle>
            <a:lvl1pPr>
              <a:defRPr sz="800"/>
            </a:lvl1pPr>
          </a:lstStyle>
          <a:p>
            <a:endParaRPr lang="en-ID"/>
          </a:p>
        </p:txBody>
      </p:sp>
      <p:sp>
        <p:nvSpPr>
          <p:cNvPr id="58" name="Picture Placeholder 57">
            <a:extLst>
              <a:ext uri="{FF2B5EF4-FFF2-40B4-BE49-F238E27FC236}">
                <a16:creationId xmlns:a16="http://schemas.microsoft.com/office/drawing/2014/main" id="{F342DA0A-9E70-2DC9-E007-3E074B431790}"/>
              </a:ext>
            </a:extLst>
          </p:cNvPr>
          <p:cNvSpPr>
            <a:spLocks noGrp="1"/>
          </p:cNvSpPr>
          <p:nvPr>
            <p:ph type="pic" sz="quarter" idx="23"/>
          </p:nvPr>
        </p:nvSpPr>
        <p:spPr>
          <a:xfrm>
            <a:off x="7990521" y="5529160"/>
            <a:ext cx="645297" cy="581656"/>
          </a:xfrm>
          <a:custGeom>
            <a:avLst/>
            <a:gdLst>
              <a:gd name="connsiteX0" fmla="*/ 0 w 645297"/>
              <a:gd name="connsiteY0" fmla="*/ 0 h 581656"/>
              <a:gd name="connsiteX1" fmla="*/ 645297 w 645297"/>
              <a:gd name="connsiteY1" fmla="*/ 0 h 581656"/>
              <a:gd name="connsiteX2" fmla="*/ 645297 w 645297"/>
              <a:gd name="connsiteY2" fmla="*/ 581656 h 581656"/>
              <a:gd name="connsiteX3" fmla="*/ 0 w 645297"/>
              <a:gd name="connsiteY3" fmla="*/ 581656 h 581656"/>
            </a:gdLst>
            <a:ahLst/>
            <a:cxnLst>
              <a:cxn ang="0">
                <a:pos x="connsiteX0" y="connsiteY0"/>
              </a:cxn>
              <a:cxn ang="0">
                <a:pos x="connsiteX1" y="connsiteY1"/>
              </a:cxn>
              <a:cxn ang="0">
                <a:pos x="connsiteX2" y="connsiteY2"/>
              </a:cxn>
              <a:cxn ang="0">
                <a:pos x="connsiteX3" y="connsiteY3"/>
              </a:cxn>
            </a:cxnLst>
            <a:rect l="l" t="t" r="r" b="b"/>
            <a:pathLst>
              <a:path w="645297" h="581656">
                <a:moveTo>
                  <a:pt x="0" y="0"/>
                </a:moveTo>
                <a:lnTo>
                  <a:pt x="645297" y="0"/>
                </a:lnTo>
                <a:lnTo>
                  <a:pt x="645297" y="581656"/>
                </a:lnTo>
                <a:lnTo>
                  <a:pt x="0" y="581656"/>
                </a:lnTo>
                <a:close/>
              </a:path>
            </a:pathLst>
          </a:custGeom>
          <a:noFill/>
        </p:spPr>
        <p:txBody>
          <a:bodyPr wrap="square">
            <a:noAutofit/>
          </a:bodyPr>
          <a:lstStyle>
            <a:lvl1pPr>
              <a:defRPr sz="800"/>
            </a:lvl1pPr>
          </a:lstStyle>
          <a:p>
            <a:endParaRPr lang="en-ID"/>
          </a:p>
        </p:txBody>
      </p:sp>
      <p:pic>
        <p:nvPicPr>
          <p:cNvPr id="196" name="Picture 195" descr="A logo with a blue and yellow text&#10;&#10;Description automatically generated">
            <a:extLst>
              <a:ext uri="{FF2B5EF4-FFF2-40B4-BE49-F238E27FC236}">
                <a16:creationId xmlns:a16="http://schemas.microsoft.com/office/drawing/2014/main" id="{9AD675CE-5C51-8B0C-788F-EE3F6866F1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Tree>
    <p:extLst>
      <p:ext uri="{BB962C8B-B14F-4D97-AF65-F5344CB8AC3E}">
        <p14:creationId xmlns:p14="http://schemas.microsoft.com/office/powerpoint/2010/main" val="1648895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167" name="Oval 166">
            <a:extLst>
              <a:ext uri="{FF2B5EF4-FFF2-40B4-BE49-F238E27FC236}">
                <a16:creationId xmlns:a16="http://schemas.microsoft.com/office/drawing/2014/main" id="{D433BFFA-157B-BE37-EE99-FC11C24435A9}"/>
              </a:ext>
            </a:extLst>
          </p:cNvPr>
          <p:cNvSpPr/>
          <p:nvPr userDrawn="1"/>
        </p:nvSpPr>
        <p:spPr>
          <a:xfrm>
            <a:off x="10231384" y="3778250"/>
            <a:ext cx="3300054" cy="3300054"/>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6" name="Oval 165">
            <a:extLst>
              <a:ext uri="{FF2B5EF4-FFF2-40B4-BE49-F238E27FC236}">
                <a16:creationId xmlns:a16="http://schemas.microsoft.com/office/drawing/2014/main" id="{C6BF12E4-F189-E03D-FE4A-53813D78C82C}"/>
              </a:ext>
            </a:extLst>
          </p:cNvPr>
          <p:cNvSpPr/>
          <p:nvPr userDrawn="1"/>
        </p:nvSpPr>
        <p:spPr>
          <a:xfrm>
            <a:off x="-1683667" y="-131890"/>
            <a:ext cx="3300054" cy="3300052"/>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5" name="Oval 164">
            <a:extLst>
              <a:ext uri="{FF2B5EF4-FFF2-40B4-BE49-F238E27FC236}">
                <a16:creationId xmlns:a16="http://schemas.microsoft.com/office/drawing/2014/main" id="{B41F0E69-7EA5-FA44-E811-15852DBD24B8}"/>
              </a:ext>
            </a:extLst>
          </p:cNvPr>
          <p:cNvSpPr/>
          <p:nvPr userDrawn="1"/>
        </p:nvSpPr>
        <p:spPr>
          <a:xfrm>
            <a:off x="2831177" y="3830796"/>
            <a:ext cx="3300054" cy="3300052"/>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4" name="Oval 163">
            <a:extLst>
              <a:ext uri="{FF2B5EF4-FFF2-40B4-BE49-F238E27FC236}">
                <a16:creationId xmlns:a16="http://schemas.microsoft.com/office/drawing/2014/main" id="{C3C69A33-4E45-4F60-A1EE-83F546F80945}"/>
              </a:ext>
            </a:extLst>
          </p:cNvPr>
          <p:cNvSpPr/>
          <p:nvPr userDrawn="1"/>
        </p:nvSpPr>
        <p:spPr>
          <a:xfrm>
            <a:off x="5374289" y="-2523961"/>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10" name="Group 109">
            <a:extLst>
              <a:ext uri="{FF2B5EF4-FFF2-40B4-BE49-F238E27FC236}">
                <a16:creationId xmlns:a16="http://schemas.microsoft.com/office/drawing/2014/main" id="{71F492F1-4333-51B8-87D2-DB8F2BE473B5}"/>
              </a:ext>
            </a:extLst>
          </p:cNvPr>
          <p:cNvGrpSpPr/>
          <p:nvPr userDrawn="1"/>
        </p:nvGrpSpPr>
        <p:grpSpPr>
          <a:xfrm rot="10800000">
            <a:off x="-31750" y="1"/>
            <a:ext cx="12223750" cy="3733800"/>
            <a:chOff x="-15875" y="3124200"/>
            <a:chExt cx="12223750" cy="3733800"/>
          </a:xfrm>
        </p:grpSpPr>
        <p:grpSp>
          <p:nvGrpSpPr>
            <p:cNvPr id="111" name="Group 110">
              <a:extLst>
                <a:ext uri="{FF2B5EF4-FFF2-40B4-BE49-F238E27FC236}">
                  <a16:creationId xmlns:a16="http://schemas.microsoft.com/office/drawing/2014/main" id="{8C483383-CCB3-FE39-AD4E-C0E7D712B423}"/>
                </a:ext>
              </a:extLst>
            </p:cNvPr>
            <p:cNvGrpSpPr/>
            <p:nvPr/>
          </p:nvGrpSpPr>
          <p:grpSpPr>
            <a:xfrm>
              <a:off x="-15875" y="3124200"/>
              <a:ext cx="12223750" cy="3733800"/>
              <a:chOff x="247650" y="3124200"/>
              <a:chExt cx="12223750" cy="3733800"/>
            </a:xfrm>
          </p:grpSpPr>
          <p:cxnSp>
            <p:nvCxnSpPr>
              <p:cNvPr id="128" name="Straight Connector 127">
                <a:extLst>
                  <a:ext uri="{FF2B5EF4-FFF2-40B4-BE49-F238E27FC236}">
                    <a16:creationId xmlns:a16="http://schemas.microsoft.com/office/drawing/2014/main" id="{DC01C3F3-DC2C-5A43-5B9B-2C40BA406267}"/>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6D10448-55F8-54A0-A4D3-84BD7FBC2944}"/>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4CB373-5109-94A2-F703-B438114F377C}"/>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A568DD7-5AA4-3AF8-7B3D-0EBB694B689E}"/>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403AB68-F185-D380-F09C-4AC3835F5060}"/>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B57C77C-DDE2-EF7F-A033-8D581CDF3C7A}"/>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31EBBC31-64A0-BEAD-6AC3-423F187C207B}"/>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0D5948DC-F163-4CBD-300F-ADF56C2A361C}"/>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B61DE87-0581-8838-E4ED-FC32212092C1}"/>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08476FD-5110-519F-647C-87620755327B}"/>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7CAEE66E-6642-0D21-5E52-E50E501C1D41}"/>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CD7F37FF-2EAB-734D-EC9B-EE3CD27A1284}"/>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9763A6A4-24A6-9DED-CCA0-B66C0057B4CF}"/>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80A2F878-26F1-FBE4-F16C-FE5BA16277CD}"/>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88160E76-0841-09ED-2098-D58395B6539C}"/>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BFBB678C-5FC1-66BC-7662-E517565ACEA4}"/>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9DA4B70F-FF63-1A94-98AB-A62108F4D56D}"/>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8294C9D3-93DB-A8AE-DC21-36D564446FE7}"/>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A93F177-F596-D186-4934-D8291A26DB7A}"/>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2DA2871-AE4C-D1EF-3C13-5FAFAB6CF14D}"/>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CB5AD21-D337-E19D-320F-72BF4119425D}"/>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FEF3217A-2C0C-7D4D-A69A-A65453281684}"/>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E5324400-49EB-40B7-E718-1F2E3A98BE8C}"/>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3EC5F10E-69F4-C4C0-A670-8DCBBF3CFE73}"/>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2805B0BA-9C0E-D1DC-3ABC-94DFD149DFDC}"/>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F14176A8-A00F-57BE-AD63-28FF42622102}"/>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B88CE967-00EE-1BB1-3787-E4F78FB1D00E}"/>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36A188C0-E601-D2DB-FA66-5A5A3A51F648}"/>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B8705D21-6B24-6B00-C644-292B040F4CA7}"/>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0EAC0D3A-D552-13DE-0F35-C6E1D89F6F8F}"/>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60E58633-0449-C8A7-CB31-4968719C90E2}"/>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03640F3B-D1A7-5C71-6B6A-418837F8B793}"/>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C7C49CD2-C398-C77A-F618-C3CDDDE118BC}"/>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4D25ED19-B054-5BAE-E0BF-8838BD4A1000}"/>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DB867C42-A89A-D48C-2633-3774D3845486}"/>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995CE95A-CB25-5C3C-3BC1-152224660BBF}"/>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25259FD7-5D6B-DDF5-FB0C-5AF60414A060}"/>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0B05D51E-C2F5-AEA1-77AE-0BA965594D72}"/>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C26DCE92-9FAB-368E-95F9-31C6587B9D16}"/>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43DBCF16-18CA-F6F4-1DA4-292A6E4B94A0}"/>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795339F3-C3A6-831F-76CD-C770624D3DCA}"/>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C0E530EA-5FC9-10D4-B77F-6CC3DB41BEB5}"/>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BADB34BD-EE4D-2A3E-C211-B2430DF16FF8}"/>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DFF34B85-03DB-FC99-3FFB-813102E6B767}"/>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D148DCAE-F333-BEC7-8D97-68F440105961}"/>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769CC471-E791-FE58-D0DB-345442E07354}"/>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488C32E-6843-2EB0-AF6F-F24DAF3F54D8}"/>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B8F23DD3-5B18-946B-CBCE-832B0B301A97}"/>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0B0A2A6-8152-4287-1F2E-9584653AFB4E}"/>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AA74C470-8CBA-747C-19FA-EE965988CE48}"/>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536DD606-EF23-7BDB-2863-D21CA1D0C827}"/>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1CC6398-115B-0ED0-C59A-651B314644F0}"/>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444DE3AB-3093-5D23-BA38-46DB64A047FA}"/>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5902ED90-2C45-5268-9553-26F36F8B94EC}"/>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5F67FFA2-E075-7219-C642-CD3A09E8CD35}"/>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E55FC946-17FE-44CD-CA57-50AAE473CE21}"/>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a16="http://schemas.microsoft.com/office/drawing/2014/main" id="{82840809-AEB3-BC74-FD05-DA34E157472F}"/>
                </a:ext>
              </a:extLst>
            </p:cNvPr>
            <p:cNvGrpSpPr/>
            <p:nvPr/>
          </p:nvGrpSpPr>
          <p:grpSpPr>
            <a:xfrm>
              <a:off x="-7937" y="3327400"/>
              <a:ext cx="12207875" cy="3467100"/>
              <a:chOff x="47622" y="3327400"/>
              <a:chExt cx="12207875" cy="3467100"/>
            </a:xfrm>
          </p:grpSpPr>
          <p:cxnSp>
            <p:nvCxnSpPr>
              <p:cNvPr id="113" name="Straight Connector 112">
                <a:extLst>
                  <a:ext uri="{FF2B5EF4-FFF2-40B4-BE49-F238E27FC236}">
                    <a16:creationId xmlns:a16="http://schemas.microsoft.com/office/drawing/2014/main" id="{4838A0DD-4695-C128-AB0D-CDCE6A0841A9}"/>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054CB6C-AF41-0E20-0E3A-FFC9CF826CFB}"/>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7CA0DD3-258A-03D5-9FB6-839904CB0E46}"/>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0C10ABC-9235-3C84-24D2-808FB491223D}"/>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6F87C70-A91A-4926-D338-489FE3A7E254}"/>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A0C2CAE-B8FD-3625-F3BC-0AF54299F1F8}"/>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70A5839E-0D08-7BA6-E072-CA58AAEB50F3}"/>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32B7C66-9582-53A0-8BA8-1299EC4D972C}"/>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75BCE10-E087-E5FB-E302-A963046DD7E1}"/>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12F3E22-F50B-0F6C-5B05-7811A277B602}"/>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2F0AFC7A-337F-4610-B021-0312877F4E0A}"/>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F37B13D-6496-932B-E705-65A388D42B56}"/>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A01FCFCB-028D-70B7-8011-277D4F25BBE8}"/>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7EEA888E-95D1-7C0C-16F1-7F153E8476FF}"/>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0F264B82-81DC-D45E-70C1-D3097C538F18}"/>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69" name="Text Placeholder 5">
            <a:extLst>
              <a:ext uri="{FF2B5EF4-FFF2-40B4-BE49-F238E27FC236}">
                <a16:creationId xmlns:a16="http://schemas.microsoft.com/office/drawing/2014/main" id="{A6C5EA59-7106-06C7-CA6B-DE312B5BB646}"/>
              </a:ext>
            </a:extLst>
          </p:cNvPr>
          <p:cNvSpPr>
            <a:spLocks noGrp="1"/>
          </p:cNvSpPr>
          <p:nvPr>
            <p:ph type="body" sz="quarter" idx="38"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41" name="Text Placeholder 40">
            <a:extLst>
              <a:ext uri="{FF2B5EF4-FFF2-40B4-BE49-F238E27FC236}">
                <a16:creationId xmlns:a16="http://schemas.microsoft.com/office/drawing/2014/main" id="{EC0C5697-62A7-BE03-2BC2-AB18224049F1}"/>
              </a:ext>
            </a:extLst>
          </p:cNvPr>
          <p:cNvSpPr>
            <a:spLocks noGrp="1"/>
          </p:cNvSpPr>
          <p:nvPr>
            <p:ph type="body" sz="quarter" idx="20" hasCustomPrompt="1"/>
          </p:nvPr>
        </p:nvSpPr>
        <p:spPr>
          <a:xfrm>
            <a:off x="918533" y="2762781"/>
            <a:ext cx="1997934" cy="311481"/>
          </a:xfrm>
          <a:custGeom>
            <a:avLst/>
            <a:gdLst>
              <a:gd name="connsiteX0" fmla="*/ 0 w 1997934"/>
              <a:gd name="connsiteY0" fmla="*/ 0 h 311481"/>
              <a:gd name="connsiteX1" fmla="*/ 1997934 w 1997934"/>
              <a:gd name="connsiteY1" fmla="*/ 0 h 311481"/>
              <a:gd name="connsiteX2" fmla="*/ 1997934 w 1997934"/>
              <a:gd name="connsiteY2" fmla="*/ 311481 h 311481"/>
              <a:gd name="connsiteX3" fmla="*/ 0 w 1997934"/>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1997934" h="311481">
                <a:moveTo>
                  <a:pt x="0" y="0"/>
                </a:moveTo>
                <a:lnTo>
                  <a:pt x="1997934" y="0"/>
                </a:lnTo>
                <a:lnTo>
                  <a:pt x="1997934"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47" name="Text Placeholder 5">
            <a:extLst>
              <a:ext uri="{FF2B5EF4-FFF2-40B4-BE49-F238E27FC236}">
                <a16:creationId xmlns:a16="http://schemas.microsoft.com/office/drawing/2014/main" id="{3573C174-1B75-7639-48A7-24923EDABE49}"/>
              </a:ext>
            </a:extLst>
          </p:cNvPr>
          <p:cNvSpPr>
            <a:spLocks noGrp="1"/>
          </p:cNvSpPr>
          <p:nvPr>
            <p:ph type="body" sz="quarter" idx="27" hasCustomPrompt="1"/>
          </p:nvPr>
        </p:nvSpPr>
        <p:spPr>
          <a:xfrm>
            <a:off x="2559995" y="2786661"/>
            <a:ext cx="1238772" cy="263719"/>
          </a:xfrm>
        </p:spPr>
        <p:txBody>
          <a:bodyPr>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49" name="Text Placeholder 48">
            <a:extLst>
              <a:ext uri="{FF2B5EF4-FFF2-40B4-BE49-F238E27FC236}">
                <a16:creationId xmlns:a16="http://schemas.microsoft.com/office/drawing/2014/main" id="{88774DAC-26DB-3220-66E4-D1097C1B711E}"/>
              </a:ext>
            </a:extLst>
          </p:cNvPr>
          <p:cNvSpPr>
            <a:spLocks noGrp="1"/>
          </p:cNvSpPr>
          <p:nvPr>
            <p:ph type="body" sz="quarter" idx="39" hasCustomPrompt="1"/>
          </p:nvPr>
        </p:nvSpPr>
        <p:spPr>
          <a:xfrm>
            <a:off x="6046814" y="2786662"/>
            <a:ext cx="1997933" cy="263719"/>
          </a:xfrm>
          <a:custGeom>
            <a:avLst/>
            <a:gdLst>
              <a:gd name="connsiteX0" fmla="*/ 0 w 1997933"/>
              <a:gd name="connsiteY0" fmla="*/ 0 h 263719"/>
              <a:gd name="connsiteX1" fmla="*/ 1997933 w 1997933"/>
              <a:gd name="connsiteY1" fmla="*/ 0 h 263719"/>
              <a:gd name="connsiteX2" fmla="*/ 1997933 w 1997933"/>
              <a:gd name="connsiteY2" fmla="*/ 263719 h 263719"/>
              <a:gd name="connsiteX3" fmla="*/ 0 w 1997933"/>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997933" h="263719">
                <a:moveTo>
                  <a:pt x="0" y="0"/>
                </a:moveTo>
                <a:lnTo>
                  <a:pt x="1997933" y="0"/>
                </a:lnTo>
                <a:lnTo>
                  <a:pt x="1997933"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52" name="Text Placeholder 51">
            <a:extLst>
              <a:ext uri="{FF2B5EF4-FFF2-40B4-BE49-F238E27FC236}">
                <a16:creationId xmlns:a16="http://schemas.microsoft.com/office/drawing/2014/main" id="{A5D1D2F2-3F59-6093-5683-28F24F37C59C}"/>
              </a:ext>
            </a:extLst>
          </p:cNvPr>
          <p:cNvSpPr>
            <a:spLocks noGrp="1"/>
          </p:cNvSpPr>
          <p:nvPr>
            <p:ph type="body" sz="quarter" idx="40" hasCustomPrompt="1"/>
          </p:nvPr>
        </p:nvSpPr>
        <p:spPr>
          <a:xfrm>
            <a:off x="4935513" y="2647991"/>
            <a:ext cx="1035506" cy="541058"/>
          </a:xfrm>
          <a:custGeom>
            <a:avLst/>
            <a:gdLst>
              <a:gd name="connsiteX0" fmla="*/ 0 w 1035506"/>
              <a:gd name="connsiteY0" fmla="*/ 0 h 541058"/>
              <a:gd name="connsiteX1" fmla="*/ 1035506 w 1035506"/>
              <a:gd name="connsiteY1" fmla="*/ 0 h 541058"/>
              <a:gd name="connsiteX2" fmla="*/ 1035506 w 1035506"/>
              <a:gd name="connsiteY2" fmla="*/ 541058 h 541058"/>
              <a:gd name="connsiteX3" fmla="*/ 0 w 1035506"/>
              <a:gd name="connsiteY3" fmla="*/ 541058 h 541058"/>
            </a:gdLst>
            <a:ahLst/>
            <a:cxnLst>
              <a:cxn ang="0">
                <a:pos x="connsiteX0" y="connsiteY0"/>
              </a:cxn>
              <a:cxn ang="0">
                <a:pos x="connsiteX1" y="connsiteY1"/>
              </a:cxn>
              <a:cxn ang="0">
                <a:pos x="connsiteX2" y="connsiteY2"/>
              </a:cxn>
              <a:cxn ang="0">
                <a:pos x="connsiteX3" y="connsiteY3"/>
              </a:cxn>
            </a:cxnLst>
            <a:rect l="l" t="t" r="r" b="b"/>
            <a:pathLst>
              <a:path w="1035506" h="541058">
                <a:moveTo>
                  <a:pt x="0" y="0"/>
                </a:moveTo>
                <a:lnTo>
                  <a:pt x="1035506" y="0"/>
                </a:lnTo>
                <a:lnTo>
                  <a:pt x="1035506" y="541058"/>
                </a:lnTo>
                <a:lnTo>
                  <a:pt x="0" y="541058"/>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55" name="Text Placeholder 54">
            <a:extLst>
              <a:ext uri="{FF2B5EF4-FFF2-40B4-BE49-F238E27FC236}">
                <a16:creationId xmlns:a16="http://schemas.microsoft.com/office/drawing/2014/main" id="{443B43C8-93BC-4687-F618-70A4749D8AEF}"/>
              </a:ext>
            </a:extLst>
          </p:cNvPr>
          <p:cNvSpPr>
            <a:spLocks noGrp="1"/>
          </p:cNvSpPr>
          <p:nvPr>
            <p:ph type="body" sz="quarter" idx="41" hasCustomPrompt="1"/>
          </p:nvPr>
        </p:nvSpPr>
        <p:spPr>
          <a:xfrm>
            <a:off x="8928368" y="2647991"/>
            <a:ext cx="1035506" cy="541058"/>
          </a:xfrm>
          <a:custGeom>
            <a:avLst/>
            <a:gdLst>
              <a:gd name="connsiteX0" fmla="*/ 0 w 1035506"/>
              <a:gd name="connsiteY0" fmla="*/ 0 h 541058"/>
              <a:gd name="connsiteX1" fmla="*/ 1035506 w 1035506"/>
              <a:gd name="connsiteY1" fmla="*/ 0 h 541058"/>
              <a:gd name="connsiteX2" fmla="*/ 1035506 w 1035506"/>
              <a:gd name="connsiteY2" fmla="*/ 541058 h 541058"/>
              <a:gd name="connsiteX3" fmla="*/ 0 w 1035506"/>
              <a:gd name="connsiteY3" fmla="*/ 541058 h 541058"/>
            </a:gdLst>
            <a:ahLst/>
            <a:cxnLst>
              <a:cxn ang="0">
                <a:pos x="connsiteX0" y="connsiteY0"/>
              </a:cxn>
              <a:cxn ang="0">
                <a:pos x="connsiteX1" y="connsiteY1"/>
              </a:cxn>
              <a:cxn ang="0">
                <a:pos x="connsiteX2" y="connsiteY2"/>
              </a:cxn>
              <a:cxn ang="0">
                <a:pos x="connsiteX3" y="connsiteY3"/>
              </a:cxn>
            </a:cxnLst>
            <a:rect l="l" t="t" r="r" b="b"/>
            <a:pathLst>
              <a:path w="1035506" h="541058">
                <a:moveTo>
                  <a:pt x="0" y="0"/>
                </a:moveTo>
                <a:lnTo>
                  <a:pt x="1035506" y="0"/>
                </a:lnTo>
                <a:lnTo>
                  <a:pt x="1035506" y="541058"/>
                </a:lnTo>
                <a:lnTo>
                  <a:pt x="0" y="541058"/>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59" name="Text Placeholder 58">
            <a:extLst>
              <a:ext uri="{FF2B5EF4-FFF2-40B4-BE49-F238E27FC236}">
                <a16:creationId xmlns:a16="http://schemas.microsoft.com/office/drawing/2014/main" id="{5BFBB843-54CB-409D-1260-B5CD0DB35211}"/>
              </a:ext>
            </a:extLst>
          </p:cNvPr>
          <p:cNvSpPr>
            <a:spLocks noGrp="1"/>
          </p:cNvSpPr>
          <p:nvPr>
            <p:ph type="body" sz="quarter" idx="42" hasCustomPrompt="1"/>
          </p:nvPr>
        </p:nvSpPr>
        <p:spPr>
          <a:xfrm>
            <a:off x="9941383" y="2786661"/>
            <a:ext cx="1997933" cy="263719"/>
          </a:xfrm>
          <a:custGeom>
            <a:avLst/>
            <a:gdLst>
              <a:gd name="connsiteX0" fmla="*/ 0 w 1997933"/>
              <a:gd name="connsiteY0" fmla="*/ 0 h 263719"/>
              <a:gd name="connsiteX1" fmla="*/ 1997933 w 1997933"/>
              <a:gd name="connsiteY1" fmla="*/ 0 h 263719"/>
              <a:gd name="connsiteX2" fmla="*/ 1997933 w 1997933"/>
              <a:gd name="connsiteY2" fmla="*/ 263719 h 263719"/>
              <a:gd name="connsiteX3" fmla="*/ 0 w 1997933"/>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997933" h="263719">
                <a:moveTo>
                  <a:pt x="0" y="0"/>
                </a:moveTo>
                <a:lnTo>
                  <a:pt x="1997933" y="0"/>
                </a:lnTo>
                <a:lnTo>
                  <a:pt x="1997933"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63" name="Text Placeholder 62">
            <a:extLst>
              <a:ext uri="{FF2B5EF4-FFF2-40B4-BE49-F238E27FC236}">
                <a16:creationId xmlns:a16="http://schemas.microsoft.com/office/drawing/2014/main" id="{BC637140-A0D7-D0A6-E0CE-27BA75B277B0}"/>
              </a:ext>
            </a:extLst>
          </p:cNvPr>
          <p:cNvSpPr>
            <a:spLocks noGrp="1"/>
          </p:cNvSpPr>
          <p:nvPr>
            <p:ph type="body" sz="quarter" idx="43" hasCustomPrompt="1"/>
          </p:nvPr>
        </p:nvSpPr>
        <p:spPr>
          <a:xfrm>
            <a:off x="865665" y="5584881"/>
            <a:ext cx="1997934" cy="311481"/>
          </a:xfrm>
          <a:custGeom>
            <a:avLst/>
            <a:gdLst>
              <a:gd name="connsiteX0" fmla="*/ 0 w 1997934"/>
              <a:gd name="connsiteY0" fmla="*/ 0 h 311481"/>
              <a:gd name="connsiteX1" fmla="*/ 1997934 w 1997934"/>
              <a:gd name="connsiteY1" fmla="*/ 0 h 311481"/>
              <a:gd name="connsiteX2" fmla="*/ 1997934 w 1997934"/>
              <a:gd name="connsiteY2" fmla="*/ 311481 h 311481"/>
              <a:gd name="connsiteX3" fmla="*/ 0 w 1997934"/>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1997934" h="311481">
                <a:moveTo>
                  <a:pt x="0" y="0"/>
                </a:moveTo>
                <a:lnTo>
                  <a:pt x="1997934" y="0"/>
                </a:lnTo>
                <a:lnTo>
                  <a:pt x="1997934"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67" name="Text Placeholder 66">
            <a:extLst>
              <a:ext uri="{FF2B5EF4-FFF2-40B4-BE49-F238E27FC236}">
                <a16:creationId xmlns:a16="http://schemas.microsoft.com/office/drawing/2014/main" id="{96B73025-B6BA-F63B-502C-9FC16FAC87A5}"/>
              </a:ext>
            </a:extLst>
          </p:cNvPr>
          <p:cNvSpPr>
            <a:spLocks noGrp="1"/>
          </p:cNvSpPr>
          <p:nvPr>
            <p:ph type="body" sz="quarter" idx="44" hasCustomPrompt="1"/>
          </p:nvPr>
        </p:nvSpPr>
        <p:spPr>
          <a:xfrm>
            <a:off x="2578044" y="5608763"/>
            <a:ext cx="1069916" cy="263719"/>
          </a:xfrm>
          <a:custGeom>
            <a:avLst/>
            <a:gdLst>
              <a:gd name="connsiteX0" fmla="*/ 0 w 1069916"/>
              <a:gd name="connsiteY0" fmla="*/ 0 h 263719"/>
              <a:gd name="connsiteX1" fmla="*/ 1069916 w 1069916"/>
              <a:gd name="connsiteY1" fmla="*/ 0 h 263719"/>
              <a:gd name="connsiteX2" fmla="*/ 1069916 w 1069916"/>
              <a:gd name="connsiteY2" fmla="*/ 263719 h 263719"/>
              <a:gd name="connsiteX3" fmla="*/ 0 w 1069916"/>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069916" h="263719">
                <a:moveTo>
                  <a:pt x="0" y="0"/>
                </a:moveTo>
                <a:lnTo>
                  <a:pt x="1069916" y="0"/>
                </a:lnTo>
                <a:lnTo>
                  <a:pt x="1069916"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72" name="Text Placeholder 71">
            <a:extLst>
              <a:ext uri="{FF2B5EF4-FFF2-40B4-BE49-F238E27FC236}">
                <a16:creationId xmlns:a16="http://schemas.microsoft.com/office/drawing/2014/main" id="{C9E2C9DF-2D86-C739-7C8A-824535384699}"/>
              </a:ext>
            </a:extLst>
          </p:cNvPr>
          <p:cNvSpPr>
            <a:spLocks noGrp="1"/>
          </p:cNvSpPr>
          <p:nvPr>
            <p:ph type="body" sz="quarter" idx="45" hasCustomPrompt="1"/>
          </p:nvPr>
        </p:nvSpPr>
        <p:spPr>
          <a:xfrm>
            <a:off x="4971697" y="5472975"/>
            <a:ext cx="1391202" cy="535295"/>
          </a:xfrm>
          <a:custGeom>
            <a:avLst/>
            <a:gdLst>
              <a:gd name="connsiteX0" fmla="*/ 0 w 1391202"/>
              <a:gd name="connsiteY0" fmla="*/ 0 h 535295"/>
              <a:gd name="connsiteX1" fmla="*/ 1391202 w 1391202"/>
              <a:gd name="connsiteY1" fmla="*/ 0 h 535295"/>
              <a:gd name="connsiteX2" fmla="*/ 1391202 w 1391202"/>
              <a:gd name="connsiteY2" fmla="*/ 535295 h 535295"/>
              <a:gd name="connsiteX3" fmla="*/ 0 w 1391202"/>
              <a:gd name="connsiteY3" fmla="*/ 535295 h 535295"/>
            </a:gdLst>
            <a:ahLst/>
            <a:cxnLst>
              <a:cxn ang="0">
                <a:pos x="connsiteX0" y="connsiteY0"/>
              </a:cxn>
              <a:cxn ang="0">
                <a:pos x="connsiteX1" y="connsiteY1"/>
              </a:cxn>
              <a:cxn ang="0">
                <a:pos x="connsiteX2" y="connsiteY2"/>
              </a:cxn>
              <a:cxn ang="0">
                <a:pos x="connsiteX3" y="connsiteY3"/>
              </a:cxn>
            </a:cxnLst>
            <a:rect l="l" t="t" r="r" b="b"/>
            <a:pathLst>
              <a:path w="1391202" h="535295">
                <a:moveTo>
                  <a:pt x="0" y="0"/>
                </a:moveTo>
                <a:lnTo>
                  <a:pt x="1391202" y="0"/>
                </a:lnTo>
                <a:lnTo>
                  <a:pt x="1391202" y="535295"/>
                </a:lnTo>
                <a:lnTo>
                  <a:pt x="0" y="535295"/>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73" name="Text Placeholder 72">
            <a:extLst>
              <a:ext uri="{FF2B5EF4-FFF2-40B4-BE49-F238E27FC236}">
                <a16:creationId xmlns:a16="http://schemas.microsoft.com/office/drawing/2014/main" id="{44A4694F-E823-01B3-957F-36D5DF76E063}"/>
              </a:ext>
            </a:extLst>
          </p:cNvPr>
          <p:cNvSpPr>
            <a:spLocks noGrp="1"/>
          </p:cNvSpPr>
          <p:nvPr>
            <p:ph type="body" sz="quarter" idx="46" hasCustomPrompt="1"/>
          </p:nvPr>
        </p:nvSpPr>
        <p:spPr>
          <a:xfrm>
            <a:off x="5989389" y="5608762"/>
            <a:ext cx="1835560" cy="263719"/>
          </a:xfrm>
          <a:custGeom>
            <a:avLst/>
            <a:gdLst>
              <a:gd name="connsiteX0" fmla="*/ 0 w 1835560"/>
              <a:gd name="connsiteY0" fmla="*/ 0 h 263719"/>
              <a:gd name="connsiteX1" fmla="*/ 1835560 w 1835560"/>
              <a:gd name="connsiteY1" fmla="*/ 0 h 263719"/>
              <a:gd name="connsiteX2" fmla="*/ 1835560 w 1835560"/>
              <a:gd name="connsiteY2" fmla="*/ 263719 h 263719"/>
              <a:gd name="connsiteX3" fmla="*/ 0 w 1835560"/>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835560" h="263719">
                <a:moveTo>
                  <a:pt x="0" y="0"/>
                </a:moveTo>
                <a:lnTo>
                  <a:pt x="1835560" y="0"/>
                </a:lnTo>
                <a:lnTo>
                  <a:pt x="1835560"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76" name="Text Placeholder 75">
            <a:extLst>
              <a:ext uri="{FF2B5EF4-FFF2-40B4-BE49-F238E27FC236}">
                <a16:creationId xmlns:a16="http://schemas.microsoft.com/office/drawing/2014/main" id="{D896A96F-754D-907E-31B4-7BE92167D0DD}"/>
              </a:ext>
            </a:extLst>
          </p:cNvPr>
          <p:cNvSpPr>
            <a:spLocks noGrp="1"/>
          </p:cNvSpPr>
          <p:nvPr>
            <p:ph type="body" sz="quarter" idx="47" hasCustomPrompt="1"/>
          </p:nvPr>
        </p:nvSpPr>
        <p:spPr>
          <a:xfrm>
            <a:off x="8928368" y="5470092"/>
            <a:ext cx="1035506" cy="541058"/>
          </a:xfrm>
          <a:custGeom>
            <a:avLst/>
            <a:gdLst>
              <a:gd name="connsiteX0" fmla="*/ 0 w 1035506"/>
              <a:gd name="connsiteY0" fmla="*/ 0 h 541058"/>
              <a:gd name="connsiteX1" fmla="*/ 1035506 w 1035506"/>
              <a:gd name="connsiteY1" fmla="*/ 0 h 541058"/>
              <a:gd name="connsiteX2" fmla="*/ 1035506 w 1035506"/>
              <a:gd name="connsiteY2" fmla="*/ 541058 h 541058"/>
              <a:gd name="connsiteX3" fmla="*/ 0 w 1035506"/>
              <a:gd name="connsiteY3" fmla="*/ 541058 h 541058"/>
            </a:gdLst>
            <a:ahLst/>
            <a:cxnLst>
              <a:cxn ang="0">
                <a:pos x="connsiteX0" y="connsiteY0"/>
              </a:cxn>
              <a:cxn ang="0">
                <a:pos x="connsiteX1" y="connsiteY1"/>
              </a:cxn>
              <a:cxn ang="0">
                <a:pos x="connsiteX2" y="connsiteY2"/>
              </a:cxn>
              <a:cxn ang="0">
                <a:pos x="connsiteX3" y="connsiteY3"/>
              </a:cxn>
            </a:cxnLst>
            <a:rect l="l" t="t" r="r" b="b"/>
            <a:pathLst>
              <a:path w="1035506" h="541058">
                <a:moveTo>
                  <a:pt x="0" y="0"/>
                </a:moveTo>
                <a:lnTo>
                  <a:pt x="1035506" y="0"/>
                </a:lnTo>
                <a:lnTo>
                  <a:pt x="1035506" y="541058"/>
                </a:lnTo>
                <a:lnTo>
                  <a:pt x="0" y="541058"/>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78" name="Text Placeholder 77">
            <a:extLst>
              <a:ext uri="{FF2B5EF4-FFF2-40B4-BE49-F238E27FC236}">
                <a16:creationId xmlns:a16="http://schemas.microsoft.com/office/drawing/2014/main" id="{71BD0452-283D-9A7C-99B2-BB6ADDC11241}"/>
              </a:ext>
            </a:extLst>
          </p:cNvPr>
          <p:cNvSpPr>
            <a:spLocks noGrp="1"/>
          </p:cNvSpPr>
          <p:nvPr>
            <p:ph type="body" sz="quarter" idx="48" hasCustomPrompt="1"/>
          </p:nvPr>
        </p:nvSpPr>
        <p:spPr>
          <a:xfrm>
            <a:off x="9941382" y="5608763"/>
            <a:ext cx="1997933" cy="263719"/>
          </a:xfrm>
          <a:custGeom>
            <a:avLst/>
            <a:gdLst>
              <a:gd name="connsiteX0" fmla="*/ 0 w 1997933"/>
              <a:gd name="connsiteY0" fmla="*/ 0 h 263719"/>
              <a:gd name="connsiteX1" fmla="*/ 1997933 w 1997933"/>
              <a:gd name="connsiteY1" fmla="*/ 0 h 263719"/>
              <a:gd name="connsiteX2" fmla="*/ 1997933 w 1997933"/>
              <a:gd name="connsiteY2" fmla="*/ 263719 h 263719"/>
              <a:gd name="connsiteX3" fmla="*/ 0 w 1997933"/>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997933" h="263719">
                <a:moveTo>
                  <a:pt x="0" y="0"/>
                </a:moveTo>
                <a:lnTo>
                  <a:pt x="1997933" y="0"/>
                </a:lnTo>
                <a:lnTo>
                  <a:pt x="1997933"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83" name="Text Placeholder 82">
            <a:extLst>
              <a:ext uri="{FF2B5EF4-FFF2-40B4-BE49-F238E27FC236}">
                <a16:creationId xmlns:a16="http://schemas.microsoft.com/office/drawing/2014/main" id="{44CBF46E-CA63-9B9F-9FFA-009D6B2570FF}"/>
              </a:ext>
            </a:extLst>
          </p:cNvPr>
          <p:cNvSpPr>
            <a:spLocks noGrp="1"/>
          </p:cNvSpPr>
          <p:nvPr>
            <p:ph type="body" sz="quarter" idx="13" hasCustomPrompt="1"/>
          </p:nvPr>
        </p:nvSpPr>
        <p:spPr>
          <a:xfrm>
            <a:off x="387350" y="1231118"/>
            <a:ext cx="3465917"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89" name="Text Placeholder 88">
            <a:extLst>
              <a:ext uri="{FF2B5EF4-FFF2-40B4-BE49-F238E27FC236}">
                <a16:creationId xmlns:a16="http://schemas.microsoft.com/office/drawing/2014/main" id="{3F45B3CE-62AB-7671-49D8-F85C47D3401F}"/>
              </a:ext>
            </a:extLst>
          </p:cNvPr>
          <p:cNvSpPr>
            <a:spLocks noGrp="1"/>
          </p:cNvSpPr>
          <p:nvPr>
            <p:ph type="body" sz="quarter" idx="49" hasCustomPrompt="1"/>
          </p:nvPr>
        </p:nvSpPr>
        <p:spPr>
          <a:xfrm>
            <a:off x="4359032" y="1231118"/>
            <a:ext cx="3465917"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1" name="Text Placeholder 90">
            <a:extLst>
              <a:ext uri="{FF2B5EF4-FFF2-40B4-BE49-F238E27FC236}">
                <a16:creationId xmlns:a16="http://schemas.microsoft.com/office/drawing/2014/main" id="{F118190E-53D1-24AB-43B1-608C479D5998}"/>
              </a:ext>
            </a:extLst>
          </p:cNvPr>
          <p:cNvSpPr>
            <a:spLocks noGrp="1"/>
          </p:cNvSpPr>
          <p:nvPr>
            <p:ph type="body" sz="quarter" idx="50" hasCustomPrompt="1"/>
          </p:nvPr>
        </p:nvSpPr>
        <p:spPr>
          <a:xfrm>
            <a:off x="8330714" y="1231118"/>
            <a:ext cx="3478595"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3" name="Text Placeholder 92">
            <a:extLst>
              <a:ext uri="{FF2B5EF4-FFF2-40B4-BE49-F238E27FC236}">
                <a16:creationId xmlns:a16="http://schemas.microsoft.com/office/drawing/2014/main" id="{970423D3-0A89-4487-5483-89F0B3E94B6A}"/>
              </a:ext>
            </a:extLst>
          </p:cNvPr>
          <p:cNvSpPr>
            <a:spLocks noGrp="1"/>
          </p:cNvSpPr>
          <p:nvPr>
            <p:ph type="body" sz="quarter" idx="51" hasCustomPrompt="1"/>
          </p:nvPr>
        </p:nvSpPr>
        <p:spPr>
          <a:xfrm>
            <a:off x="387350" y="4071483"/>
            <a:ext cx="3465917"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5" name="Text Placeholder 94">
            <a:extLst>
              <a:ext uri="{FF2B5EF4-FFF2-40B4-BE49-F238E27FC236}">
                <a16:creationId xmlns:a16="http://schemas.microsoft.com/office/drawing/2014/main" id="{BF07A015-BE5C-D8B9-3465-16DB050A8A05}"/>
              </a:ext>
            </a:extLst>
          </p:cNvPr>
          <p:cNvSpPr>
            <a:spLocks noGrp="1"/>
          </p:cNvSpPr>
          <p:nvPr>
            <p:ph type="body" sz="quarter" idx="52" hasCustomPrompt="1"/>
          </p:nvPr>
        </p:nvSpPr>
        <p:spPr>
          <a:xfrm>
            <a:off x="4445000" y="4071483"/>
            <a:ext cx="3351495" cy="1048248"/>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7" name="Text Placeholder 96">
            <a:extLst>
              <a:ext uri="{FF2B5EF4-FFF2-40B4-BE49-F238E27FC236}">
                <a16:creationId xmlns:a16="http://schemas.microsoft.com/office/drawing/2014/main" id="{2D3B82C8-E2B9-522E-3667-2A216E3921A0}"/>
              </a:ext>
            </a:extLst>
          </p:cNvPr>
          <p:cNvSpPr>
            <a:spLocks noGrp="1"/>
          </p:cNvSpPr>
          <p:nvPr>
            <p:ph type="body" sz="quarter" idx="53" hasCustomPrompt="1"/>
          </p:nvPr>
        </p:nvSpPr>
        <p:spPr>
          <a:xfrm>
            <a:off x="8330714" y="4071483"/>
            <a:ext cx="3478595" cy="1048248"/>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9" name="Picture Placeholder 98">
            <a:extLst>
              <a:ext uri="{FF2B5EF4-FFF2-40B4-BE49-F238E27FC236}">
                <a16:creationId xmlns:a16="http://schemas.microsoft.com/office/drawing/2014/main" id="{64797397-0BCA-7E17-6CB5-48F7C8D02F22}"/>
              </a:ext>
            </a:extLst>
          </p:cNvPr>
          <p:cNvSpPr>
            <a:spLocks noGrp="1"/>
          </p:cNvSpPr>
          <p:nvPr>
            <p:ph type="pic" sz="quarter" idx="10"/>
          </p:nvPr>
        </p:nvSpPr>
        <p:spPr>
          <a:xfrm>
            <a:off x="387351" y="2678157"/>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01" name="Picture Placeholder 100">
            <a:extLst>
              <a:ext uri="{FF2B5EF4-FFF2-40B4-BE49-F238E27FC236}">
                <a16:creationId xmlns:a16="http://schemas.microsoft.com/office/drawing/2014/main" id="{17C328C6-8FCC-B3D4-C69A-9787C1EE5EB8}"/>
              </a:ext>
            </a:extLst>
          </p:cNvPr>
          <p:cNvSpPr>
            <a:spLocks noGrp="1"/>
          </p:cNvSpPr>
          <p:nvPr>
            <p:ph type="pic" sz="quarter" idx="54"/>
          </p:nvPr>
        </p:nvSpPr>
        <p:spPr>
          <a:xfrm>
            <a:off x="4402788" y="2678157"/>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03" name="Picture Placeholder 102">
            <a:extLst>
              <a:ext uri="{FF2B5EF4-FFF2-40B4-BE49-F238E27FC236}">
                <a16:creationId xmlns:a16="http://schemas.microsoft.com/office/drawing/2014/main" id="{62C17C46-F2AF-2F54-27F0-7BE2C2E32DF7}"/>
              </a:ext>
            </a:extLst>
          </p:cNvPr>
          <p:cNvSpPr>
            <a:spLocks noGrp="1"/>
          </p:cNvSpPr>
          <p:nvPr>
            <p:ph type="pic" sz="quarter" idx="55"/>
          </p:nvPr>
        </p:nvSpPr>
        <p:spPr>
          <a:xfrm>
            <a:off x="8370574" y="2678157"/>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08" name="Picture Placeholder 107">
            <a:extLst>
              <a:ext uri="{FF2B5EF4-FFF2-40B4-BE49-F238E27FC236}">
                <a16:creationId xmlns:a16="http://schemas.microsoft.com/office/drawing/2014/main" id="{9E3B9B43-9CB8-BB44-9D91-4FE5727A34D5}"/>
              </a:ext>
            </a:extLst>
          </p:cNvPr>
          <p:cNvSpPr>
            <a:spLocks noGrp="1"/>
          </p:cNvSpPr>
          <p:nvPr>
            <p:ph type="pic" sz="quarter" idx="56"/>
          </p:nvPr>
        </p:nvSpPr>
        <p:spPr>
          <a:xfrm>
            <a:off x="413820" y="5500258"/>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07" name="Picture Placeholder 106">
            <a:extLst>
              <a:ext uri="{FF2B5EF4-FFF2-40B4-BE49-F238E27FC236}">
                <a16:creationId xmlns:a16="http://schemas.microsoft.com/office/drawing/2014/main" id="{C4783A30-9F1C-7D8E-9FF9-9B42F67D5BDB}"/>
              </a:ext>
            </a:extLst>
          </p:cNvPr>
          <p:cNvSpPr>
            <a:spLocks noGrp="1"/>
          </p:cNvSpPr>
          <p:nvPr>
            <p:ph type="pic" sz="quarter" idx="57"/>
          </p:nvPr>
        </p:nvSpPr>
        <p:spPr>
          <a:xfrm>
            <a:off x="4414319" y="5500258"/>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09" name="Picture Placeholder 108">
            <a:extLst>
              <a:ext uri="{FF2B5EF4-FFF2-40B4-BE49-F238E27FC236}">
                <a16:creationId xmlns:a16="http://schemas.microsoft.com/office/drawing/2014/main" id="{86251A6F-E631-AAF9-D8D2-67BD3742D2C3}"/>
              </a:ext>
            </a:extLst>
          </p:cNvPr>
          <p:cNvSpPr>
            <a:spLocks noGrp="1"/>
          </p:cNvSpPr>
          <p:nvPr>
            <p:ph type="pic" sz="quarter" idx="58"/>
          </p:nvPr>
        </p:nvSpPr>
        <p:spPr>
          <a:xfrm>
            <a:off x="8370574" y="5500258"/>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88" name="Freeform: Shape 187">
            <a:extLst>
              <a:ext uri="{FF2B5EF4-FFF2-40B4-BE49-F238E27FC236}">
                <a16:creationId xmlns:a16="http://schemas.microsoft.com/office/drawing/2014/main" id="{47A69E65-0263-0B3A-B325-992BAF3827BB}"/>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89" name="TextBox 188">
            <a:extLst>
              <a:ext uri="{FF2B5EF4-FFF2-40B4-BE49-F238E27FC236}">
                <a16:creationId xmlns:a16="http://schemas.microsoft.com/office/drawing/2014/main" id="{019F04ED-E5D7-D592-0CD4-D5CCDA0691D6}"/>
              </a:ext>
            </a:extLst>
          </p:cNvPr>
          <p:cNvSpPr txBox="1"/>
          <p:nvPr userDrawn="1"/>
        </p:nvSpPr>
        <p:spPr>
          <a:xfrm>
            <a:off x="11148778" y="6564624"/>
            <a:ext cx="810589"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190" name="Straight Connector 189">
            <a:extLst>
              <a:ext uri="{FF2B5EF4-FFF2-40B4-BE49-F238E27FC236}">
                <a16:creationId xmlns:a16="http://schemas.microsoft.com/office/drawing/2014/main" id="{CAD12693-9FAE-8401-8EA1-DB5C67E6362F}"/>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91" name="Picture 190" descr="A logo with a blue and yellow text&#10;&#10;Description automatically generated">
            <a:extLst>
              <a:ext uri="{FF2B5EF4-FFF2-40B4-BE49-F238E27FC236}">
                <a16:creationId xmlns:a16="http://schemas.microsoft.com/office/drawing/2014/main" id="{92EB20BB-7CB1-5640-1F2D-9704F587CF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Tree>
    <p:extLst>
      <p:ext uri="{BB962C8B-B14F-4D97-AF65-F5344CB8AC3E}">
        <p14:creationId xmlns:p14="http://schemas.microsoft.com/office/powerpoint/2010/main" val="48381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10" name="Text Placeholder 9">
            <a:extLst>
              <a:ext uri="{FF2B5EF4-FFF2-40B4-BE49-F238E27FC236}">
                <a16:creationId xmlns:a16="http://schemas.microsoft.com/office/drawing/2014/main" id="{36AA2B9E-7E73-5A68-1836-161649A6ABFF}"/>
              </a:ext>
            </a:extLst>
          </p:cNvPr>
          <p:cNvSpPr>
            <a:spLocks noGrp="1"/>
          </p:cNvSpPr>
          <p:nvPr>
            <p:ph type="body" sz="quarter" idx="12" hasCustomPrompt="1"/>
          </p:nvPr>
        </p:nvSpPr>
        <p:spPr>
          <a:xfrm>
            <a:off x="3207334" y="425255"/>
            <a:ext cx="4598253" cy="1518161"/>
          </a:xfrm>
          <a:custGeom>
            <a:avLst/>
            <a:gdLst>
              <a:gd name="connsiteX0" fmla="*/ 0 w 4598253"/>
              <a:gd name="connsiteY0" fmla="*/ 0 h 1518161"/>
              <a:gd name="connsiteX1" fmla="*/ 4598253 w 4598253"/>
              <a:gd name="connsiteY1" fmla="*/ 0 h 1518161"/>
              <a:gd name="connsiteX2" fmla="*/ 4598253 w 4598253"/>
              <a:gd name="connsiteY2" fmla="*/ 1518161 h 1518161"/>
              <a:gd name="connsiteX3" fmla="*/ 0 w 4598253"/>
              <a:gd name="connsiteY3" fmla="*/ 1518161 h 1518161"/>
            </a:gdLst>
            <a:ahLst/>
            <a:cxnLst>
              <a:cxn ang="0">
                <a:pos x="connsiteX0" y="connsiteY0"/>
              </a:cxn>
              <a:cxn ang="0">
                <a:pos x="connsiteX1" y="connsiteY1"/>
              </a:cxn>
              <a:cxn ang="0">
                <a:pos x="connsiteX2" y="connsiteY2"/>
              </a:cxn>
              <a:cxn ang="0">
                <a:pos x="connsiteX3" y="connsiteY3"/>
              </a:cxn>
            </a:cxnLst>
            <a:rect l="l" t="t" r="r" b="b"/>
            <a:pathLst>
              <a:path w="4598253" h="1518161">
                <a:moveTo>
                  <a:pt x="0" y="0"/>
                </a:moveTo>
                <a:lnTo>
                  <a:pt x="4598253" y="0"/>
                </a:lnTo>
                <a:lnTo>
                  <a:pt x="4598253" y="1518161"/>
                </a:lnTo>
                <a:lnTo>
                  <a:pt x="0" y="1518161"/>
                </a:lnTo>
                <a:close/>
              </a:path>
            </a:pathLst>
          </a:custGeom>
        </p:spPr>
        <p:txBody>
          <a:bodyPr wrap="square">
            <a:noAutofit/>
          </a:bodyPr>
          <a:lstStyle>
            <a:lvl1pPr marL="0" indent="0" algn="l">
              <a:lnSpc>
                <a:spcPct val="100000"/>
              </a:lnSpc>
              <a:buNone/>
              <a:defRPr sz="8800" b="1">
                <a:solidFill>
                  <a:schemeClr val="bg1"/>
                </a:solidFill>
                <a:latin typeface="+mj-lt"/>
              </a:defRPr>
            </a:lvl1pPr>
          </a:lstStyle>
          <a:p>
            <a:pPr lvl="0"/>
            <a:r>
              <a:rPr lang="en-ID"/>
              <a:t>TITLE </a:t>
            </a:r>
          </a:p>
        </p:txBody>
      </p:sp>
      <p:sp>
        <p:nvSpPr>
          <p:cNvPr id="7" name="Picture Placeholder 3">
            <a:extLst>
              <a:ext uri="{FF2B5EF4-FFF2-40B4-BE49-F238E27FC236}">
                <a16:creationId xmlns:a16="http://schemas.microsoft.com/office/drawing/2014/main" id="{D843B671-B4F6-DA88-44EA-C4950388159B}"/>
              </a:ext>
            </a:extLst>
          </p:cNvPr>
          <p:cNvSpPr>
            <a:spLocks noGrp="1"/>
          </p:cNvSpPr>
          <p:nvPr>
            <p:ph type="pic" sz="quarter" idx="11"/>
          </p:nvPr>
        </p:nvSpPr>
        <p:spPr>
          <a:xfrm>
            <a:off x="382266" y="419505"/>
            <a:ext cx="4727370" cy="6438493"/>
          </a:xfrm>
          <a:custGeom>
            <a:avLst/>
            <a:gdLst>
              <a:gd name="connsiteX0" fmla="*/ 0 w 4727370"/>
              <a:gd name="connsiteY0" fmla="*/ 0 h 6438493"/>
              <a:gd name="connsiteX1" fmla="*/ 4727370 w 4727370"/>
              <a:gd name="connsiteY1" fmla="*/ 0 h 6438493"/>
              <a:gd name="connsiteX2" fmla="*/ 4727370 w 4727370"/>
              <a:gd name="connsiteY2" fmla="*/ 6438493 h 6438493"/>
              <a:gd name="connsiteX3" fmla="*/ 0 w 4727370"/>
              <a:gd name="connsiteY3" fmla="*/ 6438493 h 6438493"/>
            </a:gdLst>
            <a:ahLst/>
            <a:cxnLst>
              <a:cxn ang="0">
                <a:pos x="connsiteX0" y="connsiteY0"/>
              </a:cxn>
              <a:cxn ang="0">
                <a:pos x="connsiteX1" y="connsiteY1"/>
              </a:cxn>
              <a:cxn ang="0">
                <a:pos x="connsiteX2" y="connsiteY2"/>
              </a:cxn>
              <a:cxn ang="0">
                <a:pos x="connsiteX3" y="connsiteY3"/>
              </a:cxn>
            </a:cxnLst>
            <a:rect l="l" t="t" r="r" b="b"/>
            <a:pathLst>
              <a:path w="4727370" h="6438493">
                <a:moveTo>
                  <a:pt x="0" y="0"/>
                </a:moveTo>
                <a:lnTo>
                  <a:pt x="4727370" y="0"/>
                </a:lnTo>
                <a:lnTo>
                  <a:pt x="4727370" y="6438493"/>
                </a:lnTo>
                <a:lnTo>
                  <a:pt x="0" y="6438493"/>
                </a:lnTo>
                <a:close/>
              </a:path>
            </a:pathLst>
          </a:custGeom>
          <a:noFill/>
        </p:spPr>
        <p:txBody>
          <a:bodyPr wrap="square">
            <a:noAutofit/>
          </a:bodyPr>
          <a:lstStyle>
            <a:lvl1pPr>
              <a:defRPr sz="800"/>
            </a:lvl1pPr>
          </a:lstStyle>
          <a:p>
            <a:endParaRPr lang="en-ID"/>
          </a:p>
        </p:txBody>
      </p:sp>
      <p:sp>
        <p:nvSpPr>
          <p:cNvPr id="15" name="Text Placeholder 14">
            <a:extLst>
              <a:ext uri="{FF2B5EF4-FFF2-40B4-BE49-F238E27FC236}">
                <a16:creationId xmlns:a16="http://schemas.microsoft.com/office/drawing/2014/main" id="{0843CF82-B2BB-0F8D-A41B-B088EBBCF876}"/>
              </a:ext>
            </a:extLst>
          </p:cNvPr>
          <p:cNvSpPr>
            <a:spLocks noGrp="1"/>
          </p:cNvSpPr>
          <p:nvPr>
            <p:ph type="body" sz="quarter" idx="36" hasCustomPrompt="1"/>
          </p:nvPr>
        </p:nvSpPr>
        <p:spPr>
          <a:xfrm>
            <a:off x="3602352" y="1675302"/>
            <a:ext cx="6998129" cy="1518161"/>
          </a:xfrm>
          <a:custGeom>
            <a:avLst/>
            <a:gdLst>
              <a:gd name="connsiteX0" fmla="*/ 0 w 4598253"/>
              <a:gd name="connsiteY0" fmla="*/ 0 h 1518161"/>
              <a:gd name="connsiteX1" fmla="*/ 4598253 w 4598253"/>
              <a:gd name="connsiteY1" fmla="*/ 0 h 1518161"/>
              <a:gd name="connsiteX2" fmla="*/ 4598253 w 4598253"/>
              <a:gd name="connsiteY2" fmla="*/ 1518161 h 1518161"/>
              <a:gd name="connsiteX3" fmla="*/ 0 w 4598253"/>
              <a:gd name="connsiteY3" fmla="*/ 1518161 h 1518161"/>
            </a:gdLst>
            <a:ahLst/>
            <a:cxnLst>
              <a:cxn ang="0">
                <a:pos x="connsiteX0" y="connsiteY0"/>
              </a:cxn>
              <a:cxn ang="0">
                <a:pos x="connsiteX1" y="connsiteY1"/>
              </a:cxn>
              <a:cxn ang="0">
                <a:pos x="connsiteX2" y="connsiteY2"/>
              </a:cxn>
              <a:cxn ang="0">
                <a:pos x="connsiteX3" y="connsiteY3"/>
              </a:cxn>
            </a:cxnLst>
            <a:rect l="l" t="t" r="r" b="b"/>
            <a:pathLst>
              <a:path w="4598253" h="1518161">
                <a:moveTo>
                  <a:pt x="0" y="0"/>
                </a:moveTo>
                <a:lnTo>
                  <a:pt x="4598253" y="0"/>
                </a:lnTo>
                <a:lnTo>
                  <a:pt x="4598253" y="1518161"/>
                </a:lnTo>
                <a:lnTo>
                  <a:pt x="0" y="1518161"/>
                </a:lnTo>
                <a:close/>
              </a:path>
            </a:pathLst>
          </a:custGeom>
        </p:spPr>
        <p:txBody>
          <a:bodyPr wrap="square">
            <a:noAutofit/>
          </a:bodyPr>
          <a:lstStyle>
            <a:lvl1pPr marL="0" indent="0" algn="l">
              <a:lnSpc>
                <a:spcPct val="100000"/>
              </a:lnSpc>
              <a:buNone/>
              <a:defRPr sz="8000" b="1">
                <a:solidFill>
                  <a:schemeClr val="accent2"/>
                </a:solidFill>
                <a:latin typeface="+mj-lt"/>
              </a:defRPr>
            </a:lvl1pPr>
          </a:lstStyle>
          <a:p>
            <a:pPr lvl="0"/>
            <a:r>
              <a:rPr lang="en-ID"/>
              <a:t>TITLE </a:t>
            </a:r>
          </a:p>
        </p:txBody>
      </p:sp>
      <p:sp>
        <p:nvSpPr>
          <p:cNvPr id="23" name="Text Placeholder 22">
            <a:extLst>
              <a:ext uri="{FF2B5EF4-FFF2-40B4-BE49-F238E27FC236}">
                <a16:creationId xmlns:a16="http://schemas.microsoft.com/office/drawing/2014/main" id="{53FEDB7F-2D5F-C6D6-E5AD-C6CA8D6AA83C}"/>
              </a:ext>
            </a:extLst>
          </p:cNvPr>
          <p:cNvSpPr>
            <a:spLocks noGrp="1"/>
          </p:cNvSpPr>
          <p:nvPr>
            <p:ph type="body" sz="quarter" idx="37" hasCustomPrompt="1"/>
          </p:nvPr>
        </p:nvSpPr>
        <p:spPr>
          <a:xfrm>
            <a:off x="5265265" y="3213482"/>
            <a:ext cx="5769206" cy="1570534"/>
          </a:xfrm>
          <a:custGeom>
            <a:avLst/>
            <a:gdLst>
              <a:gd name="connsiteX0" fmla="*/ 0 w 5769206"/>
              <a:gd name="connsiteY0" fmla="*/ 0 h 1570534"/>
              <a:gd name="connsiteX1" fmla="*/ 5769206 w 5769206"/>
              <a:gd name="connsiteY1" fmla="*/ 0 h 1570534"/>
              <a:gd name="connsiteX2" fmla="*/ 5769206 w 5769206"/>
              <a:gd name="connsiteY2" fmla="*/ 1570534 h 1570534"/>
              <a:gd name="connsiteX3" fmla="*/ 0 w 5769206"/>
              <a:gd name="connsiteY3" fmla="*/ 1570534 h 1570534"/>
            </a:gdLst>
            <a:ahLst/>
            <a:cxnLst>
              <a:cxn ang="0">
                <a:pos x="connsiteX0" y="connsiteY0"/>
              </a:cxn>
              <a:cxn ang="0">
                <a:pos x="connsiteX1" y="connsiteY1"/>
              </a:cxn>
              <a:cxn ang="0">
                <a:pos x="connsiteX2" y="connsiteY2"/>
              </a:cxn>
              <a:cxn ang="0">
                <a:pos x="connsiteX3" y="connsiteY3"/>
              </a:cxn>
            </a:cxnLst>
            <a:rect l="l" t="t" r="r" b="b"/>
            <a:pathLst>
              <a:path w="5769206" h="1570534">
                <a:moveTo>
                  <a:pt x="0" y="0"/>
                </a:moveTo>
                <a:lnTo>
                  <a:pt x="5769206" y="0"/>
                </a:lnTo>
                <a:lnTo>
                  <a:pt x="5769206" y="1570534"/>
                </a:lnTo>
                <a:lnTo>
                  <a:pt x="0" y="1570534"/>
                </a:lnTo>
                <a:close/>
              </a:path>
            </a:pathLst>
          </a:custGeom>
        </p:spPr>
        <p:txBody>
          <a:bodyPr wrap="square">
            <a:noAutofit/>
          </a:bodyPr>
          <a:lstStyle>
            <a:lvl1pPr marL="0" indent="0">
              <a:lnSpc>
                <a:spcPts val="1500"/>
              </a:lnSpc>
              <a:spcBef>
                <a:spcPts val="60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9A9678CD-4E0D-5EC3-5050-B95A301729BF}"/>
              </a:ext>
            </a:extLst>
          </p:cNvPr>
          <p:cNvSpPr>
            <a:spLocks noGrp="1"/>
          </p:cNvSpPr>
          <p:nvPr>
            <p:ph type="body" sz="quarter" idx="38" hasCustomPrompt="1"/>
          </p:nvPr>
        </p:nvSpPr>
        <p:spPr>
          <a:xfrm>
            <a:off x="5903285" y="5359823"/>
            <a:ext cx="5684977" cy="670032"/>
          </a:xfrm>
          <a:custGeom>
            <a:avLst/>
            <a:gdLst>
              <a:gd name="connsiteX0" fmla="*/ 0 w 5906449"/>
              <a:gd name="connsiteY0" fmla="*/ 0 h 670032"/>
              <a:gd name="connsiteX1" fmla="*/ 5906449 w 5906449"/>
              <a:gd name="connsiteY1" fmla="*/ 0 h 670032"/>
              <a:gd name="connsiteX2" fmla="*/ 5906449 w 5906449"/>
              <a:gd name="connsiteY2" fmla="*/ 670032 h 670032"/>
              <a:gd name="connsiteX3" fmla="*/ 0 w 5906449"/>
              <a:gd name="connsiteY3" fmla="*/ 670032 h 670032"/>
            </a:gdLst>
            <a:ahLst/>
            <a:cxnLst>
              <a:cxn ang="0">
                <a:pos x="connsiteX0" y="connsiteY0"/>
              </a:cxn>
              <a:cxn ang="0">
                <a:pos x="connsiteX1" y="connsiteY1"/>
              </a:cxn>
              <a:cxn ang="0">
                <a:pos x="connsiteX2" y="connsiteY2"/>
              </a:cxn>
              <a:cxn ang="0">
                <a:pos x="connsiteX3" y="connsiteY3"/>
              </a:cxn>
            </a:cxnLst>
            <a:rect l="l" t="t" r="r" b="b"/>
            <a:pathLst>
              <a:path w="5906449" h="670032">
                <a:moveTo>
                  <a:pt x="0" y="0"/>
                </a:moveTo>
                <a:lnTo>
                  <a:pt x="5906449" y="0"/>
                </a:lnTo>
                <a:lnTo>
                  <a:pt x="5906449" y="670032"/>
                </a:lnTo>
                <a:lnTo>
                  <a:pt x="0" y="670032"/>
                </a:lnTo>
                <a:close/>
              </a:path>
            </a:pathLst>
          </a:custGeom>
        </p:spPr>
        <p:txBody>
          <a:bodyPr wrap="square">
            <a:noAutofit/>
          </a:bodyPr>
          <a:lstStyle>
            <a:lvl1pPr marL="0" indent="0">
              <a:lnSpc>
                <a:spcPts val="1500"/>
              </a:lnSpc>
              <a:spcBef>
                <a:spcPts val="600"/>
              </a:spcBef>
              <a:buNone/>
              <a:defRPr sz="1200" b="0">
                <a:solidFill>
                  <a:schemeClr val="bg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0735C5F3-EF6B-FC2B-D2B0-2D357E585A82}"/>
              </a:ext>
            </a:extLst>
          </p:cNvPr>
          <p:cNvSpPr>
            <a:spLocks noGrp="1"/>
          </p:cNvSpPr>
          <p:nvPr>
            <p:ph type="body" sz="quarter" idx="19" hasCustomPrompt="1"/>
          </p:nvPr>
        </p:nvSpPr>
        <p:spPr>
          <a:xfrm>
            <a:off x="5637979" y="4757094"/>
            <a:ext cx="4611651" cy="276999"/>
          </a:xfrm>
          <a:custGeom>
            <a:avLst/>
            <a:gdLst>
              <a:gd name="connsiteX0" fmla="*/ 0 w 4611651"/>
              <a:gd name="connsiteY0" fmla="*/ 0 h 276999"/>
              <a:gd name="connsiteX1" fmla="*/ 4611651 w 4611651"/>
              <a:gd name="connsiteY1" fmla="*/ 0 h 276999"/>
              <a:gd name="connsiteX2" fmla="*/ 4611651 w 4611651"/>
              <a:gd name="connsiteY2" fmla="*/ 276999 h 276999"/>
              <a:gd name="connsiteX3" fmla="*/ 0 w 461165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611651" h="276999">
                <a:moveTo>
                  <a:pt x="0" y="0"/>
                </a:moveTo>
                <a:lnTo>
                  <a:pt x="4611651" y="0"/>
                </a:lnTo>
                <a:lnTo>
                  <a:pt x="4611651"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29" name="Text Placeholder 28">
            <a:extLst>
              <a:ext uri="{FF2B5EF4-FFF2-40B4-BE49-F238E27FC236}">
                <a16:creationId xmlns:a16="http://schemas.microsoft.com/office/drawing/2014/main" id="{5B28D08F-060A-7BBA-9CF4-6602F1F6BB44}"/>
              </a:ext>
            </a:extLst>
          </p:cNvPr>
          <p:cNvSpPr>
            <a:spLocks noGrp="1"/>
          </p:cNvSpPr>
          <p:nvPr>
            <p:ph type="body" sz="quarter" idx="39" hasCustomPrompt="1"/>
          </p:nvPr>
        </p:nvSpPr>
        <p:spPr>
          <a:xfrm>
            <a:off x="6253485" y="6029855"/>
            <a:ext cx="4611651" cy="276999"/>
          </a:xfrm>
          <a:custGeom>
            <a:avLst/>
            <a:gdLst>
              <a:gd name="connsiteX0" fmla="*/ 0 w 4611651"/>
              <a:gd name="connsiteY0" fmla="*/ 0 h 276999"/>
              <a:gd name="connsiteX1" fmla="*/ 4611651 w 4611651"/>
              <a:gd name="connsiteY1" fmla="*/ 0 h 276999"/>
              <a:gd name="connsiteX2" fmla="*/ 4611651 w 4611651"/>
              <a:gd name="connsiteY2" fmla="*/ 276999 h 276999"/>
              <a:gd name="connsiteX3" fmla="*/ 0 w 461165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611651" h="276999">
                <a:moveTo>
                  <a:pt x="0" y="0"/>
                </a:moveTo>
                <a:lnTo>
                  <a:pt x="4611651" y="0"/>
                </a:lnTo>
                <a:lnTo>
                  <a:pt x="4611651"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Tree>
    <p:extLst>
      <p:ext uri="{BB962C8B-B14F-4D97-AF65-F5344CB8AC3E}">
        <p14:creationId xmlns:p14="http://schemas.microsoft.com/office/powerpoint/2010/main" val="4112979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D6065D1-23FD-9462-B697-60AB431FC66B}"/>
              </a:ext>
            </a:extLst>
          </p:cNvPr>
          <p:cNvGrpSpPr/>
          <p:nvPr userDrawn="1"/>
        </p:nvGrpSpPr>
        <p:grpSpPr>
          <a:xfrm rot="10800000">
            <a:off x="-31750" y="1"/>
            <a:ext cx="12223750" cy="3733800"/>
            <a:chOff x="-15875" y="3124200"/>
            <a:chExt cx="12223750" cy="3733800"/>
          </a:xfrm>
        </p:grpSpPr>
        <p:grpSp>
          <p:nvGrpSpPr>
            <p:cNvPr id="3" name="Group 2">
              <a:extLst>
                <a:ext uri="{FF2B5EF4-FFF2-40B4-BE49-F238E27FC236}">
                  <a16:creationId xmlns:a16="http://schemas.microsoft.com/office/drawing/2014/main" id="{F274A945-CAC0-FEBA-43EC-A8156EDF6A64}"/>
                </a:ext>
              </a:extLst>
            </p:cNvPr>
            <p:cNvGrpSpPr/>
            <p:nvPr/>
          </p:nvGrpSpPr>
          <p:grpSpPr>
            <a:xfrm>
              <a:off x="-15875" y="3124200"/>
              <a:ext cx="12223750" cy="3733800"/>
              <a:chOff x="247650" y="3124200"/>
              <a:chExt cx="12223750" cy="3733800"/>
            </a:xfrm>
          </p:grpSpPr>
          <p:cxnSp>
            <p:nvCxnSpPr>
              <p:cNvPr id="23" name="Straight Connector 22">
                <a:extLst>
                  <a:ext uri="{FF2B5EF4-FFF2-40B4-BE49-F238E27FC236}">
                    <a16:creationId xmlns:a16="http://schemas.microsoft.com/office/drawing/2014/main" id="{534F1EE3-B49C-1EC6-F891-A06DF9F86766}"/>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10C5792-3B80-0D40-CE77-D4E4A989B21F}"/>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044B709-9F07-432B-588D-6744C3E822D1}"/>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D771461-F5DE-28E0-BB64-411B4B32D202}"/>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A6819C-11D6-5715-175F-EF869A7D790A}"/>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2C7DBD6-B790-4453-FCC5-402FBCDAD22B}"/>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5D8FDF9-FD50-9C7B-2A19-976299164BE4}"/>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D4C80ED-F780-B2A6-7513-F8EF126E0AC0}"/>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EAD9925-EB7E-101A-C0F5-E5AD2F25519E}"/>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F496B9D-6D91-8CDE-DB48-A0849F0632C8}"/>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6B82CF1-1D7C-E420-8D66-73669A277BA3}"/>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4ED23B0-39DC-C332-8A2A-D1409B7E193C}"/>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49351B8-358E-5E76-ECBA-6E350F38C436}"/>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5275CD9-9903-E1A0-E659-81A2EAC46D9C}"/>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ED65264-FF10-688A-2CBE-3E3BCECD021D}"/>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4770B7B-2060-3B30-ADC4-D96A1CF4AF0A}"/>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8ECA8F9-989E-223C-9E0D-EBB3133CC4D0}"/>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63F530C-B0E4-C9BF-CE7C-BBF60642681D}"/>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DC2D84B-FE67-74E6-18C5-9FF43E0BC04A}"/>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EFAC615-2CAD-1473-0B62-1E563FDFBF58}"/>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75DA188-51B0-52EF-75FB-3E6179274E32}"/>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2B85BAA-6803-0097-BAAE-E0CF6A5EBBB3}"/>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EDAEBD2-089C-02E4-1AB3-2D90EE95B89D}"/>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36D13E1-32D9-799B-438B-4AA5617E786A}"/>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5BEDDFB-23BF-CFCC-130D-42170A7C1CBA}"/>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EDF7776-DE00-637D-B4AE-6F1D4FD5BBF1}"/>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D3D2787-D3CA-E97B-9C0F-96BDE0E28F90}"/>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EE8C0CA-80BC-DF94-448A-ADC454FE4035}"/>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701C5F9-9C30-FB9D-80E4-80ED7979B03F}"/>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231AFAF-314B-E2BD-ACB5-DA3CCFE8F088}"/>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E96DFF0-C4D5-C375-50D2-76D06E6DBB55}"/>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E6C6619-56B0-E11E-B2C6-995860615EE2}"/>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3CF4C2-093D-4935-1A0B-4145EA8FC03D}"/>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65C3670-6DF4-9A0C-3C47-75AD856B3008}"/>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A336890-B941-5B84-DAEA-2FF781D9B9A1}"/>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7658196-5652-64CA-9ADF-6205522B0E88}"/>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520808E-B712-5C5B-96ED-E90C8DA84B6F}"/>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7954B6-1609-F4CB-6C9F-29F8042EAD4F}"/>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987EA2D-5716-839A-C19B-E4D318A67D6A}"/>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DB56105-AC32-6110-6CC4-30E5AA12044D}"/>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45C38EF-E3A4-26FC-652E-637476E49D49}"/>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71A0F5B-D3B4-54D5-7093-407EC5EA83A8}"/>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FF07E59-8EEE-9FBD-FD9C-34DDBFCDD81B}"/>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B5D8B8C-8222-EF95-010F-F50E7E4EBB46}"/>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B2D47ED-52E7-5962-496A-47BBFC8BD772}"/>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6F945EA-AE72-6A52-6679-4A1017260040}"/>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02EAB37-905D-B611-6541-89D5FD4CDECD}"/>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D9B4138-1DF1-2DDF-B189-9666D4DD85E8}"/>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FDA4998-6970-3D34-7A4A-49D01DED9BC9}"/>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93941EE-A002-E932-AD8D-DAA041F6BB96}"/>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3401068-0C45-32F9-75F3-B54F48210846}"/>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A99D0A-CDC0-B3FB-05A9-1919A873AB51}"/>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2F01F48-7247-BA3D-9311-D8B065798295}"/>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6E44012-6251-97BF-E607-D09534EDFE0A}"/>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1C894F8-615C-93B1-95BB-8BD021EB3C95}"/>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5BC5BA0-D50C-74EE-1ED7-E55484981A5B}"/>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C22E89CE-A5C3-A421-BC6F-64AE386210F4}"/>
                </a:ext>
              </a:extLst>
            </p:cNvPr>
            <p:cNvGrpSpPr/>
            <p:nvPr/>
          </p:nvGrpSpPr>
          <p:grpSpPr>
            <a:xfrm>
              <a:off x="-7937" y="3327400"/>
              <a:ext cx="12207875" cy="3467100"/>
              <a:chOff x="47622" y="3327400"/>
              <a:chExt cx="12207875" cy="3467100"/>
            </a:xfrm>
          </p:grpSpPr>
          <p:cxnSp>
            <p:nvCxnSpPr>
              <p:cNvPr id="5" name="Straight Connector 4">
                <a:extLst>
                  <a:ext uri="{FF2B5EF4-FFF2-40B4-BE49-F238E27FC236}">
                    <a16:creationId xmlns:a16="http://schemas.microsoft.com/office/drawing/2014/main" id="{CD61E5F7-1167-55BB-6FF3-06E02F71F541}"/>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46010DB-C6C6-A604-5B7F-E2D6C676915F}"/>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C0882B1-ED00-11B5-9EB2-AECB6A52906B}"/>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130B13-D6CE-6E67-22C6-8B6631C9D2EA}"/>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CD0D216-B70C-ADC0-5D54-F3F64831EBD5}"/>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A2D75F-C711-4056-49CB-4767864CC796}"/>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85E4AC1-F2B9-FDC2-F47C-E29E1CBC62CF}"/>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9C78C7C-ED91-205D-2F44-174A51741E2D}"/>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43B908-7391-1CC4-EE06-546120906801}"/>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5D00F44-B770-0D34-5F32-DDCEA4E4DC48}"/>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BB3AE1E-6B35-36DB-4E0E-B384A320EF7B}"/>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1EEC010-9617-E384-8EB0-40BAF0FFAFE0}"/>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F54F9A-FAB1-3C9E-1D5A-46BC36F7C29C}"/>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FCFCB6C-2EA1-63B3-C51B-D8D18529B089}"/>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0C88C17-E39F-0EAB-FA30-3840E2A10CC5}"/>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264" name="Oval 263">
            <a:extLst>
              <a:ext uri="{FF2B5EF4-FFF2-40B4-BE49-F238E27FC236}">
                <a16:creationId xmlns:a16="http://schemas.microsoft.com/office/drawing/2014/main" id="{1BF0D4EF-C4FE-E2F1-AE1F-449FC98F492F}"/>
              </a:ext>
            </a:extLst>
          </p:cNvPr>
          <p:cNvSpPr/>
          <p:nvPr userDrawn="1"/>
        </p:nvSpPr>
        <p:spPr>
          <a:xfrm>
            <a:off x="-3191825" y="866184"/>
            <a:ext cx="7088662" cy="7088662"/>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5" name="Oval 114">
            <a:extLst>
              <a:ext uri="{FF2B5EF4-FFF2-40B4-BE49-F238E27FC236}">
                <a16:creationId xmlns:a16="http://schemas.microsoft.com/office/drawing/2014/main" id="{59B51B41-4BC6-1EBA-C5C0-A6EC3597CE74}"/>
              </a:ext>
            </a:extLst>
          </p:cNvPr>
          <p:cNvSpPr/>
          <p:nvPr userDrawn="1"/>
        </p:nvSpPr>
        <p:spPr>
          <a:xfrm>
            <a:off x="7045866" y="-2331079"/>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5" name="Freeform: Shape 264">
            <a:extLst>
              <a:ext uri="{FF2B5EF4-FFF2-40B4-BE49-F238E27FC236}">
                <a16:creationId xmlns:a16="http://schemas.microsoft.com/office/drawing/2014/main" id="{1188E099-AE07-D983-1E5B-3883CD914E53}"/>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66" name="TextBox 265">
            <a:extLst>
              <a:ext uri="{FF2B5EF4-FFF2-40B4-BE49-F238E27FC236}">
                <a16:creationId xmlns:a16="http://schemas.microsoft.com/office/drawing/2014/main" id="{27404895-A198-7A0A-D82F-1ED698C1386E}"/>
              </a:ext>
            </a:extLst>
          </p:cNvPr>
          <p:cNvSpPr txBox="1"/>
          <p:nvPr userDrawn="1"/>
        </p:nvSpPr>
        <p:spPr>
          <a:xfrm>
            <a:off x="11148778" y="6564624"/>
            <a:ext cx="810589"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267" name="Straight Connector 266">
            <a:extLst>
              <a:ext uri="{FF2B5EF4-FFF2-40B4-BE49-F238E27FC236}">
                <a16:creationId xmlns:a16="http://schemas.microsoft.com/office/drawing/2014/main" id="{2EAD09DA-3908-839E-9755-0218412680E9}"/>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F161ED84-2B2B-22D1-5037-C6B7CDAF3BF0}"/>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9" name="Text Placeholder 18">
            <a:extLst>
              <a:ext uri="{FF2B5EF4-FFF2-40B4-BE49-F238E27FC236}">
                <a16:creationId xmlns:a16="http://schemas.microsoft.com/office/drawing/2014/main" id="{BE6B6CCA-264F-3C57-6EA7-AE7DBB75D199}"/>
              </a:ext>
            </a:extLst>
          </p:cNvPr>
          <p:cNvSpPr>
            <a:spLocks noGrp="1"/>
          </p:cNvSpPr>
          <p:nvPr>
            <p:ph type="body" sz="quarter" idx="33" hasCustomPrompt="1"/>
          </p:nvPr>
        </p:nvSpPr>
        <p:spPr>
          <a:xfrm>
            <a:off x="809747" y="1905744"/>
            <a:ext cx="2640475" cy="1267014"/>
          </a:xfrm>
          <a:custGeom>
            <a:avLst/>
            <a:gdLst>
              <a:gd name="connsiteX0" fmla="*/ 0 w 2640475"/>
              <a:gd name="connsiteY0" fmla="*/ 0 h 1267014"/>
              <a:gd name="connsiteX1" fmla="*/ 2640475 w 2640475"/>
              <a:gd name="connsiteY1" fmla="*/ 0 h 1267014"/>
              <a:gd name="connsiteX2" fmla="*/ 2640475 w 2640475"/>
              <a:gd name="connsiteY2" fmla="*/ 1267014 h 1267014"/>
              <a:gd name="connsiteX3" fmla="*/ 0 w 264047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40475" h="1267014">
                <a:moveTo>
                  <a:pt x="0" y="0"/>
                </a:moveTo>
                <a:lnTo>
                  <a:pt x="2640475" y="0"/>
                </a:lnTo>
                <a:lnTo>
                  <a:pt x="2640475"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9BB6D425-871D-5B38-1932-8457284BF7A2}"/>
              </a:ext>
            </a:extLst>
          </p:cNvPr>
          <p:cNvSpPr>
            <a:spLocks noGrp="1"/>
          </p:cNvSpPr>
          <p:nvPr>
            <p:ph type="body" sz="quarter" idx="19" hasCustomPrompt="1"/>
          </p:nvPr>
        </p:nvSpPr>
        <p:spPr>
          <a:xfrm>
            <a:off x="555804" y="1547717"/>
            <a:ext cx="2894418"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4" name="Text Placeholder 23">
            <a:extLst>
              <a:ext uri="{FF2B5EF4-FFF2-40B4-BE49-F238E27FC236}">
                <a16:creationId xmlns:a16="http://schemas.microsoft.com/office/drawing/2014/main" id="{937955A1-1A70-3D1C-FB8C-294F7BBBE00F}"/>
              </a:ext>
            </a:extLst>
          </p:cNvPr>
          <p:cNvSpPr>
            <a:spLocks noGrp="1"/>
          </p:cNvSpPr>
          <p:nvPr>
            <p:ph type="body" sz="quarter" idx="34" hasCustomPrompt="1"/>
          </p:nvPr>
        </p:nvSpPr>
        <p:spPr>
          <a:xfrm>
            <a:off x="555804" y="4260634"/>
            <a:ext cx="2894418"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8" name="Text Placeholder 27">
            <a:extLst>
              <a:ext uri="{FF2B5EF4-FFF2-40B4-BE49-F238E27FC236}">
                <a16:creationId xmlns:a16="http://schemas.microsoft.com/office/drawing/2014/main" id="{023FDA89-4ACA-2C7C-B257-252DC3FD0AB2}"/>
              </a:ext>
            </a:extLst>
          </p:cNvPr>
          <p:cNvSpPr>
            <a:spLocks noGrp="1"/>
          </p:cNvSpPr>
          <p:nvPr>
            <p:ph type="body" sz="quarter" idx="35" hasCustomPrompt="1"/>
          </p:nvPr>
        </p:nvSpPr>
        <p:spPr>
          <a:xfrm>
            <a:off x="809747" y="4618662"/>
            <a:ext cx="2854633" cy="1267014"/>
          </a:xfrm>
          <a:custGeom>
            <a:avLst/>
            <a:gdLst>
              <a:gd name="connsiteX0" fmla="*/ 0 w 2854633"/>
              <a:gd name="connsiteY0" fmla="*/ 0 h 1267014"/>
              <a:gd name="connsiteX1" fmla="*/ 2854633 w 2854633"/>
              <a:gd name="connsiteY1" fmla="*/ 0 h 1267014"/>
              <a:gd name="connsiteX2" fmla="*/ 2854633 w 2854633"/>
              <a:gd name="connsiteY2" fmla="*/ 1267014 h 1267014"/>
              <a:gd name="connsiteX3" fmla="*/ 0 w 2854633"/>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54633" h="1267014">
                <a:moveTo>
                  <a:pt x="0" y="0"/>
                </a:moveTo>
                <a:lnTo>
                  <a:pt x="2854633" y="0"/>
                </a:lnTo>
                <a:lnTo>
                  <a:pt x="2854633"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9BAECCAE-899E-55A0-B62C-9E88D3F67B00}"/>
              </a:ext>
            </a:extLst>
          </p:cNvPr>
          <p:cNvSpPr>
            <a:spLocks noGrp="1"/>
          </p:cNvSpPr>
          <p:nvPr>
            <p:ph type="body" sz="quarter" idx="36" hasCustomPrompt="1"/>
          </p:nvPr>
        </p:nvSpPr>
        <p:spPr>
          <a:xfrm>
            <a:off x="4414257" y="1479143"/>
            <a:ext cx="7107753"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3" name="Text Placeholder 32">
            <a:extLst>
              <a:ext uri="{FF2B5EF4-FFF2-40B4-BE49-F238E27FC236}">
                <a16:creationId xmlns:a16="http://schemas.microsoft.com/office/drawing/2014/main" id="{ECFCEDF1-5A7B-9144-FCFC-B0E5DB031745}"/>
              </a:ext>
            </a:extLst>
          </p:cNvPr>
          <p:cNvSpPr>
            <a:spLocks noGrp="1"/>
          </p:cNvSpPr>
          <p:nvPr>
            <p:ph type="body" sz="quarter" idx="37" hasCustomPrompt="1"/>
          </p:nvPr>
        </p:nvSpPr>
        <p:spPr>
          <a:xfrm>
            <a:off x="4414257" y="4796962"/>
            <a:ext cx="7450597"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6" name="Text Placeholder 35">
            <a:extLst>
              <a:ext uri="{FF2B5EF4-FFF2-40B4-BE49-F238E27FC236}">
                <a16:creationId xmlns:a16="http://schemas.microsoft.com/office/drawing/2014/main" id="{90425FC9-261E-584F-5006-7E93ECF6F34A}"/>
              </a:ext>
            </a:extLst>
          </p:cNvPr>
          <p:cNvSpPr>
            <a:spLocks noGrp="1"/>
          </p:cNvSpPr>
          <p:nvPr>
            <p:ph type="body" sz="quarter" idx="38" hasCustomPrompt="1"/>
          </p:nvPr>
        </p:nvSpPr>
        <p:spPr>
          <a:xfrm>
            <a:off x="4414258" y="1751267"/>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42" name="Text Placeholder 41">
            <a:extLst>
              <a:ext uri="{FF2B5EF4-FFF2-40B4-BE49-F238E27FC236}">
                <a16:creationId xmlns:a16="http://schemas.microsoft.com/office/drawing/2014/main" id="{86C84269-A954-3D13-A821-45D8B71E91F3}"/>
              </a:ext>
            </a:extLst>
          </p:cNvPr>
          <p:cNvSpPr>
            <a:spLocks noGrp="1"/>
          </p:cNvSpPr>
          <p:nvPr>
            <p:ph type="body" sz="quarter" idx="39" hasCustomPrompt="1"/>
          </p:nvPr>
        </p:nvSpPr>
        <p:spPr>
          <a:xfrm>
            <a:off x="4414258" y="2666989"/>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44" name="Text Placeholder 43">
            <a:extLst>
              <a:ext uri="{FF2B5EF4-FFF2-40B4-BE49-F238E27FC236}">
                <a16:creationId xmlns:a16="http://schemas.microsoft.com/office/drawing/2014/main" id="{E372DF29-43F7-1B87-67F7-6933C84D323B}"/>
              </a:ext>
            </a:extLst>
          </p:cNvPr>
          <p:cNvSpPr>
            <a:spLocks noGrp="1"/>
          </p:cNvSpPr>
          <p:nvPr>
            <p:ph type="body" sz="quarter" idx="40" hasCustomPrompt="1"/>
          </p:nvPr>
        </p:nvSpPr>
        <p:spPr>
          <a:xfrm>
            <a:off x="4668200" y="2018365"/>
            <a:ext cx="6853811" cy="574516"/>
          </a:xfrm>
          <a:custGeom>
            <a:avLst/>
            <a:gdLst>
              <a:gd name="connsiteX0" fmla="*/ 0 w 6853811"/>
              <a:gd name="connsiteY0" fmla="*/ 0 h 574516"/>
              <a:gd name="connsiteX1" fmla="*/ 6853811 w 6853811"/>
              <a:gd name="connsiteY1" fmla="*/ 0 h 574516"/>
              <a:gd name="connsiteX2" fmla="*/ 6853811 w 6853811"/>
              <a:gd name="connsiteY2" fmla="*/ 574516 h 574516"/>
              <a:gd name="connsiteX3" fmla="*/ 0 w 6853811"/>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6853811" h="574516">
                <a:moveTo>
                  <a:pt x="0" y="0"/>
                </a:moveTo>
                <a:lnTo>
                  <a:pt x="6853811" y="0"/>
                </a:lnTo>
                <a:lnTo>
                  <a:pt x="6853811" y="574516"/>
                </a:lnTo>
                <a:lnTo>
                  <a:pt x="0" y="57451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382928C7-FF49-3BDD-5B5E-3AB4D2E2C8C2}"/>
              </a:ext>
            </a:extLst>
          </p:cNvPr>
          <p:cNvSpPr>
            <a:spLocks noGrp="1"/>
          </p:cNvSpPr>
          <p:nvPr>
            <p:ph type="body" sz="quarter" idx="41" hasCustomPrompt="1"/>
          </p:nvPr>
        </p:nvSpPr>
        <p:spPr>
          <a:xfrm>
            <a:off x="4668201" y="2934648"/>
            <a:ext cx="6853811" cy="1036181"/>
          </a:xfrm>
          <a:custGeom>
            <a:avLst/>
            <a:gdLst>
              <a:gd name="connsiteX0" fmla="*/ 0 w 6853811"/>
              <a:gd name="connsiteY0" fmla="*/ 0 h 1036181"/>
              <a:gd name="connsiteX1" fmla="*/ 6853811 w 6853811"/>
              <a:gd name="connsiteY1" fmla="*/ 0 h 1036181"/>
              <a:gd name="connsiteX2" fmla="*/ 6853811 w 6853811"/>
              <a:gd name="connsiteY2" fmla="*/ 1036181 h 1036181"/>
              <a:gd name="connsiteX3" fmla="*/ 0 w 6853811"/>
              <a:gd name="connsiteY3" fmla="*/ 1036181 h 1036181"/>
            </a:gdLst>
            <a:ahLst/>
            <a:cxnLst>
              <a:cxn ang="0">
                <a:pos x="connsiteX0" y="connsiteY0"/>
              </a:cxn>
              <a:cxn ang="0">
                <a:pos x="connsiteX1" y="connsiteY1"/>
              </a:cxn>
              <a:cxn ang="0">
                <a:pos x="connsiteX2" y="connsiteY2"/>
              </a:cxn>
              <a:cxn ang="0">
                <a:pos x="connsiteX3" y="connsiteY3"/>
              </a:cxn>
            </a:cxnLst>
            <a:rect l="l" t="t" r="r" b="b"/>
            <a:pathLst>
              <a:path w="6853811" h="1036181">
                <a:moveTo>
                  <a:pt x="0" y="0"/>
                </a:moveTo>
                <a:lnTo>
                  <a:pt x="6853811" y="0"/>
                </a:lnTo>
                <a:lnTo>
                  <a:pt x="6853811" y="1036181"/>
                </a:lnTo>
                <a:lnTo>
                  <a:pt x="0" y="1036181"/>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9" name="Text Placeholder 48">
            <a:extLst>
              <a:ext uri="{FF2B5EF4-FFF2-40B4-BE49-F238E27FC236}">
                <a16:creationId xmlns:a16="http://schemas.microsoft.com/office/drawing/2014/main" id="{E5A50C6F-0697-6464-760C-24091EBF7220}"/>
              </a:ext>
            </a:extLst>
          </p:cNvPr>
          <p:cNvSpPr>
            <a:spLocks noGrp="1"/>
          </p:cNvSpPr>
          <p:nvPr>
            <p:ph type="body" sz="quarter" idx="42" hasCustomPrompt="1"/>
          </p:nvPr>
        </p:nvSpPr>
        <p:spPr>
          <a:xfrm>
            <a:off x="4414258" y="5069085"/>
            <a:ext cx="7450596"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52" name="Text Placeholder 51">
            <a:extLst>
              <a:ext uri="{FF2B5EF4-FFF2-40B4-BE49-F238E27FC236}">
                <a16:creationId xmlns:a16="http://schemas.microsoft.com/office/drawing/2014/main" id="{63537FFE-27A3-823F-1D80-398A896D12B5}"/>
              </a:ext>
            </a:extLst>
          </p:cNvPr>
          <p:cNvSpPr>
            <a:spLocks noGrp="1"/>
          </p:cNvSpPr>
          <p:nvPr>
            <p:ph type="body" sz="quarter" idx="43" hasCustomPrompt="1"/>
          </p:nvPr>
        </p:nvSpPr>
        <p:spPr>
          <a:xfrm>
            <a:off x="4668200" y="5336184"/>
            <a:ext cx="7196654" cy="574516"/>
          </a:xfrm>
          <a:custGeom>
            <a:avLst/>
            <a:gdLst>
              <a:gd name="connsiteX0" fmla="*/ 0 w 7196654"/>
              <a:gd name="connsiteY0" fmla="*/ 0 h 574516"/>
              <a:gd name="connsiteX1" fmla="*/ 7196654 w 7196654"/>
              <a:gd name="connsiteY1" fmla="*/ 0 h 574516"/>
              <a:gd name="connsiteX2" fmla="*/ 7196654 w 7196654"/>
              <a:gd name="connsiteY2" fmla="*/ 574516 h 574516"/>
              <a:gd name="connsiteX3" fmla="*/ 0 w 7196654"/>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7196654" h="574516">
                <a:moveTo>
                  <a:pt x="0" y="0"/>
                </a:moveTo>
                <a:lnTo>
                  <a:pt x="7196654" y="0"/>
                </a:lnTo>
                <a:lnTo>
                  <a:pt x="7196654" y="574516"/>
                </a:lnTo>
                <a:lnTo>
                  <a:pt x="0" y="57451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Tree>
    <p:extLst>
      <p:ext uri="{BB962C8B-B14F-4D97-AF65-F5344CB8AC3E}">
        <p14:creationId xmlns:p14="http://schemas.microsoft.com/office/powerpoint/2010/main" val="4015563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Custom Layout">
    <p:bg>
      <p:bgPr>
        <a:solidFill>
          <a:schemeClr val="accent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E20A0214-176A-9154-C380-84A644DB0FA7}"/>
              </a:ext>
            </a:extLst>
          </p:cNvPr>
          <p:cNvGrpSpPr/>
          <p:nvPr userDrawn="1"/>
        </p:nvGrpSpPr>
        <p:grpSpPr>
          <a:xfrm rot="10800000">
            <a:off x="-31750" y="1"/>
            <a:ext cx="12223750" cy="3733800"/>
            <a:chOff x="-15875" y="3124200"/>
            <a:chExt cx="12223750" cy="3733800"/>
          </a:xfrm>
        </p:grpSpPr>
        <p:grpSp>
          <p:nvGrpSpPr>
            <p:cNvPr id="25" name="Group 24">
              <a:extLst>
                <a:ext uri="{FF2B5EF4-FFF2-40B4-BE49-F238E27FC236}">
                  <a16:creationId xmlns:a16="http://schemas.microsoft.com/office/drawing/2014/main" id="{46D93BAC-070D-E5AC-D0F1-0A98F835AB8F}"/>
                </a:ext>
              </a:extLst>
            </p:cNvPr>
            <p:cNvGrpSpPr/>
            <p:nvPr/>
          </p:nvGrpSpPr>
          <p:grpSpPr>
            <a:xfrm>
              <a:off x="-15875" y="3124200"/>
              <a:ext cx="12223750" cy="3733800"/>
              <a:chOff x="247650" y="3124200"/>
              <a:chExt cx="12223750" cy="3733800"/>
            </a:xfrm>
          </p:grpSpPr>
          <p:cxnSp>
            <p:nvCxnSpPr>
              <p:cNvPr id="42" name="Straight Connector 41">
                <a:extLst>
                  <a:ext uri="{FF2B5EF4-FFF2-40B4-BE49-F238E27FC236}">
                    <a16:creationId xmlns:a16="http://schemas.microsoft.com/office/drawing/2014/main" id="{BAC08A73-20C5-EDD2-CAE2-8D0896CB7661}"/>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A164BB7-8EC7-F3FF-2A8B-09DB0063E48B}"/>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CF4999F-3CBA-99F4-F3C7-ED0356FCD5EA}"/>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2A3B8ED-4C9D-A3E8-BF95-323473661AFA}"/>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205BF78-EC2E-F278-D9BD-5D85E8C0B599}"/>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5EB749E-CC29-0A16-4686-3FD677427F70}"/>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D824F6E-71D6-41DD-0A21-79B851B6A987}"/>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A2BD4BA-D677-B136-B7D8-4B64B10356F3}"/>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A02DF48-BC3F-F5BF-663F-FA2835DC8978}"/>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21B6DA7-D1F4-389E-C7BD-6809CEA98608}"/>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48CFD4B-9CBE-0651-CEFF-648EC6EEAE48}"/>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46DDDC9-FCF9-DD01-6326-C70D7A5F83B3}"/>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DF2807F-9374-12E4-1B2F-F525A7A41483}"/>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F9B4E5F-F420-2668-9B1F-6D1A75337118}"/>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5BAA2ED-8249-59CF-7E1D-CE77945315E4}"/>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9F3AE2E-097C-2786-44D4-316308367C1B}"/>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A0EC8CA-FF12-CEFF-4992-FB2B5C545423}"/>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3CDD2C5-C8FF-2944-65E0-314F1AE33F21}"/>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7A66707-7508-5D59-B027-EAF9059E7EC4}"/>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0066557-848F-BF77-A4E7-DEA4BC6BF3E7}"/>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9DD6B5-6920-0208-C70F-41E0667C9F8A}"/>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EFAB93F-BDBB-555C-9D9C-3B0DFC23FEB1}"/>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53FE97E-36B2-7871-D5FD-367291566B78}"/>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E40E7F3-921B-3A30-5D8B-79E58945BFF3}"/>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58CC9E9-3F3E-24FC-18F6-33205EF0BA12}"/>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CF091D0-B40C-C937-C4E0-45F05CC84A66}"/>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665FCF3-EAE1-6CF8-AEDA-16BFEC2C0AD0}"/>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8429B3E-B221-5234-FE41-8444BFFD933B}"/>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9B340A4-DCB5-7F0F-837B-14E248ACBFDE}"/>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709515B-7BA1-70C0-1FF9-2607853AEF97}"/>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E711B9A-C64D-A095-FC31-3C91A0657288}"/>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38DF027-5741-BC31-BE4E-69FFE996C537}"/>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69B3776-363E-85F5-53BA-A81F5F18CA30}"/>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F6A43AD-8A9D-1204-E071-D6224BC77B49}"/>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A80D84C-A2BC-4B5F-8A8C-F3E7B20BEE4F}"/>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42ED373-3D8F-3EAA-1D8C-8731159F6510}"/>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C24BCB5-2980-F3BD-5D55-EC4A18B7B5EF}"/>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3BAA463-A09C-7247-2207-C7A3B63FCA93}"/>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D6222F8-E71A-5655-A02F-9C260A473B88}"/>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8BDF558-1576-6256-2464-43562E756757}"/>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A2D7BDA-EC87-7229-B075-E68873A8B839}"/>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7C9D234-7D11-E8E6-5496-55982A93F458}"/>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1A07888-2026-688B-9BAE-4EFB9CDDBA1E}"/>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78742F-5FB3-A86C-6C0B-216A81FE2A41}"/>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3334465-FD61-1501-F729-274D00A9ABB4}"/>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578CF80-08C1-5213-BA48-701F75E0014E}"/>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5907597-B909-D34F-611A-CB87E96C401E}"/>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216E34D-2A4A-E5D6-4539-D6DD0C12175F}"/>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58973D8-2E07-5F2D-992F-C4AEEB128EC5}"/>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4007E2B-1794-3609-5EA6-F22ACA0FC3F0}"/>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266E732-1526-7EAA-EB7C-3E118CDF624E}"/>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60C2C43-2840-CCDB-8753-C60689F41AB5}"/>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CD7CAAE-65EA-79E1-4399-BB7D77962746}"/>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DBDC852-3F3D-39E3-44BE-2923FA07752B}"/>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77AA8D3-08FD-8EB1-8BC1-E1C736D21A1C}"/>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C66C02F-9119-6158-036B-AFDCD4023B33}"/>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34C07595-3E54-F9F5-8728-5D5E4516AA21}"/>
                </a:ext>
              </a:extLst>
            </p:cNvPr>
            <p:cNvGrpSpPr/>
            <p:nvPr/>
          </p:nvGrpSpPr>
          <p:grpSpPr>
            <a:xfrm>
              <a:off x="-7937" y="3327400"/>
              <a:ext cx="12207875" cy="3467100"/>
              <a:chOff x="47622" y="3327400"/>
              <a:chExt cx="12207875" cy="3467100"/>
            </a:xfrm>
          </p:grpSpPr>
          <p:cxnSp>
            <p:nvCxnSpPr>
              <p:cNvPr id="27" name="Straight Connector 26">
                <a:extLst>
                  <a:ext uri="{FF2B5EF4-FFF2-40B4-BE49-F238E27FC236}">
                    <a16:creationId xmlns:a16="http://schemas.microsoft.com/office/drawing/2014/main" id="{34823348-3E63-C972-2653-A4A625FA0FBF}"/>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6E80F86-A323-27F4-E3FC-7C16B3EEDFD1}"/>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D0BEDE0-54F6-AE64-4A1C-4D211B3287BC}"/>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9CF5E17-BFF7-BF85-A88B-F4AA55CE6308}"/>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4DA7574-5BF9-FA05-1135-B1A5EB182591}"/>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06F1C36-02CF-77CC-C717-EBB22C2B08C0}"/>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09556A6-A174-02CB-A5AF-2B4F8FC9A60F}"/>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344F7-D1D3-66F3-A128-0D73E1FDB1A1}"/>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E7B21AB-2CA4-80D1-EFBC-30D3C676B971}"/>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FBBAAFF-5E33-8290-6AEC-6B1D16B7E395}"/>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631CF18-1BB0-2E51-1CA4-AB6EA9FC6B86}"/>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F29E766-6A7C-36C1-1832-C2B69C908565}"/>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AEEB43F-636F-2543-9B57-44EFCAE2B64F}"/>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EDC2A-3461-798F-22EF-E208E4D50E99}"/>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C740C44-A75D-C640-D6F3-130C00818EAF}"/>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98" name="Oval 97">
            <a:extLst>
              <a:ext uri="{FF2B5EF4-FFF2-40B4-BE49-F238E27FC236}">
                <a16:creationId xmlns:a16="http://schemas.microsoft.com/office/drawing/2014/main" id="{AB95FF26-A35B-2D23-D8D2-413B80D71664}"/>
              </a:ext>
            </a:extLst>
          </p:cNvPr>
          <p:cNvSpPr/>
          <p:nvPr userDrawn="1"/>
        </p:nvSpPr>
        <p:spPr>
          <a:xfrm>
            <a:off x="-2213380" y="980551"/>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9" name="Oval 98">
            <a:extLst>
              <a:ext uri="{FF2B5EF4-FFF2-40B4-BE49-F238E27FC236}">
                <a16:creationId xmlns:a16="http://schemas.microsoft.com/office/drawing/2014/main" id="{96416F43-4A4B-5ED8-3B30-AF2BB3BAABF9}"/>
              </a:ext>
            </a:extLst>
          </p:cNvPr>
          <p:cNvSpPr/>
          <p:nvPr userDrawn="1"/>
        </p:nvSpPr>
        <p:spPr>
          <a:xfrm>
            <a:off x="3520725" y="-2694020"/>
            <a:ext cx="5575095" cy="5575095"/>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0" name="Picture 99">
            <a:extLst>
              <a:ext uri="{FF2B5EF4-FFF2-40B4-BE49-F238E27FC236}">
                <a16:creationId xmlns:a16="http://schemas.microsoft.com/office/drawing/2014/main" id="{29667F28-7B91-9320-E2AE-0B88B2533BB3}"/>
              </a:ext>
            </a:extLst>
          </p:cNvPr>
          <p:cNvPicPr>
            <a:picLocks noChangeAspect="1"/>
          </p:cNvPicPr>
          <p:nvPr userDrawn="1"/>
        </p:nvPicPr>
        <p:blipFill>
          <a:blip r:embed="rId2"/>
          <a:stretch>
            <a:fillRect/>
          </a:stretch>
        </p:blipFill>
        <p:spPr>
          <a:xfrm>
            <a:off x="11241718" y="314964"/>
            <a:ext cx="550269" cy="438150"/>
          </a:xfrm>
          <a:prstGeom prst="rect">
            <a:avLst/>
          </a:prstGeom>
        </p:spPr>
      </p:pic>
      <p:sp>
        <p:nvSpPr>
          <p:cNvPr id="102" name="Oval 101">
            <a:extLst>
              <a:ext uri="{FF2B5EF4-FFF2-40B4-BE49-F238E27FC236}">
                <a16:creationId xmlns:a16="http://schemas.microsoft.com/office/drawing/2014/main" id="{D8E1D0F6-41BD-2923-0AF4-595720ACC953}"/>
              </a:ext>
            </a:extLst>
          </p:cNvPr>
          <p:cNvSpPr/>
          <p:nvPr userDrawn="1"/>
        </p:nvSpPr>
        <p:spPr>
          <a:xfrm>
            <a:off x="8854621" y="4374211"/>
            <a:ext cx="4404838" cy="4404838"/>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Picture Placeholder 2">
            <a:extLst>
              <a:ext uri="{FF2B5EF4-FFF2-40B4-BE49-F238E27FC236}">
                <a16:creationId xmlns:a16="http://schemas.microsoft.com/office/drawing/2014/main" id="{5FBF2F56-5C0D-7D6B-C619-123C8135848D}"/>
              </a:ext>
            </a:extLst>
          </p:cNvPr>
          <p:cNvSpPr>
            <a:spLocks noGrp="1"/>
          </p:cNvSpPr>
          <p:nvPr>
            <p:ph type="pic" sz="quarter" idx="13"/>
          </p:nvPr>
        </p:nvSpPr>
        <p:spPr>
          <a:xfrm>
            <a:off x="1110273" y="1225551"/>
            <a:ext cx="4032250" cy="4406899"/>
          </a:xfrm>
          <a:prstGeom prst="roundRect">
            <a:avLst>
              <a:gd name="adj" fmla="val 7454"/>
            </a:avLst>
          </a:prstGeom>
          <a:solidFill>
            <a:schemeClr val="bg1">
              <a:lumMod val="95000"/>
            </a:schemeClr>
          </a:solidFill>
        </p:spPr>
        <p:txBody>
          <a:bodyPr wrap="square">
            <a:noAutofit/>
          </a:bodyPr>
          <a:lstStyle>
            <a:lvl1pPr algn="l">
              <a:defRPr sz="800"/>
            </a:lvl1pPr>
          </a:lstStyle>
          <a:p>
            <a:endParaRPr lang="en-ID"/>
          </a:p>
        </p:txBody>
      </p:sp>
      <p:sp>
        <p:nvSpPr>
          <p:cNvPr id="8" name="Text Placeholder 7">
            <a:extLst>
              <a:ext uri="{FF2B5EF4-FFF2-40B4-BE49-F238E27FC236}">
                <a16:creationId xmlns:a16="http://schemas.microsoft.com/office/drawing/2014/main" id="{36BA5329-8BAE-93A2-13C4-CD3845180A3E}"/>
              </a:ext>
            </a:extLst>
          </p:cNvPr>
          <p:cNvSpPr>
            <a:spLocks noGrp="1"/>
          </p:cNvSpPr>
          <p:nvPr>
            <p:ph type="body" sz="quarter" idx="11" hasCustomPrompt="1"/>
          </p:nvPr>
        </p:nvSpPr>
        <p:spPr>
          <a:xfrm>
            <a:off x="7295558" y="1612680"/>
            <a:ext cx="3787775" cy="2553558"/>
          </a:xfrm>
          <a:custGeom>
            <a:avLst/>
            <a:gdLst>
              <a:gd name="connsiteX0" fmla="*/ 0 w 3787775"/>
              <a:gd name="connsiteY0" fmla="*/ 0 h 2553558"/>
              <a:gd name="connsiteX1" fmla="*/ 3787775 w 3787775"/>
              <a:gd name="connsiteY1" fmla="*/ 0 h 2553558"/>
              <a:gd name="connsiteX2" fmla="*/ 3787775 w 3787775"/>
              <a:gd name="connsiteY2" fmla="*/ 2553558 h 2553558"/>
              <a:gd name="connsiteX3" fmla="*/ 0 w 3787775"/>
              <a:gd name="connsiteY3" fmla="*/ 2553558 h 2553558"/>
            </a:gdLst>
            <a:ahLst/>
            <a:cxnLst>
              <a:cxn ang="0">
                <a:pos x="connsiteX0" y="connsiteY0"/>
              </a:cxn>
              <a:cxn ang="0">
                <a:pos x="connsiteX1" y="connsiteY1"/>
              </a:cxn>
              <a:cxn ang="0">
                <a:pos x="connsiteX2" y="connsiteY2"/>
              </a:cxn>
              <a:cxn ang="0">
                <a:pos x="connsiteX3" y="connsiteY3"/>
              </a:cxn>
            </a:cxnLst>
            <a:rect l="l" t="t" r="r" b="b"/>
            <a:pathLst>
              <a:path w="3787775" h="2553558">
                <a:moveTo>
                  <a:pt x="0" y="0"/>
                </a:moveTo>
                <a:lnTo>
                  <a:pt x="3787775" y="0"/>
                </a:lnTo>
                <a:lnTo>
                  <a:pt x="3787775" y="2553558"/>
                </a:lnTo>
                <a:lnTo>
                  <a:pt x="0" y="2553558"/>
                </a:lnTo>
                <a:close/>
              </a:path>
            </a:pathLst>
          </a:custGeom>
        </p:spPr>
        <p:txBody>
          <a:bodyPr wrap="square">
            <a:noAutofit/>
          </a:bodyPr>
          <a:lstStyle>
            <a:lvl1pPr marL="0" indent="0" algn="l">
              <a:lnSpc>
                <a:spcPct val="100000"/>
              </a:lnSpc>
              <a:buNone/>
              <a:defRPr sz="8000" b="1">
                <a:solidFill>
                  <a:schemeClr val="bg1"/>
                </a:solidFill>
                <a:latin typeface="+mj-lt"/>
              </a:defRPr>
            </a:lvl1pPr>
          </a:lstStyle>
          <a:p>
            <a:pPr lvl="0"/>
            <a:r>
              <a:rPr lang="en-ID"/>
              <a:t>TITLE HERE</a:t>
            </a:r>
          </a:p>
        </p:txBody>
      </p:sp>
      <p:sp>
        <p:nvSpPr>
          <p:cNvPr id="10" name="Text Placeholder 9">
            <a:extLst>
              <a:ext uri="{FF2B5EF4-FFF2-40B4-BE49-F238E27FC236}">
                <a16:creationId xmlns:a16="http://schemas.microsoft.com/office/drawing/2014/main" id="{855E3688-8B48-0A59-4929-4EA967BE088A}"/>
              </a:ext>
            </a:extLst>
          </p:cNvPr>
          <p:cNvSpPr>
            <a:spLocks noGrp="1"/>
          </p:cNvSpPr>
          <p:nvPr>
            <p:ph type="body" sz="quarter" idx="36" hasCustomPrompt="1"/>
          </p:nvPr>
        </p:nvSpPr>
        <p:spPr>
          <a:xfrm>
            <a:off x="7817486" y="4269634"/>
            <a:ext cx="2102642" cy="307777"/>
          </a:xfrm>
          <a:custGeom>
            <a:avLst/>
            <a:gdLst>
              <a:gd name="connsiteX0" fmla="*/ 0 w 2102642"/>
              <a:gd name="connsiteY0" fmla="*/ 0 h 307777"/>
              <a:gd name="connsiteX1" fmla="*/ 2102642 w 2102642"/>
              <a:gd name="connsiteY1" fmla="*/ 0 h 307777"/>
              <a:gd name="connsiteX2" fmla="*/ 2102642 w 2102642"/>
              <a:gd name="connsiteY2" fmla="*/ 307777 h 307777"/>
              <a:gd name="connsiteX3" fmla="*/ 0 w 210264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02642" h="307777">
                <a:moveTo>
                  <a:pt x="0" y="0"/>
                </a:moveTo>
                <a:lnTo>
                  <a:pt x="2102642" y="0"/>
                </a:lnTo>
                <a:lnTo>
                  <a:pt x="2102642" y="307777"/>
                </a:lnTo>
                <a:lnTo>
                  <a:pt x="0" y="307777"/>
                </a:lnTo>
                <a:close/>
              </a:path>
            </a:pathLst>
          </a:custGeom>
        </p:spPr>
        <p:txBody>
          <a:bodyPr wrap="square">
            <a:noAutofit/>
          </a:bodyPr>
          <a:lstStyle>
            <a:lvl1pPr marL="0" indent="0">
              <a:lnSpc>
                <a:spcPct val="100000"/>
              </a:lnSpc>
              <a:buNone/>
              <a:defRPr sz="1400" b="0">
                <a:solidFill>
                  <a:schemeClr val="bg1"/>
                </a:solidFill>
                <a:latin typeface="+mj-lt"/>
              </a:defRPr>
            </a:lvl1pPr>
          </a:lstStyle>
          <a:p>
            <a:pPr lvl="0"/>
            <a:r>
              <a:rPr lang="en-ID"/>
              <a:t>Subtitle Here</a:t>
            </a:r>
          </a:p>
        </p:txBody>
      </p:sp>
      <p:sp>
        <p:nvSpPr>
          <p:cNvPr id="13" name="Text Placeholder 12">
            <a:extLst>
              <a:ext uri="{FF2B5EF4-FFF2-40B4-BE49-F238E27FC236}">
                <a16:creationId xmlns:a16="http://schemas.microsoft.com/office/drawing/2014/main" id="{DD10141D-2B6B-E923-44F0-A73D9C7E26A6}"/>
              </a:ext>
            </a:extLst>
          </p:cNvPr>
          <p:cNvSpPr>
            <a:spLocks noGrp="1"/>
          </p:cNvSpPr>
          <p:nvPr>
            <p:ph type="body" sz="quarter" idx="37" hasCustomPrompt="1"/>
          </p:nvPr>
        </p:nvSpPr>
        <p:spPr>
          <a:xfrm>
            <a:off x="3341638" y="4346247"/>
            <a:ext cx="2472592" cy="391596"/>
          </a:xfrm>
          <a:custGeom>
            <a:avLst/>
            <a:gdLst>
              <a:gd name="connsiteX0" fmla="*/ 0 w 2472592"/>
              <a:gd name="connsiteY0" fmla="*/ 0 h 391596"/>
              <a:gd name="connsiteX1" fmla="*/ 2472592 w 2472592"/>
              <a:gd name="connsiteY1" fmla="*/ 0 h 391596"/>
              <a:gd name="connsiteX2" fmla="*/ 2472592 w 2472592"/>
              <a:gd name="connsiteY2" fmla="*/ 391596 h 391596"/>
              <a:gd name="connsiteX3" fmla="*/ 0 w 2472592"/>
              <a:gd name="connsiteY3" fmla="*/ 391596 h 391596"/>
            </a:gdLst>
            <a:ahLst/>
            <a:cxnLst>
              <a:cxn ang="0">
                <a:pos x="connsiteX0" y="connsiteY0"/>
              </a:cxn>
              <a:cxn ang="0">
                <a:pos x="connsiteX1" y="connsiteY1"/>
              </a:cxn>
              <a:cxn ang="0">
                <a:pos x="connsiteX2" y="connsiteY2"/>
              </a:cxn>
              <a:cxn ang="0">
                <a:pos x="connsiteX3" y="connsiteY3"/>
              </a:cxn>
            </a:cxnLst>
            <a:rect l="l" t="t" r="r" b="b"/>
            <a:pathLst>
              <a:path w="2472592" h="391596">
                <a:moveTo>
                  <a:pt x="0" y="0"/>
                </a:moveTo>
                <a:lnTo>
                  <a:pt x="2472592" y="0"/>
                </a:lnTo>
                <a:lnTo>
                  <a:pt x="2472592" y="391596"/>
                </a:lnTo>
                <a:lnTo>
                  <a:pt x="0" y="391596"/>
                </a:lnTo>
                <a:close/>
              </a:path>
            </a:pathLst>
          </a:custGeom>
        </p:spPr>
        <p:txBody>
          <a:bodyPr wrap="square">
            <a:noAutofit/>
          </a:bodyPr>
          <a:lstStyle>
            <a:lvl1pPr marL="0" indent="0">
              <a:lnSpc>
                <a:spcPct val="100000"/>
              </a:lnSpc>
              <a:buNone/>
              <a:defRPr sz="1800" b="1">
                <a:solidFill>
                  <a:schemeClr val="bg1"/>
                </a:solidFill>
                <a:latin typeface="+mj-lt"/>
              </a:defRPr>
            </a:lvl1pPr>
          </a:lstStyle>
          <a:p>
            <a:pPr lvl="0"/>
            <a:r>
              <a:rPr lang="en-ID"/>
              <a:t>Subtitle Here</a:t>
            </a:r>
          </a:p>
        </p:txBody>
      </p:sp>
      <p:sp>
        <p:nvSpPr>
          <p:cNvPr id="15" name="Text Placeholder 14">
            <a:extLst>
              <a:ext uri="{FF2B5EF4-FFF2-40B4-BE49-F238E27FC236}">
                <a16:creationId xmlns:a16="http://schemas.microsoft.com/office/drawing/2014/main" id="{95C3CB34-CB31-4083-18EE-57B683B81462}"/>
              </a:ext>
            </a:extLst>
          </p:cNvPr>
          <p:cNvSpPr>
            <a:spLocks noGrp="1"/>
          </p:cNvSpPr>
          <p:nvPr>
            <p:ph type="body" sz="quarter" idx="38" hasCustomPrompt="1"/>
          </p:nvPr>
        </p:nvSpPr>
        <p:spPr>
          <a:xfrm>
            <a:off x="3717993" y="4747918"/>
            <a:ext cx="2967892" cy="307777"/>
          </a:xfrm>
          <a:custGeom>
            <a:avLst/>
            <a:gdLst>
              <a:gd name="connsiteX0" fmla="*/ 0 w 2967892"/>
              <a:gd name="connsiteY0" fmla="*/ 0 h 307777"/>
              <a:gd name="connsiteX1" fmla="*/ 2967892 w 2967892"/>
              <a:gd name="connsiteY1" fmla="*/ 0 h 307777"/>
              <a:gd name="connsiteX2" fmla="*/ 2967892 w 2967892"/>
              <a:gd name="connsiteY2" fmla="*/ 307777 h 307777"/>
              <a:gd name="connsiteX3" fmla="*/ 0 w 296789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967892" h="307777">
                <a:moveTo>
                  <a:pt x="0" y="0"/>
                </a:moveTo>
                <a:lnTo>
                  <a:pt x="2967892" y="0"/>
                </a:lnTo>
                <a:lnTo>
                  <a:pt x="2967892" y="307777"/>
                </a:lnTo>
                <a:lnTo>
                  <a:pt x="0" y="307777"/>
                </a:lnTo>
                <a:close/>
              </a:path>
            </a:pathLst>
          </a:custGeom>
        </p:spPr>
        <p:txBody>
          <a:bodyPr wrap="square">
            <a:noAutofit/>
          </a:bodyPr>
          <a:lstStyle>
            <a:lvl1pPr marL="0" indent="0">
              <a:lnSpc>
                <a:spcPct val="100000"/>
              </a:lnSpc>
              <a:buNone/>
              <a:defRPr sz="1400" b="1">
                <a:solidFill>
                  <a:schemeClr val="bg1"/>
                </a:solidFill>
                <a:latin typeface="+mj-lt"/>
              </a:defRPr>
            </a:lvl1pPr>
          </a:lstStyle>
          <a:p>
            <a:pPr lvl="0"/>
            <a:r>
              <a:rPr lang="en-ID"/>
              <a:t>Your Mail</a:t>
            </a:r>
          </a:p>
        </p:txBody>
      </p:sp>
      <p:sp>
        <p:nvSpPr>
          <p:cNvPr id="19" name="Freeform: Shape 18">
            <a:extLst>
              <a:ext uri="{FF2B5EF4-FFF2-40B4-BE49-F238E27FC236}">
                <a16:creationId xmlns:a16="http://schemas.microsoft.com/office/drawing/2014/main" id="{93C14E49-D336-FB52-C9C7-737E5298BA09}"/>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0" name="TextBox 19">
            <a:extLst>
              <a:ext uri="{FF2B5EF4-FFF2-40B4-BE49-F238E27FC236}">
                <a16:creationId xmlns:a16="http://schemas.microsoft.com/office/drawing/2014/main" id="{591C0693-98CE-AD89-B02C-781B5A250EF4}"/>
              </a:ext>
            </a:extLst>
          </p:cNvPr>
          <p:cNvSpPr txBox="1"/>
          <p:nvPr userDrawn="1"/>
        </p:nvSpPr>
        <p:spPr>
          <a:xfrm>
            <a:off x="11148778" y="6564624"/>
            <a:ext cx="820972" cy="230832"/>
          </a:xfrm>
          <a:prstGeom prst="rect">
            <a:avLst/>
          </a:prstGeom>
          <a:noFill/>
        </p:spPr>
        <p:txBody>
          <a:bodyPr wrap="square" rtlCol="0">
            <a:spAutoFit/>
          </a:bodyPr>
          <a:lstStyle/>
          <a:p>
            <a:r>
              <a:rPr lang="en-ID" sz="900" b="1">
                <a:solidFill>
                  <a:schemeClr val="bg1"/>
                </a:solidFill>
              </a:rPr>
              <a:t>PAGE | </a:t>
            </a:r>
            <a:fld id="{13ABB06F-2B0F-4054-8A3E-E3A306E5D633}" type="slidenum">
              <a:rPr lang="en-ID" sz="900" b="1" smtClean="0">
                <a:solidFill>
                  <a:schemeClr val="bg1"/>
                </a:solidFill>
              </a:rPr>
              <a:pPr/>
              <a:t>‹#›</a:t>
            </a:fld>
            <a:endParaRPr lang="en-ID" sz="900" b="1">
              <a:solidFill>
                <a:schemeClr val="bg1"/>
              </a:solidFill>
            </a:endParaRPr>
          </a:p>
        </p:txBody>
      </p:sp>
      <p:cxnSp>
        <p:nvCxnSpPr>
          <p:cNvPr id="21" name="Straight Connector 20">
            <a:extLst>
              <a:ext uri="{FF2B5EF4-FFF2-40B4-BE49-F238E27FC236}">
                <a16:creationId xmlns:a16="http://schemas.microsoft.com/office/drawing/2014/main" id="{596E2D94-3836-A137-7D0D-F325929D9445}"/>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134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6096000" y="1"/>
            <a:ext cx="6096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2E91DE91-DAF9-07FF-5153-6F05DBF089AB}"/>
              </a:ext>
            </a:extLst>
          </p:cNvPr>
          <p:cNvSpPr>
            <a:spLocks noGrp="1"/>
          </p:cNvSpPr>
          <p:nvPr>
            <p:ph type="body" sz="quarter" idx="11" hasCustomPrompt="1"/>
          </p:nvPr>
        </p:nvSpPr>
        <p:spPr>
          <a:xfrm>
            <a:off x="1245856" y="2560320"/>
            <a:ext cx="7340599" cy="1521707"/>
          </a:xfrm>
          <a:custGeom>
            <a:avLst/>
            <a:gdLst>
              <a:gd name="connsiteX0" fmla="*/ 0 w 7340599"/>
              <a:gd name="connsiteY0" fmla="*/ 0 h 1323439"/>
              <a:gd name="connsiteX1" fmla="*/ 7340599 w 7340599"/>
              <a:gd name="connsiteY1" fmla="*/ 0 h 1323439"/>
              <a:gd name="connsiteX2" fmla="*/ 7340599 w 7340599"/>
              <a:gd name="connsiteY2" fmla="*/ 1323439 h 1323439"/>
              <a:gd name="connsiteX3" fmla="*/ 0 w 7340599"/>
              <a:gd name="connsiteY3" fmla="*/ 1323439 h 1323439"/>
            </a:gdLst>
            <a:ahLst/>
            <a:cxnLst>
              <a:cxn ang="0">
                <a:pos x="connsiteX0" y="connsiteY0"/>
              </a:cxn>
              <a:cxn ang="0">
                <a:pos x="connsiteX1" y="connsiteY1"/>
              </a:cxn>
              <a:cxn ang="0">
                <a:pos x="connsiteX2" y="connsiteY2"/>
              </a:cxn>
              <a:cxn ang="0">
                <a:pos x="connsiteX3" y="connsiteY3"/>
              </a:cxn>
            </a:cxnLst>
            <a:rect l="l" t="t" r="r" b="b"/>
            <a:pathLst>
              <a:path w="7340599" h="1323439">
                <a:moveTo>
                  <a:pt x="0" y="0"/>
                </a:moveTo>
                <a:lnTo>
                  <a:pt x="7340599" y="0"/>
                </a:lnTo>
                <a:lnTo>
                  <a:pt x="7340599" y="1323439"/>
                </a:lnTo>
                <a:lnTo>
                  <a:pt x="0" y="1323439"/>
                </a:lnTo>
                <a:close/>
              </a:path>
            </a:pathLst>
          </a:custGeom>
        </p:spPr>
        <p:txBody>
          <a:bodyPr wrap="square">
            <a:noAutofit/>
          </a:bodyPr>
          <a:lstStyle>
            <a:lvl1pPr marL="0" indent="0" algn="l">
              <a:lnSpc>
                <a:spcPct val="100000"/>
              </a:lnSpc>
              <a:buNone/>
              <a:defRPr sz="40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10FF51A8-DA11-10AB-B47F-F24CEE1942A6}"/>
              </a:ext>
            </a:extLst>
          </p:cNvPr>
          <p:cNvSpPr>
            <a:spLocks noGrp="1"/>
          </p:cNvSpPr>
          <p:nvPr>
            <p:ph type="body" sz="quarter" idx="36" hasCustomPrompt="1"/>
          </p:nvPr>
        </p:nvSpPr>
        <p:spPr>
          <a:xfrm>
            <a:off x="1440591" y="4082028"/>
            <a:ext cx="7145864" cy="307777"/>
          </a:xfrm>
          <a:custGeom>
            <a:avLst/>
            <a:gdLst>
              <a:gd name="connsiteX0" fmla="*/ 0 w 4262962"/>
              <a:gd name="connsiteY0" fmla="*/ 0 h 307777"/>
              <a:gd name="connsiteX1" fmla="*/ 4262962 w 4262962"/>
              <a:gd name="connsiteY1" fmla="*/ 0 h 307777"/>
              <a:gd name="connsiteX2" fmla="*/ 4262962 w 4262962"/>
              <a:gd name="connsiteY2" fmla="*/ 307777 h 307777"/>
              <a:gd name="connsiteX3" fmla="*/ 0 w 426296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4262962" h="307777">
                <a:moveTo>
                  <a:pt x="0" y="0"/>
                </a:moveTo>
                <a:lnTo>
                  <a:pt x="4262962" y="0"/>
                </a:lnTo>
                <a:lnTo>
                  <a:pt x="4262962"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12" name="Text Placeholder 11">
            <a:extLst>
              <a:ext uri="{FF2B5EF4-FFF2-40B4-BE49-F238E27FC236}">
                <a16:creationId xmlns:a16="http://schemas.microsoft.com/office/drawing/2014/main" id="{7CA76AEA-CEBA-33BC-85FD-A5F7459AEF7A}"/>
              </a:ext>
            </a:extLst>
          </p:cNvPr>
          <p:cNvSpPr>
            <a:spLocks noGrp="1"/>
          </p:cNvSpPr>
          <p:nvPr>
            <p:ph type="body" sz="quarter" idx="42" hasCustomPrompt="1"/>
          </p:nvPr>
        </p:nvSpPr>
        <p:spPr>
          <a:xfrm>
            <a:off x="1726114" y="5981012"/>
            <a:ext cx="2154990" cy="307777"/>
          </a:xfrm>
          <a:custGeom>
            <a:avLst/>
            <a:gdLst>
              <a:gd name="connsiteX0" fmla="*/ 0 w 2154990"/>
              <a:gd name="connsiteY0" fmla="*/ 0 h 307777"/>
              <a:gd name="connsiteX1" fmla="*/ 2154990 w 2154990"/>
              <a:gd name="connsiteY1" fmla="*/ 0 h 307777"/>
              <a:gd name="connsiteX2" fmla="*/ 2154990 w 2154990"/>
              <a:gd name="connsiteY2" fmla="*/ 307777 h 307777"/>
              <a:gd name="connsiteX3" fmla="*/ 0 w 2154990"/>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54990" h="307777">
                <a:moveTo>
                  <a:pt x="0" y="0"/>
                </a:moveTo>
                <a:lnTo>
                  <a:pt x="2154990" y="0"/>
                </a:lnTo>
                <a:lnTo>
                  <a:pt x="2154990" y="307777"/>
                </a:lnTo>
                <a:lnTo>
                  <a:pt x="0" y="307777"/>
                </a:lnTo>
                <a:close/>
              </a:path>
            </a:pathLst>
          </a:custGeom>
        </p:spPr>
        <p:txBody>
          <a:bodyPr wrap="square">
            <a:noAutofit/>
          </a:bodyPr>
          <a:lstStyle>
            <a:lvl1pPr marL="0" indent="0">
              <a:lnSpc>
                <a:spcPct val="100000"/>
              </a:lnSpc>
              <a:buNone/>
              <a:defRPr sz="1400" b="0">
                <a:solidFill>
                  <a:schemeClr val="accent2"/>
                </a:solidFill>
                <a:latin typeface="+mn-lt"/>
              </a:defRPr>
            </a:lvl1pPr>
          </a:lstStyle>
          <a:p>
            <a:pPr lvl="0"/>
            <a:r>
              <a:rPr lang="en-ID"/>
              <a:t>Subtitle Here</a:t>
            </a:r>
          </a:p>
        </p:txBody>
      </p:sp>
    </p:spTree>
    <p:extLst>
      <p:ext uri="{BB962C8B-B14F-4D97-AF65-F5344CB8AC3E}">
        <p14:creationId xmlns:p14="http://schemas.microsoft.com/office/powerpoint/2010/main" val="4044803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CA013209-43FB-D981-FC9F-D46239C254AA}"/>
              </a:ext>
            </a:extLst>
          </p:cNvPr>
          <p:cNvSpPr>
            <a:spLocks noGrp="1"/>
          </p:cNvSpPr>
          <p:nvPr>
            <p:ph type="pic" sz="quarter" idx="10"/>
          </p:nvPr>
        </p:nvSpPr>
        <p:spPr>
          <a:xfrm>
            <a:off x="958181" y="3238500"/>
            <a:ext cx="4416060" cy="3114675"/>
          </a:xfrm>
          <a:prstGeom prst="roundRect">
            <a:avLst>
              <a:gd name="adj" fmla="val 8716"/>
            </a:avLst>
          </a:prstGeom>
          <a:solidFill>
            <a:schemeClr val="bg1">
              <a:lumMod val="95000"/>
            </a:schemeClr>
          </a:solidFill>
        </p:spPr>
        <p:txBody>
          <a:bodyPr wrap="square">
            <a:noAutofit/>
          </a:bodyPr>
          <a:lstStyle>
            <a:lvl1pPr>
              <a:defRPr sz="800"/>
            </a:lvl1pPr>
          </a:lstStyle>
          <a:p>
            <a:endParaRPr lang="en-ID"/>
          </a:p>
        </p:txBody>
      </p:sp>
      <p:sp>
        <p:nvSpPr>
          <p:cNvPr id="16" name="Text Placeholder 15">
            <a:extLst>
              <a:ext uri="{FF2B5EF4-FFF2-40B4-BE49-F238E27FC236}">
                <a16:creationId xmlns:a16="http://schemas.microsoft.com/office/drawing/2014/main" id="{5DECD622-2493-3DDE-5C47-57B765924A8C}"/>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20" name="Text Placeholder 19">
            <a:extLst>
              <a:ext uri="{FF2B5EF4-FFF2-40B4-BE49-F238E27FC236}">
                <a16:creationId xmlns:a16="http://schemas.microsoft.com/office/drawing/2014/main" id="{F310C531-7808-5922-FE4E-A4E2C526F778}"/>
              </a:ext>
            </a:extLst>
          </p:cNvPr>
          <p:cNvSpPr>
            <a:spLocks noGrp="1"/>
          </p:cNvSpPr>
          <p:nvPr>
            <p:ph type="body" sz="quarter" idx="32" hasCustomPrompt="1"/>
          </p:nvPr>
        </p:nvSpPr>
        <p:spPr>
          <a:xfrm>
            <a:off x="867145" y="1431302"/>
            <a:ext cx="4102679" cy="1459374"/>
          </a:xfrm>
          <a:custGeom>
            <a:avLst/>
            <a:gdLst>
              <a:gd name="connsiteX0" fmla="*/ 0 w 4102679"/>
              <a:gd name="connsiteY0" fmla="*/ 0 h 1459374"/>
              <a:gd name="connsiteX1" fmla="*/ 4102679 w 4102679"/>
              <a:gd name="connsiteY1" fmla="*/ 0 h 1459374"/>
              <a:gd name="connsiteX2" fmla="*/ 4102679 w 4102679"/>
              <a:gd name="connsiteY2" fmla="*/ 1459374 h 1459374"/>
              <a:gd name="connsiteX3" fmla="*/ 0 w 4102679"/>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102679" h="1459374">
                <a:moveTo>
                  <a:pt x="0" y="0"/>
                </a:moveTo>
                <a:lnTo>
                  <a:pt x="4102679" y="0"/>
                </a:lnTo>
                <a:lnTo>
                  <a:pt x="4102679"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B14082E-773D-8D9E-3061-6DB291AF6A98}"/>
              </a:ext>
            </a:extLst>
          </p:cNvPr>
          <p:cNvSpPr>
            <a:spLocks noGrp="1"/>
          </p:cNvSpPr>
          <p:nvPr>
            <p:ph type="body" sz="quarter" idx="37" hasCustomPrompt="1"/>
          </p:nvPr>
        </p:nvSpPr>
        <p:spPr>
          <a:xfrm>
            <a:off x="5929142" y="1412779"/>
            <a:ext cx="1830252" cy="536044"/>
          </a:xfrm>
          <a:custGeom>
            <a:avLst/>
            <a:gdLst>
              <a:gd name="connsiteX0" fmla="*/ 0 w 1830252"/>
              <a:gd name="connsiteY0" fmla="*/ 0 h 536044"/>
              <a:gd name="connsiteX1" fmla="*/ 1830252 w 1830252"/>
              <a:gd name="connsiteY1" fmla="*/ 0 h 536044"/>
              <a:gd name="connsiteX2" fmla="*/ 1830252 w 1830252"/>
              <a:gd name="connsiteY2" fmla="*/ 536044 h 536044"/>
              <a:gd name="connsiteX3" fmla="*/ 0 w 1830252"/>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1830252" h="536044">
                <a:moveTo>
                  <a:pt x="0" y="0"/>
                </a:moveTo>
                <a:lnTo>
                  <a:pt x="1830252" y="0"/>
                </a:lnTo>
                <a:lnTo>
                  <a:pt x="1830252"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03DFA8C6-3A6B-A6DB-5516-77CDD2687254}"/>
              </a:ext>
            </a:extLst>
          </p:cNvPr>
          <p:cNvSpPr>
            <a:spLocks noGrp="1"/>
          </p:cNvSpPr>
          <p:nvPr>
            <p:ph type="body" sz="quarter" idx="38" hasCustomPrompt="1"/>
          </p:nvPr>
        </p:nvSpPr>
        <p:spPr>
          <a:xfrm>
            <a:off x="5893099" y="2366157"/>
            <a:ext cx="2040109" cy="536044"/>
          </a:xfrm>
          <a:custGeom>
            <a:avLst/>
            <a:gdLst>
              <a:gd name="connsiteX0" fmla="*/ 0 w 2040109"/>
              <a:gd name="connsiteY0" fmla="*/ 0 h 536044"/>
              <a:gd name="connsiteX1" fmla="*/ 2040109 w 2040109"/>
              <a:gd name="connsiteY1" fmla="*/ 0 h 536044"/>
              <a:gd name="connsiteX2" fmla="*/ 2040109 w 2040109"/>
              <a:gd name="connsiteY2" fmla="*/ 536044 h 536044"/>
              <a:gd name="connsiteX3" fmla="*/ 0 w 2040109"/>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2040109" h="536044">
                <a:moveTo>
                  <a:pt x="0" y="0"/>
                </a:moveTo>
                <a:lnTo>
                  <a:pt x="2040109" y="0"/>
                </a:lnTo>
                <a:lnTo>
                  <a:pt x="2040109"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8" name="Text Placeholder 27">
            <a:extLst>
              <a:ext uri="{FF2B5EF4-FFF2-40B4-BE49-F238E27FC236}">
                <a16:creationId xmlns:a16="http://schemas.microsoft.com/office/drawing/2014/main" id="{C4D4305A-D84B-EE39-2D90-81E7F6247226}"/>
              </a:ext>
            </a:extLst>
          </p:cNvPr>
          <p:cNvSpPr>
            <a:spLocks noGrp="1"/>
          </p:cNvSpPr>
          <p:nvPr>
            <p:ph type="body" sz="quarter" idx="39" hasCustomPrompt="1"/>
          </p:nvPr>
        </p:nvSpPr>
        <p:spPr>
          <a:xfrm>
            <a:off x="8604240" y="1412779"/>
            <a:ext cx="3157007" cy="536044"/>
          </a:xfrm>
          <a:custGeom>
            <a:avLst/>
            <a:gdLst>
              <a:gd name="connsiteX0" fmla="*/ 0 w 3157007"/>
              <a:gd name="connsiteY0" fmla="*/ 0 h 536044"/>
              <a:gd name="connsiteX1" fmla="*/ 3157007 w 3157007"/>
              <a:gd name="connsiteY1" fmla="*/ 0 h 536044"/>
              <a:gd name="connsiteX2" fmla="*/ 3157007 w 3157007"/>
              <a:gd name="connsiteY2" fmla="*/ 536044 h 536044"/>
              <a:gd name="connsiteX3" fmla="*/ 0 w 3157007"/>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3157007" h="536044">
                <a:moveTo>
                  <a:pt x="0" y="0"/>
                </a:moveTo>
                <a:lnTo>
                  <a:pt x="3157007" y="0"/>
                </a:lnTo>
                <a:lnTo>
                  <a:pt x="3157007"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9" name="Text Placeholder 28">
            <a:extLst>
              <a:ext uri="{FF2B5EF4-FFF2-40B4-BE49-F238E27FC236}">
                <a16:creationId xmlns:a16="http://schemas.microsoft.com/office/drawing/2014/main" id="{7E4B9E1D-1038-E069-EABD-0F403D6FEF15}"/>
              </a:ext>
            </a:extLst>
          </p:cNvPr>
          <p:cNvSpPr>
            <a:spLocks noGrp="1"/>
          </p:cNvSpPr>
          <p:nvPr>
            <p:ph type="body" sz="quarter" idx="40" hasCustomPrompt="1"/>
          </p:nvPr>
        </p:nvSpPr>
        <p:spPr>
          <a:xfrm>
            <a:off x="8568198" y="2446357"/>
            <a:ext cx="3193050" cy="305212"/>
          </a:xfrm>
          <a:custGeom>
            <a:avLst/>
            <a:gdLst>
              <a:gd name="connsiteX0" fmla="*/ 0 w 3072149"/>
              <a:gd name="connsiteY0" fmla="*/ 0 h 305212"/>
              <a:gd name="connsiteX1" fmla="*/ 3072149 w 3072149"/>
              <a:gd name="connsiteY1" fmla="*/ 0 h 305212"/>
              <a:gd name="connsiteX2" fmla="*/ 3072149 w 3072149"/>
              <a:gd name="connsiteY2" fmla="*/ 305212 h 305212"/>
              <a:gd name="connsiteX3" fmla="*/ 0 w 307214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3072149" h="305212">
                <a:moveTo>
                  <a:pt x="0" y="0"/>
                </a:moveTo>
                <a:lnTo>
                  <a:pt x="3072149" y="0"/>
                </a:lnTo>
                <a:lnTo>
                  <a:pt x="3072149" y="305212"/>
                </a:lnTo>
                <a:lnTo>
                  <a:pt x="0" y="305212"/>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160E7A35-F25E-FA09-5A29-ACD7EFECB8B9}"/>
              </a:ext>
            </a:extLst>
          </p:cNvPr>
          <p:cNvSpPr>
            <a:spLocks noGrp="1"/>
          </p:cNvSpPr>
          <p:nvPr>
            <p:ph type="body" sz="quarter" idx="41" hasCustomPrompt="1"/>
          </p:nvPr>
        </p:nvSpPr>
        <p:spPr>
          <a:xfrm>
            <a:off x="1147862" y="4984386"/>
            <a:ext cx="4102679" cy="1228541"/>
          </a:xfrm>
          <a:custGeom>
            <a:avLst/>
            <a:gdLst>
              <a:gd name="connsiteX0" fmla="*/ 0 w 4102679"/>
              <a:gd name="connsiteY0" fmla="*/ 0 h 1228541"/>
              <a:gd name="connsiteX1" fmla="*/ 4102679 w 4102679"/>
              <a:gd name="connsiteY1" fmla="*/ 0 h 1228541"/>
              <a:gd name="connsiteX2" fmla="*/ 4102679 w 4102679"/>
              <a:gd name="connsiteY2" fmla="*/ 1228541 h 1228541"/>
              <a:gd name="connsiteX3" fmla="*/ 0 w 4102679"/>
              <a:gd name="connsiteY3" fmla="*/ 1228541 h 1228541"/>
            </a:gdLst>
            <a:ahLst/>
            <a:cxnLst>
              <a:cxn ang="0">
                <a:pos x="connsiteX0" y="connsiteY0"/>
              </a:cxn>
              <a:cxn ang="0">
                <a:pos x="connsiteX1" y="connsiteY1"/>
              </a:cxn>
              <a:cxn ang="0">
                <a:pos x="connsiteX2" y="connsiteY2"/>
              </a:cxn>
              <a:cxn ang="0">
                <a:pos x="connsiteX3" y="connsiteY3"/>
              </a:cxn>
            </a:cxnLst>
            <a:rect l="l" t="t" r="r" b="b"/>
            <a:pathLst>
              <a:path w="4102679" h="1228541">
                <a:moveTo>
                  <a:pt x="0" y="0"/>
                </a:moveTo>
                <a:lnTo>
                  <a:pt x="4102679" y="0"/>
                </a:lnTo>
                <a:lnTo>
                  <a:pt x="4102679" y="1228541"/>
                </a:lnTo>
                <a:lnTo>
                  <a:pt x="0" y="1228541"/>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3" name="Text Placeholder 32">
            <a:extLst>
              <a:ext uri="{FF2B5EF4-FFF2-40B4-BE49-F238E27FC236}">
                <a16:creationId xmlns:a16="http://schemas.microsoft.com/office/drawing/2014/main" id="{6FCE14CC-F63C-FBF5-8AC9-5408ADB3A79C}"/>
              </a:ext>
            </a:extLst>
          </p:cNvPr>
          <p:cNvSpPr>
            <a:spLocks noGrp="1"/>
          </p:cNvSpPr>
          <p:nvPr>
            <p:ph type="body" sz="quarter" idx="42" hasCustomPrompt="1"/>
          </p:nvPr>
        </p:nvSpPr>
        <p:spPr>
          <a:xfrm>
            <a:off x="5603444" y="3594105"/>
            <a:ext cx="6283756" cy="1106713"/>
          </a:xfrm>
          <a:custGeom>
            <a:avLst/>
            <a:gdLst>
              <a:gd name="connsiteX0" fmla="*/ 0 w 6283756"/>
              <a:gd name="connsiteY0" fmla="*/ 0 h 1106713"/>
              <a:gd name="connsiteX1" fmla="*/ 6283756 w 6283756"/>
              <a:gd name="connsiteY1" fmla="*/ 0 h 1106713"/>
              <a:gd name="connsiteX2" fmla="*/ 6283756 w 6283756"/>
              <a:gd name="connsiteY2" fmla="*/ 1106713 h 1106713"/>
              <a:gd name="connsiteX3" fmla="*/ 0 w 6283756"/>
              <a:gd name="connsiteY3" fmla="*/ 1106713 h 1106713"/>
            </a:gdLst>
            <a:ahLst/>
            <a:cxnLst>
              <a:cxn ang="0">
                <a:pos x="connsiteX0" y="connsiteY0"/>
              </a:cxn>
              <a:cxn ang="0">
                <a:pos x="connsiteX1" y="connsiteY1"/>
              </a:cxn>
              <a:cxn ang="0">
                <a:pos x="connsiteX2" y="connsiteY2"/>
              </a:cxn>
              <a:cxn ang="0">
                <a:pos x="connsiteX3" y="connsiteY3"/>
              </a:cxn>
            </a:cxnLst>
            <a:rect l="l" t="t" r="r" b="b"/>
            <a:pathLst>
              <a:path w="6283756" h="1106713">
                <a:moveTo>
                  <a:pt x="0" y="0"/>
                </a:moveTo>
                <a:lnTo>
                  <a:pt x="6283756" y="0"/>
                </a:lnTo>
                <a:lnTo>
                  <a:pt x="6283756" y="1106713"/>
                </a:lnTo>
                <a:lnTo>
                  <a:pt x="0" y="1106713"/>
                </a:lnTo>
                <a:close/>
              </a:path>
            </a:pathLst>
          </a:custGeom>
        </p:spPr>
        <p:txBody>
          <a:bodyPr wrap="square">
            <a:noAutofit/>
          </a:bodyPr>
          <a:lstStyle>
            <a:lvl1pPr marL="0" indent="0">
              <a:lnSpc>
                <a:spcPts val="1600"/>
              </a:lnSpc>
              <a:spcBef>
                <a:spcPts val="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3C66DE4D-C615-B6CD-A9F1-93BC7C9A1FFC}"/>
              </a:ext>
            </a:extLst>
          </p:cNvPr>
          <p:cNvSpPr>
            <a:spLocks noGrp="1"/>
          </p:cNvSpPr>
          <p:nvPr>
            <p:ph type="body" sz="quarter" idx="43" hasCustomPrompt="1"/>
          </p:nvPr>
        </p:nvSpPr>
        <p:spPr>
          <a:xfrm>
            <a:off x="5603444" y="5147319"/>
            <a:ext cx="6283756" cy="1106713"/>
          </a:xfrm>
          <a:custGeom>
            <a:avLst/>
            <a:gdLst>
              <a:gd name="connsiteX0" fmla="*/ 0 w 6283756"/>
              <a:gd name="connsiteY0" fmla="*/ 0 h 1106713"/>
              <a:gd name="connsiteX1" fmla="*/ 6283756 w 6283756"/>
              <a:gd name="connsiteY1" fmla="*/ 0 h 1106713"/>
              <a:gd name="connsiteX2" fmla="*/ 6283756 w 6283756"/>
              <a:gd name="connsiteY2" fmla="*/ 1106713 h 1106713"/>
              <a:gd name="connsiteX3" fmla="*/ 0 w 6283756"/>
              <a:gd name="connsiteY3" fmla="*/ 1106713 h 1106713"/>
            </a:gdLst>
            <a:ahLst/>
            <a:cxnLst>
              <a:cxn ang="0">
                <a:pos x="connsiteX0" y="connsiteY0"/>
              </a:cxn>
              <a:cxn ang="0">
                <a:pos x="connsiteX1" y="connsiteY1"/>
              </a:cxn>
              <a:cxn ang="0">
                <a:pos x="connsiteX2" y="connsiteY2"/>
              </a:cxn>
              <a:cxn ang="0">
                <a:pos x="connsiteX3" y="connsiteY3"/>
              </a:cxn>
            </a:cxnLst>
            <a:rect l="l" t="t" r="r" b="b"/>
            <a:pathLst>
              <a:path w="6283756" h="1106713">
                <a:moveTo>
                  <a:pt x="0" y="0"/>
                </a:moveTo>
                <a:lnTo>
                  <a:pt x="6283756" y="0"/>
                </a:lnTo>
                <a:lnTo>
                  <a:pt x="6283756" y="1106713"/>
                </a:lnTo>
                <a:lnTo>
                  <a:pt x="0" y="1106713"/>
                </a:lnTo>
                <a:close/>
              </a:path>
            </a:pathLst>
          </a:custGeom>
        </p:spPr>
        <p:txBody>
          <a:bodyPr wrap="square">
            <a:noAutofit/>
          </a:bodyPr>
          <a:lstStyle>
            <a:lvl1pPr marL="0" indent="0">
              <a:lnSpc>
                <a:spcPts val="1600"/>
              </a:lnSpc>
              <a:spcBef>
                <a:spcPts val="0"/>
              </a:spcBef>
              <a:buNone/>
              <a:defRPr sz="1200" b="0">
                <a:solidFill>
                  <a:schemeClr val="bg1"/>
                </a:solidFill>
                <a:latin typeface="+mn-lt"/>
              </a:defRPr>
            </a:lvl1pPr>
          </a:lstStyle>
          <a:p>
            <a:pPr lvl="0"/>
            <a:r>
              <a:rPr lang="en-ID"/>
              <a:t>Description Here</a:t>
            </a:r>
          </a:p>
        </p:txBody>
      </p:sp>
      <p:sp>
        <p:nvSpPr>
          <p:cNvPr id="37" name="Text Placeholder 36">
            <a:extLst>
              <a:ext uri="{FF2B5EF4-FFF2-40B4-BE49-F238E27FC236}">
                <a16:creationId xmlns:a16="http://schemas.microsoft.com/office/drawing/2014/main" id="{06364A42-3B9F-5D02-8A20-AB38ADB77CC6}"/>
              </a:ext>
            </a:extLst>
          </p:cNvPr>
          <p:cNvSpPr>
            <a:spLocks noGrp="1"/>
          </p:cNvSpPr>
          <p:nvPr>
            <p:ph type="body" sz="quarter" idx="44" hasCustomPrompt="1"/>
          </p:nvPr>
        </p:nvSpPr>
        <p:spPr>
          <a:xfrm>
            <a:off x="5960611" y="3312054"/>
            <a:ext cx="5926588"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0" name="Text Placeholder 39">
            <a:extLst>
              <a:ext uri="{FF2B5EF4-FFF2-40B4-BE49-F238E27FC236}">
                <a16:creationId xmlns:a16="http://schemas.microsoft.com/office/drawing/2014/main" id="{DFBE40F0-1F89-07E7-7A74-E5E67F0CCCAE}"/>
              </a:ext>
            </a:extLst>
          </p:cNvPr>
          <p:cNvSpPr>
            <a:spLocks noGrp="1"/>
          </p:cNvSpPr>
          <p:nvPr>
            <p:ph type="body" sz="quarter" idx="45" hasCustomPrompt="1"/>
          </p:nvPr>
        </p:nvSpPr>
        <p:spPr>
          <a:xfrm>
            <a:off x="5960610" y="4871614"/>
            <a:ext cx="5926590" cy="307777"/>
          </a:xfrm>
          <a:custGeom>
            <a:avLst/>
            <a:gdLst>
              <a:gd name="connsiteX0" fmla="*/ 0 w 3664380"/>
              <a:gd name="connsiteY0" fmla="*/ 0 h 307777"/>
              <a:gd name="connsiteX1" fmla="*/ 3664380 w 3664380"/>
              <a:gd name="connsiteY1" fmla="*/ 0 h 307777"/>
              <a:gd name="connsiteX2" fmla="*/ 3664380 w 3664380"/>
              <a:gd name="connsiteY2" fmla="*/ 307777 h 307777"/>
              <a:gd name="connsiteX3" fmla="*/ 0 w 3664380"/>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664380" h="307777">
                <a:moveTo>
                  <a:pt x="0" y="0"/>
                </a:moveTo>
                <a:lnTo>
                  <a:pt x="3664380" y="0"/>
                </a:lnTo>
                <a:lnTo>
                  <a:pt x="3664380" y="307777"/>
                </a:lnTo>
                <a:lnTo>
                  <a:pt x="0" y="307777"/>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 name="Text Placeholder 3">
            <a:extLst>
              <a:ext uri="{FF2B5EF4-FFF2-40B4-BE49-F238E27FC236}">
                <a16:creationId xmlns:a16="http://schemas.microsoft.com/office/drawing/2014/main" id="{DF5D2AC0-DCB0-C557-D122-8C1A9143720F}"/>
              </a:ext>
            </a:extLst>
          </p:cNvPr>
          <p:cNvSpPr>
            <a:spLocks noGrp="1"/>
          </p:cNvSpPr>
          <p:nvPr>
            <p:ph type="body" sz="quarter" idx="47" hasCustomPrompt="1"/>
          </p:nvPr>
        </p:nvSpPr>
        <p:spPr>
          <a:xfrm>
            <a:off x="1024162" y="857403"/>
            <a:ext cx="5548088" cy="307777"/>
          </a:xfrm>
          <a:custGeom>
            <a:avLst/>
            <a:gdLst>
              <a:gd name="connsiteX0" fmla="*/ 0 w 5548088"/>
              <a:gd name="connsiteY0" fmla="*/ 0 h 307777"/>
              <a:gd name="connsiteX1" fmla="*/ 5548088 w 5548088"/>
              <a:gd name="connsiteY1" fmla="*/ 0 h 307777"/>
              <a:gd name="connsiteX2" fmla="*/ 5548088 w 5548088"/>
              <a:gd name="connsiteY2" fmla="*/ 307777 h 307777"/>
              <a:gd name="connsiteX3" fmla="*/ 0 w 5548088"/>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5548088" h="307777">
                <a:moveTo>
                  <a:pt x="0" y="0"/>
                </a:moveTo>
                <a:lnTo>
                  <a:pt x="5548088" y="0"/>
                </a:lnTo>
                <a:lnTo>
                  <a:pt x="5548088"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Tree>
    <p:extLst>
      <p:ext uri="{BB962C8B-B14F-4D97-AF65-F5344CB8AC3E}">
        <p14:creationId xmlns:p14="http://schemas.microsoft.com/office/powerpoint/2010/main" val="4194538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DECD622-2493-3DDE-5C47-57B765924A8C}"/>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19" name="Text Placeholder 18">
            <a:extLst>
              <a:ext uri="{FF2B5EF4-FFF2-40B4-BE49-F238E27FC236}">
                <a16:creationId xmlns:a16="http://schemas.microsoft.com/office/drawing/2014/main" id="{0A6498A7-23FF-1E5D-D8B6-D62509750426}"/>
              </a:ext>
            </a:extLst>
          </p:cNvPr>
          <p:cNvSpPr>
            <a:spLocks noGrp="1"/>
          </p:cNvSpPr>
          <p:nvPr>
            <p:ph type="body" sz="quarter" idx="44" hasCustomPrompt="1"/>
          </p:nvPr>
        </p:nvSpPr>
        <p:spPr>
          <a:xfrm>
            <a:off x="1509061" y="1458764"/>
            <a:ext cx="3378750"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2"/>
                </a:solidFill>
                <a:latin typeface="+mj-lt"/>
              </a:defRPr>
            </a:lvl1pPr>
          </a:lstStyle>
          <a:p>
            <a:pPr lvl="0"/>
            <a:r>
              <a:rPr lang="en-ID"/>
              <a:t>Subtitle Here</a:t>
            </a:r>
          </a:p>
        </p:txBody>
      </p:sp>
      <p:sp>
        <p:nvSpPr>
          <p:cNvPr id="22" name="Text Placeholder 21">
            <a:extLst>
              <a:ext uri="{FF2B5EF4-FFF2-40B4-BE49-F238E27FC236}">
                <a16:creationId xmlns:a16="http://schemas.microsoft.com/office/drawing/2014/main" id="{1C457EA1-0DD6-ED33-67BC-1416FAEA2061}"/>
              </a:ext>
            </a:extLst>
          </p:cNvPr>
          <p:cNvSpPr>
            <a:spLocks noGrp="1"/>
          </p:cNvSpPr>
          <p:nvPr>
            <p:ph type="body" sz="quarter" idx="45" hasCustomPrompt="1"/>
          </p:nvPr>
        </p:nvSpPr>
        <p:spPr>
          <a:xfrm>
            <a:off x="812533" y="3123658"/>
            <a:ext cx="3208587"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26" name="Text Placeholder 25">
            <a:extLst>
              <a:ext uri="{FF2B5EF4-FFF2-40B4-BE49-F238E27FC236}">
                <a16:creationId xmlns:a16="http://schemas.microsoft.com/office/drawing/2014/main" id="{25264DE3-8861-15A9-4E98-3B22DFACDC93}"/>
              </a:ext>
            </a:extLst>
          </p:cNvPr>
          <p:cNvSpPr>
            <a:spLocks noGrp="1"/>
          </p:cNvSpPr>
          <p:nvPr>
            <p:ph type="body" sz="quarter" idx="46" hasCustomPrompt="1"/>
          </p:nvPr>
        </p:nvSpPr>
        <p:spPr>
          <a:xfrm>
            <a:off x="1509059" y="4789668"/>
            <a:ext cx="3378751"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2"/>
                </a:solidFill>
                <a:latin typeface="+mj-lt"/>
              </a:defRPr>
            </a:lvl1pPr>
          </a:lstStyle>
          <a:p>
            <a:pPr lvl="0"/>
            <a:r>
              <a:rPr lang="en-ID"/>
              <a:t>Subtitle Here</a:t>
            </a:r>
          </a:p>
        </p:txBody>
      </p:sp>
      <p:sp>
        <p:nvSpPr>
          <p:cNvPr id="30" name="Text Placeholder 29">
            <a:extLst>
              <a:ext uri="{FF2B5EF4-FFF2-40B4-BE49-F238E27FC236}">
                <a16:creationId xmlns:a16="http://schemas.microsoft.com/office/drawing/2014/main" id="{412CEAD8-26E5-0934-3B0C-7AAA6FB4725D}"/>
              </a:ext>
            </a:extLst>
          </p:cNvPr>
          <p:cNvSpPr>
            <a:spLocks noGrp="1"/>
          </p:cNvSpPr>
          <p:nvPr>
            <p:ph type="body" sz="quarter" idx="47" hasCustomPrompt="1"/>
          </p:nvPr>
        </p:nvSpPr>
        <p:spPr>
          <a:xfrm>
            <a:off x="8006695" y="1458764"/>
            <a:ext cx="3425690"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34" name="Text Placeholder 33">
            <a:extLst>
              <a:ext uri="{FF2B5EF4-FFF2-40B4-BE49-F238E27FC236}">
                <a16:creationId xmlns:a16="http://schemas.microsoft.com/office/drawing/2014/main" id="{2C8BC5EE-892F-F719-A1D7-73516A767B6D}"/>
              </a:ext>
            </a:extLst>
          </p:cNvPr>
          <p:cNvSpPr>
            <a:spLocks noGrp="1"/>
          </p:cNvSpPr>
          <p:nvPr>
            <p:ph type="body" sz="quarter" idx="48" hasCustomPrompt="1"/>
          </p:nvPr>
        </p:nvSpPr>
        <p:spPr>
          <a:xfrm>
            <a:off x="8886963" y="3129074"/>
            <a:ext cx="26310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Subtitle Here</a:t>
            </a:r>
          </a:p>
        </p:txBody>
      </p:sp>
      <p:sp>
        <p:nvSpPr>
          <p:cNvPr id="38" name="Text Placeholder 37">
            <a:extLst>
              <a:ext uri="{FF2B5EF4-FFF2-40B4-BE49-F238E27FC236}">
                <a16:creationId xmlns:a16="http://schemas.microsoft.com/office/drawing/2014/main" id="{F5326656-62D8-1B30-C945-9814BFE5472F}"/>
              </a:ext>
            </a:extLst>
          </p:cNvPr>
          <p:cNvSpPr>
            <a:spLocks noGrp="1"/>
          </p:cNvSpPr>
          <p:nvPr>
            <p:ph type="body" sz="quarter" idx="49" hasCustomPrompt="1"/>
          </p:nvPr>
        </p:nvSpPr>
        <p:spPr>
          <a:xfrm>
            <a:off x="8006696" y="4784524"/>
            <a:ext cx="342568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41" name="Text Placeholder 40">
            <a:extLst>
              <a:ext uri="{FF2B5EF4-FFF2-40B4-BE49-F238E27FC236}">
                <a16:creationId xmlns:a16="http://schemas.microsoft.com/office/drawing/2014/main" id="{FFD4BB20-51ED-3B51-5B90-C268524AD98F}"/>
              </a:ext>
            </a:extLst>
          </p:cNvPr>
          <p:cNvSpPr>
            <a:spLocks noGrp="1"/>
          </p:cNvSpPr>
          <p:nvPr>
            <p:ph type="body" sz="quarter" idx="38" hasCustomPrompt="1"/>
          </p:nvPr>
        </p:nvSpPr>
        <p:spPr>
          <a:xfrm>
            <a:off x="1509059" y="1780037"/>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3" name="Text Placeholder 42">
            <a:extLst>
              <a:ext uri="{FF2B5EF4-FFF2-40B4-BE49-F238E27FC236}">
                <a16:creationId xmlns:a16="http://schemas.microsoft.com/office/drawing/2014/main" id="{5744D522-1E54-9C9D-8893-0E4C19CF975C}"/>
              </a:ext>
            </a:extLst>
          </p:cNvPr>
          <p:cNvSpPr>
            <a:spLocks noGrp="1"/>
          </p:cNvSpPr>
          <p:nvPr>
            <p:ph type="body" sz="quarter" idx="50" hasCustomPrompt="1"/>
          </p:nvPr>
        </p:nvSpPr>
        <p:spPr>
          <a:xfrm>
            <a:off x="812533" y="3444930"/>
            <a:ext cx="3003114" cy="766877"/>
          </a:xfrm>
          <a:custGeom>
            <a:avLst/>
            <a:gdLst>
              <a:gd name="connsiteX0" fmla="*/ 0 w 3003114"/>
              <a:gd name="connsiteY0" fmla="*/ 0 h 766877"/>
              <a:gd name="connsiteX1" fmla="*/ 3003114 w 3003114"/>
              <a:gd name="connsiteY1" fmla="*/ 0 h 766877"/>
              <a:gd name="connsiteX2" fmla="*/ 3003114 w 3003114"/>
              <a:gd name="connsiteY2" fmla="*/ 766877 h 766877"/>
              <a:gd name="connsiteX3" fmla="*/ 0 w 3003114"/>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003114" h="766877">
                <a:moveTo>
                  <a:pt x="0" y="0"/>
                </a:moveTo>
                <a:lnTo>
                  <a:pt x="3003114" y="0"/>
                </a:lnTo>
                <a:lnTo>
                  <a:pt x="3003114"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5" name="Text Placeholder 44">
            <a:extLst>
              <a:ext uri="{FF2B5EF4-FFF2-40B4-BE49-F238E27FC236}">
                <a16:creationId xmlns:a16="http://schemas.microsoft.com/office/drawing/2014/main" id="{50498EC6-A509-0450-552D-AA9BE94199AB}"/>
              </a:ext>
            </a:extLst>
          </p:cNvPr>
          <p:cNvSpPr>
            <a:spLocks noGrp="1"/>
          </p:cNvSpPr>
          <p:nvPr>
            <p:ph type="body" sz="quarter" idx="51" hasCustomPrompt="1"/>
          </p:nvPr>
        </p:nvSpPr>
        <p:spPr>
          <a:xfrm>
            <a:off x="1509060" y="5110940"/>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D541878C-9A3F-5CD6-C6EE-BB653CC9017B}"/>
              </a:ext>
            </a:extLst>
          </p:cNvPr>
          <p:cNvSpPr>
            <a:spLocks noGrp="1"/>
          </p:cNvSpPr>
          <p:nvPr>
            <p:ph type="body" sz="quarter" idx="52" hasCustomPrompt="1"/>
          </p:nvPr>
        </p:nvSpPr>
        <p:spPr>
          <a:xfrm>
            <a:off x="8259108" y="1780037"/>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49" name="Text Placeholder 48">
            <a:extLst>
              <a:ext uri="{FF2B5EF4-FFF2-40B4-BE49-F238E27FC236}">
                <a16:creationId xmlns:a16="http://schemas.microsoft.com/office/drawing/2014/main" id="{755AC6B4-05E1-74C9-48DD-FED97A0C49BF}"/>
              </a:ext>
            </a:extLst>
          </p:cNvPr>
          <p:cNvSpPr>
            <a:spLocks noGrp="1"/>
          </p:cNvSpPr>
          <p:nvPr>
            <p:ph type="body" sz="quarter" idx="53" hasCustomPrompt="1"/>
          </p:nvPr>
        </p:nvSpPr>
        <p:spPr>
          <a:xfrm>
            <a:off x="9139375" y="3450346"/>
            <a:ext cx="2378597" cy="766877"/>
          </a:xfrm>
          <a:custGeom>
            <a:avLst/>
            <a:gdLst>
              <a:gd name="connsiteX0" fmla="*/ 0 w 2378597"/>
              <a:gd name="connsiteY0" fmla="*/ 0 h 766877"/>
              <a:gd name="connsiteX1" fmla="*/ 2378597 w 2378597"/>
              <a:gd name="connsiteY1" fmla="*/ 0 h 766877"/>
              <a:gd name="connsiteX2" fmla="*/ 2378597 w 2378597"/>
              <a:gd name="connsiteY2" fmla="*/ 766877 h 766877"/>
              <a:gd name="connsiteX3" fmla="*/ 0 w 237859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378597" h="766877">
                <a:moveTo>
                  <a:pt x="0" y="0"/>
                </a:moveTo>
                <a:lnTo>
                  <a:pt x="2378597" y="0"/>
                </a:lnTo>
                <a:lnTo>
                  <a:pt x="237859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51" name="Text Placeholder 50">
            <a:extLst>
              <a:ext uri="{FF2B5EF4-FFF2-40B4-BE49-F238E27FC236}">
                <a16:creationId xmlns:a16="http://schemas.microsoft.com/office/drawing/2014/main" id="{1B908C6D-5B50-43A6-3E59-D16920C16173}"/>
              </a:ext>
            </a:extLst>
          </p:cNvPr>
          <p:cNvSpPr>
            <a:spLocks noGrp="1"/>
          </p:cNvSpPr>
          <p:nvPr>
            <p:ph type="body" sz="quarter" idx="54" hasCustomPrompt="1"/>
          </p:nvPr>
        </p:nvSpPr>
        <p:spPr>
          <a:xfrm>
            <a:off x="8259108" y="5105796"/>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53" name="Text Placeholder 52">
            <a:extLst>
              <a:ext uri="{FF2B5EF4-FFF2-40B4-BE49-F238E27FC236}">
                <a16:creationId xmlns:a16="http://schemas.microsoft.com/office/drawing/2014/main" id="{C829BBC9-4914-D876-F2F5-B0E1B8877644}"/>
              </a:ext>
            </a:extLst>
          </p:cNvPr>
          <p:cNvSpPr>
            <a:spLocks noGrp="1"/>
          </p:cNvSpPr>
          <p:nvPr>
            <p:ph type="body" sz="quarter" idx="55" hasCustomPrompt="1"/>
          </p:nvPr>
        </p:nvSpPr>
        <p:spPr>
          <a:xfrm>
            <a:off x="5501351" y="2937557"/>
            <a:ext cx="1874956" cy="1661748"/>
          </a:xfrm>
          <a:custGeom>
            <a:avLst/>
            <a:gdLst>
              <a:gd name="connsiteX0" fmla="*/ 0 w 1874956"/>
              <a:gd name="connsiteY0" fmla="*/ 0 h 1446550"/>
              <a:gd name="connsiteX1" fmla="*/ 1874956 w 1874956"/>
              <a:gd name="connsiteY1" fmla="*/ 0 h 1446550"/>
              <a:gd name="connsiteX2" fmla="*/ 1874956 w 1874956"/>
              <a:gd name="connsiteY2" fmla="*/ 1446550 h 1446550"/>
              <a:gd name="connsiteX3" fmla="*/ 0 w 1874956"/>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1874956" h="1446550">
                <a:moveTo>
                  <a:pt x="0" y="0"/>
                </a:moveTo>
                <a:lnTo>
                  <a:pt x="1874956" y="0"/>
                </a:lnTo>
                <a:lnTo>
                  <a:pt x="1874956" y="1446550"/>
                </a:lnTo>
                <a:lnTo>
                  <a:pt x="0" y="1446550"/>
                </a:lnTo>
                <a:close/>
              </a:path>
            </a:pathLst>
          </a:custGeom>
        </p:spPr>
        <p:txBody>
          <a:bodyPr wrap="square">
            <a:noAutofit/>
          </a:bodyPr>
          <a:lstStyle>
            <a:lvl1pPr marL="0" indent="0" algn="ctr">
              <a:lnSpc>
                <a:spcPct val="100000"/>
              </a:lnSpc>
              <a:spcBef>
                <a:spcPts val="0"/>
              </a:spcBef>
              <a:buNone/>
              <a:defRPr sz="1100" b="0">
                <a:solidFill>
                  <a:schemeClr val="bg1"/>
                </a:solidFill>
                <a:latin typeface="+mn-lt"/>
              </a:defRPr>
            </a:lvl1pPr>
          </a:lstStyle>
          <a:p>
            <a:pPr lvl="0"/>
            <a:r>
              <a:rPr lang="en-ID"/>
              <a:t>Description Here</a:t>
            </a:r>
          </a:p>
        </p:txBody>
      </p:sp>
    </p:spTree>
    <p:extLst>
      <p:ext uri="{BB962C8B-B14F-4D97-AF65-F5344CB8AC3E}">
        <p14:creationId xmlns:p14="http://schemas.microsoft.com/office/powerpoint/2010/main" val="1877389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26118AA-406C-4E0F-CF5F-058A3342F7DA}"/>
              </a:ext>
            </a:extLst>
          </p:cNvPr>
          <p:cNvSpPr>
            <a:spLocks noGrp="1"/>
          </p:cNvSpPr>
          <p:nvPr>
            <p:ph type="pic" sz="quarter" idx="10"/>
          </p:nvPr>
        </p:nvSpPr>
        <p:spPr>
          <a:xfrm>
            <a:off x="1662573" y="1666876"/>
            <a:ext cx="3524250" cy="3524248"/>
          </a:xfrm>
          <a:custGeom>
            <a:avLst/>
            <a:gdLst>
              <a:gd name="connsiteX0" fmla="*/ 1762125 w 3524250"/>
              <a:gd name="connsiteY0" fmla="*/ 0 h 3524248"/>
              <a:gd name="connsiteX1" fmla="*/ 3524250 w 3524250"/>
              <a:gd name="connsiteY1" fmla="*/ 1762125 h 3524248"/>
              <a:gd name="connsiteX2" fmla="*/ 1942292 w 3524250"/>
              <a:gd name="connsiteY2" fmla="*/ 3515153 h 3524248"/>
              <a:gd name="connsiteX3" fmla="*/ 1762165 w 3524250"/>
              <a:gd name="connsiteY3" fmla="*/ 3524248 h 3524248"/>
              <a:gd name="connsiteX4" fmla="*/ 1762085 w 3524250"/>
              <a:gd name="connsiteY4" fmla="*/ 3524248 h 3524248"/>
              <a:gd name="connsiteX5" fmla="*/ 1581958 w 3524250"/>
              <a:gd name="connsiteY5" fmla="*/ 3515153 h 3524248"/>
              <a:gd name="connsiteX6" fmla="*/ 0 w 3524250"/>
              <a:gd name="connsiteY6" fmla="*/ 1762125 h 3524248"/>
              <a:gd name="connsiteX7" fmla="*/ 1762125 w 3524250"/>
              <a:gd name="connsiteY7" fmla="*/ 0 h 3524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4250" h="3524248">
                <a:moveTo>
                  <a:pt x="1762125" y="0"/>
                </a:moveTo>
                <a:cubicBezTo>
                  <a:pt x="2735320" y="0"/>
                  <a:pt x="3524250" y="788930"/>
                  <a:pt x="3524250" y="1762125"/>
                </a:cubicBezTo>
                <a:cubicBezTo>
                  <a:pt x="3524250" y="2674496"/>
                  <a:pt x="2830855" y="3424914"/>
                  <a:pt x="1942292" y="3515153"/>
                </a:cubicBezTo>
                <a:lnTo>
                  <a:pt x="1762165" y="3524248"/>
                </a:lnTo>
                <a:lnTo>
                  <a:pt x="1762085" y="3524248"/>
                </a:lnTo>
                <a:lnTo>
                  <a:pt x="1581958" y="3515153"/>
                </a:lnTo>
                <a:cubicBezTo>
                  <a:pt x="693396" y="3424914"/>
                  <a:pt x="0" y="2674496"/>
                  <a:pt x="0" y="1762125"/>
                </a:cubicBezTo>
                <a:cubicBezTo>
                  <a:pt x="0" y="788930"/>
                  <a:pt x="788930" y="0"/>
                  <a:pt x="1762125" y="0"/>
                </a:cubicBezTo>
                <a:close/>
              </a:path>
            </a:pathLst>
          </a:custGeom>
          <a:solidFill>
            <a:schemeClr val="bg1">
              <a:lumMod val="95000"/>
            </a:schemeClr>
          </a:solidFill>
        </p:spPr>
        <p:txBody>
          <a:bodyPr wrap="square">
            <a:noAutofit/>
          </a:bodyPr>
          <a:lstStyle>
            <a:lvl1pPr>
              <a:defRPr sz="800"/>
            </a:lvl1pPr>
          </a:lstStyle>
          <a:p>
            <a:endParaRPr lang="en-ID"/>
          </a:p>
        </p:txBody>
      </p:sp>
      <p:sp>
        <p:nvSpPr>
          <p:cNvPr id="4" name="Freeform: Shape 3">
            <a:extLst>
              <a:ext uri="{FF2B5EF4-FFF2-40B4-BE49-F238E27FC236}">
                <a16:creationId xmlns:a16="http://schemas.microsoft.com/office/drawing/2014/main" id="{16A6EBD7-130A-3E0F-8A20-A7200B156A7B}"/>
              </a:ext>
            </a:extLst>
          </p:cNvPr>
          <p:cNvSpPr/>
          <p:nvPr userDrawn="1"/>
        </p:nvSpPr>
        <p:spPr>
          <a:xfrm>
            <a:off x="1012070" y="1048671"/>
            <a:ext cx="4317628" cy="2367630"/>
          </a:xfrm>
          <a:custGeom>
            <a:avLst/>
            <a:gdLst>
              <a:gd name="connsiteX0" fmla="*/ 2199075 w 3969122"/>
              <a:gd name="connsiteY0" fmla="*/ 0 h 2176521"/>
              <a:gd name="connsiteX1" fmla="*/ 3896914 w 3969122"/>
              <a:gd name="connsiteY1" fmla="*/ 800696 h 2176521"/>
              <a:gd name="connsiteX2" fmla="*/ 3969122 w 3969122"/>
              <a:gd name="connsiteY2" fmla="*/ 897258 h 2176521"/>
              <a:gd name="connsiteX3" fmla="*/ 3523740 w 3969122"/>
              <a:gd name="connsiteY3" fmla="*/ 1040806 h 2176521"/>
              <a:gd name="connsiteX4" fmla="*/ 3445086 w 3969122"/>
              <a:gd name="connsiteY4" fmla="*/ 954265 h 2176521"/>
              <a:gd name="connsiteX5" fmla="*/ 2199075 w 3969122"/>
              <a:gd name="connsiteY5" fmla="*/ 438150 h 2176521"/>
              <a:gd name="connsiteX6" fmla="*/ 446048 w 3969122"/>
              <a:gd name="connsiteY6" fmla="*/ 2020108 h 2176521"/>
              <a:gd name="connsiteX7" fmla="*/ 445399 w 3969122"/>
              <a:gd name="connsiteY7" fmla="*/ 2032968 h 2176521"/>
              <a:gd name="connsiteX8" fmla="*/ 0 w 3969122"/>
              <a:gd name="connsiteY8" fmla="*/ 2176521 h 2176521"/>
              <a:gd name="connsiteX9" fmla="*/ 10160 w 3969122"/>
              <a:gd name="connsiteY9" fmla="*/ 1975310 h 2176521"/>
              <a:gd name="connsiteX10" fmla="*/ 2199075 w 3969122"/>
              <a:gd name="connsiteY10" fmla="*/ 0 h 217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69122" h="2176521">
                <a:moveTo>
                  <a:pt x="2199075" y="0"/>
                </a:moveTo>
                <a:cubicBezTo>
                  <a:pt x="2882613" y="0"/>
                  <a:pt x="3493351" y="311691"/>
                  <a:pt x="3896914" y="800696"/>
                </a:cubicBezTo>
                <a:lnTo>
                  <a:pt x="3969122" y="897258"/>
                </a:lnTo>
                <a:lnTo>
                  <a:pt x="3523740" y="1040806"/>
                </a:lnTo>
                <a:lnTo>
                  <a:pt x="3445086" y="954265"/>
                </a:lnTo>
                <a:cubicBezTo>
                  <a:pt x="3126204" y="635383"/>
                  <a:pt x="2685673" y="438150"/>
                  <a:pt x="2199075" y="438150"/>
                </a:cubicBezTo>
                <a:cubicBezTo>
                  <a:pt x="1286705" y="438150"/>
                  <a:pt x="536286" y="1131546"/>
                  <a:pt x="446048" y="2020108"/>
                </a:cubicBezTo>
                <a:lnTo>
                  <a:pt x="445399" y="2032968"/>
                </a:lnTo>
                <a:lnTo>
                  <a:pt x="0" y="2176521"/>
                </a:lnTo>
                <a:lnTo>
                  <a:pt x="10160" y="1975310"/>
                </a:lnTo>
                <a:cubicBezTo>
                  <a:pt x="122836" y="865808"/>
                  <a:pt x="1059846" y="0"/>
                  <a:pt x="2199075" y="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5" name="Freeform: Shape 4">
            <a:extLst>
              <a:ext uri="{FF2B5EF4-FFF2-40B4-BE49-F238E27FC236}">
                <a16:creationId xmlns:a16="http://schemas.microsoft.com/office/drawing/2014/main" id="{2E7F9527-B7BE-99F8-7E8C-2D6A1A104984}"/>
              </a:ext>
            </a:extLst>
          </p:cNvPr>
          <p:cNvSpPr/>
          <p:nvPr userDrawn="1"/>
        </p:nvSpPr>
        <p:spPr>
          <a:xfrm rot="10800000">
            <a:off x="1507370" y="3429001"/>
            <a:ext cx="4317628" cy="2367630"/>
          </a:xfrm>
          <a:custGeom>
            <a:avLst/>
            <a:gdLst>
              <a:gd name="connsiteX0" fmla="*/ 2199075 w 3969122"/>
              <a:gd name="connsiteY0" fmla="*/ 0 h 2176521"/>
              <a:gd name="connsiteX1" fmla="*/ 3896914 w 3969122"/>
              <a:gd name="connsiteY1" fmla="*/ 800696 h 2176521"/>
              <a:gd name="connsiteX2" fmla="*/ 3969122 w 3969122"/>
              <a:gd name="connsiteY2" fmla="*/ 897258 h 2176521"/>
              <a:gd name="connsiteX3" fmla="*/ 3523740 w 3969122"/>
              <a:gd name="connsiteY3" fmla="*/ 1040806 h 2176521"/>
              <a:gd name="connsiteX4" fmla="*/ 3445086 w 3969122"/>
              <a:gd name="connsiteY4" fmla="*/ 954265 h 2176521"/>
              <a:gd name="connsiteX5" fmla="*/ 2199075 w 3969122"/>
              <a:gd name="connsiteY5" fmla="*/ 438150 h 2176521"/>
              <a:gd name="connsiteX6" fmla="*/ 446048 w 3969122"/>
              <a:gd name="connsiteY6" fmla="*/ 2020108 h 2176521"/>
              <a:gd name="connsiteX7" fmla="*/ 445399 w 3969122"/>
              <a:gd name="connsiteY7" fmla="*/ 2032968 h 2176521"/>
              <a:gd name="connsiteX8" fmla="*/ 0 w 3969122"/>
              <a:gd name="connsiteY8" fmla="*/ 2176521 h 2176521"/>
              <a:gd name="connsiteX9" fmla="*/ 10160 w 3969122"/>
              <a:gd name="connsiteY9" fmla="*/ 1975310 h 2176521"/>
              <a:gd name="connsiteX10" fmla="*/ 2199075 w 3969122"/>
              <a:gd name="connsiteY10" fmla="*/ 0 h 217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69122" h="2176521">
                <a:moveTo>
                  <a:pt x="2199075" y="0"/>
                </a:moveTo>
                <a:cubicBezTo>
                  <a:pt x="2882613" y="0"/>
                  <a:pt x="3493351" y="311691"/>
                  <a:pt x="3896914" y="800696"/>
                </a:cubicBezTo>
                <a:lnTo>
                  <a:pt x="3969122" y="897258"/>
                </a:lnTo>
                <a:lnTo>
                  <a:pt x="3523740" y="1040806"/>
                </a:lnTo>
                <a:lnTo>
                  <a:pt x="3445086" y="954265"/>
                </a:lnTo>
                <a:cubicBezTo>
                  <a:pt x="3126204" y="635383"/>
                  <a:pt x="2685673" y="438150"/>
                  <a:pt x="2199075" y="438150"/>
                </a:cubicBezTo>
                <a:cubicBezTo>
                  <a:pt x="1286705" y="438150"/>
                  <a:pt x="536286" y="1131546"/>
                  <a:pt x="446048" y="2020108"/>
                </a:cubicBezTo>
                <a:lnTo>
                  <a:pt x="445399" y="2032968"/>
                </a:lnTo>
                <a:lnTo>
                  <a:pt x="0" y="2176521"/>
                </a:lnTo>
                <a:lnTo>
                  <a:pt x="10160" y="1975310"/>
                </a:lnTo>
                <a:cubicBezTo>
                  <a:pt x="122836" y="865808"/>
                  <a:pt x="1059846" y="0"/>
                  <a:pt x="2199075" y="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3" name="Text Placeholder 12">
            <a:extLst>
              <a:ext uri="{FF2B5EF4-FFF2-40B4-BE49-F238E27FC236}">
                <a16:creationId xmlns:a16="http://schemas.microsoft.com/office/drawing/2014/main" id="{5A2A93B9-970F-5406-2131-512D9394ED28}"/>
              </a:ext>
            </a:extLst>
          </p:cNvPr>
          <p:cNvSpPr>
            <a:spLocks noGrp="1"/>
          </p:cNvSpPr>
          <p:nvPr>
            <p:ph type="body" sz="quarter" idx="11" hasCustomPrompt="1"/>
          </p:nvPr>
        </p:nvSpPr>
        <p:spPr>
          <a:xfrm>
            <a:off x="6470686" y="1334430"/>
            <a:ext cx="4444818" cy="1642808"/>
          </a:xfrm>
          <a:custGeom>
            <a:avLst/>
            <a:gdLst>
              <a:gd name="connsiteX0" fmla="*/ 0 w 4444818"/>
              <a:gd name="connsiteY0" fmla="*/ 0 h 1446550"/>
              <a:gd name="connsiteX1" fmla="*/ 4444818 w 4444818"/>
              <a:gd name="connsiteY1" fmla="*/ 0 h 1446550"/>
              <a:gd name="connsiteX2" fmla="*/ 4444818 w 4444818"/>
              <a:gd name="connsiteY2" fmla="*/ 1446550 h 1446550"/>
              <a:gd name="connsiteX3" fmla="*/ 0 w 4444818"/>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4444818" h="1446550">
                <a:moveTo>
                  <a:pt x="0" y="0"/>
                </a:moveTo>
                <a:lnTo>
                  <a:pt x="4444818" y="0"/>
                </a:lnTo>
                <a:lnTo>
                  <a:pt x="4444818" y="1446550"/>
                </a:lnTo>
                <a:lnTo>
                  <a:pt x="0" y="1446550"/>
                </a:lnTo>
                <a:close/>
              </a:path>
            </a:pathLst>
          </a:custGeom>
        </p:spPr>
        <p:txBody>
          <a:bodyPr wrap="square">
            <a:noAutofit/>
          </a:bodyPr>
          <a:lstStyle>
            <a:lvl1pPr marL="0" indent="0">
              <a:lnSpc>
                <a:spcPct val="100000"/>
              </a:lnSpc>
              <a:buNone/>
              <a:defRPr sz="4400" b="1">
                <a:solidFill>
                  <a:schemeClr val="bg1"/>
                </a:solidFill>
                <a:latin typeface="+mj-lt"/>
              </a:defRPr>
            </a:lvl1pPr>
          </a:lstStyle>
          <a:p>
            <a:pPr lvl="0"/>
            <a:r>
              <a:rPr lang="en-ID"/>
              <a:t>TITLE HERE</a:t>
            </a:r>
          </a:p>
        </p:txBody>
      </p:sp>
      <p:sp>
        <p:nvSpPr>
          <p:cNvPr id="15" name="Text Placeholder 14">
            <a:extLst>
              <a:ext uri="{FF2B5EF4-FFF2-40B4-BE49-F238E27FC236}">
                <a16:creationId xmlns:a16="http://schemas.microsoft.com/office/drawing/2014/main" id="{53D50775-89E5-7619-4A28-662F0FE88132}"/>
              </a:ext>
            </a:extLst>
          </p:cNvPr>
          <p:cNvSpPr>
            <a:spLocks noGrp="1"/>
          </p:cNvSpPr>
          <p:nvPr>
            <p:ph type="body" sz="quarter" idx="47" hasCustomPrompt="1"/>
          </p:nvPr>
        </p:nvSpPr>
        <p:spPr>
          <a:xfrm>
            <a:off x="6554822" y="2977238"/>
            <a:ext cx="4360682" cy="307777"/>
          </a:xfrm>
          <a:custGeom>
            <a:avLst/>
            <a:gdLst>
              <a:gd name="connsiteX0" fmla="*/ 0 w 3580267"/>
              <a:gd name="connsiteY0" fmla="*/ 0 h 307777"/>
              <a:gd name="connsiteX1" fmla="*/ 3580267 w 3580267"/>
              <a:gd name="connsiteY1" fmla="*/ 0 h 307777"/>
              <a:gd name="connsiteX2" fmla="*/ 3580267 w 3580267"/>
              <a:gd name="connsiteY2" fmla="*/ 307777 h 307777"/>
              <a:gd name="connsiteX3" fmla="*/ 0 w 3580267"/>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580267" h="307777">
                <a:moveTo>
                  <a:pt x="0" y="0"/>
                </a:moveTo>
                <a:lnTo>
                  <a:pt x="3580267" y="0"/>
                </a:lnTo>
                <a:lnTo>
                  <a:pt x="3580267"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
        <p:nvSpPr>
          <p:cNvPr id="17" name="Text Placeholder 16">
            <a:extLst>
              <a:ext uri="{FF2B5EF4-FFF2-40B4-BE49-F238E27FC236}">
                <a16:creationId xmlns:a16="http://schemas.microsoft.com/office/drawing/2014/main" id="{BC6BD46C-6964-59F1-70B3-C8420524C628}"/>
              </a:ext>
            </a:extLst>
          </p:cNvPr>
          <p:cNvSpPr>
            <a:spLocks noGrp="1"/>
          </p:cNvSpPr>
          <p:nvPr>
            <p:ph type="body" sz="quarter" idx="48" hasCustomPrompt="1"/>
          </p:nvPr>
        </p:nvSpPr>
        <p:spPr>
          <a:xfrm>
            <a:off x="6470687" y="3386522"/>
            <a:ext cx="4444817" cy="276999"/>
          </a:xfrm>
          <a:custGeom>
            <a:avLst/>
            <a:gdLst>
              <a:gd name="connsiteX0" fmla="*/ 0 w 4269301"/>
              <a:gd name="connsiteY0" fmla="*/ 0 h 276999"/>
              <a:gd name="connsiteX1" fmla="*/ 4269301 w 4269301"/>
              <a:gd name="connsiteY1" fmla="*/ 0 h 276999"/>
              <a:gd name="connsiteX2" fmla="*/ 4269301 w 4269301"/>
              <a:gd name="connsiteY2" fmla="*/ 276999 h 276999"/>
              <a:gd name="connsiteX3" fmla="*/ 0 w 426930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269301" h="276999">
                <a:moveTo>
                  <a:pt x="0" y="0"/>
                </a:moveTo>
                <a:lnTo>
                  <a:pt x="4269301" y="0"/>
                </a:lnTo>
                <a:lnTo>
                  <a:pt x="4269301" y="276999"/>
                </a:lnTo>
                <a:lnTo>
                  <a:pt x="0" y="276999"/>
                </a:lnTo>
                <a:close/>
              </a:path>
            </a:pathLst>
          </a:custGeom>
        </p:spPr>
        <p:txBody>
          <a:bodyPr wrap="square">
            <a:noAutofit/>
          </a:bodyPr>
          <a:lstStyle>
            <a:lvl1pPr marL="0" indent="0" algn="l">
              <a:lnSpc>
                <a:spcPct val="100000"/>
              </a:lnSpc>
              <a:buNone/>
              <a:defRPr sz="1200" b="1">
                <a:solidFill>
                  <a:schemeClr val="bg1"/>
                </a:solidFill>
                <a:latin typeface="+mj-lt"/>
              </a:defRPr>
            </a:lvl1pPr>
          </a:lstStyle>
          <a:p>
            <a:pPr lvl="0"/>
            <a:r>
              <a:rPr lang="en-ID"/>
              <a:t>SUBTITLE HERE</a:t>
            </a:r>
          </a:p>
        </p:txBody>
      </p:sp>
      <p:sp>
        <p:nvSpPr>
          <p:cNvPr id="19" name="Text Placeholder 18">
            <a:extLst>
              <a:ext uri="{FF2B5EF4-FFF2-40B4-BE49-F238E27FC236}">
                <a16:creationId xmlns:a16="http://schemas.microsoft.com/office/drawing/2014/main" id="{D5AADAAA-6AE0-DB7F-3CF2-6A7658599063}"/>
              </a:ext>
            </a:extLst>
          </p:cNvPr>
          <p:cNvSpPr>
            <a:spLocks noGrp="1"/>
          </p:cNvSpPr>
          <p:nvPr>
            <p:ph type="body" sz="quarter" idx="52" hasCustomPrompt="1"/>
          </p:nvPr>
        </p:nvSpPr>
        <p:spPr>
          <a:xfrm>
            <a:off x="6701220" y="4438051"/>
            <a:ext cx="2185851" cy="997709"/>
          </a:xfrm>
          <a:custGeom>
            <a:avLst/>
            <a:gdLst>
              <a:gd name="connsiteX0" fmla="*/ 0 w 2185851"/>
              <a:gd name="connsiteY0" fmla="*/ 0 h 997709"/>
              <a:gd name="connsiteX1" fmla="*/ 2185851 w 2185851"/>
              <a:gd name="connsiteY1" fmla="*/ 0 h 997709"/>
              <a:gd name="connsiteX2" fmla="*/ 2185851 w 2185851"/>
              <a:gd name="connsiteY2" fmla="*/ 997709 h 997709"/>
              <a:gd name="connsiteX3" fmla="*/ 0 w 218585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2185851" h="997709">
                <a:moveTo>
                  <a:pt x="0" y="0"/>
                </a:moveTo>
                <a:lnTo>
                  <a:pt x="2185851" y="0"/>
                </a:lnTo>
                <a:lnTo>
                  <a:pt x="2185851" y="997709"/>
                </a:lnTo>
                <a:lnTo>
                  <a:pt x="0" y="997709"/>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503B7ACC-17C7-5604-522C-74ED825E70DF}"/>
              </a:ext>
            </a:extLst>
          </p:cNvPr>
          <p:cNvSpPr>
            <a:spLocks noGrp="1"/>
          </p:cNvSpPr>
          <p:nvPr>
            <p:ph type="body" sz="quarter" idx="53" hasCustomPrompt="1"/>
          </p:nvPr>
        </p:nvSpPr>
        <p:spPr>
          <a:xfrm>
            <a:off x="9474429" y="4135397"/>
            <a:ext cx="1563524" cy="305212"/>
          </a:xfrm>
          <a:custGeom>
            <a:avLst/>
            <a:gdLst>
              <a:gd name="connsiteX0" fmla="*/ 0 w 1563524"/>
              <a:gd name="connsiteY0" fmla="*/ 0 h 305212"/>
              <a:gd name="connsiteX1" fmla="*/ 1563524 w 1563524"/>
              <a:gd name="connsiteY1" fmla="*/ 0 h 305212"/>
              <a:gd name="connsiteX2" fmla="*/ 1563524 w 1563524"/>
              <a:gd name="connsiteY2" fmla="*/ 305212 h 305212"/>
              <a:gd name="connsiteX3" fmla="*/ 0 w 1563524"/>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563524" h="305212">
                <a:moveTo>
                  <a:pt x="0" y="0"/>
                </a:moveTo>
                <a:lnTo>
                  <a:pt x="1563524" y="0"/>
                </a:lnTo>
                <a:lnTo>
                  <a:pt x="1563524"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E138683A-9BF1-0964-BFEC-664944F91032}"/>
              </a:ext>
            </a:extLst>
          </p:cNvPr>
          <p:cNvSpPr>
            <a:spLocks noGrp="1"/>
          </p:cNvSpPr>
          <p:nvPr>
            <p:ph type="body" sz="quarter" idx="54" hasCustomPrompt="1"/>
          </p:nvPr>
        </p:nvSpPr>
        <p:spPr>
          <a:xfrm>
            <a:off x="9474429" y="5049321"/>
            <a:ext cx="1831692" cy="305212"/>
          </a:xfrm>
          <a:custGeom>
            <a:avLst/>
            <a:gdLst>
              <a:gd name="connsiteX0" fmla="*/ 0 w 1831692"/>
              <a:gd name="connsiteY0" fmla="*/ 0 h 305212"/>
              <a:gd name="connsiteX1" fmla="*/ 1831692 w 1831692"/>
              <a:gd name="connsiteY1" fmla="*/ 0 h 305212"/>
              <a:gd name="connsiteX2" fmla="*/ 1831692 w 1831692"/>
              <a:gd name="connsiteY2" fmla="*/ 305212 h 305212"/>
              <a:gd name="connsiteX3" fmla="*/ 0 w 1831692"/>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31692" h="305212">
                <a:moveTo>
                  <a:pt x="0" y="0"/>
                </a:moveTo>
                <a:lnTo>
                  <a:pt x="1831692" y="0"/>
                </a:lnTo>
                <a:lnTo>
                  <a:pt x="1831692"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6" name="Text Placeholder 25">
            <a:extLst>
              <a:ext uri="{FF2B5EF4-FFF2-40B4-BE49-F238E27FC236}">
                <a16:creationId xmlns:a16="http://schemas.microsoft.com/office/drawing/2014/main" id="{8233D8CD-E5E5-CB69-815F-F4C0C4ADB9DA}"/>
              </a:ext>
            </a:extLst>
          </p:cNvPr>
          <p:cNvSpPr>
            <a:spLocks noGrp="1"/>
          </p:cNvSpPr>
          <p:nvPr>
            <p:ph type="body" sz="quarter" idx="55" hasCustomPrompt="1"/>
          </p:nvPr>
        </p:nvSpPr>
        <p:spPr>
          <a:xfrm>
            <a:off x="649664" y="6442499"/>
            <a:ext cx="5331669" cy="276999"/>
          </a:xfrm>
          <a:custGeom>
            <a:avLst/>
            <a:gdLst>
              <a:gd name="connsiteX0" fmla="*/ 0 w 5331669"/>
              <a:gd name="connsiteY0" fmla="*/ 0 h 276999"/>
              <a:gd name="connsiteX1" fmla="*/ 5331669 w 5331669"/>
              <a:gd name="connsiteY1" fmla="*/ 0 h 276999"/>
              <a:gd name="connsiteX2" fmla="*/ 5331669 w 5331669"/>
              <a:gd name="connsiteY2" fmla="*/ 276999 h 276999"/>
              <a:gd name="connsiteX3" fmla="*/ 0 w 5331669"/>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331669" h="276999">
                <a:moveTo>
                  <a:pt x="0" y="0"/>
                </a:moveTo>
                <a:lnTo>
                  <a:pt x="5331669" y="0"/>
                </a:lnTo>
                <a:lnTo>
                  <a:pt x="5331669" y="276999"/>
                </a:lnTo>
                <a:lnTo>
                  <a:pt x="0" y="276999"/>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1154792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26118AA-406C-4E0F-CF5F-058A3342F7DA}"/>
              </a:ext>
            </a:extLst>
          </p:cNvPr>
          <p:cNvSpPr>
            <a:spLocks noGrp="1"/>
          </p:cNvSpPr>
          <p:nvPr>
            <p:ph type="pic" sz="quarter" idx="10"/>
          </p:nvPr>
        </p:nvSpPr>
        <p:spPr>
          <a:xfrm>
            <a:off x="0" y="0"/>
            <a:ext cx="12192000" cy="4711700"/>
          </a:xfrm>
          <a:prstGeom prst="rect">
            <a:avLst/>
          </a:pr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7B674275-633E-50B6-A5F6-619DFE817C08}"/>
              </a:ext>
            </a:extLst>
          </p:cNvPr>
          <p:cNvSpPr>
            <a:spLocks noGrp="1"/>
          </p:cNvSpPr>
          <p:nvPr>
            <p:ph type="body" sz="quarter" idx="11" hasCustomPrompt="1"/>
          </p:nvPr>
        </p:nvSpPr>
        <p:spPr>
          <a:xfrm>
            <a:off x="1178793" y="3748048"/>
            <a:ext cx="4942673" cy="1721311"/>
          </a:xfrm>
          <a:custGeom>
            <a:avLst/>
            <a:gdLst>
              <a:gd name="connsiteX0" fmla="*/ 0 w 4942673"/>
              <a:gd name="connsiteY0" fmla="*/ 0 h 1569660"/>
              <a:gd name="connsiteX1" fmla="*/ 4942673 w 4942673"/>
              <a:gd name="connsiteY1" fmla="*/ 0 h 1569660"/>
              <a:gd name="connsiteX2" fmla="*/ 4942673 w 4942673"/>
              <a:gd name="connsiteY2" fmla="*/ 1569660 h 1569660"/>
              <a:gd name="connsiteX3" fmla="*/ 0 w 4942673"/>
              <a:gd name="connsiteY3" fmla="*/ 1569660 h 1569660"/>
            </a:gdLst>
            <a:ahLst/>
            <a:cxnLst>
              <a:cxn ang="0">
                <a:pos x="connsiteX0" y="connsiteY0"/>
              </a:cxn>
              <a:cxn ang="0">
                <a:pos x="connsiteX1" y="connsiteY1"/>
              </a:cxn>
              <a:cxn ang="0">
                <a:pos x="connsiteX2" y="connsiteY2"/>
              </a:cxn>
              <a:cxn ang="0">
                <a:pos x="connsiteX3" y="connsiteY3"/>
              </a:cxn>
            </a:cxnLst>
            <a:rect l="l" t="t" r="r" b="b"/>
            <a:pathLst>
              <a:path w="4942673" h="1569660">
                <a:moveTo>
                  <a:pt x="0" y="0"/>
                </a:moveTo>
                <a:lnTo>
                  <a:pt x="4942673" y="0"/>
                </a:lnTo>
                <a:lnTo>
                  <a:pt x="4942673" y="1569660"/>
                </a:lnTo>
                <a:lnTo>
                  <a:pt x="0" y="1569660"/>
                </a:lnTo>
                <a:close/>
              </a:path>
            </a:pathLst>
          </a:custGeom>
        </p:spPr>
        <p:txBody>
          <a:bodyPr wrap="square">
            <a:noAutofit/>
          </a:bodyPr>
          <a:lstStyle>
            <a:lvl1pPr marL="0" indent="0">
              <a:lnSpc>
                <a:spcPct val="100000"/>
              </a:lnSpc>
              <a:buNone/>
              <a:defRPr sz="48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4F6F5706-8F75-74F8-B0CE-814FC973417D}"/>
              </a:ext>
            </a:extLst>
          </p:cNvPr>
          <p:cNvSpPr>
            <a:spLocks noGrp="1"/>
          </p:cNvSpPr>
          <p:nvPr>
            <p:ph type="body" sz="quarter" idx="47" hasCustomPrompt="1"/>
          </p:nvPr>
        </p:nvSpPr>
        <p:spPr>
          <a:xfrm>
            <a:off x="1354426" y="5570959"/>
            <a:ext cx="4767039" cy="307777"/>
          </a:xfrm>
          <a:custGeom>
            <a:avLst/>
            <a:gdLst>
              <a:gd name="connsiteX0" fmla="*/ 0 w 1641254"/>
              <a:gd name="connsiteY0" fmla="*/ 0 h 307777"/>
              <a:gd name="connsiteX1" fmla="*/ 1641254 w 1641254"/>
              <a:gd name="connsiteY1" fmla="*/ 0 h 307777"/>
              <a:gd name="connsiteX2" fmla="*/ 1641254 w 1641254"/>
              <a:gd name="connsiteY2" fmla="*/ 307777 h 307777"/>
              <a:gd name="connsiteX3" fmla="*/ 0 w 164125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41254" h="307777">
                <a:moveTo>
                  <a:pt x="0" y="0"/>
                </a:moveTo>
                <a:lnTo>
                  <a:pt x="1641254" y="0"/>
                </a:lnTo>
                <a:lnTo>
                  <a:pt x="1641254"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
        <p:nvSpPr>
          <p:cNvPr id="11" name="Text Placeholder 10">
            <a:extLst>
              <a:ext uri="{FF2B5EF4-FFF2-40B4-BE49-F238E27FC236}">
                <a16:creationId xmlns:a16="http://schemas.microsoft.com/office/drawing/2014/main" id="{44348BEE-AF4E-BA3F-F02C-D8417E2DC2FE}"/>
              </a:ext>
            </a:extLst>
          </p:cNvPr>
          <p:cNvSpPr>
            <a:spLocks noGrp="1"/>
          </p:cNvSpPr>
          <p:nvPr>
            <p:ph type="body" sz="quarter" idx="52" hasCustomPrompt="1"/>
          </p:nvPr>
        </p:nvSpPr>
        <p:spPr>
          <a:xfrm>
            <a:off x="7832094" y="5435947"/>
            <a:ext cx="4098276" cy="584775"/>
          </a:xfrm>
          <a:custGeom>
            <a:avLst/>
            <a:gdLst>
              <a:gd name="connsiteX0" fmla="*/ 0 w 4098276"/>
              <a:gd name="connsiteY0" fmla="*/ 0 h 584775"/>
              <a:gd name="connsiteX1" fmla="*/ 4098276 w 4098276"/>
              <a:gd name="connsiteY1" fmla="*/ 0 h 584775"/>
              <a:gd name="connsiteX2" fmla="*/ 4098276 w 4098276"/>
              <a:gd name="connsiteY2" fmla="*/ 584775 h 584775"/>
              <a:gd name="connsiteX3" fmla="*/ 0 w 4098276"/>
              <a:gd name="connsiteY3" fmla="*/ 584775 h 584775"/>
            </a:gdLst>
            <a:ahLst/>
            <a:cxnLst>
              <a:cxn ang="0">
                <a:pos x="connsiteX0" y="connsiteY0"/>
              </a:cxn>
              <a:cxn ang="0">
                <a:pos x="connsiteX1" y="connsiteY1"/>
              </a:cxn>
              <a:cxn ang="0">
                <a:pos x="connsiteX2" y="connsiteY2"/>
              </a:cxn>
              <a:cxn ang="0">
                <a:pos x="connsiteX3" y="connsiteY3"/>
              </a:cxn>
            </a:cxnLst>
            <a:rect l="l" t="t" r="r" b="b"/>
            <a:pathLst>
              <a:path w="4098276" h="584775">
                <a:moveTo>
                  <a:pt x="0" y="0"/>
                </a:moveTo>
                <a:lnTo>
                  <a:pt x="4098276" y="0"/>
                </a:lnTo>
                <a:lnTo>
                  <a:pt x="4098276" y="584775"/>
                </a:lnTo>
                <a:lnTo>
                  <a:pt x="0" y="584775"/>
                </a:lnTo>
                <a:close/>
              </a:path>
            </a:pathLst>
          </a:custGeom>
        </p:spPr>
        <p:txBody>
          <a:bodyPr wrap="square">
            <a:noAutofit/>
          </a:bodyPr>
          <a:lstStyle>
            <a:lvl1pPr marL="0" indent="0" algn="l">
              <a:lnSpc>
                <a:spcPct val="100000"/>
              </a:lnSpc>
              <a:spcBef>
                <a:spcPts val="0"/>
              </a:spcBef>
              <a:buNone/>
              <a:defRPr sz="1600" b="0">
                <a:solidFill>
                  <a:schemeClr val="bg1"/>
                </a:solidFill>
                <a:latin typeface="+mn-lt"/>
              </a:defRPr>
            </a:lvl1pPr>
          </a:lstStyle>
          <a:p>
            <a:pPr lvl="0"/>
            <a:r>
              <a:rPr lang="en-ID"/>
              <a:t>Description Here</a:t>
            </a:r>
          </a:p>
        </p:txBody>
      </p:sp>
    </p:spTree>
    <p:extLst>
      <p:ext uri="{BB962C8B-B14F-4D97-AF65-F5344CB8AC3E}">
        <p14:creationId xmlns:p14="http://schemas.microsoft.com/office/powerpoint/2010/main" val="2781314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3728B0E8-19C1-023B-74E5-3CBB0238E6AA}"/>
              </a:ext>
            </a:extLst>
          </p:cNvPr>
          <p:cNvSpPr>
            <a:spLocks noGrp="1"/>
          </p:cNvSpPr>
          <p:nvPr>
            <p:ph type="body" sz="quarter" idx="53" hasCustomPrompt="1"/>
          </p:nvPr>
        </p:nvSpPr>
        <p:spPr>
          <a:xfrm>
            <a:off x="1587497" y="1017754"/>
            <a:ext cx="2722508" cy="1536318"/>
          </a:xfrm>
          <a:custGeom>
            <a:avLst/>
            <a:gdLst>
              <a:gd name="connsiteX0" fmla="*/ 0 w 2722508"/>
              <a:gd name="connsiteY0" fmla="*/ 0 h 1536318"/>
              <a:gd name="connsiteX1" fmla="*/ 2722508 w 2722508"/>
              <a:gd name="connsiteY1" fmla="*/ 0 h 1536318"/>
              <a:gd name="connsiteX2" fmla="*/ 2722508 w 2722508"/>
              <a:gd name="connsiteY2" fmla="*/ 1536318 h 1536318"/>
              <a:gd name="connsiteX3" fmla="*/ 0 w 2722508"/>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722508" h="1536318">
                <a:moveTo>
                  <a:pt x="0" y="0"/>
                </a:moveTo>
                <a:lnTo>
                  <a:pt x="2722508" y="0"/>
                </a:lnTo>
                <a:lnTo>
                  <a:pt x="2722508" y="1536318"/>
                </a:lnTo>
                <a:lnTo>
                  <a:pt x="0" y="1536318"/>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ED984737-CD1D-A22D-A244-11A50360F766}"/>
              </a:ext>
            </a:extLst>
          </p:cNvPr>
          <p:cNvSpPr>
            <a:spLocks noGrp="1"/>
          </p:cNvSpPr>
          <p:nvPr>
            <p:ph type="body" sz="quarter" idx="54" hasCustomPrompt="1"/>
          </p:nvPr>
        </p:nvSpPr>
        <p:spPr>
          <a:xfrm>
            <a:off x="1587496" y="2793241"/>
            <a:ext cx="2838125" cy="1267014"/>
          </a:xfrm>
          <a:custGeom>
            <a:avLst/>
            <a:gdLst>
              <a:gd name="connsiteX0" fmla="*/ 0 w 2838125"/>
              <a:gd name="connsiteY0" fmla="*/ 0 h 1267014"/>
              <a:gd name="connsiteX1" fmla="*/ 2838125 w 2838125"/>
              <a:gd name="connsiteY1" fmla="*/ 0 h 1267014"/>
              <a:gd name="connsiteX2" fmla="*/ 2838125 w 2838125"/>
              <a:gd name="connsiteY2" fmla="*/ 1267014 h 1267014"/>
              <a:gd name="connsiteX3" fmla="*/ 0 w 283812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38125" h="1267014">
                <a:moveTo>
                  <a:pt x="0" y="0"/>
                </a:moveTo>
                <a:lnTo>
                  <a:pt x="2838125" y="0"/>
                </a:lnTo>
                <a:lnTo>
                  <a:pt x="2838125"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BB22377B-5FD5-E3D8-490E-74C117CAD8B7}"/>
              </a:ext>
            </a:extLst>
          </p:cNvPr>
          <p:cNvSpPr>
            <a:spLocks noGrp="1"/>
          </p:cNvSpPr>
          <p:nvPr>
            <p:ph type="body" sz="quarter" idx="55" hasCustomPrompt="1"/>
          </p:nvPr>
        </p:nvSpPr>
        <p:spPr>
          <a:xfrm>
            <a:off x="5488494" y="2793241"/>
            <a:ext cx="2827200" cy="1382430"/>
          </a:xfrm>
          <a:custGeom>
            <a:avLst/>
            <a:gdLst>
              <a:gd name="connsiteX0" fmla="*/ 0 w 2827200"/>
              <a:gd name="connsiteY0" fmla="*/ 0 h 1382430"/>
              <a:gd name="connsiteX1" fmla="*/ 2827200 w 2827200"/>
              <a:gd name="connsiteY1" fmla="*/ 0 h 1382430"/>
              <a:gd name="connsiteX2" fmla="*/ 2827200 w 2827200"/>
              <a:gd name="connsiteY2" fmla="*/ 1382430 h 1382430"/>
              <a:gd name="connsiteX3" fmla="*/ 0 w 2827200"/>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2827200" h="1382430">
                <a:moveTo>
                  <a:pt x="0" y="0"/>
                </a:moveTo>
                <a:lnTo>
                  <a:pt x="2827200" y="0"/>
                </a:lnTo>
                <a:lnTo>
                  <a:pt x="2827200" y="1382430"/>
                </a:lnTo>
                <a:lnTo>
                  <a:pt x="0" y="1382430"/>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DF1DCAEE-D9F7-CA48-B7B9-E00B3E90110D}"/>
              </a:ext>
            </a:extLst>
          </p:cNvPr>
          <p:cNvSpPr>
            <a:spLocks noGrp="1"/>
          </p:cNvSpPr>
          <p:nvPr>
            <p:ph type="body" sz="quarter" idx="56" hasCustomPrompt="1"/>
          </p:nvPr>
        </p:nvSpPr>
        <p:spPr>
          <a:xfrm>
            <a:off x="5488495" y="1022242"/>
            <a:ext cx="2601569" cy="1497846"/>
          </a:xfrm>
          <a:custGeom>
            <a:avLst/>
            <a:gdLst>
              <a:gd name="connsiteX0" fmla="*/ 0 w 2601569"/>
              <a:gd name="connsiteY0" fmla="*/ 0 h 1497846"/>
              <a:gd name="connsiteX1" fmla="*/ 2601569 w 2601569"/>
              <a:gd name="connsiteY1" fmla="*/ 0 h 1497846"/>
              <a:gd name="connsiteX2" fmla="*/ 2601569 w 2601569"/>
              <a:gd name="connsiteY2" fmla="*/ 1497846 h 1497846"/>
              <a:gd name="connsiteX3" fmla="*/ 0 w 2601569"/>
              <a:gd name="connsiteY3" fmla="*/ 1497846 h 1497846"/>
            </a:gdLst>
            <a:ahLst/>
            <a:cxnLst>
              <a:cxn ang="0">
                <a:pos x="connsiteX0" y="connsiteY0"/>
              </a:cxn>
              <a:cxn ang="0">
                <a:pos x="connsiteX1" y="connsiteY1"/>
              </a:cxn>
              <a:cxn ang="0">
                <a:pos x="connsiteX2" y="connsiteY2"/>
              </a:cxn>
              <a:cxn ang="0">
                <a:pos x="connsiteX3" y="connsiteY3"/>
              </a:cxn>
            </a:cxnLst>
            <a:rect l="l" t="t" r="r" b="b"/>
            <a:pathLst>
              <a:path w="2601569" h="1497846">
                <a:moveTo>
                  <a:pt x="0" y="0"/>
                </a:moveTo>
                <a:lnTo>
                  <a:pt x="2601569" y="0"/>
                </a:lnTo>
                <a:lnTo>
                  <a:pt x="2601569" y="1497846"/>
                </a:lnTo>
                <a:lnTo>
                  <a:pt x="0" y="149784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F0FD6C18-52CC-3EA2-CAE5-6D9B03A08A59}"/>
              </a:ext>
            </a:extLst>
          </p:cNvPr>
          <p:cNvSpPr>
            <a:spLocks noGrp="1"/>
          </p:cNvSpPr>
          <p:nvPr>
            <p:ph type="body" sz="quarter" idx="57" hasCustomPrompt="1"/>
          </p:nvPr>
        </p:nvSpPr>
        <p:spPr>
          <a:xfrm>
            <a:off x="9104484" y="1022242"/>
            <a:ext cx="2660526" cy="1267014"/>
          </a:xfrm>
          <a:custGeom>
            <a:avLst/>
            <a:gdLst>
              <a:gd name="connsiteX0" fmla="*/ 0 w 2660526"/>
              <a:gd name="connsiteY0" fmla="*/ 0 h 1267014"/>
              <a:gd name="connsiteX1" fmla="*/ 2660526 w 2660526"/>
              <a:gd name="connsiteY1" fmla="*/ 0 h 1267014"/>
              <a:gd name="connsiteX2" fmla="*/ 2660526 w 2660526"/>
              <a:gd name="connsiteY2" fmla="*/ 1267014 h 1267014"/>
              <a:gd name="connsiteX3" fmla="*/ 0 w 2660526"/>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60526" h="1267014">
                <a:moveTo>
                  <a:pt x="0" y="0"/>
                </a:moveTo>
                <a:lnTo>
                  <a:pt x="2660526" y="0"/>
                </a:lnTo>
                <a:lnTo>
                  <a:pt x="2660526"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6" name="Text Placeholder 25">
            <a:extLst>
              <a:ext uri="{FF2B5EF4-FFF2-40B4-BE49-F238E27FC236}">
                <a16:creationId xmlns:a16="http://schemas.microsoft.com/office/drawing/2014/main" id="{CD5EA6D8-C892-5842-E982-B7AA5B1D1020}"/>
              </a:ext>
            </a:extLst>
          </p:cNvPr>
          <p:cNvSpPr>
            <a:spLocks noGrp="1"/>
          </p:cNvSpPr>
          <p:nvPr>
            <p:ph type="body" sz="quarter" idx="58" hasCustomPrompt="1"/>
          </p:nvPr>
        </p:nvSpPr>
        <p:spPr>
          <a:xfrm>
            <a:off x="9104484" y="2793241"/>
            <a:ext cx="2827200" cy="1536318"/>
          </a:xfrm>
          <a:custGeom>
            <a:avLst/>
            <a:gdLst>
              <a:gd name="connsiteX0" fmla="*/ 0 w 2827200"/>
              <a:gd name="connsiteY0" fmla="*/ 0 h 1536318"/>
              <a:gd name="connsiteX1" fmla="*/ 2827200 w 2827200"/>
              <a:gd name="connsiteY1" fmla="*/ 0 h 1536318"/>
              <a:gd name="connsiteX2" fmla="*/ 2827200 w 2827200"/>
              <a:gd name="connsiteY2" fmla="*/ 1536318 h 1536318"/>
              <a:gd name="connsiteX3" fmla="*/ 0 w 2827200"/>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827200" h="1536318">
                <a:moveTo>
                  <a:pt x="0" y="0"/>
                </a:moveTo>
                <a:lnTo>
                  <a:pt x="2827200" y="0"/>
                </a:lnTo>
                <a:lnTo>
                  <a:pt x="2827200" y="1536318"/>
                </a:lnTo>
                <a:lnTo>
                  <a:pt x="0" y="1536318"/>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AF1E3764-D96C-48EA-3EEF-CEA2915EFE8A}"/>
              </a:ext>
            </a:extLst>
          </p:cNvPr>
          <p:cNvSpPr>
            <a:spLocks noGrp="1"/>
          </p:cNvSpPr>
          <p:nvPr>
            <p:ph type="body" sz="quarter" idx="47" hasCustomPrompt="1"/>
          </p:nvPr>
        </p:nvSpPr>
        <p:spPr>
          <a:xfrm>
            <a:off x="753557" y="1104109"/>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37" name="Text Placeholder 36">
            <a:extLst>
              <a:ext uri="{FF2B5EF4-FFF2-40B4-BE49-F238E27FC236}">
                <a16:creationId xmlns:a16="http://schemas.microsoft.com/office/drawing/2014/main" id="{E8CBC80B-9D63-2F68-A7E3-81362DF18354}"/>
              </a:ext>
            </a:extLst>
          </p:cNvPr>
          <p:cNvSpPr>
            <a:spLocks noGrp="1"/>
          </p:cNvSpPr>
          <p:nvPr>
            <p:ph type="body" sz="quarter" idx="59" hasCustomPrompt="1"/>
          </p:nvPr>
        </p:nvSpPr>
        <p:spPr>
          <a:xfrm>
            <a:off x="753557" y="2889503"/>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2" name="Text Placeholder 41">
            <a:extLst>
              <a:ext uri="{FF2B5EF4-FFF2-40B4-BE49-F238E27FC236}">
                <a16:creationId xmlns:a16="http://schemas.microsoft.com/office/drawing/2014/main" id="{547B414D-5963-A1D8-77DC-E405C45FE9C2}"/>
              </a:ext>
            </a:extLst>
          </p:cNvPr>
          <p:cNvSpPr>
            <a:spLocks noGrp="1"/>
          </p:cNvSpPr>
          <p:nvPr>
            <p:ph type="body" sz="quarter" idx="60" hasCustomPrompt="1"/>
          </p:nvPr>
        </p:nvSpPr>
        <p:spPr>
          <a:xfrm>
            <a:off x="4703717" y="1120643"/>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1" name="Text Placeholder 40">
            <a:extLst>
              <a:ext uri="{FF2B5EF4-FFF2-40B4-BE49-F238E27FC236}">
                <a16:creationId xmlns:a16="http://schemas.microsoft.com/office/drawing/2014/main" id="{F29399CA-DBC7-44C3-9DC2-48F4B08B3C4D}"/>
              </a:ext>
            </a:extLst>
          </p:cNvPr>
          <p:cNvSpPr>
            <a:spLocks noGrp="1"/>
          </p:cNvSpPr>
          <p:nvPr>
            <p:ph type="body" sz="quarter" idx="61" hasCustomPrompt="1"/>
          </p:nvPr>
        </p:nvSpPr>
        <p:spPr>
          <a:xfrm>
            <a:off x="4699704" y="2879596"/>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4" name="Text Placeholder 43">
            <a:extLst>
              <a:ext uri="{FF2B5EF4-FFF2-40B4-BE49-F238E27FC236}">
                <a16:creationId xmlns:a16="http://schemas.microsoft.com/office/drawing/2014/main" id="{2AF757E7-45BF-7A29-36F5-6F202BD9C955}"/>
              </a:ext>
            </a:extLst>
          </p:cNvPr>
          <p:cNvSpPr>
            <a:spLocks noGrp="1"/>
          </p:cNvSpPr>
          <p:nvPr>
            <p:ph type="body" sz="quarter" idx="62" hasCustomPrompt="1"/>
          </p:nvPr>
        </p:nvSpPr>
        <p:spPr>
          <a:xfrm>
            <a:off x="8315694" y="1118504"/>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6" name="Text Placeholder 45">
            <a:extLst>
              <a:ext uri="{FF2B5EF4-FFF2-40B4-BE49-F238E27FC236}">
                <a16:creationId xmlns:a16="http://schemas.microsoft.com/office/drawing/2014/main" id="{D8E06FFC-7ECC-D159-6727-EF286C2B78F0}"/>
              </a:ext>
            </a:extLst>
          </p:cNvPr>
          <p:cNvSpPr>
            <a:spLocks noGrp="1"/>
          </p:cNvSpPr>
          <p:nvPr>
            <p:ph type="body" sz="quarter" idx="63" hasCustomPrompt="1"/>
          </p:nvPr>
        </p:nvSpPr>
        <p:spPr>
          <a:xfrm>
            <a:off x="8315694" y="2879596"/>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76" name="Text Placeholder 75">
            <a:extLst>
              <a:ext uri="{FF2B5EF4-FFF2-40B4-BE49-F238E27FC236}">
                <a16:creationId xmlns:a16="http://schemas.microsoft.com/office/drawing/2014/main" id="{A45849A8-464D-C816-F36E-2E8E6D00DA63}"/>
              </a:ext>
            </a:extLst>
          </p:cNvPr>
          <p:cNvSpPr>
            <a:spLocks noGrp="1"/>
          </p:cNvSpPr>
          <p:nvPr>
            <p:ph type="body" sz="quarter" idx="64" hasCustomPrompt="1"/>
          </p:nvPr>
        </p:nvSpPr>
        <p:spPr>
          <a:xfrm>
            <a:off x="8238707" y="4921708"/>
            <a:ext cx="1578728"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3" name="Text Placeholder 82">
            <a:extLst>
              <a:ext uri="{FF2B5EF4-FFF2-40B4-BE49-F238E27FC236}">
                <a16:creationId xmlns:a16="http://schemas.microsoft.com/office/drawing/2014/main" id="{044F187C-6335-92AF-79F8-62EE1B493C0D}"/>
              </a:ext>
            </a:extLst>
          </p:cNvPr>
          <p:cNvSpPr>
            <a:spLocks noGrp="1"/>
          </p:cNvSpPr>
          <p:nvPr>
            <p:ph type="body" sz="quarter" idx="67" hasCustomPrompt="1"/>
          </p:nvPr>
        </p:nvSpPr>
        <p:spPr>
          <a:xfrm>
            <a:off x="10541164" y="4921708"/>
            <a:ext cx="1500056"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4" name="Text Placeholder 83">
            <a:extLst>
              <a:ext uri="{FF2B5EF4-FFF2-40B4-BE49-F238E27FC236}">
                <a16:creationId xmlns:a16="http://schemas.microsoft.com/office/drawing/2014/main" id="{FAEB5359-15AF-0811-D155-424446F04523}"/>
              </a:ext>
            </a:extLst>
          </p:cNvPr>
          <p:cNvSpPr>
            <a:spLocks noGrp="1"/>
          </p:cNvSpPr>
          <p:nvPr>
            <p:ph type="body" sz="quarter" idx="68" hasCustomPrompt="1"/>
          </p:nvPr>
        </p:nvSpPr>
        <p:spPr>
          <a:xfrm>
            <a:off x="10541163" y="5597873"/>
            <a:ext cx="1500057"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5" name="Text Placeholder 84">
            <a:extLst>
              <a:ext uri="{FF2B5EF4-FFF2-40B4-BE49-F238E27FC236}">
                <a16:creationId xmlns:a16="http://schemas.microsoft.com/office/drawing/2014/main" id="{4D9AD84F-845C-AB3E-4425-2F78D23A95DD}"/>
              </a:ext>
            </a:extLst>
          </p:cNvPr>
          <p:cNvSpPr>
            <a:spLocks noGrp="1"/>
          </p:cNvSpPr>
          <p:nvPr>
            <p:ph type="body" sz="quarter" idx="69" hasCustomPrompt="1"/>
          </p:nvPr>
        </p:nvSpPr>
        <p:spPr>
          <a:xfrm>
            <a:off x="10541163" y="6256448"/>
            <a:ext cx="1500057"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6" name="Text Placeholder 85">
            <a:extLst>
              <a:ext uri="{FF2B5EF4-FFF2-40B4-BE49-F238E27FC236}">
                <a16:creationId xmlns:a16="http://schemas.microsoft.com/office/drawing/2014/main" id="{C267804F-6ECF-963B-E942-23332E55D796}"/>
              </a:ext>
            </a:extLst>
          </p:cNvPr>
          <p:cNvSpPr>
            <a:spLocks noGrp="1"/>
          </p:cNvSpPr>
          <p:nvPr>
            <p:ph type="body" sz="quarter" idx="65" hasCustomPrompt="1"/>
          </p:nvPr>
        </p:nvSpPr>
        <p:spPr>
          <a:xfrm>
            <a:off x="8238707" y="5597873"/>
            <a:ext cx="1578728"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7" name="Text Placeholder 86">
            <a:extLst>
              <a:ext uri="{FF2B5EF4-FFF2-40B4-BE49-F238E27FC236}">
                <a16:creationId xmlns:a16="http://schemas.microsoft.com/office/drawing/2014/main" id="{D81BD97B-5C61-800D-C74D-70E8D89F8823}"/>
              </a:ext>
            </a:extLst>
          </p:cNvPr>
          <p:cNvSpPr>
            <a:spLocks noGrp="1"/>
          </p:cNvSpPr>
          <p:nvPr>
            <p:ph type="body" sz="quarter" idx="66" hasCustomPrompt="1"/>
          </p:nvPr>
        </p:nvSpPr>
        <p:spPr>
          <a:xfrm>
            <a:off x="8238706" y="6256448"/>
            <a:ext cx="1578729"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8" name="Text Placeholder 15">
            <a:extLst>
              <a:ext uri="{FF2B5EF4-FFF2-40B4-BE49-F238E27FC236}">
                <a16:creationId xmlns:a16="http://schemas.microsoft.com/office/drawing/2014/main" id="{D80CC23B-0751-80E1-914C-A2108E4F1C65}"/>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Tree>
    <p:extLst>
      <p:ext uri="{BB962C8B-B14F-4D97-AF65-F5344CB8AC3E}">
        <p14:creationId xmlns:p14="http://schemas.microsoft.com/office/powerpoint/2010/main" val="3066817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816535-EDE2-0742-3485-CFFA208A6614}"/>
              </a:ext>
            </a:extLst>
          </p:cNvPr>
          <p:cNvSpPr>
            <a:spLocks noGrp="1"/>
          </p:cNvSpPr>
          <p:nvPr>
            <p:ph type="pic" sz="quarter" idx="10"/>
          </p:nvPr>
        </p:nvSpPr>
        <p:spPr>
          <a:xfrm>
            <a:off x="3383292"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5" name="Picture Placeholder 14">
            <a:extLst>
              <a:ext uri="{FF2B5EF4-FFF2-40B4-BE49-F238E27FC236}">
                <a16:creationId xmlns:a16="http://schemas.microsoft.com/office/drawing/2014/main" id="{EC05E606-DF39-5F63-6270-E915EBF0B789}"/>
              </a:ext>
            </a:extLst>
          </p:cNvPr>
          <p:cNvSpPr>
            <a:spLocks noGrp="1"/>
          </p:cNvSpPr>
          <p:nvPr>
            <p:ph type="pic" sz="quarter" idx="11"/>
          </p:nvPr>
        </p:nvSpPr>
        <p:spPr>
          <a:xfrm>
            <a:off x="3383292"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6" name="Picture Placeholder 15">
            <a:extLst>
              <a:ext uri="{FF2B5EF4-FFF2-40B4-BE49-F238E27FC236}">
                <a16:creationId xmlns:a16="http://schemas.microsoft.com/office/drawing/2014/main" id="{C76C6D57-CA43-848F-79CF-43D4B23D52E3}"/>
              </a:ext>
            </a:extLst>
          </p:cNvPr>
          <p:cNvSpPr>
            <a:spLocks noGrp="1"/>
          </p:cNvSpPr>
          <p:nvPr>
            <p:ph type="pic" sz="quarter" idx="12"/>
          </p:nvPr>
        </p:nvSpPr>
        <p:spPr>
          <a:xfrm>
            <a:off x="7133251"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7" name="Picture Placeholder 16">
            <a:extLst>
              <a:ext uri="{FF2B5EF4-FFF2-40B4-BE49-F238E27FC236}">
                <a16:creationId xmlns:a16="http://schemas.microsoft.com/office/drawing/2014/main" id="{C244927B-6637-AAAE-5DB6-BEBEDE9277A6}"/>
              </a:ext>
            </a:extLst>
          </p:cNvPr>
          <p:cNvSpPr>
            <a:spLocks noGrp="1"/>
          </p:cNvSpPr>
          <p:nvPr>
            <p:ph type="pic" sz="quarter" idx="13"/>
          </p:nvPr>
        </p:nvSpPr>
        <p:spPr>
          <a:xfrm>
            <a:off x="7133251"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8" name="Picture Placeholder 17">
            <a:extLst>
              <a:ext uri="{FF2B5EF4-FFF2-40B4-BE49-F238E27FC236}">
                <a16:creationId xmlns:a16="http://schemas.microsoft.com/office/drawing/2014/main" id="{F13DB0EC-8F7A-13B3-F9B8-C1C8AD1AAD72}"/>
              </a:ext>
            </a:extLst>
          </p:cNvPr>
          <p:cNvSpPr>
            <a:spLocks noGrp="1"/>
          </p:cNvSpPr>
          <p:nvPr>
            <p:ph type="pic" sz="quarter" idx="14"/>
          </p:nvPr>
        </p:nvSpPr>
        <p:spPr>
          <a:xfrm>
            <a:off x="10883209"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9" name="Picture Placeholder 18">
            <a:extLst>
              <a:ext uri="{FF2B5EF4-FFF2-40B4-BE49-F238E27FC236}">
                <a16:creationId xmlns:a16="http://schemas.microsoft.com/office/drawing/2014/main" id="{5A1048F0-3CDA-AFBB-F1B5-4AA592103E30}"/>
              </a:ext>
            </a:extLst>
          </p:cNvPr>
          <p:cNvSpPr>
            <a:spLocks noGrp="1"/>
          </p:cNvSpPr>
          <p:nvPr>
            <p:ph type="pic" sz="quarter" idx="15"/>
          </p:nvPr>
        </p:nvSpPr>
        <p:spPr>
          <a:xfrm>
            <a:off x="10883209"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29" name="Text Placeholder 28">
            <a:extLst>
              <a:ext uri="{FF2B5EF4-FFF2-40B4-BE49-F238E27FC236}">
                <a16:creationId xmlns:a16="http://schemas.microsoft.com/office/drawing/2014/main" id="{FD512EA3-913F-C49C-05A3-3BE39DD42E07}"/>
              </a:ext>
            </a:extLst>
          </p:cNvPr>
          <p:cNvSpPr>
            <a:spLocks noGrp="1"/>
          </p:cNvSpPr>
          <p:nvPr>
            <p:ph type="body" sz="quarter" idx="53" hasCustomPrompt="1"/>
          </p:nvPr>
        </p:nvSpPr>
        <p:spPr>
          <a:xfrm>
            <a:off x="1104661"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0E411C11-B97F-6AA0-9E10-9F72EE0BEF97}"/>
              </a:ext>
            </a:extLst>
          </p:cNvPr>
          <p:cNvSpPr>
            <a:spLocks noGrp="1"/>
          </p:cNvSpPr>
          <p:nvPr>
            <p:ph type="body" sz="quarter" idx="54" hasCustomPrompt="1"/>
          </p:nvPr>
        </p:nvSpPr>
        <p:spPr>
          <a:xfrm>
            <a:off x="4854620"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35D9E9E6-DA13-C8AB-3A2C-B9376D3A170D}"/>
              </a:ext>
            </a:extLst>
          </p:cNvPr>
          <p:cNvSpPr>
            <a:spLocks noGrp="1"/>
          </p:cNvSpPr>
          <p:nvPr>
            <p:ph type="body" sz="quarter" idx="55" hasCustomPrompt="1"/>
          </p:nvPr>
        </p:nvSpPr>
        <p:spPr>
          <a:xfrm>
            <a:off x="8604578"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CB15A69C-DFA0-BE8B-AE33-20BA075EA614}"/>
              </a:ext>
            </a:extLst>
          </p:cNvPr>
          <p:cNvSpPr>
            <a:spLocks noGrp="1"/>
          </p:cNvSpPr>
          <p:nvPr>
            <p:ph type="body" sz="quarter" idx="56" hasCustomPrompt="1"/>
          </p:nvPr>
        </p:nvSpPr>
        <p:spPr>
          <a:xfrm>
            <a:off x="1104661" y="4716695"/>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E7DDC7E9-E78B-9FD3-83A4-1E8F2FED282B}"/>
              </a:ext>
            </a:extLst>
          </p:cNvPr>
          <p:cNvSpPr>
            <a:spLocks noGrp="1"/>
          </p:cNvSpPr>
          <p:nvPr>
            <p:ph type="body" sz="quarter" idx="57" hasCustomPrompt="1"/>
          </p:nvPr>
        </p:nvSpPr>
        <p:spPr>
          <a:xfrm>
            <a:off x="4854620" y="4716696"/>
            <a:ext cx="3114648" cy="1045799"/>
          </a:xfrm>
          <a:custGeom>
            <a:avLst/>
            <a:gdLst>
              <a:gd name="connsiteX0" fmla="*/ 0 w 3114648"/>
              <a:gd name="connsiteY0" fmla="*/ 0 h 1045799"/>
              <a:gd name="connsiteX1" fmla="*/ 3114648 w 3114648"/>
              <a:gd name="connsiteY1" fmla="*/ 0 h 1045799"/>
              <a:gd name="connsiteX2" fmla="*/ 3114648 w 3114648"/>
              <a:gd name="connsiteY2" fmla="*/ 1045799 h 1045799"/>
              <a:gd name="connsiteX3" fmla="*/ 0 w 3114648"/>
              <a:gd name="connsiteY3" fmla="*/ 1045799 h 1045799"/>
            </a:gdLst>
            <a:ahLst/>
            <a:cxnLst>
              <a:cxn ang="0">
                <a:pos x="connsiteX0" y="connsiteY0"/>
              </a:cxn>
              <a:cxn ang="0">
                <a:pos x="connsiteX1" y="connsiteY1"/>
              </a:cxn>
              <a:cxn ang="0">
                <a:pos x="connsiteX2" y="connsiteY2"/>
              </a:cxn>
              <a:cxn ang="0">
                <a:pos x="connsiteX3" y="connsiteY3"/>
              </a:cxn>
            </a:cxnLst>
            <a:rect l="l" t="t" r="r" b="b"/>
            <a:pathLst>
              <a:path w="3114648" h="1045799">
                <a:moveTo>
                  <a:pt x="0" y="0"/>
                </a:moveTo>
                <a:lnTo>
                  <a:pt x="3114648" y="0"/>
                </a:lnTo>
                <a:lnTo>
                  <a:pt x="3114648" y="1045799"/>
                </a:lnTo>
                <a:lnTo>
                  <a:pt x="0" y="1045799"/>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24CB4478-A2B7-D3BB-5ECC-7BB99D5E0EC2}"/>
              </a:ext>
            </a:extLst>
          </p:cNvPr>
          <p:cNvSpPr>
            <a:spLocks noGrp="1"/>
          </p:cNvSpPr>
          <p:nvPr>
            <p:ph type="body" sz="quarter" idx="58" hasCustomPrompt="1"/>
          </p:nvPr>
        </p:nvSpPr>
        <p:spPr>
          <a:xfrm>
            <a:off x="8604578" y="4716696"/>
            <a:ext cx="3114648" cy="1045799"/>
          </a:xfrm>
          <a:custGeom>
            <a:avLst/>
            <a:gdLst>
              <a:gd name="connsiteX0" fmla="*/ 0 w 3114648"/>
              <a:gd name="connsiteY0" fmla="*/ 0 h 1045799"/>
              <a:gd name="connsiteX1" fmla="*/ 3114648 w 3114648"/>
              <a:gd name="connsiteY1" fmla="*/ 0 h 1045799"/>
              <a:gd name="connsiteX2" fmla="*/ 3114648 w 3114648"/>
              <a:gd name="connsiteY2" fmla="*/ 1045799 h 1045799"/>
              <a:gd name="connsiteX3" fmla="*/ 0 w 3114648"/>
              <a:gd name="connsiteY3" fmla="*/ 1045799 h 1045799"/>
            </a:gdLst>
            <a:ahLst/>
            <a:cxnLst>
              <a:cxn ang="0">
                <a:pos x="connsiteX0" y="connsiteY0"/>
              </a:cxn>
              <a:cxn ang="0">
                <a:pos x="connsiteX1" y="connsiteY1"/>
              </a:cxn>
              <a:cxn ang="0">
                <a:pos x="connsiteX2" y="connsiteY2"/>
              </a:cxn>
              <a:cxn ang="0">
                <a:pos x="connsiteX3" y="connsiteY3"/>
              </a:cxn>
            </a:cxnLst>
            <a:rect l="l" t="t" r="r" b="b"/>
            <a:pathLst>
              <a:path w="3114648" h="1045799">
                <a:moveTo>
                  <a:pt x="0" y="0"/>
                </a:moveTo>
                <a:lnTo>
                  <a:pt x="3114648" y="0"/>
                </a:lnTo>
                <a:lnTo>
                  <a:pt x="3114648" y="1045799"/>
                </a:lnTo>
                <a:lnTo>
                  <a:pt x="0" y="1045799"/>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EB61D7F9-7024-3EE9-2562-A0A45B4B2D68}"/>
              </a:ext>
            </a:extLst>
          </p:cNvPr>
          <p:cNvSpPr>
            <a:spLocks noGrp="1"/>
          </p:cNvSpPr>
          <p:nvPr>
            <p:ph type="body" sz="quarter" idx="59" hasCustomPrompt="1"/>
          </p:nvPr>
        </p:nvSpPr>
        <p:spPr>
          <a:xfrm>
            <a:off x="1022154" y="1540714"/>
            <a:ext cx="2276858"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4" name="Text Placeholder 43">
            <a:extLst>
              <a:ext uri="{FF2B5EF4-FFF2-40B4-BE49-F238E27FC236}">
                <a16:creationId xmlns:a16="http://schemas.microsoft.com/office/drawing/2014/main" id="{7E0054C8-3513-A4FC-A9CB-D16837AF1CA6}"/>
              </a:ext>
            </a:extLst>
          </p:cNvPr>
          <p:cNvSpPr>
            <a:spLocks noGrp="1"/>
          </p:cNvSpPr>
          <p:nvPr>
            <p:ph type="body" sz="quarter" idx="60" hasCustomPrompt="1"/>
          </p:nvPr>
        </p:nvSpPr>
        <p:spPr>
          <a:xfrm>
            <a:off x="4772113" y="1540714"/>
            <a:ext cx="2210860" cy="253916"/>
          </a:xfrm>
          <a:custGeom>
            <a:avLst/>
            <a:gdLst>
              <a:gd name="connsiteX0" fmla="*/ 0 w 1639831"/>
              <a:gd name="connsiteY0" fmla="*/ 0 h 253916"/>
              <a:gd name="connsiteX1" fmla="*/ 1639831 w 1639831"/>
              <a:gd name="connsiteY1" fmla="*/ 0 h 253916"/>
              <a:gd name="connsiteX2" fmla="*/ 1639831 w 1639831"/>
              <a:gd name="connsiteY2" fmla="*/ 253916 h 253916"/>
              <a:gd name="connsiteX3" fmla="*/ 0 w 1639831"/>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1639831" h="253916">
                <a:moveTo>
                  <a:pt x="0" y="0"/>
                </a:moveTo>
                <a:lnTo>
                  <a:pt x="1639831" y="0"/>
                </a:lnTo>
                <a:lnTo>
                  <a:pt x="1639831"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6" name="Text Placeholder 45">
            <a:extLst>
              <a:ext uri="{FF2B5EF4-FFF2-40B4-BE49-F238E27FC236}">
                <a16:creationId xmlns:a16="http://schemas.microsoft.com/office/drawing/2014/main" id="{63A7EA0A-0115-C7FF-0FE3-A6C2FC5018AF}"/>
              </a:ext>
            </a:extLst>
          </p:cNvPr>
          <p:cNvSpPr>
            <a:spLocks noGrp="1"/>
          </p:cNvSpPr>
          <p:nvPr>
            <p:ph type="body" sz="quarter" idx="61" hasCustomPrompt="1"/>
          </p:nvPr>
        </p:nvSpPr>
        <p:spPr>
          <a:xfrm>
            <a:off x="8522071" y="1540714"/>
            <a:ext cx="2280400" cy="253916"/>
          </a:xfrm>
          <a:custGeom>
            <a:avLst/>
            <a:gdLst>
              <a:gd name="connsiteX0" fmla="*/ 0 w 2361138"/>
              <a:gd name="connsiteY0" fmla="*/ 0 h 253916"/>
              <a:gd name="connsiteX1" fmla="*/ 2361138 w 2361138"/>
              <a:gd name="connsiteY1" fmla="*/ 0 h 253916"/>
              <a:gd name="connsiteX2" fmla="*/ 2361138 w 2361138"/>
              <a:gd name="connsiteY2" fmla="*/ 253916 h 253916"/>
              <a:gd name="connsiteX3" fmla="*/ 0 w 2361138"/>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361138" h="253916">
                <a:moveTo>
                  <a:pt x="0" y="0"/>
                </a:moveTo>
                <a:lnTo>
                  <a:pt x="2361138" y="0"/>
                </a:lnTo>
                <a:lnTo>
                  <a:pt x="2361138"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8" name="Text Placeholder 47">
            <a:extLst>
              <a:ext uri="{FF2B5EF4-FFF2-40B4-BE49-F238E27FC236}">
                <a16:creationId xmlns:a16="http://schemas.microsoft.com/office/drawing/2014/main" id="{4ED03342-1F2B-C623-464D-BAD67B06F59C}"/>
              </a:ext>
            </a:extLst>
          </p:cNvPr>
          <p:cNvSpPr>
            <a:spLocks noGrp="1"/>
          </p:cNvSpPr>
          <p:nvPr>
            <p:ph type="body" sz="quarter" idx="62" hasCustomPrompt="1"/>
          </p:nvPr>
        </p:nvSpPr>
        <p:spPr>
          <a:xfrm>
            <a:off x="8522071" y="4299893"/>
            <a:ext cx="2280400" cy="253916"/>
          </a:xfrm>
          <a:custGeom>
            <a:avLst/>
            <a:gdLst>
              <a:gd name="connsiteX0" fmla="*/ 0 w 2136843"/>
              <a:gd name="connsiteY0" fmla="*/ 0 h 253916"/>
              <a:gd name="connsiteX1" fmla="*/ 2136843 w 2136843"/>
              <a:gd name="connsiteY1" fmla="*/ 0 h 253916"/>
              <a:gd name="connsiteX2" fmla="*/ 2136843 w 2136843"/>
              <a:gd name="connsiteY2" fmla="*/ 253916 h 253916"/>
              <a:gd name="connsiteX3" fmla="*/ 0 w 2136843"/>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136843" h="253916">
                <a:moveTo>
                  <a:pt x="0" y="0"/>
                </a:moveTo>
                <a:lnTo>
                  <a:pt x="2136843" y="0"/>
                </a:lnTo>
                <a:lnTo>
                  <a:pt x="2136843"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0" name="Text Placeholder 49">
            <a:extLst>
              <a:ext uri="{FF2B5EF4-FFF2-40B4-BE49-F238E27FC236}">
                <a16:creationId xmlns:a16="http://schemas.microsoft.com/office/drawing/2014/main" id="{C0F8F424-71EB-B0C2-0DFD-C5072AA7B155}"/>
              </a:ext>
            </a:extLst>
          </p:cNvPr>
          <p:cNvSpPr>
            <a:spLocks noGrp="1"/>
          </p:cNvSpPr>
          <p:nvPr>
            <p:ph type="body" sz="quarter" idx="63" hasCustomPrompt="1"/>
          </p:nvPr>
        </p:nvSpPr>
        <p:spPr>
          <a:xfrm>
            <a:off x="4772113" y="4299893"/>
            <a:ext cx="2210860" cy="253916"/>
          </a:xfrm>
          <a:custGeom>
            <a:avLst/>
            <a:gdLst>
              <a:gd name="connsiteX0" fmla="*/ 0 w 2210860"/>
              <a:gd name="connsiteY0" fmla="*/ 0 h 253916"/>
              <a:gd name="connsiteX1" fmla="*/ 2210860 w 2210860"/>
              <a:gd name="connsiteY1" fmla="*/ 0 h 253916"/>
              <a:gd name="connsiteX2" fmla="*/ 2210860 w 2210860"/>
              <a:gd name="connsiteY2" fmla="*/ 253916 h 253916"/>
              <a:gd name="connsiteX3" fmla="*/ 0 w 2210860"/>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210860" h="253916">
                <a:moveTo>
                  <a:pt x="0" y="0"/>
                </a:moveTo>
                <a:lnTo>
                  <a:pt x="2210860" y="0"/>
                </a:lnTo>
                <a:lnTo>
                  <a:pt x="2210860"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2" name="Text Placeholder 51">
            <a:extLst>
              <a:ext uri="{FF2B5EF4-FFF2-40B4-BE49-F238E27FC236}">
                <a16:creationId xmlns:a16="http://schemas.microsoft.com/office/drawing/2014/main" id="{B8F133D1-AE3D-EC03-1736-E8AECFED0382}"/>
              </a:ext>
            </a:extLst>
          </p:cNvPr>
          <p:cNvSpPr>
            <a:spLocks noGrp="1"/>
          </p:cNvSpPr>
          <p:nvPr>
            <p:ph type="body" sz="quarter" idx="64" hasCustomPrompt="1"/>
          </p:nvPr>
        </p:nvSpPr>
        <p:spPr>
          <a:xfrm>
            <a:off x="1022154" y="4299893"/>
            <a:ext cx="2276858"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4" name="Text Placeholder 53">
            <a:extLst>
              <a:ext uri="{FF2B5EF4-FFF2-40B4-BE49-F238E27FC236}">
                <a16:creationId xmlns:a16="http://schemas.microsoft.com/office/drawing/2014/main" id="{E79E14BF-8700-BC95-1EFA-867CA9630CA6}"/>
              </a:ext>
            </a:extLst>
          </p:cNvPr>
          <p:cNvSpPr>
            <a:spLocks noGrp="1"/>
          </p:cNvSpPr>
          <p:nvPr>
            <p:ph type="body" sz="quarter" idx="47" hasCustomPrompt="1"/>
          </p:nvPr>
        </p:nvSpPr>
        <p:spPr>
          <a:xfrm>
            <a:off x="1022154" y="1211327"/>
            <a:ext cx="2276858"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56" name="Text Placeholder 55">
            <a:extLst>
              <a:ext uri="{FF2B5EF4-FFF2-40B4-BE49-F238E27FC236}">
                <a16:creationId xmlns:a16="http://schemas.microsoft.com/office/drawing/2014/main" id="{0BA12012-649D-8AA9-D912-3163A195AAC9}"/>
              </a:ext>
            </a:extLst>
          </p:cNvPr>
          <p:cNvSpPr>
            <a:spLocks noGrp="1"/>
          </p:cNvSpPr>
          <p:nvPr>
            <p:ph type="body" sz="quarter" idx="65" hasCustomPrompt="1"/>
          </p:nvPr>
        </p:nvSpPr>
        <p:spPr>
          <a:xfrm>
            <a:off x="4772114" y="1211328"/>
            <a:ext cx="2210859"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58" name="Text Placeholder 57">
            <a:extLst>
              <a:ext uri="{FF2B5EF4-FFF2-40B4-BE49-F238E27FC236}">
                <a16:creationId xmlns:a16="http://schemas.microsoft.com/office/drawing/2014/main" id="{5453878E-E93A-ECC1-19EC-CF8A3A8CA149}"/>
              </a:ext>
            </a:extLst>
          </p:cNvPr>
          <p:cNvSpPr>
            <a:spLocks noGrp="1"/>
          </p:cNvSpPr>
          <p:nvPr>
            <p:ph type="body" sz="quarter" idx="66" hasCustomPrompt="1"/>
          </p:nvPr>
        </p:nvSpPr>
        <p:spPr>
          <a:xfrm>
            <a:off x="8522071" y="1211328"/>
            <a:ext cx="2280400"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2" name="Text Placeholder 61">
            <a:extLst>
              <a:ext uri="{FF2B5EF4-FFF2-40B4-BE49-F238E27FC236}">
                <a16:creationId xmlns:a16="http://schemas.microsoft.com/office/drawing/2014/main" id="{1D90487E-2A5D-9FA5-943E-45B114E66E8A}"/>
              </a:ext>
            </a:extLst>
          </p:cNvPr>
          <p:cNvSpPr>
            <a:spLocks noGrp="1"/>
          </p:cNvSpPr>
          <p:nvPr>
            <p:ph type="body" sz="quarter" idx="67" hasCustomPrompt="1"/>
          </p:nvPr>
        </p:nvSpPr>
        <p:spPr>
          <a:xfrm>
            <a:off x="1022154" y="3970506"/>
            <a:ext cx="2276858"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3" name="Text Placeholder 62">
            <a:extLst>
              <a:ext uri="{FF2B5EF4-FFF2-40B4-BE49-F238E27FC236}">
                <a16:creationId xmlns:a16="http://schemas.microsoft.com/office/drawing/2014/main" id="{20FA909F-7973-0E14-6601-F9F48A882743}"/>
              </a:ext>
            </a:extLst>
          </p:cNvPr>
          <p:cNvSpPr>
            <a:spLocks noGrp="1"/>
          </p:cNvSpPr>
          <p:nvPr>
            <p:ph type="body" sz="quarter" idx="68" hasCustomPrompt="1"/>
          </p:nvPr>
        </p:nvSpPr>
        <p:spPr>
          <a:xfrm>
            <a:off x="4772114" y="3970507"/>
            <a:ext cx="2210859"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4" name="Text Placeholder 63">
            <a:extLst>
              <a:ext uri="{FF2B5EF4-FFF2-40B4-BE49-F238E27FC236}">
                <a16:creationId xmlns:a16="http://schemas.microsoft.com/office/drawing/2014/main" id="{1B57714D-406E-0617-E46D-F1E13009F176}"/>
              </a:ext>
            </a:extLst>
          </p:cNvPr>
          <p:cNvSpPr>
            <a:spLocks noGrp="1"/>
          </p:cNvSpPr>
          <p:nvPr>
            <p:ph type="body" sz="quarter" idx="69" hasCustomPrompt="1"/>
          </p:nvPr>
        </p:nvSpPr>
        <p:spPr>
          <a:xfrm>
            <a:off x="8522071" y="3970507"/>
            <a:ext cx="2280400"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5" name="Text Placeholder 15">
            <a:extLst>
              <a:ext uri="{FF2B5EF4-FFF2-40B4-BE49-F238E27FC236}">
                <a16:creationId xmlns:a16="http://schemas.microsoft.com/office/drawing/2014/main" id="{00376703-C76B-3F26-15AB-0AE2750F61C1}"/>
              </a:ext>
            </a:extLst>
          </p:cNvPr>
          <p:cNvSpPr>
            <a:spLocks noGrp="1"/>
          </p:cNvSpPr>
          <p:nvPr>
            <p:ph type="body" sz="quarter" idx="70"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Tree>
    <p:extLst>
      <p:ext uri="{BB962C8B-B14F-4D97-AF65-F5344CB8AC3E}">
        <p14:creationId xmlns:p14="http://schemas.microsoft.com/office/powerpoint/2010/main" val="1975961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F5E72F8-00BC-14CD-4931-A9C8830FC56D}"/>
              </a:ext>
            </a:extLst>
          </p:cNvPr>
          <p:cNvSpPr/>
          <p:nvPr userDrawn="1"/>
        </p:nvSpPr>
        <p:spPr>
          <a:xfrm>
            <a:off x="5635690" y="0"/>
            <a:ext cx="6556310" cy="5747657"/>
          </a:xfrm>
          <a:custGeom>
            <a:avLst/>
            <a:gdLst>
              <a:gd name="connsiteX0" fmla="*/ 11646 w 6692900"/>
              <a:gd name="connsiteY0" fmla="*/ 0 h 5867400"/>
              <a:gd name="connsiteX1" fmla="*/ 6692900 w 6692900"/>
              <a:gd name="connsiteY1" fmla="*/ 0 h 5867400"/>
              <a:gd name="connsiteX2" fmla="*/ 6692900 w 6692900"/>
              <a:gd name="connsiteY2" fmla="*/ 5742463 h 5867400"/>
              <a:gd name="connsiteX3" fmla="*/ 6637879 w 6692900"/>
              <a:gd name="connsiteY3" fmla="*/ 5755162 h 5867400"/>
              <a:gd name="connsiteX4" fmla="*/ 5524500 w 6692900"/>
              <a:gd name="connsiteY4" fmla="*/ 5867400 h 5867400"/>
              <a:gd name="connsiteX5" fmla="*/ 0 w 6692900"/>
              <a:gd name="connsiteY5" fmla="*/ 342900 h 5867400"/>
              <a:gd name="connsiteX6" fmla="*/ 7189 w 6692900"/>
              <a:gd name="connsiteY6" fmla="*/ 58610 h 58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2900" h="5867400">
                <a:moveTo>
                  <a:pt x="11646" y="0"/>
                </a:moveTo>
                <a:lnTo>
                  <a:pt x="6692900" y="0"/>
                </a:lnTo>
                <a:lnTo>
                  <a:pt x="6692900" y="5742463"/>
                </a:lnTo>
                <a:lnTo>
                  <a:pt x="6637879" y="5755162"/>
                </a:lnTo>
                <a:cubicBezTo>
                  <a:pt x="6278248" y="5828753"/>
                  <a:pt x="5905887" y="5867400"/>
                  <a:pt x="5524500" y="5867400"/>
                </a:cubicBezTo>
                <a:cubicBezTo>
                  <a:pt x="2473403" y="5867400"/>
                  <a:pt x="0" y="3393997"/>
                  <a:pt x="0" y="342900"/>
                </a:cubicBezTo>
                <a:cubicBezTo>
                  <a:pt x="0" y="247553"/>
                  <a:pt x="2416" y="152771"/>
                  <a:pt x="7189" y="5861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 name="Picture Placeholder 3">
            <a:extLst>
              <a:ext uri="{FF2B5EF4-FFF2-40B4-BE49-F238E27FC236}">
                <a16:creationId xmlns:a16="http://schemas.microsoft.com/office/drawing/2014/main" id="{6E1E1192-FEED-67FF-9E6F-A13D5EFC1666}"/>
              </a:ext>
            </a:extLst>
          </p:cNvPr>
          <p:cNvSpPr>
            <a:spLocks noGrp="1"/>
          </p:cNvSpPr>
          <p:nvPr>
            <p:ph type="pic" sz="quarter" idx="10"/>
          </p:nvPr>
        </p:nvSpPr>
        <p:spPr>
          <a:xfrm>
            <a:off x="6016484" y="0"/>
            <a:ext cx="6175515" cy="5413829"/>
          </a:xfrm>
          <a:custGeom>
            <a:avLst/>
            <a:gdLst>
              <a:gd name="connsiteX0" fmla="*/ 11646 w 6692900"/>
              <a:gd name="connsiteY0" fmla="*/ 0 h 5867400"/>
              <a:gd name="connsiteX1" fmla="*/ 6692900 w 6692900"/>
              <a:gd name="connsiteY1" fmla="*/ 0 h 5867400"/>
              <a:gd name="connsiteX2" fmla="*/ 6692900 w 6692900"/>
              <a:gd name="connsiteY2" fmla="*/ 5742463 h 5867400"/>
              <a:gd name="connsiteX3" fmla="*/ 6637879 w 6692900"/>
              <a:gd name="connsiteY3" fmla="*/ 5755162 h 5867400"/>
              <a:gd name="connsiteX4" fmla="*/ 5524500 w 6692900"/>
              <a:gd name="connsiteY4" fmla="*/ 5867400 h 5867400"/>
              <a:gd name="connsiteX5" fmla="*/ 0 w 6692900"/>
              <a:gd name="connsiteY5" fmla="*/ 342900 h 5867400"/>
              <a:gd name="connsiteX6" fmla="*/ 7190 w 6692900"/>
              <a:gd name="connsiteY6" fmla="*/ 58610 h 58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2900" h="5867400">
                <a:moveTo>
                  <a:pt x="11646" y="0"/>
                </a:moveTo>
                <a:lnTo>
                  <a:pt x="6692900" y="0"/>
                </a:lnTo>
                <a:lnTo>
                  <a:pt x="6692900" y="5742463"/>
                </a:lnTo>
                <a:lnTo>
                  <a:pt x="6637879" y="5755162"/>
                </a:lnTo>
                <a:cubicBezTo>
                  <a:pt x="6278248" y="5828753"/>
                  <a:pt x="5905887" y="5867400"/>
                  <a:pt x="5524500" y="5867400"/>
                </a:cubicBezTo>
                <a:cubicBezTo>
                  <a:pt x="2473403" y="5867400"/>
                  <a:pt x="0" y="3393997"/>
                  <a:pt x="0" y="342900"/>
                </a:cubicBezTo>
                <a:cubicBezTo>
                  <a:pt x="0" y="247553"/>
                  <a:pt x="2416" y="152771"/>
                  <a:pt x="7190" y="58610"/>
                </a:cubicBezTo>
                <a:close/>
              </a:path>
            </a:pathLst>
          </a:custGeom>
          <a:solidFill>
            <a:schemeClr val="bg1">
              <a:lumMod val="95000"/>
            </a:schemeClr>
          </a:solidFill>
        </p:spPr>
        <p:txBody>
          <a:bodyPr wrap="square">
            <a:noAutofit/>
          </a:bodyPr>
          <a:lstStyle>
            <a:lvl1pPr>
              <a:defRPr sz="800"/>
            </a:lvl1pPr>
          </a:lstStyle>
          <a:p>
            <a:endParaRPr lang="en-ID"/>
          </a:p>
        </p:txBody>
      </p:sp>
      <p:sp>
        <p:nvSpPr>
          <p:cNvPr id="10" name="Text Placeholder 9">
            <a:extLst>
              <a:ext uri="{FF2B5EF4-FFF2-40B4-BE49-F238E27FC236}">
                <a16:creationId xmlns:a16="http://schemas.microsoft.com/office/drawing/2014/main" id="{AF954973-1A4F-1032-1E68-176102F8621A}"/>
              </a:ext>
            </a:extLst>
          </p:cNvPr>
          <p:cNvSpPr>
            <a:spLocks noGrp="1"/>
          </p:cNvSpPr>
          <p:nvPr>
            <p:ph type="body" sz="quarter" idx="11" hasCustomPrompt="1"/>
          </p:nvPr>
        </p:nvSpPr>
        <p:spPr>
          <a:xfrm>
            <a:off x="887639" y="613359"/>
            <a:ext cx="4349298" cy="2016016"/>
          </a:xfrm>
          <a:custGeom>
            <a:avLst/>
            <a:gdLst>
              <a:gd name="connsiteX0" fmla="*/ 0 w 4349298"/>
              <a:gd name="connsiteY0" fmla="*/ 0 h 1754326"/>
              <a:gd name="connsiteX1" fmla="*/ 4349298 w 4349298"/>
              <a:gd name="connsiteY1" fmla="*/ 0 h 1754326"/>
              <a:gd name="connsiteX2" fmla="*/ 4349298 w 4349298"/>
              <a:gd name="connsiteY2" fmla="*/ 1754326 h 1754326"/>
              <a:gd name="connsiteX3" fmla="*/ 0 w 4349298"/>
              <a:gd name="connsiteY3" fmla="*/ 1754326 h 1754326"/>
            </a:gdLst>
            <a:ahLst/>
            <a:cxnLst>
              <a:cxn ang="0">
                <a:pos x="connsiteX0" y="connsiteY0"/>
              </a:cxn>
              <a:cxn ang="0">
                <a:pos x="connsiteX1" y="connsiteY1"/>
              </a:cxn>
              <a:cxn ang="0">
                <a:pos x="connsiteX2" y="connsiteY2"/>
              </a:cxn>
              <a:cxn ang="0">
                <a:pos x="connsiteX3" y="connsiteY3"/>
              </a:cxn>
            </a:cxnLst>
            <a:rect l="l" t="t" r="r" b="b"/>
            <a:pathLst>
              <a:path w="4349298" h="1754326">
                <a:moveTo>
                  <a:pt x="0" y="0"/>
                </a:moveTo>
                <a:lnTo>
                  <a:pt x="4349298" y="0"/>
                </a:lnTo>
                <a:lnTo>
                  <a:pt x="4349298" y="1754326"/>
                </a:lnTo>
                <a:lnTo>
                  <a:pt x="0" y="1754326"/>
                </a:lnTo>
                <a:close/>
              </a:path>
            </a:pathLst>
          </a:custGeom>
        </p:spPr>
        <p:txBody>
          <a:bodyPr wrap="square">
            <a:noAutofit/>
          </a:bodyPr>
          <a:lstStyle>
            <a:lvl1pPr marL="0" indent="0">
              <a:lnSpc>
                <a:spcPct val="100000"/>
              </a:lnSpc>
              <a:buNone/>
              <a:defRPr sz="5400" b="1">
                <a:solidFill>
                  <a:schemeClr val="bg1"/>
                </a:solidFill>
                <a:latin typeface="+mj-lt"/>
              </a:defRPr>
            </a:lvl1pPr>
          </a:lstStyle>
          <a:p>
            <a:pPr lvl="0"/>
            <a:r>
              <a:rPr lang="en-ID"/>
              <a:t>TITLE HERE</a:t>
            </a:r>
          </a:p>
        </p:txBody>
      </p:sp>
      <p:sp>
        <p:nvSpPr>
          <p:cNvPr id="12" name="Text Placeholder 11">
            <a:extLst>
              <a:ext uri="{FF2B5EF4-FFF2-40B4-BE49-F238E27FC236}">
                <a16:creationId xmlns:a16="http://schemas.microsoft.com/office/drawing/2014/main" id="{4583B103-43A4-54C0-566A-65262819BF08}"/>
              </a:ext>
            </a:extLst>
          </p:cNvPr>
          <p:cNvSpPr>
            <a:spLocks noGrp="1"/>
          </p:cNvSpPr>
          <p:nvPr>
            <p:ph type="body" sz="quarter" idx="53" hasCustomPrompt="1"/>
          </p:nvPr>
        </p:nvSpPr>
        <p:spPr>
          <a:xfrm>
            <a:off x="887639" y="2629375"/>
            <a:ext cx="4922034" cy="1699824"/>
          </a:xfrm>
          <a:custGeom>
            <a:avLst/>
            <a:gdLst>
              <a:gd name="connsiteX0" fmla="*/ 0 w 4922034"/>
              <a:gd name="connsiteY0" fmla="*/ 0 h 1699824"/>
              <a:gd name="connsiteX1" fmla="*/ 4922034 w 4922034"/>
              <a:gd name="connsiteY1" fmla="*/ 0 h 1699824"/>
              <a:gd name="connsiteX2" fmla="*/ 4922034 w 4922034"/>
              <a:gd name="connsiteY2" fmla="*/ 1699824 h 1699824"/>
              <a:gd name="connsiteX3" fmla="*/ 0 w 4922034"/>
              <a:gd name="connsiteY3" fmla="*/ 1699824 h 1699824"/>
            </a:gdLst>
            <a:ahLst/>
            <a:cxnLst>
              <a:cxn ang="0">
                <a:pos x="connsiteX0" y="connsiteY0"/>
              </a:cxn>
              <a:cxn ang="0">
                <a:pos x="connsiteX1" y="connsiteY1"/>
              </a:cxn>
              <a:cxn ang="0">
                <a:pos x="connsiteX2" y="connsiteY2"/>
              </a:cxn>
              <a:cxn ang="0">
                <a:pos x="connsiteX3" y="connsiteY3"/>
              </a:cxn>
            </a:cxnLst>
            <a:rect l="l" t="t" r="r" b="b"/>
            <a:pathLst>
              <a:path w="4922034" h="1699824">
                <a:moveTo>
                  <a:pt x="0" y="0"/>
                </a:moveTo>
                <a:lnTo>
                  <a:pt x="4922034" y="0"/>
                </a:lnTo>
                <a:lnTo>
                  <a:pt x="4922034" y="1699824"/>
                </a:lnTo>
                <a:lnTo>
                  <a:pt x="0" y="1699824"/>
                </a:lnTo>
                <a:close/>
              </a:path>
            </a:pathLst>
          </a:custGeom>
        </p:spPr>
        <p:txBody>
          <a:bodyPr wrap="square">
            <a:noAutofit/>
          </a:bodyPr>
          <a:lstStyle>
            <a:lvl1pPr marL="0" indent="0" algn="l">
              <a:lnSpc>
                <a:spcPts val="1500"/>
              </a:lnSpc>
              <a:spcBef>
                <a:spcPts val="600"/>
              </a:spcBef>
              <a:buNone/>
              <a:defRPr sz="1200" b="0">
                <a:solidFill>
                  <a:schemeClr val="bg1"/>
                </a:solidFill>
                <a:latin typeface="+mn-lt"/>
              </a:defRPr>
            </a:lvl1pPr>
          </a:lstStyle>
          <a:p>
            <a:pPr lvl="0"/>
            <a:r>
              <a:rPr lang="en-ID"/>
              <a:t>Description Here</a:t>
            </a:r>
          </a:p>
        </p:txBody>
      </p:sp>
      <p:sp>
        <p:nvSpPr>
          <p:cNvPr id="14" name="Text Placeholder 13">
            <a:extLst>
              <a:ext uri="{FF2B5EF4-FFF2-40B4-BE49-F238E27FC236}">
                <a16:creationId xmlns:a16="http://schemas.microsoft.com/office/drawing/2014/main" id="{38663CEE-9AF3-5737-5607-AA29E58F5404}"/>
              </a:ext>
            </a:extLst>
          </p:cNvPr>
          <p:cNvSpPr>
            <a:spLocks noGrp="1"/>
          </p:cNvSpPr>
          <p:nvPr>
            <p:ph type="body" sz="quarter" idx="47" hasCustomPrompt="1"/>
          </p:nvPr>
        </p:nvSpPr>
        <p:spPr>
          <a:xfrm>
            <a:off x="1110684" y="4478646"/>
            <a:ext cx="4698989"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Description</a:t>
            </a:r>
          </a:p>
        </p:txBody>
      </p:sp>
      <p:sp>
        <p:nvSpPr>
          <p:cNvPr id="16" name="Text Placeholder 15">
            <a:extLst>
              <a:ext uri="{FF2B5EF4-FFF2-40B4-BE49-F238E27FC236}">
                <a16:creationId xmlns:a16="http://schemas.microsoft.com/office/drawing/2014/main" id="{09772520-70A1-E3FE-F362-0A785D505CC1}"/>
              </a:ext>
            </a:extLst>
          </p:cNvPr>
          <p:cNvSpPr>
            <a:spLocks noGrp="1"/>
          </p:cNvSpPr>
          <p:nvPr>
            <p:ph type="body" sz="quarter" idx="54" hasCustomPrompt="1"/>
          </p:nvPr>
        </p:nvSpPr>
        <p:spPr>
          <a:xfrm>
            <a:off x="1715390" y="5213407"/>
            <a:ext cx="6107810" cy="661078"/>
          </a:xfrm>
          <a:custGeom>
            <a:avLst/>
            <a:gdLst>
              <a:gd name="connsiteX0" fmla="*/ 0 w 6107810"/>
              <a:gd name="connsiteY0" fmla="*/ 0 h 661078"/>
              <a:gd name="connsiteX1" fmla="*/ 6107810 w 6107810"/>
              <a:gd name="connsiteY1" fmla="*/ 0 h 661078"/>
              <a:gd name="connsiteX2" fmla="*/ 6107810 w 6107810"/>
              <a:gd name="connsiteY2" fmla="*/ 661078 h 661078"/>
              <a:gd name="connsiteX3" fmla="*/ 0 w 6107810"/>
              <a:gd name="connsiteY3" fmla="*/ 661078 h 661078"/>
            </a:gdLst>
            <a:ahLst/>
            <a:cxnLst>
              <a:cxn ang="0">
                <a:pos x="connsiteX0" y="connsiteY0"/>
              </a:cxn>
              <a:cxn ang="0">
                <a:pos x="connsiteX1" y="connsiteY1"/>
              </a:cxn>
              <a:cxn ang="0">
                <a:pos x="connsiteX2" y="connsiteY2"/>
              </a:cxn>
              <a:cxn ang="0">
                <a:pos x="connsiteX3" y="connsiteY3"/>
              </a:cxn>
            </a:cxnLst>
            <a:rect l="l" t="t" r="r" b="b"/>
            <a:pathLst>
              <a:path w="6107810" h="661078">
                <a:moveTo>
                  <a:pt x="0" y="0"/>
                </a:moveTo>
                <a:lnTo>
                  <a:pt x="6107810" y="0"/>
                </a:lnTo>
                <a:lnTo>
                  <a:pt x="6107810" y="661078"/>
                </a:lnTo>
                <a:lnTo>
                  <a:pt x="0" y="661078"/>
                </a:lnTo>
                <a:close/>
              </a:path>
            </a:pathLst>
          </a:custGeom>
        </p:spPr>
        <p:txBody>
          <a:bodyPr wrap="square">
            <a:noAutofit/>
          </a:bodyPr>
          <a:lstStyle>
            <a:lvl1pPr marL="0" indent="0" algn="l">
              <a:lnSpc>
                <a:spcPts val="1500"/>
              </a:lnSpc>
              <a:spcBef>
                <a:spcPts val="600"/>
              </a:spcBef>
              <a:buNone/>
              <a:defRPr sz="1200" b="0">
                <a:solidFill>
                  <a:schemeClr val="bg1"/>
                </a:solidFill>
                <a:latin typeface="+mn-lt"/>
              </a:defRPr>
            </a:lvl1pPr>
          </a:lstStyle>
          <a:p>
            <a:pPr lvl="0"/>
            <a:r>
              <a:rPr lang="en-ID"/>
              <a:t>Description Here</a:t>
            </a:r>
          </a:p>
        </p:txBody>
      </p:sp>
      <p:sp>
        <p:nvSpPr>
          <p:cNvPr id="18" name="Text Placeholder 17">
            <a:extLst>
              <a:ext uri="{FF2B5EF4-FFF2-40B4-BE49-F238E27FC236}">
                <a16:creationId xmlns:a16="http://schemas.microsoft.com/office/drawing/2014/main" id="{2D284A30-BD84-939F-9D66-DE3919DB734D}"/>
              </a:ext>
            </a:extLst>
          </p:cNvPr>
          <p:cNvSpPr>
            <a:spLocks noGrp="1"/>
          </p:cNvSpPr>
          <p:nvPr>
            <p:ph type="body" sz="quarter" idx="55" hasCustomPrompt="1"/>
          </p:nvPr>
        </p:nvSpPr>
        <p:spPr>
          <a:xfrm>
            <a:off x="1938434" y="5942405"/>
            <a:ext cx="5884766"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ID"/>
              <a:t>Description</a:t>
            </a:r>
          </a:p>
        </p:txBody>
      </p:sp>
    </p:spTree>
    <p:extLst>
      <p:ext uri="{BB962C8B-B14F-4D97-AF65-F5344CB8AC3E}">
        <p14:creationId xmlns:p14="http://schemas.microsoft.com/office/powerpoint/2010/main" val="1375746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1F3BE1C-764B-8328-4458-63315E329FB3}"/>
              </a:ext>
            </a:extLst>
          </p:cNvPr>
          <p:cNvSpPr>
            <a:spLocks noGrp="1"/>
          </p:cNvSpPr>
          <p:nvPr>
            <p:ph type="pic" sz="quarter" idx="10"/>
          </p:nvPr>
        </p:nvSpPr>
        <p:spPr>
          <a:xfrm>
            <a:off x="0" y="0"/>
            <a:ext cx="5384800" cy="6858000"/>
          </a:xfrm>
          <a:custGeom>
            <a:avLst/>
            <a:gdLst>
              <a:gd name="connsiteX0" fmla="*/ 0 w 5384800"/>
              <a:gd name="connsiteY0" fmla="*/ 0 h 6858000"/>
              <a:gd name="connsiteX1" fmla="*/ 5384800 w 5384800"/>
              <a:gd name="connsiteY1" fmla="*/ 0 h 6858000"/>
              <a:gd name="connsiteX2" fmla="*/ 5384800 w 5384800"/>
              <a:gd name="connsiteY2" fmla="*/ 6858000 h 6858000"/>
              <a:gd name="connsiteX3" fmla="*/ 0 w 5384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384800" h="6858000">
                <a:moveTo>
                  <a:pt x="0" y="0"/>
                </a:moveTo>
                <a:lnTo>
                  <a:pt x="5384800" y="0"/>
                </a:lnTo>
                <a:lnTo>
                  <a:pt x="53848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15" name="Text Placeholder 15">
            <a:extLst>
              <a:ext uri="{FF2B5EF4-FFF2-40B4-BE49-F238E27FC236}">
                <a16:creationId xmlns:a16="http://schemas.microsoft.com/office/drawing/2014/main" id="{333231B6-940B-A2EC-A70D-E31F0A1B57C2}"/>
              </a:ext>
            </a:extLst>
          </p:cNvPr>
          <p:cNvSpPr>
            <a:spLocks noGrp="1"/>
          </p:cNvSpPr>
          <p:nvPr>
            <p:ph type="body" sz="quarter" idx="70"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17" name="Text Placeholder 16">
            <a:extLst>
              <a:ext uri="{FF2B5EF4-FFF2-40B4-BE49-F238E27FC236}">
                <a16:creationId xmlns:a16="http://schemas.microsoft.com/office/drawing/2014/main" id="{FB8F053F-FB32-A2F1-530C-AB5AB5951B74}"/>
              </a:ext>
            </a:extLst>
          </p:cNvPr>
          <p:cNvSpPr>
            <a:spLocks noGrp="1"/>
          </p:cNvSpPr>
          <p:nvPr>
            <p:ph type="body" sz="quarter" idx="53" hasCustomPrompt="1"/>
          </p:nvPr>
        </p:nvSpPr>
        <p:spPr>
          <a:xfrm>
            <a:off x="1124085" y="2170703"/>
            <a:ext cx="2640475" cy="1267014"/>
          </a:xfrm>
          <a:custGeom>
            <a:avLst/>
            <a:gdLst>
              <a:gd name="connsiteX0" fmla="*/ 0 w 2640475"/>
              <a:gd name="connsiteY0" fmla="*/ 0 h 1267014"/>
              <a:gd name="connsiteX1" fmla="*/ 2640475 w 2640475"/>
              <a:gd name="connsiteY1" fmla="*/ 0 h 1267014"/>
              <a:gd name="connsiteX2" fmla="*/ 2640475 w 2640475"/>
              <a:gd name="connsiteY2" fmla="*/ 1267014 h 1267014"/>
              <a:gd name="connsiteX3" fmla="*/ 0 w 264047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40475" h="1267014">
                <a:moveTo>
                  <a:pt x="0" y="0"/>
                </a:moveTo>
                <a:lnTo>
                  <a:pt x="2640475" y="0"/>
                </a:lnTo>
                <a:lnTo>
                  <a:pt x="2640475"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19" name="Text Placeholder 18">
            <a:extLst>
              <a:ext uri="{FF2B5EF4-FFF2-40B4-BE49-F238E27FC236}">
                <a16:creationId xmlns:a16="http://schemas.microsoft.com/office/drawing/2014/main" id="{9B6F48B3-B404-108D-4CB1-E84D8F43761B}"/>
              </a:ext>
            </a:extLst>
          </p:cNvPr>
          <p:cNvSpPr>
            <a:spLocks noGrp="1"/>
          </p:cNvSpPr>
          <p:nvPr>
            <p:ph type="body" sz="quarter" idx="71" hasCustomPrompt="1"/>
          </p:nvPr>
        </p:nvSpPr>
        <p:spPr>
          <a:xfrm>
            <a:off x="1124085" y="4883621"/>
            <a:ext cx="2854633" cy="1267014"/>
          </a:xfrm>
          <a:custGeom>
            <a:avLst/>
            <a:gdLst>
              <a:gd name="connsiteX0" fmla="*/ 0 w 2854633"/>
              <a:gd name="connsiteY0" fmla="*/ 0 h 1267014"/>
              <a:gd name="connsiteX1" fmla="*/ 2854633 w 2854633"/>
              <a:gd name="connsiteY1" fmla="*/ 0 h 1267014"/>
              <a:gd name="connsiteX2" fmla="*/ 2854633 w 2854633"/>
              <a:gd name="connsiteY2" fmla="*/ 1267014 h 1267014"/>
              <a:gd name="connsiteX3" fmla="*/ 0 w 2854633"/>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54633" h="1267014">
                <a:moveTo>
                  <a:pt x="0" y="0"/>
                </a:moveTo>
                <a:lnTo>
                  <a:pt x="2854633" y="0"/>
                </a:lnTo>
                <a:lnTo>
                  <a:pt x="2854633"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B75B4764-12BA-FA8A-CCAB-388D14253B7F}"/>
              </a:ext>
            </a:extLst>
          </p:cNvPr>
          <p:cNvSpPr>
            <a:spLocks noGrp="1"/>
          </p:cNvSpPr>
          <p:nvPr>
            <p:ph type="body" sz="quarter" idx="72" hasCustomPrompt="1"/>
          </p:nvPr>
        </p:nvSpPr>
        <p:spPr>
          <a:xfrm>
            <a:off x="4831213" y="2283324"/>
            <a:ext cx="6853811" cy="574516"/>
          </a:xfrm>
          <a:custGeom>
            <a:avLst/>
            <a:gdLst>
              <a:gd name="connsiteX0" fmla="*/ 0 w 6853811"/>
              <a:gd name="connsiteY0" fmla="*/ 0 h 574516"/>
              <a:gd name="connsiteX1" fmla="*/ 6853811 w 6853811"/>
              <a:gd name="connsiteY1" fmla="*/ 0 h 574516"/>
              <a:gd name="connsiteX2" fmla="*/ 6853811 w 6853811"/>
              <a:gd name="connsiteY2" fmla="*/ 574516 h 574516"/>
              <a:gd name="connsiteX3" fmla="*/ 0 w 6853811"/>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6853811" h="574516">
                <a:moveTo>
                  <a:pt x="0" y="0"/>
                </a:moveTo>
                <a:lnTo>
                  <a:pt x="6853811" y="0"/>
                </a:lnTo>
                <a:lnTo>
                  <a:pt x="6853811" y="574516"/>
                </a:lnTo>
                <a:lnTo>
                  <a:pt x="0" y="57451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07FFE89-DA6D-F6A9-865C-A0967A6A4005}"/>
              </a:ext>
            </a:extLst>
          </p:cNvPr>
          <p:cNvSpPr>
            <a:spLocks noGrp="1"/>
          </p:cNvSpPr>
          <p:nvPr>
            <p:ph type="body" sz="quarter" idx="73" hasCustomPrompt="1"/>
          </p:nvPr>
        </p:nvSpPr>
        <p:spPr>
          <a:xfrm>
            <a:off x="4831213" y="3199607"/>
            <a:ext cx="6853811" cy="1036181"/>
          </a:xfrm>
          <a:custGeom>
            <a:avLst/>
            <a:gdLst>
              <a:gd name="connsiteX0" fmla="*/ 0 w 6853811"/>
              <a:gd name="connsiteY0" fmla="*/ 0 h 1036181"/>
              <a:gd name="connsiteX1" fmla="*/ 6853811 w 6853811"/>
              <a:gd name="connsiteY1" fmla="*/ 0 h 1036181"/>
              <a:gd name="connsiteX2" fmla="*/ 6853811 w 6853811"/>
              <a:gd name="connsiteY2" fmla="*/ 1036181 h 1036181"/>
              <a:gd name="connsiteX3" fmla="*/ 0 w 6853811"/>
              <a:gd name="connsiteY3" fmla="*/ 1036181 h 1036181"/>
            </a:gdLst>
            <a:ahLst/>
            <a:cxnLst>
              <a:cxn ang="0">
                <a:pos x="connsiteX0" y="connsiteY0"/>
              </a:cxn>
              <a:cxn ang="0">
                <a:pos x="connsiteX1" y="connsiteY1"/>
              </a:cxn>
              <a:cxn ang="0">
                <a:pos x="connsiteX2" y="connsiteY2"/>
              </a:cxn>
              <a:cxn ang="0">
                <a:pos x="connsiteX3" y="connsiteY3"/>
              </a:cxn>
            </a:cxnLst>
            <a:rect l="l" t="t" r="r" b="b"/>
            <a:pathLst>
              <a:path w="6853811" h="1036181">
                <a:moveTo>
                  <a:pt x="0" y="0"/>
                </a:moveTo>
                <a:lnTo>
                  <a:pt x="6853811" y="0"/>
                </a:lnTo>
                <a:lnTo>
                  <a:pt x="6853811" y="1036181"/>
                </a:lnTo>
                <a:lnTo>
                  <a:pt x="0" y="1036181"/>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5C0563EE-894E-98A1-71C0-A83F05FD8871}"/>
              </a:ext>
            </a:extLst>
          </p:cNvPr>
          <p:cNvSpPr>
            <a:spLocks noGrp="1"/>
          </p:cNvSpPr>
          <p:nvPr>
            <p:ph type="body" sz="quarter" idx="74" hasCustomPrompt="1"/>
          </p:nvPr>
        </p:nvSpPr>
        <p:spPr>
          <a:xfrm>
            <a:off x="4831212" y="5601143"/>
            <a:ext cx="7196654" cy="574516"/>
          </a:xfrm>
          <a:custGeom>
            <a:avLst/>
            <a:gdLst>
              <a:gd name="connsiteX0" fmla="*/ 0 w 7196654"/>
              <a:gd name="connsiteY0" fmla="*/ 0 h 574516"/>
              <a:gd name="connsiteX1" fmla="*/ 7196654 w 7196654"/>
              <a:gd name="connsiteY1" fmla="*/ 0 h 574516"/>
              <a:gd name="connsiteX2" fmla="*/ 7196654 w 7196654"/>
              <a:gd name="connsiteY2" fmla="*/ 574516 h 574516"/>
              <a:gd name="connsiteX3" fmla="*/ 0 w 7196654"/>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7196654" h="574516">
                <a:moveTo>
                  <a:pt x="0" y="0"/>
                </a:moveTo>
                <a:lnTo>
                  <a:pt x="7196654" y="0"/>
                </a:lnTo>
                <a:lnTo>
                  <a:pt x="7196654" y="574516"/>
                </a:lnTo>
                <a:lnTo>
                  <a:pt x="0" y="57451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6F00099B-02CF-0B04-A2FF-09825804DD8E}"/>
              </a:ext>
            </a:extLst>
          </p:cNvPr>
          <p:cNvSpPr>
            <a:spLocks noGrp="1"/>
          </p:cNvSpPr>
          <p:nvPr>
            <p:ph type="body" sz="quarter" idx="47" hasCustomPrompt="1"/>
          </p:nvPr>
        </p:nvSpPr>
        <p:spPr>
          <a:xfrm>
            <a:off x="870141" y="1812675"/>
            <a:ext cx="2894419"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29" name="Text Placeholder 28">
            <a:extLst>
              <a:ext uri="{FF2B5EF4-FFF2-40B4-BE49-F238E27FC236}">
                <a16:creationId xmlns:a16="http://schemas.microsoft.com/office/drawing/2014/main" id="{4837FDBD-CDD0-A9CD-62C0-04D6B9D60C5B}"/>
              </a:ext>
            </a:extLst>
          </p:cNvPr>
          <p:cNvSpPr>
            <a:spLocks noGrp="1"/>
          </p:cNvSpPr>
          <p:nvPr>
            <p:ph type="body" sz="quarter" idx="75" hasCustomPrompt="1"/>
          </p:nvPr>
        </p:nvSpPr>
        <p:spPr>
          <a:xfrm>
            <a:off x="870141" y="4525592"/>
            <a:ext cx="3108577"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2" name="Text Placeholder 31">
            <a:extLst>
              <a:ext uri="{FF2B5EF4-FFF2-40B4-BE49-F238E27FC236}">
                <a16:creationId xmlns:a16="http://schemas.microsoft.com/office/drawing/2014/main" id="{ECD0A31B-5898-0350-66EC-F13E3593E6BB}"/>
              </a:ext>
            </a:extLst>
          </p:cNvPr>
          <p:cNvSpPr>
            <a:spLocks noGrp="1"/>
          </p:cNvSpPr>
          <p:nvPr>
            <p:ph type="body" sz="quarter" idx="76" hasCustomPrompt="1"/>
          </p:nvPr>
        </p:nvSpPr>
        <p:spPr>
          <a:xfrm>
            <a:off x="4577270" y="1744101"/>
            <a:ext cx="7107754"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4" name="Text Placeholder 33">
            <a:extLst>
              <a:ext uri="{FF2B5EF4-FFF2-40B4-BE49-F238E27FC236}">
                <a16:creationId xmlns:a16="http://schemas.microsoft.com/office/drawing/2014/main" id="{80C3449B-591A-08AF-8376-01AC39F10FF5}"/>
              </a:ext>
            </a:extLst>
          </p:cNvPr>
          <p:cNvSpPr>
            <a:spLocks noGrp="1"/>
          </p:cNvSpPr>
          <p:nvPr>
            <p:ph type="body" sz="quarter" idx="77" hasCustomPrompt="1"/>
          </p:nvPr>
        </p:nvSpPr>
        <p:spPr>
          <a:xfrm>
            <a:off x="4577270" y="5061921"/>
            <a:ext cx="7450596"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6" name="Text Placeholder 35">
            <a:extLst>
              <a:ext uri="{FF2B5EF4-FFF2-40B4-BE49-F238E27FC236}">
                <a16:creationId xmlns:a16="http://schemas.microsoft.com/office/drawing/2014/main" id="{94940F78-917B-0D52-78D1-B97FC66C6F5D}"/>
              </a:ext>
            </a:extLst>
          </p:cNvPr>
          <p:cNvSpPr>
            <a:spLocks noGrp="1"/>
          </p:cNvSpPr>
          <p:nvPr>
            <p:ph type="body" sz="quarter" idx="78" hasCustomPrompt="1"/>
          </p:nvPr>
        </p:nvSpPr>
        <p:spPr>
          <a:xfrm>
            <a:off x="4577270" y="2016226"/>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
        <p:nvSpPr>
          <p:cNvPr id="38" name="Text Placeholder 37">
            <a:extLst>
              <a:ext uri="{FF2B5EF4-FFF2-40B4-BE49-F238E27FC236}">
                <a16:creationId xmlns:a16="http://schemas.microsoft.com/office/drawing/2014/main" id="{EF57B86C-808B-6288-5F1E-5455249B1E15}"/>
              </a:ext>
            </a:extLst>
          </p:cNvPr>
          <p:cNvSpPr>
            <a:spLocks noGrp="1"/>
          </p:cNvSpPr>
          <p:nvPr>
            <p:ph type="body" sz="quarter" idx="79" hasCustomPrompt="1"/>
          </p:nvPr>
        </p:nvSpPr>
        <p:spPr>
          <a:xfrm>
            <a:off x="4577270" y="2932508"/>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
        <p:nvSpPr>
          <p:cNvPr id="40" name="Text Placeholder 39">
            <a:extLst>
              <a:ext uri="{FF2B5EF4-FFF2-40B4-BE49-F238E27FC236}">
                <a16:creationId xmlns:a16="http://schemas.microsoft.com/office/drawing/2014/main" id="{D0318703-55E1-BD7F-510A-7049C4383FE2}"/>
              </a:ext>
            </a:extLst>
          </p:cNvPr>
          <p:cNvSpPr>
            <a:spLocks noGrp="1"/>
          </p:cNvSpPr>
          <p:nvPr>
            <p:ph type="body" sz="quarter" idx="80" hasCustomPrompt="1"/>
          </p:nvPr>
        </p:nvSpPr>
        <p:spPr>
          <a:xfrm>
            <a:off x="4577270" y="5334045"/>
            <a:ext cx="7450596"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Tree>
    <p:extLst>
      <p:ext uri="{BB962C8B-B14F-4D97-AF65-F5344CB8AC3E}">
        <p14:creationId xmlns:p14="http://schemas.microsoft.com/office/powerpoint/2010/main" val="32160510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C720834-2E87-6EC5-565D-18472E31518B}"/>
              </a:ext>
            </a:extLst>
          </p:cNvPr>
          <p:cNvSpPr>
            <a:spLocks noGrp="1"/>
          </p:cNvSpPr>
          <p:nvPr>
            <p:ph type="pic" sz="quarter" idx="10"/>
          </p:nvPr>
        </p:nvSpPr>
        <p:spPr>
          <a:xfrm>
            <a:off x="1171576" y="1190625"/>
            <a:ext cx="10229849" cy="4781550"/>
          </a:xfrm>
          <a:custGeom>
            <a:avLst/>
            <a:gdLst>
              <a:gd name="connsiteX0" fmla="*/ 373487 w 10229849"/>
              <a:gd name="connsiteY0" fmla="*/ 0 h 4781550"/>
              <a:gd name="connsiteX1" fmla="*/ 9856362 w 10229849"/>
              <a:gd name="connsiteY1" fmla="*/ 0 h 4781550"/>
              <a:gd name="connsiteX2" fmla="*/ 10229849 w 10229849"/>
              <a:gd name="connsiteY2" fmla="*/ 373487 h 4781550"/>
              <a:gd name="connsiteX3" fmla="*/ 10229849 w 10229849"/>
              <a:gd name="connsiteY3" fmla="*/ 4408063 h 4781550"/>
              <a:gd name="connsiteX4" fmla="*/ 9856362 w 10229849"/>
              <a:gd name="connsiteY4" fmla="*/ 4781550 h 4781550"/>
              <a:gd name="connsiteX5" fmla="*/ 373487 w 10229849"/>
              <a:gd name="connsiteY5" fmla="*/ 4781550 h 4781550"/>
              <a:gd name="connsiteX6" fmla="*/ 0 w 10229849"/>
              <a:gd name="connsiteY6" fmla="*/ 4408063 h 4781550"/>
              <a:gd name="connsiteX7" fmla="*/ 0 w 10229849"/>
              <a:gd name="connsiteY7" fmla="*/ 373487 h 4781550"/>
              <a:gd name="connsiteX8" fmla="*/ 373487 w 10229849"/>
              <a:gd name="connsiteY8" fmla="*/ 0 h 478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29849" h="4781550">
                <a:moveTo>
                  <a:pt x="373487" y="0"/>
                </a:moveTo>
                <a:lnTo>
                  <a:pt x="9856362" y="0"/>
                </a:lnTo>
                <a:cubicBezTo>
                  <a:pt x="10062633" y="0"/>
                  <a:pt x="10229849" y="167216"/>
                  <a:pt x="10229849" y="373487"/>
                </a:cubicBezTo>
                <a:lnTo>
                  <a:pt x="10229849" y="4408063"/>
                </a:lnTo>
                <a:cubicBezTo>
                  <a:pt x="10229849" y="4614334"/>
                  <a:pt x="10062633" y="4781550"/>
                  <a:pt x="9856362" y="4781550"/>
                </a:cubicBezTo>
                <a:lnTo>
                  <a:pt x="373487" y="4781550"/>
                </a:lnTo>
                <a:cubicBezTo>
                  <a:pt x="167216" y="4781550"/>
                  <a:pt x="0" y="4614334"/>
                  <a:pt x="0" y="4408063"/>
                </a:cubicBezTo>
                <a:lnTo>
                  <a:pt x="0" y="373487"/>
                </a:lnTo>
                <a:cubicBezTo>
                  <a:pt x="0" y="167216"/>
                  <a:pt x="167216" y="0"/>
                  <a:pt x="373487" y="0"/>
                </a:cubicBez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CF0636F9-3481-97BE-74B9-74688BE8A6EC}"/>
              </a:ext>
            </a:extLst>
          </p:cNvPr>
          <p:cNvSpPr>
            <a:spLocks noGrp="1"/>
          </p:cNvSpPr>
          <p:nvPr>
            <p:ph type="body" sz="quarter" idx="11" hasCustomPrompt="1"/>
          </p:nvPr>
        </p:nvSpPr>
        <p:spPr>
          <a:xfrm>
            <a:off x="6656926" y="1635666"/>
            <a:ext cx="3787775" cy="2700775"/>
          </a:xfrm>
          <a:custGeom>
            <a:avLst/>
            <a:gdLst>
              <a:gd name="connsiteX0" fmla="*/ 0 w 3787775"/>
              <a:gd name="connsiteY0" fmla="*/ 0 h 2554545"/>
              <a:gd name="connsiteX1" fmla="*/ 3787775 w 3787775"/>
              <a:gd name="connsiteY1" fmla="*/ 0 h 2554545"/>
              <a:gd name="connsiteX2" fmla="*/ 3787775 w 3787775"/>
              <a:gd name="connsiteY2" fmla="*/ 2554545 h 2554545"/>
              <a:gd name="connsiteX3" fmla="*/ 0 w 3787775"/>
              <a:gd name="connsiteY3" fmla="*/ 2554545 h 2554545"/>
            </a:gdLst>
            <a:ahLst/>
            <a:cxnLst>
              <a:cxn ang="0">
                <a:pos x="connsiteX0" y="connsiteY0"/>
              </a:cxn>
              <a:cxn ang="0">
                <a:pos x="connsiteX1" y="connsiteY1"/>
              </a:cxn>
              <a:cxn ang="0">
                <a:pos x="connsiteX2" y="connsiteY2"/>
              </a:cxn>
              <a:cxn ang="0">
                <a:pos x="connsiteX3" y="connsiteY3"/>
              </a:cxn>
            </a:cxnLst>
            <a:rect l="l" t="t" r="r" b="b"/>
            <a:pathLst>
              <a:path w="3787775" h="2554545">
                <a:moveTo>
                  <a:pt x="0" y="0"/>
                </a:moveTo>
                <a:lnTo>
                  <a:pt x="3787775" y="0"/>
                </a:lnTo>
                <a:lnTo>
                  <a:pt x="3787775" y="2554545"/>
                </a:lnTo>
                <a:lnTo>
                  <a:pt x="0" y="2554545"/>
                </a:lnTo>
                <a:close/>
              </a:path>
            </a:pathLst>
          </a:custGeom>
        </p:spPr>
        <p:txBody>
          <a:bodyPr wrap="square">
            <a:noAutofit/>
          </a:bodyPr>
          <a:lstStyle>
            <a:lvl1pPr marL="0" indent="0">
              <a:lnSpc>
                <a:spcPct val="100000"/>
              </a:lnSpc>
              <a:buNone/>
              <a:defRPr sz="80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7081DCA0-E10D-2228-EAFB-26D8D57AAC3A}"/>
              </a:ext>
            </a:extLst>
          </p:cNvPr>
          <p:cNvSpPr>
            <a:spLocks noGrp="1"/>
          </p:cNvSpPr>
          <p:nvPr>
            <p:ph type="body" sz="quarter" idx="47" hasCustomPrompt="1"/>
          </p:nvPr>
        </p:nvSpPr>
        <p:spPr>
          <a:xfrm>
            <a:off x="6905309" y="4336442"/>
            <a:ext cx="1512550" cy="307777"/>
          </a:xfrm>
          <a:custGeom>
            <a:avLst/>
            <a:gdLst>
              <a:gd name="connsiteX0" fmla="*/ 0 w 979548"/>
              <a:gd name="connsiteY0" fmla="*/ 0 h 307777"/>
              <a:gd name="connsiteX1" fmla="*/ 979548 w 979548"/>
              <a:gd name="connsiteY1" fmla="*/ 0 h 307777"/>
              <a:gd name="connsiteX2" fmla="*/ 979548 w 979548"/>
              <a:gd name="connsiteY2" fmla="*/ 307777 h 307777"/>
              <a:gd name="connsiteX3" fmla="*/ 0 w 979548"/>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979548" h="307777">
                <a:moveTo>
                  <a:pt x="0" y="0"/>
                </a:moveTo>
                <a:lnTo>
                  <a:pt x="979548" y="0"/>
                </a:lnTo>
                <a:lnTo>
                  <a:pt x="979548"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66245B82-CCBC-C50C-9367-69D8D9D1DD7E}"/>
              </a:ext>
            </a:extLst>
          </p:cNvPr>
          <p:cNvSpPr>
            <a:spLocks noGrp="1"/>
          </p:cNvSpPr>
          <p:nvPr>
            <p:ph type="body" sz="quarter" idx="48" hasCustomPrompt="1"/>
          </p:nvPr>
        </p:nvSpPr>
        <p:spPr>
          <a:xfrm>
            <a:off x="7295834" y="4932936"/>
            <a:ext cx="2967892" cy="307777"/>
          </a:xfrm>
          <a:custGeom>
            <a:avLst/>
            <a:gdLst>
              <a:gd name="connsiteX0" fmla="*/ 0 w 2967892"/>
              <a:gd name="connsiteY0" fmla="*/ 0 h 307777"/>
              <a:gd name="connsiteX1" fmla="*/ 2967892 w 2967892"/>
              <a:gd name="connsiteY1" fmla="*/ 0 h 307777"/>
              <a:gd name="connsiteX2" fmla="*/ 2967892 w 2967892"/>
              <a:gd name="connsiteY2" fmla="*/ 307777 h 307777"/>
              <a:gd name="connsiteX3" fmla="*/ 0 w 296789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967892" h="307777">
                <a:moveTo>
                  <a:pt x="0" y="0"/>
                </a:moveTo>
                <a:lnTo>
                  <a:pt x="2967892" y="0"/>
                </a:lnTo>
                <a:lnTo>
                  <a:pt x="2967892"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Your Mail</a:t>
            </a:r>
          </a:p>
        </p:txBody>
      </p:sp>
    </p:spTree>
    <p:extLst>
      <p:ext uri="{BB962C8B-B14F-4D97-AF65-F5344CB8AC3E}">
        <p14:creationId xmlns:p14="http://schemas.microsoft.com/office/powerpoint/2010/main" val="1225913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F0DED3-7C6F-750C-B7EF-6C3C9DAB2B8D}"/>
              </a:ext>
            </a:extLst>
          </p:cNvPr>
          <p:cNvSpPr>
            <a:spLocks noGrp="1"/>
          </p:cNvSpPr>
          <p:nvPr>
            <p:ph type="pic" sz="quarter" idx="10"/>
          </p:nvPr>
        </p:nvSpPr>
        <p:spPr>
          <a:xfrm>
            <a:off x="0" y="0"/>
            <a:ext cx="5602514"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5" name="Text Placeholder 4">
            <a:extLst>
              <a:ext uri="{FF2B5EF4-FFF2-40B4-BE49-F238E27FC236}">
                <a16:creationId xmlns:a16="http://schemas.microsoft.com/office/drawing/2014/main" id="{F7CC40C1-E07A-E94E-0664-7EABB9F34257}"/>
              </a:ext>
            </a:extLst>
          </p:cNvPr>
          <p:cNvSpPr>
            <a:spLocks noGrp="1"/>
          </p:cNvSpPr>
          <p:nvPr>
            <p:ph type="body" sz="quarter" idx="11" hasCustomPrompt="1"/>
          </p:nvPr>
        </p:nvSpPr>
        <p:spPr>
          <a:xfrm>
            <a:off x="6843857" y="1680146"/>
            <a:ext cx="4484543" cy="3122418"/>
          </a:xfrm>
          <a:custGeom>
            <a:avLst/>
            <a:gdLst>
              <a:gd name="connsiteX0" fmla="*/ 0 w 3787775"/>
              <a:gd name="connsiteY0" fmla="*/ 0 h 2554545"/>
              <a:gd name="connsiteX1" fmla="*/ 3787775 w 3787775"/>
              <a:gd name="connsiteY1" fmla="*/ 0 h 2554545"/>
              <a:gd name="connsiteX2" fmla="*/ 3787775 w 3787775"/>
              <a:gd name="connsiteY2" fmla="*/ 2554545 h 2554545"/>
              <a:gd name="connsiteX3" fmla="*/ 0 w 3787775"/>
              <a:gd name="connsiteY3" fmla="*/ 2554545 h 2554545"/>
            </a:gdLst>
            <a:ahLst/>
            <a:cxnLst>
              <a:cxn ang="0">
                <a:pos x="connsiteX0" y="connsiteY0"/>
              </a:cxn>
              <a:cxn ang="0">
                <a:pos x="connsiteX1" y="connsiteY1"/>
              </a:cxn>
              <a:cxn ang="0">
                <a:pos x="connsiteX2" y="connsiteY2"/>
              </a:cxn>
              <a:cxn ang="0">
                <a:pos x="connsiteX3" y="connsiteY3"/>
              </a:cxn>
            </a:cxnLst>
            <a:rect l="l" t="t" r="r" b="b"/>
            <a:pathLst>
              <a:path w="3787775" h="2554545">
                <a:moveTo>
                  <a:pt x="0" y="0"/>
                </a:moveTo>
                <a:lnTo>
                  <a:pt x="3787775" y="0"/>
                </a:lnTo>
                <a:lnTo>
                  <a:pt x="3787775" y="2554545"/>
                </a:lnTo>
                <a:lnTo>
                  <a:pt x="0" y="2554545"/>
                </a:lnTo>
                <a:close/>
              </a:path>
            </a:pathLst>
          </a:custGeom>
        </p:spPr>
        <p:txBody>
          <a:bodyPr wrap="square">
            <a:noAutofit/>
          </a:bodyPr>
          <a:lstStyle>
            <a:lvl1pPr marL="0" indent="0">
              <a:lnSpc>
                <a:spcPct val="100000"/>
              </a:lnSpc>
              <a:buNone/>
              <a:defRPr sz="4800" b="1">
                <a:solidFill>
                  <a:schemeClr val="accent1"/>
                </a:solidFill>
                <a:latin typeface="+mj-lt"/>
              </a:defRPr>
            </a:lvl1pPr>
          </a:lstStyle>
          <a:p>
            <a:pPr lvl="0"/>
            <a:r>
              <a:rPr lang="en-ID"/>
              <a:t>TITLE HERE</a:t>
            </a:r>
          </a:p>
        </p:txBody>
      </p:sp>
      <p:sp>
        <p:nvSpPr>
          <p:cNvPr id="7" name="Text Placeholder 6">
            <a:extLst>
              <a:ext uri="{FF2B5EF4-FFF2-40B4-BE49-F238E27FC236}">
                <a16:creationId xmlns:a16="http://schemas.microsoft.com/office/drawing/2014/main" id="{9139FDB3-ED98-BFA0-222B-205DB5C2AC33}"/>
              </a:ext>
            </a:extLst>
          </p:cNvPr>
          <p:cNvSpPr>
            <a:spLocks noGrp="1"/>
          </p:cNvSpPr>
          <p:nvPr>
            <p:ph type="body" sz="quarter" idx="72" hasCustomPrompt="1"/>
          </p:nvPr>
        </p:nvSpPr>
        <p:spPr>
          <a:xfrm>
            <a:off x="6843858" y="4802564"/>
            <a:ext cx="4056371" cy="707886"/>
          </a:xfrm>
          <a:custGeom>
            <a:avLst/>
            <a:gdLst>
              <a:gd name="connsiteX0" fmla="*/ 0 w 4056371"/>
              <a:gd name="connsiteY0" fmla="*/ 0 h 707886"/>
              <a:gd name="connsiteX1" fmla="*/ 4056371 w 4056371"/>
              <a:gd name="connsiteY1" fmla="*/ 0 h 707886"/>
              <a:gd name="connsiteX2" fmla="*/ 4056371 w 4056371"/>
              <a:gd name="connsiteY2" fmla="*/ 707886 h 707886"/>
              <a:gd name="connsiteX3" fmla="*/ 0 w 4056371"/>
              <a:gd name="connsiteY3" fmla="*/ 707886 h 707886"/>
            </a:gdLst>
            <a:ahLst/>
            <a:cxnLst>
              <a:cxn ang="0">
                <a:pos x="connsiteX0" y="connsiteY0"/>
              </a:cxn>
              <a:cxn ang="0">
                <a:pos x="connsiteX1" y="connsiteY1"/>
              </a:cxn>
              <a:cxn ang="0">
                <a:pos x="connsiteX2" y="connsiteY2"/>
              </a:cxn>
              <a:cxn ang="0">
                <a:pos x="connsiteX3" y="connsiteY3"/>
              </a:cxn>
            </a:cxnLst>
            <a:rect l="l" t="t" r="r" b="b"/>
            <a:pathLst>
              <a:path w="4056371" h="707886">
                <a:moveTo>
                  <a:pt x="0" y="0"/>
                </a:moveTo>
                <a:lnTo>
                  <a:pt x="4056371" y="0"/>
                </a:lnTo>
                <a:lnTo>
                  <a:pt x="4056371" y="707886"/>
                </a:lnTo>
                <a:lnTo>
                  <a:pt x="0" y="707886"/>
                </a:lnTo>
                <a:close/>
              </a:path>
            </a:pathLst>
          </a:custGeom>
        </p:spPr>
        <p:txBody>
          <a:bodyPr wrap="square">
            <a:noAutofit/>
          </a:bodyPr>
          <a:lstStyle>
            <a:lvl1pPr marL="0" indent="0" algn="l">
              <a:lnSpc>
                <a:spcPct val="100000"/>
              </a:lnSpc>
              <a:spcBef>
                <a:spcPts val="300"/>
              </a:spcBef>
              <a:buNone/>
              <a:defRPr sz="2000" b="0">
                <a:solidFill>
                  <a:schemeClr val="accent1"/>
                </a:solidFill>
                <a:latin typeface="+mn-lt"/>
              </a:defRPr>
            </a:lvl1pPr>
          </a:lstStyle>
          <a:p>
            <a:pPr lvl="0"/>
            <a:r>
              <a:rPr lang="en-ID"/>
              <a:t>Subtitle Here</a:t>
            </a:r>
          </a:p>
        </p:txBody>
      </p:sp>
    </p:spTree>
    <p:extLst>
      <p:ext uri="{BB962C8B-B14F-4D97-AF65-F5344CB8AC3E}">
        <p14:creationId xmlns:p14="http://schemas.microsoft.com/office/powerpoint/2010/main" val="8077851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6E30144-1E81-1443-D290-E26C66130CAF}"/>
              </a:ext>
            </a:extLst>
          </p:cNvPr>
          <p:cNvSpPr>
            <a:spLocks noGrp="1"/>
          </p:cNvSpPr>
          <p:nvPr>
            <p:ph type="pic" sz="quarter" idx="10"/>
          </p:nvPr>
        </p:nvSpPr>
        <p:spPr>
          <a:xfrm>
            <a:off x="6415041" y="0"/>
            <a:ext cx="5776960" cy="6858000"/>
          </a:xfrm>
          <a:custGeom>
            <a:avLst/>
            <a:gdLst>
              <a:gd name="connsiteX0" fmla="*/ 0 w 5776960"/>
              <a:gd name="connsiteY0" fmla="*/ 0 h 6858000"/>
              <a:gd name="connsiteX1" fmla="*/ 5776960 w 5776960"/>
              <a:gd name="connsiteY1" fmla="*/ 0 h 6858000"/>
              <a:gd name="connsiteX2" fmla="*/ 5776960 w 5776960"/>
              <a:gd name="connsiteY2" fmla="*/ 6858000 h 6858000"/>
              <a:gd name="connsiteX3" fmla="*/ 0 w 577696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76960" h="6858000">
                <a:moveTo>
                  <a:pt x="0" y="0"/>
                </a:moveTo>
                <a:lnTo>
                  <a:pt x="5776960" y="0"/>
                </a:lnTo>
                <a:lnTo>
                  <a:pt x="577696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16" name="Text Placeholder 15">
            <a:extLst>
              <a:ext uri="{FF2B5EF4-FFF2-40B4-BE49-F238E27FC236}">
                <a16:creationId xmlns:a16="http://schemas.microsoft.com/office/drawing/2014/main" id="{7E7609C5-5D04-8B30-5308-CA1C12DE81B6}"/>
              </a:ext>
            </a:extLst>
          </p:cNvPr>
          <p:cNvSpPr>
            <a:spLocks noGrp="1"/>
          </p:cNvSpPr>
          <p:nvPr>
            <p:ph type="body" sz="quarter" idx="11" hasCustomPrompt="1"/>
          </p:nvPr>
        </p:nvSpPr>
        <p:spPr>
          <a:xfrm>
            <a:off x="410719" y="969152"/>
            <a:ext cx="4103006" cy="1060304"/>
          </a:xfrm>
          <a:custGeom>
            <a:avLst/>
            <a:gdLst>
              <a:gd name="connsiteX0" fmla="*/ 0 w 4103006"/>
              <a:gd name="connsiteY0" fmla="*/ 0 h 954107"/>
              <a:gd name="connsiteX1" fmla="*/ 4103006 w 4103006"/>
              <a:gd name="connsiteY1" fmla="*/ 0 h 954107"/>
              <a:gd name="connsiteX2" fmla="*/ 4103006 w 4103006"/>
              <a:gd name="connsiteY2" fmla="*/ 954107 h 954107"/>
              <a:gd name="connsiteX3" fmla="*/ 0 w 4103006"/>
              <a:gd name="connsiteY3" fmla="*/ 954107 h 954107"/>
            </a:gdLst>
            <a:ahLst/>
            <a:cxnLst>
              <a:cxn ang="0">
                <a:pos x="connsiteX0" y="connsiteY0"/>
              </a:cxn>
              <a:cxn ang="0">
                <a:pos x="connsiteX1" y="connsiteY1"/>
              </a:cxn>
              <a:cxn ang="0">
                <a:pos x="connsiteX2" y="connsiteY2"/>
              </a:cxn>
              <a:cxn ang="0">
                <a:pos x="connsiteX3" y="connsiteY3"/>
              </a:cxn>
            </a:cxnLst>
            <a:rect l="l" t="t" r="r" b="b"/>
            <a:pathLst>
              <a:path w="4103006" h="954107">
                <a:moveTo>
                  <a:pt x="0" y="0"/>
                </a:moveTo>
                <a:lnTo>
                  <a:pt x="4103006" y="0"/>
                </a:lnTo>
                <a:lnTo>
                  <a:pt x="4103006" y="954107"/>
                </a:lnTo>
                <a:lnTo>
                  <a:pt x="0" y="954107"/>
                </a:lnTo>
                <a:close/>
              </a:path>
            </a:pathLst>
          </a:custGeom>
        </p:spPr>
        <p:txBody>
          <a:bodyPr wrap="square">
            <a:no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8" name="Text Placeholder 17">
            <a:extLst>
              <a:ext uri="{FF2B5EF4-FFF2-40B4-BE49-F238E27FC236}">
                <a16:creationId xmlns:a16="http://schemas.microsoft.com/office/drawing/2014/main" id="{2907863C-3794-96EB-1730-4EACF0D8C10F}"/>
              </a:ext>
            </a:extLst>
          </p:cNvPr>
          <p:cNvSpPr>
            <a:spLocks noGrp="1"/>
          </p:cNvSpPr>
          <p:nvPr>
            <p:ph type="body" sz="quarter" idx="47" hasCustomPrompt="1"/>
          </p:nvPr>
        </p:nvSpPr>
        <p:spPr>
          <a:xfrm>
            <a:off x="410720" y="2029456"/>
            <a:ext cx="3226706" cy="523220"/>
          </a:xfrm>
          <a:custGeom>
            <a:avLst/>
            <a:gdLst>
              <a:gd name="connsiteX0" fmla="*/ 0 w 3226706"/>
              <a:gd name="connsiteY0" fmla="*/ 0 h 523220"/>
              <a:gd name="connsiteX1" fmla="*/ 3226706 w 3226706"/>
              <a:gd name="connsiteY1" fmla="*/ 0 h 523220"/>
              <a:gd name="connsiteX2" fmla="*/ 3226706 w 3226706"/>
              <a:gd name="connsiteY2" fmla="*/ 523220 h 523220"/>
              <a:gd name="connsiteX3" fmla="*/ 0 w 3226706"/>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3226706" h="523220">
                <a:moveTo>
                  <a:pt x="0" y="0"/>
                </a:moveTo>
                <a:lnTo>
                  <a:pt x="3226706" y="0"/>
                </a:lnTo>
                <a:lnTo>
                  <a:pt x="3226706" y="523220"/>
                </a:lnTo>
                <a:lnTo>
                  <a:pt x="0" y="523220"/>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Subtitle Here</a:t>
            </a:r>
          </a:p>
        </p:txBody>
      </p:sp>
      <p:sp>
        <p:nvSpPr>
          <p:cNvPr id="20" name="Text Placeholder 19">
            <a:extLst>
              <a:ext uri="{FF2B5EF4-FFF2-40B4-BE49-F238E27FC236}">
                <a16:creationId xmlns:a16="http://schemas.microsoft.com/office/drawing/2014/main" id="{2453F42B-92FD-EBF4-494D-391A1EB50498}"/>
              </a:ext>
            </a:extLst>
          </p:cNvPr>
          <p:cNvSpPr>
            <a:spLocks noGrp="1"/>
          </p:cNvSpPr>
          <p:nvPr>
            <p:ph type="body" sz="quarter" idx="33" hasCustomPrompt="1"/>
          </p:nvPr>
        </p:nvSpPr>
        <p:spPr>
          <a:xfrm>
            <a:off x="410719" y="2658875"/>
            <a:ext cx="5776960" cy="997709"/>
          </a:xfrm>
          <a:custGeom>
            <a:avLst/>
            <a:gdLst>
              <a:gd name="connsiteX0" fmla="*/ 0 w 5776960"/>
              <a:gd name="connsiteY0" fmla="*/ 0 h 997709"/>
              <a:gd name="connsiteX1" fmla="*/ 5776960 w 5776960"/>
              <a:gd name="connsiteY1" fmla="*/ 0 h 997709"/>
              <a:gd name="connsiteX2" fmla="*/ 5776960 w 5776960"/>
              <a:gd name="connsiteY2" fmla="*/ 997709 h 997709"/>
              <a:gd name="connsiteX3" fmla="*/ 0 w 5776960"/>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5776960" h="997709">
                <a:moveTo>
                  <a:pt x="0" y="0"/>
                </a:moveTo>
                <a:lnTo>
                  <a:pt x="5776960" y="0"/>
                </a:lnTo>
                <a:lnTo>
                  <a:pt x="5776960" y="997709"/>
                </a:lnTo>
                <a:lnTo>
                  <a:pt x="0" y="99770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B5E8A05B-C5AA-E845-BC89-E2D0EF4D4D0B}"/>
              </a:ext>
            </a:extLst>
          </p:cNvPr>
          <p:cNvSpPr>
            <a:spLocks noGrp="1"/>
          </p:cNvSpPr>
          <p:nvPr>
            <p:ph type="body" sz="quarter" idx="48" hasCustomPrompt="1"/>
          </p:nvPr>
        </p:nvSpPr>
        <p:spPr>
          <a:xfrm>
            <a:off x="768378" y="3892287"/>
            <a:ext cx="5419301"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1AA3FECF-C576-3125-D8C1-65DA7E182777}"/>
              </a:ext>
            </a:extLst>
          </p:cNvPr>
          <p:cNvSpPr>
            <a:spLocks noGrp="1"/>
          </p:cNvSpPr>
          <p:nvPr>
            <p:ph type="body" sz="quarter" idx="49" hasCustomPrompt="1"/>
          </p:nvPr>
        </p:nvSpPr>
        <p:spPr>
          <a:xfrm>
            <a:off x="768378" y="4406265"/>
            <a:ext cx="5419301"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E122F129-2268-56DD-C684-879DB35D01EA}"/>
              </a:ext>
            </a:extLst>
          </p:cNvPr>
          <p:cNvSpPr>
            <a:spLocks noGrp="1"/>
          </p:cNvSpPr>
          <p:nvPr>
            <p:ph type="body" sz="quarter" idx="50" hasCustomPrompt="1"/>
          </p:nvPr>
        </p:nvSpPr>
        <p:spPr>
          <a:xfrm>
            <a:off x="768377" y="4955391"/>
            <a:ext cx="5419302" cy="276999"/>
          </a:xfrm>
          <a:custGeom>
            <a:avLst/>
            <a:gdLst>
              <a:gd name="connsiteX0" fmla="*/ 0 w 5419302"/>
              <a:gd name="connsiteY0" fmla="*/ 0 h 276999"/>
              <a:gd name="connsiteX1" fmla="*/ 5419302 w 5419302"/>
              <a:gd name="connsiteY1" fmla="*/ 0 h 276999"/>
              <a:gd name="connsiteX2" fmla="*/ 5419302 w 5419302"/>
              <a:gd name="connsiteY2" fmla="*/ 276999 h 276999"/>
              <a:gd name="connsiteX3" fmla="*/ 0 w 5419302"/>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419302" h="276999">
                <a:moveTo>
                  <a:pt x="0" y="0"/>
                </a:moveTo>
                <a:lnTo>
                  <a:pt x="5419302" y="0"/>
                </a:lnTo>
                <a:lnTo>
                  <a:pt x="5419302"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9" name="Text Placeholder 28">
            <a:extLst>
              <a:ext uri="{FF2B5EF4-FFF2-40B4-BE49-F238E27FC236}">
                <a16:creationId xmlns:a16="http://schemas.microsoft.com/office/drawing/2014/main" id="{7A9E81B4-A7FC-021D-6F08-DC80E580AF9A}"/>
              </a:ext>
            </a:extLst>
          </p:cNvPr>
          <p:cNvSpPr>
            <a:spLocks noGrp="1"/>
          </p:cNvSpPr>
          <p:nvPr>
            <p:ph type="body" sz="quarter" idx="51" hasCustomPrompt="1"/>
          </p:nvPr>
        </p:nvSpPr>
        <p:spPr>
          <a:xfrm>
            <a:off x="768377" y="5474241"/>
            <a:ext cx="5419302"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074BD007-1174-DC5F-44D6-832964878780}"/>
              </a:ext>
            </a:extLst>
          </p:cNvPr>
          <p:cNvSpPr>
            <a:spLocks noGrp="1"/>
          </p:cNvSpPr>
          <p:nvPr>
            <p:ph type="body" sz="quarter" idx="52" hasCustomPrompt="1"/>
          </p:nvPr>
        </p:nvSpPr>
        <p:spPr>
          <a:xfrm>
            <a:off x="6818865" y="946828"/>
            <a:ext cx="4915661" cy="997709"/>
          </a:xfrm>
          <a:custGeom>
            <a:avLst/>
            <a:gdLst>
              <a:gd name="connsiteX0" fmla="*/ 0 w 4915661"/>
              <a:gd name="connsiteY0" fmla="*/ 0 h 997709"/>
              <a:gd name="connsiteX1" fmla="*/ 4915661 w 4915661"/>
              <a:gd name="connsiteY1" fmla="*/ 0 h 997709"/>
              <a:gd name="connsiteX2" fmla="*/ 4915661 w 4915661"/>
              <a:gd name="connsiteY2" fmla="*/ 997709 h 997709"/>
              <a:gd name="connsiteX3" fmla="*/ 0 w 491566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4915661" h="997709">
                <a:moveTo>
                  <a:pt x="0" y="0"/>
                </a:moveTo>
                <a:lnTo>
                  <a:pt x="4915661" y="0"/>
                </a:lnTo>
                <a:lnTo>
                  <a:pt x="4915661" y="997709"/>
                </a:lnTo>
                <a:lnTo>
                  <a:pt x="0" y="997709"/>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36300673-DC58-57AC-8982-F8C0765AE6E7}"/>
              </a:ext>
            </a:extLst>
          </p:cNvPr>
          <p:cNvSpPr>
            <a:spLocks noGrp="1"/>
          </p:cNvSpPr>
          <p:nvPr>
            <p:ph type="body" sz="quarter" idx="53" hasCustomPrompt="1"/>
          </p:nvPr>
        </p:nvSpPr>
        <p:spPr>
          <a:xfrm>
            <a:off x="6850016" y="2512948"/>
            <a:ext cx="4757012" cy="1459374"/>
          </a:xfrm>
          <a:custGeom>
            <a:avLst/>
            <a:gdLst>
              <a:gd name="connsiteX0" fmla="*/ 0 w 4757012"/>
              <a:gd name="connsiteY0" fmla="*/ 0 h 1459374"/>
              <a:gd name="connsiteX1" fmla="*/ 4757012 w 4757012"/>
              <a:gd name="connsiteY1" fmla="*/ 0 h 1459374"/>
              <a:gd name="connsiteX2" fmla="*/ 4757012 w 4757012"/>
              <a:gd name="connsiteY2" fmla="*/ 1459374 h 1459374"/>
              <a:gd name="connsiteX3" fmla="*/ 0 w 4757012"/>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757012" h="1459374">
                <a:moveTo>
                  <a:pt x="0" y="0"/>
                </a:moveTo>
                <a:lnTo>
                  <a:pt x="4757012" y="0"/>
                </a:lnTo>
                <a:lnTo>
                  <a:pt x="4757012"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7" name="Text Placeholder 36">
            <a:extLst>
              <a:ext uri="{FF2B5EF4-FFF2-40B4-BE49-F238E27FC236}">
                <a16:creationId xmlns:a16="http://schemas.microsoft.com/office/drawing/2014/main" id="{863405F6-AEDA-3146-B5EC-716F2A844FFA}"/>
              </a:ext>
            </a:extLst>
          </p:cNvPr>
          <p:cNvSpPr>
            <a:spLocks noGrp="1"/>
          </p:cNvSpPr>
          <p:nvPr>
            <p:ph type="body" sz="quarter" idx="54" hasCustomPrompt="1"/>
          </p:nvPr>
        </p:nvSpPr>
        <p:spPr>
          <a:xfrm>
            <a:off x="6850016" y="4552655"/>
            <a:ext cx="4757012" cy="1459374"/>
          </a:xfrm>
          <a:custGeom>
            <a:avLst/>
            <a:gdLst>
              <a:gd name="connsiteX0" fmla="*/ 0 w 4757012"/>
              <a:gd name="connsiteY0" fmla="*/ 0 h 1459374"/>
              <a:gd name="connsiteX1" fmla="*/ 4757012 w 4757012"/>
              <a:gd name="connsiteY1" fmla="*/ 0 h 1459374"/>
              <a:gd name="connsiteX2" fmla="*/ 4757012 w 4757012"/>
              <a:gd name="connsiteY2" fmla="*/ 1459374 h 1459374"/>
              <a:gd name="connsiteX3" fmla="*/ 0 w 4757012"/>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757012" h="1459374">
                <a:moveTo>
                  <a:pt x="0" y="0"/>
                </a:moveTo>
                <a:lnTo>
                  <a:pt x="4757012" y="0"/>
                </a:lnTo>
                <a:lnTo>
                  <a:pt x="4757012"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9" name="Text Placeholder 38">
            <a:extLst>
              <a:ext uri="{FF2B5EF4-FFF2-40B4-BE49-F238E27FC236}">
                <a16:creationId xmlns:a16="http://schemas.microsoft.com/office/drawing/2014/main" id="{D4CEDB26-3924-2677-1BF7-0C1B5EA9230B}"/>
              </a:ext>
            </a:extLst>
          </p:cNvPr>
          <p:cNvSpPr>
            <a:spLocks noGrp="1"/>
          </p:cNvSpPr>
          <p:nvPr>
            <p:ph type="body" sz="quarter" idx="55" hasCustomPrompt="1"/>
          </p:nvPr>
        </p:nvSpPr>
        <p:spPr>
          <a:xfrm>
            <a:off x="7265993" y="2208282"/>
            <a:ext cx="4341035"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Subtitle Here</a:t>
            </a:r>
          </a:p>
        </p:txBody>
      </p:sp>
      <p:sp>
        <p:nvSpPr>
          <p:cNvPr id="41" name="Text Placeholder 40">
            <a:extLst>
              <a:ext uri="{FF2B5EF4-FFF2-40B4-BE49-F238E27FC236}">
                <a16:creationId xmlns:a16="http://schemas.microsoft.com/office/drawing/2014/main" id="{A6A9DA33-E1C2-3D78-FCF3-B27E6432CFA3}"/>
              </a:ext>
            </a:extLst>
          </p:cNvPr>
          <p:cNvSpPr>
            <a:spLocks noGrp="1"/>
          </p:cNvSpPr>
          <p:nvPr>
            <p:ph type="body" sz="quarter" idx="56" hasCustomPrompt="1"/>
          </p:nvPr>
        </p:nvSpPr>
        <p:spPr>
          <a:xfrm>
            <a:off x="7265992" y="4247989"/>
            <a:ext cx="4341036" cy="307777"/>
          </a:xfrm>
          <a:custGeom>
            <a:avLst/>
            <a:gdLst>
              <a:gd name="connsiteX0" fmla="*/ 0 w 3957334"/>
              <a:gd name="connsiteY0" fmla="*/ 0 h 307777"/>
              <a:gd name="connsiteX1" fmla="*/ 3957334 w 3957334"/>
              <a:gd name="connsiteY1" fmla="*/ 0 h 307777"/>
              <a:gd name="connsiteX2" fmla="*/ 3957334 w 3957334"/>
              <a:gd name="connsiteY2" fmla="*/ 307777 h 307777"/>
              <a:gd name="connsiteX3" fmla="*/ 0 w 395733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957334" h="307777">
                <a:moveTo>
                  <a:pt x="0" y="0"/>
                </a:moveTo>
                <a:lnTo>
                  <a:pt x="3957334" y="0"/>
                </a:lnTo>
                <a:lnTo>
                  <a:pt x="3957334"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Subtitle Here</a:t>
            </a:r>
          </a:p>
        </p:txBody>
      </p:sp>
    </p:spTree>
    <p:extLst>
      <p:ext uri="{BB962C8B-B14F-4D97-AF65-F5344CB8AC3E}">
        <p14:creationId xmlns:p14="http://schemas.microsoft.com/office/powerpoint/2010/main" val="21477283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1"/>
        </a:solidFill>
        <a:effectLst/>
      </p:bgPr>
    </p:bg>
    <p:spTree>
      <p:nvGrpSpPr>
        <p:cNvPr id="1" name=""/>
        <p:cNvGrpSpPr/>
        <p:nvPr/>
      </p:nvGrpSpPr>
      <p:grpSpPr>
        <a:xfrm>
          <a:off x="0" y="0"/>
          <a:ext cx="0" cy="0"/>
          <a:chOff x="0" y="0"/>
          <a:chExt cx="0" cy="0"/>
        </a:xfrm>
      </p:grpSpPr>
      <p:sp>
        <p:nvSpPr>
          <p:cNvPr id="18" name="Text Placeholder 15">
            <a:extLst>
              <a:ext uri="{FF2B5EF4-FFF2-40B4-BE49-F238E27FC236}">
                <a16:creationId xmlns:a16="http://schemas.microsoft.com/office/drawing/2014/main" id="{E224EE29-93AA-26C9-FE06-7AD7952EBD48}"/>
              </a:ext>
            </a:extLst>
          </p:cNvPr>
          <p:cNvSpPr>
            <a:spLocks noGrp="1"/>
          </p:cNvSpPr>
          <p:nvPr>
            <p:ph type="body" sz="quarter" idx="70" hasCustomPrompt="1"/>
          </p:nvPr>
        </p:nvSpPr>
        <p:spPr>
          <a:xfrm>
            <a:off x="1306286" y="591518"/>
            <a:ext cx="9579424"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gn="ctr">
              <a:lnSpc>
                <a:spcPct val="100000"/>
              </a:lnSpc>
              <a:buNone/>
              <a:defRPr sz="2800" b="1">
                <a:solidFill>
                  <a:schemeClr val="bg1"/>
                </a:solidFill>
                <a:latin typeface="+mj-lt"/>
              </a:defRPr>
            </a:lvl1pPr>
          </a:lstStyle>
          <a:p>
            <a:pPr lvl="0"/>
            <a:r>
              <a:rPr lang="en-ID"/>
              <a:t>TITLE HERE</a:t>
            </a:r>
          </a:p>
        </p:txBody>
      </p:sp>
      <p:sp>
        <p:nvSpPr>
          <p:cNvPr id="19" name="Rectangle 18">
            <a:extLst>
              <a:ext uri="{FF2B5EF4-FFF2-40B4-BE49-F238E27FC236}">
                <a16:creationId xmlns:a16="http://schemas.microsoft.com/office/drawing/2014/main" id="{AB1110FB-4322-43B3-CC96-9D58845AAF1A}"/>
              </a:ext>
            </a:extLst>
          </p:cNvPr>
          <p:cNvSpPr/>
          <p:nvPr userDrawn="1"/>
        </p:nvSpPr>
        <p:spPr>
          <a:xfrm>
            <a:off x="11149013" y="6413500"/>
            <a:ext cx="1042985" cy="444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a:extLst>
              <a:ext uri="{FF2B5EF4-FFF2-40B4-BE49-F238E27FC236}">
                <a16:creationId xmlns:a16="http://schemas.microsoft.com/office/drawing/2014/main" id="{B0A3AECE-0730-675D-43D5-A0BDAEC363F8}"/>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pic>
        <p:nvPicPr>
          <p:cNvPr id="21" name="Picture 20" descr="A logo with a blue and yellow text&#10;&#10;Description automatically generated">
            <a:extLst>
              <a:ext uri="{FF2B5EF4-FFF2-40B4-BE49-F238E27FC236}">
                <a16:creationId xmlns:a16="http://schemas.microsoft.com/office/drawing/2014/main" id="{9B90C8EE-F888-BAC0-F7F4-32231431C695}"/>
              </a:ext>
            </a:extLst>
          </p:cNvPr>
          <p:cNvPicPr>
            <a:picLocks noChangeAspect="1"/>
          </p:cNvPicPr>
          <p:nvPr userDrawn="1"/>
        </p:nvPicPr>
        <p:blipFill>
          <a:blip r:embed="rId2"/>
          <a:stretch>
            <a:fillRect/>
          </a:stretch>
        </p:blipFill>
        <p:spPr>
          <a:xfrm>
            <a:off x="11241718" y="314963"/>
            <a:ext cx="550269" cy="438151"/>
          </a:xfrm>
          <a:prstGeom prst="rect">
            <a:avLst/>
          </a:prstGeom>
        </p:spPr>
      </p:pic>
      <p:pic>
        <p:nvPicPr>
          <p:cNvPr id="22" name="Picture 21">
            <a:extLst>
              <a:ext uri="{FF2B5EF4-FFF2-40B4-BE49-F238E27FC236}">
                <a16:creationId xmlns:a16="http://schemas.microsoft.com/office/drawing/2014/main" id="{5F39D192-FB89-A26D-B46B-CAE5FAC5089A}"/>
              </a:ext>
            </a:extLst>
          </p:cNvPr>
          <p:cNvPicPr>
            <a:picLocks noChangeAspect="1"/>
          </p:cNvPicPr>
          <p:nvPr userDrawn="1"/>
        </p:nvPicPr>
        <p:blipFill>
          <a:blip r:embed="rId3"/>
          <a:stretch>
            <a:fillRect/>
          </a:stretch>
        </p:blipFill>
        <p:spPr>
          <a:xfrm>
            <a:off x="11241718" y="314964"/>
            <a:ext cx="550269" cy="438150"/>
          </a:xfrm>
          <a:prstGeom prst="rect">
            <a:avLst/>
          </a:prstGeom>
        </p:spPr>
      </p:pic>
      <p:sp>
        <p:nvSpPr>
          <p:cNvPr id="24" name="Text Placeholder 23">
            <a:extLst>
              <a:ext uri="{FF2B5EF4-FFF2-40B4-BE49-F238E27FC236}">
                <a16:creationId xmlns:a16="http://schemas.microsoft.com/office/drawing/2014/main" id="{3B6EBED8-55CA-B23D-809A-4AD0574DA132}"/>
              </a:ext>
            </a:extLst>
          </p:cNvPr>
          <p:cNvSpPr>
            <a:spLocks noGrp="1"/>
          </p:cNvSpPr>
          <p:nvPr>
            <p:ph type="body" sz="quarter" idx="47" hasCustomPrompt="1"/>
          </p:nvPr>
        </p:nvSpPr>
        <p:spPr>
          <a:xfrm>
            <a:off x="755828"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26" name="Text Placeholder 25">
            <a:extLst>
              <a:ext uri="{FF2B5EF4-FFF2-40B4-BE49-F238E27FC236}">
                <a16:creationId xmlns:a16="http://schemas.microsoft.com/office/drawing/2014/main" id="{207C030A-6F5E-5DEF-A66A-A59984374E07}"/>
              </a:ext>
            </a:extLst>
          </p:cNvPr>
          <p:cNvSpPr>
            <a:spLocks noGrp="1"/>
          </p:cNvSpPr>
          <p:nvPr>
            <p:ph type="body" sz="quarter" idx="71" hasCustomPrompt="1"/>
          </p:nvPr>
        </p:nvSpPr>
        <p:spPr>
          <a:xfrm>
            <a:off x="8631359"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28" name="Text Placeholder 27">
            <a:extLst>
              <a:ext uri="{FF2B5EF4-FFF2-40B4-BE49-F238E27FC236}">
                <a16:creationId xmlns:a16="http://schemas.microsoft.com/office/drawing/2014/main" id="{6980A5B0-B93E-6F96-E9A9-CA27164531BA}"/>
              </a:ext>
            </a:extLst>
          </p:cNvPr>
          <p:cNvSpPr>
            <a:spLocks noGrp="1"/>
          </p:cNvSpPr>
          <p:nvPr>
            <p:ph type="body" sz="quarter" idx="72" hasCustomPrompt="1"/>
          </p:nvPr>
        </p:nvSpPr>
        <p:spPr>
          <a:xfrm>
            <a:off x="4693596" y="487205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30" name="Text Placeholder 29">
            <a:extLst>
              <a:ext uri="{FF2B5EF4-FFF2-40B4-BE49-F238E27FC236}">
                <a16:creationId xmlns:a16="http://schemas.microsoft.com/office/drawing/2014/main" id="{4788CDF9-FCF4-81C2-53C8-0B0C815C5E0E}"/>
              </a:ext>
            </a:extLst>
          </p:cNvPr>
          <p:cNvSpPr>
            <a:spLocks noGrp="1"/>
          </p:cNvSpPr>
          <p:nvPr>
            <p:ph type="body" sz="quarter" idx="33" hasCustomPrompt="1"/>
          </p:nvPr>
        </p:nvSpPr>
        <p:spPr>
          <a:xfrm>
            <a:off x="714550" y="2512448"/>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87476D78-195A-934A-BDC6-D98CC14475EE}"/>
              </a:ext>
            </a:extLst>
          </p:cNvPr>
          <p:cNvSpPr>
            <a:spLocks noGrp="1"/>
          </p:cNvSpPr>
          <p:nvPr>
            <p:ph type="body" sz="quarter" idx="73" hasCustomPrompt="1"/>
          </p:nvPr>
        </p:nvSpPr>
        <p:spPr>
          <a:xfrm>
            <a:off x="8996496" y="2512448"/>
            <a:ext cx="2439673" cy="766877"/>
          </a:xfrm>
          <a:custGeom>
            <a:avLst/>
            <a:gdLst>
              <a:gd name="connsiteX0" fmla="*/ 0 w 2439673"/>
              <a:gd name="connsiteY0" fmla="*/ 0 h 766877"/>
              <a:gd name="connsiteX1" fmla="*/ 2439673 w 2439673"/>
              <a:gd name="connsiteY1" fmla="*/ 0 h 766877"/>
              <a:gd name="connsiteX2" fmla="*/ 2439673 w 2439673"/>
              <a:gd name="connsiteY2" fmla="*/ 766877 h 766877"/>
              <a:gd name="connsiteX3" fmla="*/ 0 w 2439673"/>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439673" h="766877">
                <a:moveTo>
                  <a:pt x="0" y="0"/>
                </a:moveTo>
                <a:lnTo>
                  <a:pt x="2439673" y="0"/>
                </a:lnTo>
                <a:lnTo>
                  <a:pt x="2439673"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ADF46494-50A6-A338-AB70-60A53BA49D77}"/>
              </a:ext>
            </a:extLst>
          </p:cNvPr>
          <p:cNvSpPr>
            <a:spLocks noGrp="1"/>
          </p:cNvSpPr>
          <p:nvPr>
            <p:ph type="body" sz="quarter" idx="74" hasCustomPrompt="1"/>
          </p:nvPr>
        </p:nvSpPr>
        <p:spPr>
          <a:xfrm>
            <a:off x="5294045" y="5166649"/>
            <a:ext cx="1899236" cy="766877"/>
          </a:xfrm>
          <a:custGeom>
            <a:avLst/>
            <a:gdLst>
              <a:gd name="connsiteX0" fmla="*/ 0 w 1899236"/>
              <a:gd name="connsiteY0" fmla="*/ 0 h 766877"/>
              <a:gd name="connsiteX1" fmla="*/ 1899236 w 1899236"/>
              <a:gd name="connsiteY1" fmla="*/ 0 h 766877"/>
              <a:gd name="connsiteX2" fmla="*/ 1899236 w 1899236"/>
              <a:gd name="connsiteY2" fmla="*/ 766877 h 766877"/>
              <a:gd name="connsiteX3" fmla="*/ 0 w 1899236"/>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1899236" h="766877">
                <a:moveTo>
                  <a:pt x="0" y="0"/>
                </a:moveTo>
                <a:lnTo>
                  <a:pt x="1899236" y="0"/>
                </a:lnTo>
                <a:lnTo>
                  <a:pt x="1899236"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3D328D96-4E53-F2CD-D69E-2200C2A6C649}"/>
              </a:ext>
            </a:extLst>
          </p:cNvPr>
          <p:cNvSpPr>
            <a:spLocks noGrp="1"/>
          </p:cNvSpPr>
          <p:nvPr>
            <p:ph type="body" sz="quarter" idx="75" hasCustomPrompt="1"/>
          </p:nvPr>
        </p:nvSpPr>
        <p:spPr>
          <a:xfrm>
            <a:off x="4663682" y="2512448"/>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C56F84EE-C6BF-0C5F-D660-07ACFCF2A917}"/>
              </a:ext>
            </a:extLst>
          </p:cNvPr>
          <p:cNvSpPr>
            <a:spLocks noGrp="1"/>
          </p:cNvSpPr>
          <p:nvPr>
            <p:ph type="body" sz="quarter" idx="76" hasCustomPrompt="1"/>
          </p:nvPr>
        </p:nvSpPr>
        <p:spPr>
          <a:xfrm>
            <a:off x="938117" y="5169370"/>
            <a:ext cx="2804809" cy="766877"/>
          </a:xfrm>
          <a:custGeom>
            <a:avLst/>
            <a:gdLst>
              <a:gd name="connsiteX0" fmla="*/ 0 w 2804809"/>
              <a:gd name="connsiteY0" fmla="*/ 0 h 766877"/>
              <a:gd name="connsiteX1" fmla="*/ 2804809 w 2804809"/>
              <a:gd name="connsiteY1" fmla="*/ 0 h 766877"/>
              <a:gd name="connsiteX2" fmla="*/ 2804809 w 2804809"/>
              <a:gd name="connsiteY2" fmla="*/ 766877 h 766877"/>
              <a:gd name="connsiteX3" fmla="*/ 0 w 2804809"/>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804809" h="766877">
                <a:moveTo>
                  <a:pt x="0" y="0"/>
                </a:moveTo>
                <a:lnTo>
                  <a:pt x="2804809" y="0"/>
                </a:lnTo>
                <a:lnTo>
                  <a:pt x="2804809"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2D81E059-F0CA-FE92-51E0-33807C1627D9}"/>
              </a:ext>
            </a:extLst>
          </p:cNvPr>
          <p:cNvSpPr>
            <a:spLocks noGrp="1"/>
          </p:cNvSpPr>
          <p:nvPr>
            <p:ph type="body" sz="quarter" idx="77" hasCustomPrompt="1"/>
          </p:nvPr>
        </p:nvSpPr>
        <p:spPr>
          <a:xfrm>
            <a:off x="9102513" y="5169370"/>
            <a:ext cx="2247905" cy="766877"/>
          </a:xfrm>
          <a:custGeom>
            <a:avLst/>
            <a:gdLst>
              <a:gd name="connsiteX0" fmla="*/ 0 w 2247905"/>
              <a:gd name="connsiteY0" fmla="*/ 0 h 766877"/>
              <a:gd name="connsiteX1" fmla="*/ 2247905 w 2247905"/>
              <a:gd name="connsiteY1" fmla="*/ 0 h 766877"/>
              <a:gd name="connsiteX2" fmla="*/ 2247905 w 2247905"/>
              <a:gd name="connsiteY2" fmla="*/ 766877 h 766877"/>
              <a:gd name="connsiteX3" fmla="*/ 0 w 2247905"/>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247905" h="766877">
                <a:moveTo>
                  <a:pt x="0" y="0"/>
                </a:moveTo>
                <a:lnTo>
                  <a:pt x="2247905" y="0"/>
                </a:lnTo>
                <a:lnTo>
                  <a:pt x="2247905"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96B1E18D-E8A5-9438-1AE8-353BA494A801}"/>
              </a:ext>
            </a:extLst>
          </p:cNvPr>
          <p:cNvSpPr>
            <a:spLocks noGrp="1"/>
          </p:cNvSpPr>
          <p:nvPr>
            <p:ph type="body" sz="quarter" idx="78" hasCustomPrompt="1"/>
          </p:nvPr>
        </p:nvSpPr>
        <p:spPr>
          <a:xfrm>
            <a:off x="4693594"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
        <p:nvSpPr>
          <p:cNvPr id="44" name="Text Placeholder 43">
            <a:extLst>
              <a:ext uri="{FF2B5EF4-FFF2-40B4-BE49-F238E27FC236}">
                <a16:creationId xmlns:a16="http://schemas.microsoft.com/office/drawing/2014/main" id="{C6CC485A-1697-A9D5-05EA-827C433AC0BF}"/>
              </a:ext>
            </a:extLst>
          </p:cNvPr>
          <p:cNvSpPr>
            <a:spLocks noGrp="1"/>
          </p:cNvSpPr>
          <p:nvPr>
            <p:ph type="body" sz="quarter" idx="79" hasCustomPrompt="1"/>
          </p:nvPr>
        </p:nvSpPr>
        <p:spPr>
          <a:xfrm>
            <a:off x="755830" y="487477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
        <p:nvSpPr>
          <p:cNvPr id="46" name="Text Placeholder 45">
            <a:extLst>
              <a:ext uri="{FF2B5EF4-FFF2-40B4-BE49-F238E27FC236}">
                <a16:creationId xmlns:a16="http://schemas.microsoft.com/office/drawing/2014/main" id="{A1A14E04-B39F-5E96-8B04-BF73452C15CD}"/>
              </a:ext>
            </a:extLst>
          </p:cNvPr>
          <p:cNvSpPr>
            <a:spLocks noGrp="1"/>
          </p:cNvSpPr>
          <p:nvPr>
            <p:ph type="body" sz="quarter" idx="80" hasCustomPrompt="1"/>
          </p:nvPr>
        </p:nvSpPr>
        <p:spPr>
          <a:xfrm>
            <a:off x="8631358" y="487477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Tree>
    <p:extLst>
      <p:ext uri="{BB962C8B-B14F-4D97-AF65-F5344CB8AC3E}">
        <p14:creationId xmlns:p14="http://schemas.microsoft.com/office/powerpoint/2010/main" val="7662788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7301C5-0EB5-749B-4F93-AEB343751799}"/>
              </a:ext>
            </a:extLst>
          </p:cNvPr>
          <p:cNvSpPr>
            <a:spLocks noGrp="1"/>
          </p:cNvSpPr>
          <p:nvPr>
            <p:ph type="pic" sz="quarter" idx="10"/>
          </p:nvPr>
        </p:nvSpPr>
        <p:spPr>
          <a:xfrm>
            <a:off x="0" y="2209800"/>
            <a:ext cx="6096000" cy="4648200"/>
          </a:xfrm>
          <a:custGeom>
            <a:avLst/>
            <a:gdLst>
              <a:gd name="connsiteX0" fmla="*/ 0 w 6616700"/>
              <a:gd name="connsiteY0" fmla="*/ 0 h 4648200"/>
              <a:gd name="connsiteX1" fmla="*/ 6616700 w 6616700"/>
              <a:gd name="connsiteY1" fmla="*/ 0 h 4648200"/>
              <a:gd name="connsiteX2" fmla="*/ 6616700 w 6616700"/>
              <a:gd name="connsiteY2" fmla="*/ 4648200 h 4648200"/>
              <a:gd name="connsiteX3" fmla="*/ 0 w 6616700"/>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6616700" h="4648200">
                <a:moveTo>
                  <a:pt x="0" y="0"/>
                </a:moveTo>
                <a:lnTo>
                  <a:pt x="6616700" y="0"/>
                </a:lnTo>
                <a:lnTo>
                  <a:pt x="6616700" y="4648200"/>
                </a:lnTo>
                <a:lnTo>
                  <a:pt x="0" y="4648200"/>
                </a:lnTo>
                <a:close/>
              </a:path>
            </a:pathLst>
          </a:custGeom>
          <a:solidFill>
            <a:schemeClr val="bg1">
              <a:lumMod val="95000"/>
            </a:schemeClr>
          </a:solidFill>
        </p:spPr>
        <p:txBody>
          <a:bodyPr wrap="square">
            <a:noAutofit/>
          </a:bodyPr>
          <a:lstStyle>
            <a:lvl1pPr>
              <a:defRPr sz="800"/>
            </a:lvl1pPr>
          </a:lstStyle>
          <a:p>
            <a:endParaRPr lang="en-ID"/>
          </a:p>
        </p:txBody>
      </p:sp>
      <p:sp>
        <p:nvSpPr>
          <p:cNvPr id="2" name="Rectangle 1">
            <a:extLst>
              <a:ext uri="{FF2B5EF4-FFF2-40B4-BE49-F238E27FC236}">
                <a16:creationId xmlns:a16="http://schemas.microsoft.com/office/drawing/2014/main" id="{4184FC66-68A0-4667-F817-E7FC468877F8}"/>
              </a:ext>
            </a:extLst>
          </p:cNvPr>
          <p:cNvSpPr/>
          <p:nvPr userDrawn="1"/>
        </p:nvSpPr>
        <p:spPr>
          <a:xfrm>
            <a:off x="0" y="0"/>
            <a:ext cx="6096000" cy="2209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Text Placeholder 10">
            <a:extLst>
              <a:ext uri="{FF2B5EF4-FFF2-40B4-BE49-F238E27FC236}">
                <a16:creationId xmlns:a16="http://schemas.microsoft.com/office/drawing/2014/main" id="{2440132B-96E3-3CDD-7763-7D197F4C1966}"/>
              </a:ext>
            </a:extLst>
          </p:cNvPr>
          <p:cNvSpPr>
            <a:spLocks noGrp="1"/>
          </p:cNvSpPr>
          <p:nvPr>
            <p:ph type="body" sz="quarter" idx="70" hasCustomPrompt="1"/>
          </p:nvPr>
        </p:nvSpPr>
        <p:spPr>
          <a:xfrm>
            <a:off x="826683" y="371475"/>
            <a:ext cx="4444818" cy="1593198"/>
          </a:xfrm>
          <a:custGeom>
            <a:avLst/>
            <a:gdLst>
              <a:gd name="connsiteX0" fmla="*/ 0 w 4444818"/>
              <a:gd name="connsiteY0" fmla="*/ 0 h 1446550"/>
              <a:gd name="connsiteX1" fmla="*/ 4444818 w 4444818"/>
              <a:gd name="connsiteY1" fmla="*/ 0 h 1446550"/>
              <a:gd name="connsiteX2" fmla="*/ 4444818 w 4444818"/>
              <a:gd name="connsiteY2" fmla="*/ 1446550 h 1446550"/>
              <a:gd name="connsiteX3" fmla="*/ 0 w 4444818"/>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4444818" h="1446550">
                <a:moveTo>
                  <a:pt x="0" y="0"/>
                </a:moveTo>
                <a:lnTo>
                  <a:pt x="4444818" y="0"/>
                </a:lnTo>
                <a:lnTo>
                  <a:pt x="4444818" y="1446550"/>
                </a:lnTo>
                <a:lnTo>
                  <a:pt x="0" y="1446550"/>
                </a:lnTo>
                <a:close/>
              </a:path>
            </a:pathLst>
          </a:custGeom>
        </p:spPr>
        <p:txBody>
          <a:bodyPr wrap="square">
            <a:noAutofit/>
          </a:bodyPr>
          <a:lstStyle>
            <a:lvl1pPr marL="0" indent="0" algn="l">
              <a:lnSpc>
                <a:spcPct val="100000"/>
              </a:lnSpc>
              <a:buNone/>
              <a:defRPr sz="4400" b="1">
                <a:solidFill>
                  <a:schemeClr val="bg1"/>
                </a:solidFill>
                <a:latin typeface="+mj-lt"/>
              </a:defRPr>
            </a:lvl1pPr>
          </a:lstStyle>
          <a:p>
            <a:pPr lvl="0"/>
            <a:r>
              <a:rPr lang="en-ID"/>
              <a:t>TITLE HERE</a:t>
            </a:r>
          </a:p>
        </p:txBody>
      </p:sp>
      <p:sp>
        <p:nvSpPr>
          <p:cNvPr id="16" name="Text Placeholder 15">
            <a:extLst>
              <a:ext uri="{FF2B5EF4-FFF2-40B4-BE49-F238E27FC236}">
                <a16:creationId xmlns:a16="http://schemas.microsoft.com/office/drawing/2014/main" id="{F70948A9-92AB-F3B9-A3B3-403BBA19C15A}"/>
              </a:ext>
            </a:extLst>
          </p:cNvPr>
          <p:cNvSpPr>
            <a:spLocks noGrp="1"/>
          </p:cNvSpPr>
          <p:nvPr>
            <p:ph type="body" sz="quarter" idx="71" hasCustomPrompt="1"/>
          </p:nvPr>
        </p:nvSpPr>
        <p:spPr>
          <a:xfrm>
            <a:off x="6115081" y="1865339"/>
            <a:ext cx="4686897" cy="954107"/>
          </a:xfrm>
          <a:custGeom>
            <a:avLst/>
            <a:gdLst>
              <a:gd name="connsiteX0" fmla="*/ 0 w 4686897"/>
              <a:gd name="connsiteY0" fmla="*/ 0 h 954107"/>
              <a:gd name="connsiteX1" fmla="*/ 4686897 w 4686897"/>
              <a:gd name="connsiteY1" fmla="*/ 0 h 954107"/>
              <a:gd name="connsiteX2" fmla="*/ 4686897 w 4686897"/>
              <a:gd name="connsiteY2" fmla="*/ 954107 h 954107"/>
              <a:gd name="connsiteX3" fmla="*/ 0 w 4686897"/>
              <a:gd name="connsiteY3" fmla="*/ 954107 h 954107"/>
            </a:gdLst>
            <a:ahLst/>
            <a:cxnLst>
              <a:cxn ang="0">
                <a:pos x="connsiteX0" y="connsiteY0"/>
              </a:cxn>
              <a:cxn ang="0">
                <a:pos x="connsiteX1" y="connsiteY1"/>
              </a:cxn>
              <a:cxn ang="0">
                <a:pos x="connsiteX2" y="connsiteY2"/>
              </a:cxn>
              <a:cxn ang="0">
                <a:pos x="connsiteX3" y="connsiteY3"/>
              </a:cxn>
            </a:cxnLst>
            <a:rect l="l" t="t" r="r" b="b"/>
            <a:pathLst>
              <a:path w="4686897" h="954107">
                <a:moveTo>
                  <a:pt x="0" y="0"/>
                </a:moveTo>
                <a:lnTo>
                  <a:pt x="4686897" y="0"/>
                </a:lnTo>
                <a:lnTo>
                  <a:pt x="4686897" y="954107"/>
                </a:lnTo>
                <a:lnTo>
                  <a:pt x="0" y="954107"/>
                </a:lnTo>
                <a:close/>
              </a:path>
            </a:pathLst>
          </a:custGeom>
        </p:spPr>
        <p:txBody>
          <a:bodyPr wrap="square">
            <a:noAutofit/>
          </a:bodyPr>
          <a:lstStyle>
            <a:lvl1pPr marL="0" indent="0" algn="l">
              <a:lnSpc>
                <a:spcPct val="100000"/>
              </a:lnSpc>
              <a:buNone/>
              <a:defRPr sz="2800" b="1">
                <a:solidFill>
                  <a:schemeClr val="accent1"/>
                </a:solidFill>
                <a:latin typeface="+mj-lt"/>
              </a:defRPr>
            </a:lvl1pPr>
          </a:lstStyle>
          <a:p>
            <a:pPr lvl="0"/>
            <a:r>
              <a:rPr lang="en-ID"/>
              <a:t>SUBTITLE HERE</a:t>
            </a:r>
          </a:p>
        </p:txBody>
      </p:sp>
      <p:sp>
        <p:nvSpPr>
          <p:cNvPr id="18" name="Text Placeholder 17">
            <a:extLst>
              <a:ext uri="{FF2B5EF4-FFF2-40B4-BE49-F238E27FC236}">
                <a16:creationId xmlns:a16="http://schemas.microsoft.com/office/drawing/2014/main" id="{0BA8B1F5-3E04-945E-BB4F-ED6882977797}"/>
              </a:ext>
            </a:extLst>
          </p:cNvPr>
          <p:cNvSpPr>
            <a:spLocks noGrp="1"/>
          </p:cNvSpPr>
          <p:nvPr>
            <p:ph type="body" sz="quarter" idx="78" hasCustomPrompt="1"/>
          </p:nvPr>
        </p:nvSpPr>
        <p:spPr>
          <a:xfrm>
            <a:off x="6640581" y="3384741"/>
            <a:ext cx="4269301" cy="369332"/>
          </a:xfrm>
          <a:custGeom>
            <a:avLst/>
            <a:gdLst>
              <a:gd name="connsiteX0" fmla="*/ 0 w 4269301"/>
              <a:gd name="connsiteY0" fmla="*/ 0 h 369332"/>
              <a:gd name="connsiteX1" fmla="*/ 4269301 w 4269301"/>
              <a:gd name="connsiteY1" fmla="*/ 0 h 369332"/>
              <a:gd name="connsiteX2" fmla="*/ 4269301 w 4269301"/>
              <a:gd name="connsiteY2" fmla="*/ 369332 h 369332"/>
              <a:gd name="connsiteX3" fmla="*/ 0 w 4269301"/>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4269301" h="369332">
                <a:moveTo>
                  <a:pt x="0" y="0"/>
                </a:moveTo>
                <a:lnTo>
                  <a:pt x="4269301" y="0"/>
                </a:lnTo>
                <a:lnTo>
                  <a:pt x="4269301" y="369332"/>
                </a:lnTo>
                <a:lnTo>
                  <a:pt x="0" y="369332"/>
                </a:lnTo>
                <a:close/>
              </a:path>
            </a:pathLst>
          </a:custGeom>
        </p:spPr>
        <p:txBody>
          <a:bodyPr wrap="square">
            <a:noAutofit/>
          </a:bodyPr>
          <a:lstStyle>
            <a:lvl1pPr marL="0" indent="0" algn="l">
              <a:lnSpc>
                <a:spcPct val="100000"/>
              </a:lnSpc>
              <a:buNone/>
              <a:defRPr sz="1800" b="1">
                <a:solidFill>
                  <a:schemeClr val="bg1"/>
                </a:solidFill>
                <a:latin typeface="+mj-lt"/>
              </a:defRPr>
            </a:lvl1pPr>
          </a:lstStyle>
          <a:p>
            <a:pPr lvl="0"/>
            <a:r>
              <a:rPr lang="en-ID"/>
              <a:t>DESCRIPTION</a:t>
            </a:r>
          </a:p>
        </p:txBody>
      </p:sp>
      <p:sp>
        <p:nvSpPr>
          <p:cNvPr id="20" name="Text Placeholder 19">
            <a:extLst>
              <a:ext uri="{FF2B5EF4-FFF2-40B4-BE49-F238E27FC236}">
                <a16:creationId xmlns:a16="http://schemas.microsoft.com/office/drawing/2014/main" id="{0387B03B-8EE4-FFAC-894B-432AA6D1AC73}"/>
              </a:ext>
            </a:extLst>
          </p:cNvPr>
          <p:cNvSpPr>
            <a:spLocks noGrp="1"/>
          </p:cNvSpPr>
          <p:nvPr>
            <p:ph type="body" sz="quarter" idx="53" hasCustomPrompt="1"/>
          </p:nvPr>
        </p:nvSpPr>
        <p:spPr>
          <a:xfrm>
            <a:off x="7136703" y="3975099"/>
            <a:ext cx="2185851" cy="997709"/>
          </a:xfrm>
          <a:custGeom>
            <a:avLst/>
            <a:gdLst>
              <a:gd name="connsiteX0" fmla="*/ 0 w 2185851"/>
              <a:gd name="connsiteY0" fmla="*/ 0 h 997709"/>
              <a:gd name="connsiteX1" fmla="*/ 2185851 w 2185851"/>
              <a:gd name="connsiteY1" fmla="*/ 0 h 997709"/>
              <a:gd name="connsiteX2" fmla="*/ 2185851 w 2185851"/>
              <a:gd name="connsiteY2" fmla="*/ 997709 h 997709"/>
              <a:gd name="connsiteX3" fmla="*/ 0 w 218585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2185851" h="997709">
                <a:moveTo>
                  <a:pt x="0" y="0"/>
                </a:moveTo>
                <a:lnTo>
                  <a:pt x="2185851" y="0"/>
                </a:lnTo>
                <a:lnTo>
                  <a:pt x="2185851" y="997709"/>
                </a:lnTo>
                <a:lnTo>
                  <a:pt x="0" y="997709"/>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26DA2851-FC0C-F954-493A-68510EC2E3B8}"/>
              </a:ext>
            </a:extLst>
          </p:cNvPr>
          <p:cNvSpPr>
            <a:spLocks noGrp="1"/>
          </p:cNvSpPr>
          <p:nvPr>
            <p:ph type="body" sz="quarter" idx="79" hasCustomPrompt="1"/>
          </p:nvPr>
        </p:nvSpPr>
        <p:spPr>
          <a:xfrm>
            <a:off x="9907721" y="4009675"/>
            <a:ext cx="1827079" cy="305212"/>
          </a:xfrm>
          <a:custGeom>
            <a:avLst/>
            <a:gdLst>
              <a:gd name="connsiteX0" fmla="*/ 0 w 1827079"/>
              <a:gd name="connsiteY0" fmla="*/ 0 h 305212"/>
              <a:gd name="connsiteX1" fmla="*/ 1827079 w 1827079"/>
              <a:gd name="connsiteY1" fmla="*/ 0 h 305212"/>
              <a:gd name="connsiteX2" fmla="*/ 1827079 w 1827079"/>
              <a:gd name="connsiteY2" fmla="*/ 305212 h 305212"/>
              <a:gd name="connsiteX3" fmla="*/ 0 w 182707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27079" h="305212">
                <a:moveTo>
                  <a:pt x="0" y="0"/>
                </a:moveTo>
                <a:lnTo>
                  <a:pt x="1827079" y="0"/>
                </a:lnTo>
                <a:lnTo>
                  <a:pt x="1827079"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589E4925-9526-EF13-FF3E-BE873DE62855}"/>
              </a:ext>
            </a:extLst>
          </p:cNvPr>
          <p:cNvSpPr>
            <a:spLocks noGrp="1"/>
          </p:cNvSpPr>
          <p:nvPr>
            <p:ph type="body" sz="quarter" idx="80" hasCustomPrompt="1"/>
          </p:nvPr>
        </p:nvSpPr>
        <p:spPr>
          <a:xfrm>
            <a:off x="9907721" y="4580775"/>
            <a:ext cx="1827079" cy="305212"/>
          </a:xfrm>
          <a:custGeom>
            <a:avLst/>
            <a:gdLst>
              <a:gd name="connsiteX0" fmla="*/ 0 w 1827079"/>
              <a:gd name="connsiteY0" fmla="*/ 0 h 305212"/>
              <a:gd name="connsiteX1" fmla="*/ 1827079 w 1827079"/>
              <a:gd name="connsiteY1" fmla="*/ 0 h 305212"/>
              <a:gd name="connsiteX2" fmla="*/ 1827079 w 1827079"/>
              <a:gd name="connsiteY2" fmla="*/ 305212 h 305212"/>
              <a:gd name="connsiteX3" fmla="*/ 0 w 182707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27079" h="305212">
                <a:moveTo>
                  <a:pt x="0" y="0"/>
                </a:moveTo>
                <a:lnTo>
                  <a:pt x="1827079" y="0"/>
                </a:lnTo>
                <a:lnTo>
                  <a:pt x="1827079"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pic>
        <p:nvPicPr>
          <p:cNvPr id="25" name="Picture 24" descr="A logo with a blue and yellow text&#10;&#10;Description automatically generated">
            <a:extLst>
              <a:ext uri="{FF2B5EF4-FFF2-40B4-BE49-F238E27FC236}">
                <a16:creationId xmlns:a16="http://schemas.microsoft.com/office/drawing/2014/main" id="{DF52809D-8821-EAED-7F24-6B7D9CADC342}"/>
              </a:ext>
            </a:extLst>
          </p:cNvPr>
          <p:cNvPicPr>
            <a:picLocks noChangeAspect="1"/>
          </p:cNvPicPr>
          <p:nvPr userDrawn="1"/>
        </p:nvPicPr>
        <p:blipFill>
          <a:blip r:embed="rId2"/>
          <a:stretch>
            <a:fillRect/>
          </a:stretch>
        </p:blipFill>
        <p:spPr>
          <a:xfrm>
            <a:off x="11241718" y="314963"/>
            <a:ext cx="550269" cy="438151"/>
          </a:xfrm>
          <a:prstGeom prst="rect">
            <a:avLst/>
          </a:prstGeom>
        </p:spPr>
      </p:pic>
      <p:sp>
        <p:nvSpPr>
          <p:cNvPr id="26" name="Rectangle 25">
            <a:extLst>
              <a:ext uri="{FF2B5EF4-FFF2-40B4-BE49-F238E27FC236}">
                <a16:creationId xmlns:a16="http://schemas.microsoft.com/office/drawing/2014/main" id="{4160A797-6039-430B-100F-77672AC14A52}"/>
              </a:ext>
            </a:extLst>
          </p:cNvPr>
          <p:cNvSpPr/>
          <p:nvPr userDrawn="1"/>
        </p:nvSpPr>
        <p:spPr>
          <a:xfrm>
            <a:off x="11149013" y="6413500"/>
            <a:ext cx="1042985"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TextBox 26">
            <a:extLst>
              <a:ext uri="{FF2B5EF4-FFF2-40B4-BE49-F238E27FC236}">
                <a16:creationId xmlns:a16="http://schemas.microsoft.com/office/drawing/2014/main" id="{54EBC6DF-6120-BD4F-A0BC-D62F993EC144}"/>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spTree>
    <p:extLst>
      <p:ext uri="{BB962C8B-B14F-4D97-AF65-F5344CB8AC3E}">
        <p14:creationId xmlns:p14="http://schemas.microsoft.com/office/powerpoint/2010/main" val="39899289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F0DED3-7C6F-750C-B7EF-6C3C9DAB2B8D}"/>
              </a:ext>
            </a:extLst>
          </p:cNvPr>
          <p:cNvSpPr>
            <a:spLocks noGrp="1"/>
          </p:cNvSpPr>
          <p:nvPr>
            <p:ph type="pic" sz="quarter" idx="10"/>
          </p:nvPr>
        </p:nvSpPr>
        <p:spPr>
          <a:xfrm>
            <a:off x="6589486" y="0"/>
            <a:ext cx="5602514"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6" name="Text Placeholder 5">
            <a:extLst>
              <a:ext uri="{FF2B5EF4-FFF2-40B4-BE49-F238E27FC236}">
                <a16:creationId xmlns:a16="http://schemas.microsoft.com/office/drawing/2014/main" id="{089CD33F-FA1B-7C97-5DC6-DC84206AEF00}"/>
              </a:ext>
            </a:extLst>
          </p:cNvPr>
          <p:cNvSpPr>
            <a:spLocks noGrp="1"/>
          </p:cNvSpPr>
          <p:nvPr>
            <p:ph type="body" sz="quarter" idx="11" hasCustomPrompt="1"/>
          </p:nvPr>
        </p:nvSpPr>
        <p:spPr>
          <a:xfrm>
            <a:off x="804382" y="2140753"/>
            <a:ext cx="5011849" cy="1806376"/>
          </a:xfrm>
          <a:custGeom>
            <a:avLst/>
            <a:gdLst>
              <a:gd name="connsiteX0" fmla="*/ 0 w 5011849"/>
              <a:gd name="connsiteY0" fmla="*/ 0 h 1569660"/>
              <a:gd name="connsiteX1" fmla="*/ 5011849 w 5011849"/>
              <a:gd name="connsiteY1" fmla="*/ 0 h 1569660"/>
              <a:gd name="connsiteX2" fmla="*/ 5011849 w 5011849"/>
              <a:gd name="connsiteY2" fmla="*/ 1569660 h 1569660"/>
              <a:gd name="connsiteX3" fmla="*/ 0 w 5011849"/>
              <a:gd name="connsiteY3" fmla="*/ 1569660 h 1569660"/>
            </a:gdLst>
            <a:ahLst/>
            <a:cxnLst>
              <a:cxn ang="0">
                <a:pos x="connsiteX0" y="connsiteY0"/>
              </a:cxn>
              <a:cxn ang="0">
                <a:pos x="connsiteX1" y="connsiteY1"/>
              </a:cxn>
              <a:cxn ang="0">
                <a:pos x="connsiteX2" y="connsiteY2"/>
              </a:cxn>
              <a:cxn ang="0">
                <a:pos x="connsiteX3" y="connsiteY3"/>
              </a:cxn>
            </a:cxnLst>
            <a:rect l="l" t="t" r="r" b="b"/>
            <a:pathLst>
              <a:path w="5011849" h="1569660">
                <a:moveTo>
                  <a:pt x="0" y="0"/>
                </a:moveTo>
                <a:lnTo>
                  <a:pt x="5011849" y="0"/>
                </a:lnTo>
                <a:lnTo>
                  <a:pt x="5011849" y="1569660"/>
                </a:lnTo>
                <a:lnTo>
                  <a:pt x="0" y="1569660"/>
                </a:lnTo>
                <a:close/>
              </a:path>
            </a:pathLst>
          </a:custGeom>
        </p:spPr>
        <p:txBody>
          <a:bodyPr wrap="square">
            <a:noAutofit/>
          </a:bodyPr>
          <a:lstStyle>
            <a:lvl1pPr marL="0" indent="0">
              <a:lnSpc>
                <a:spcPct val="100000"/>
              </a:lnSpc>
              <a:buNone/>
              <a:defRPr sz="4800" b="1">
                <a:solidFill>
                  <a:schemeClr val="accent1"/>
                </a:solidFill>
                <a:latin typeface="+mj-lt"/>
              </a:defRPr>
            </a:lvl1pPr>
          </a:lstStyle>
          <a:p>
            <a:pPr lvl="0"/>
            <a:r>
              <a:rPr lang="en-ID"/>
              <a:t>TITLE HERE</a:t>
            </a:r>
          </a:p>
        </p:txBody>
      </p:sp>
      <p:sp>
        <p:nvSpPr>
          <p:cNvPr id="8" name="Text Placeholder 7">
            <a:extLst>
              <a:ext uri="{FF2B5EF4-FFF2-40B4-BE49-F238E27FC236}">
                <a16:creationId xmlns:a16="http://schemas.microsoft.com/office/drawing/2014/main" id="{FFFF0D06-4FD4-CC55-09D8-2A4E69208DD9}"/>
              </a:ext>
            </a:extLst>
          </p:cNvPr>
          <p:cNvSpPr>
            <a:spLocks noGrp="1"/>
          </p:cNvSpPr>
          <p:nvPr>
            <p:ph type="body" sz="quarter" idx="78" hasCustomPrompt="1"/>
          </p:nvPr>
        </p:nvSpPr>
        <p:spPr>
          <a:xfrm>
            <a:off x="1001926" y="3947129"/>
            <a:ext cx="1641254" cy="307777"/>
          </a:xfrm>
          <a:custGeom>
            <a:avLst/>
            <a:gdLst>
              <a:gd name="connsiteX0" fmla="*/ 0 w 1641254"/>
              <a:gd name="connsiteY0" fmla="*/ 0 h 307777"/>
              <a:gd name="connsiteX1" fmla="*/ 1641254 w 1641254"/>
              <a:gd name="connsiteY1" fmla="*/ 0 h 307777"/>
              <a:gd name="connsiteX2" fmla="*/ 1641254 w 1641254"/>
              <a:gd name="connsiteY2" fmla="*/ 307777 h 307777"/>
              <a:gd name="connsiteX3" fmla="*/ 0 w 164125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41254" h="307777">
                <a:moveTo>
                  <a:pt x="0" y="0"/>
                </a:moveTo>
                <a:lnTo>
                  <a:pt x="1641254" y="0"/>
                </a:lnTo>
                <a:lnTo>
                  <a:pt x="1641254" y="307777"/>
                </a:lnTo>
                <a:lnTo>
                  <a:pt x="0" y="307777"/>
                </a:lnTo>
                <a:close/>
              </a:path>
            </a:pathLst>
          </a:custGeom>
        </p:spPr>
        <p:txBody>
          <a:bodyPr wrap="square">
            <a:noAutofit/>
          </a:bodyPr>
          <a:lstStyle>
            <a:lvl1pPr marL="0" indent="0" algn="ctr">
              <a:lnSpc>
                <a:spcPct val="100000"/>
              </a:lnSpc>
              <a:buNone/>
              <a:defRPr sz="1400" b="1">
                <a:solidFill>
                  <a:schemeClr val="accent2"/>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C7800E4D-84C7-253A-99C8-46E73F70CFD1}"/>
              </a:ext>
            </a:extLst>
          </p:cNvPr>
          <p:cNvSpPr>
            <a:spLocks noGrp="1"/>
          </p:cNvSpPr>
          <p:nvPr>
            <p:ph type="body" sz="quarter" idx="53" hasCustomPrompt="1"/>
          </p:nvPr>
        </p:nvSpPr>
        <p:spPr>
          <a:xfrm>
            <a:off x="110532" y="5968712"/>
            <a:ext cx="3550835" cy="523220"/>
          </a:xfrm>
          <a:custGeom>
            <a:avLst/>
            <a:gdLst>
              <a:gd name="connsiteX0" fmla="*/ 0 w 3550835"/>
              <a:gd name="connsiteY0" fmla="*/ 0 h 523220"/>
              <a:gd name="connsiteX1" fmla="*/ 3550835 w 3550835"/>
              <a:gd name="connsiteY1" fmla="*/ 0 h 523220"/>
              <a:gd name="connsiteX2" fmla="*/ 3550835 w 3550835"/>
              <a:gd name="connsiteY2" fmla="*/ 523220 h 523220"/>
              <a:gd name="connsiteX3" fmla="*/ 0 w 3550835"/>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3550835" h="523220">
                <a:moveTo>
                  <a:pt x="0" y="0"/>
                </a:moveTo>
                <a:lnTo>
                  <a:pt x="3550835" y="0"/>
                </a:lnTo>
                <a:lnTo>
                  <a:pt x="3550835" y="523220"/>
                </a:lnTo>
                <a:lnTo>
                  <a:pt x="0" y="523220"/>
                </a:lnTo>
                <a:close/>
              </a:path>
            </a:pathLst>
          </a:custGeom>
        </p:spPr>
        <p:txBody>
          <a:bodyPr wrap="square">
            <a:noAutofit/>
          </a:bodyPr>
          <a:lstStyle>
            <a:lvl1pPr marL="0" indent="0" algn="l">
              <a:lnSpc>
                <a:spcPct val="100000"/>
              </a:lnSpc>
              <a:spcBef>
                <a:spcPts val="0"/>
              </a:spcBef>
              <a:buNone/>
              <a:defRPr sz="14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8964383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DEA06658-C322-2370-7664-42468F401FE1}"/>
              </a:ext>
            </a:extLst>
          </p:cNvPr>
          <p:cNvSpPr/>
          <p:nvPr userDrawn="1"/>
        </p:nvSpPr>
        <p:spPr>
          <a:xfrm>
            <a:off x="0" y="4289713"/>
            <a:ext cx="12192000" cy="25682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Text Placeholder 5">
            <a:extLst>
              <a:ext uri="{FF2B5EF4-FFF2-40B4-BE49-F238E27FC236}">
                <a16:creationId xmlns:a16="http://schemas.microsoft.com/office/drawing/2014/main" id="{E33FB3BA-3D90-5401-ED3A-05643BA9A9AE}"/>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44" name="Text Placeholder 43">
            <a:extLst>
              <a:ext uri="{FF2B5EF4-FFF2-40B4-BE49-F238E27FC236}">
                <a16:creationId xmlns:a16="http://schemas.microsoft.com/office/drawing/2014/main" id="{658C5DB4-8C85-6C5E-24C2-00E4606C5FF9}"/>
              </a:ext>
            </a:extLst>
          </p:cNvPr>
          <p:cNvSpPr>
            <a:spLocks noGrp="1"/>
          </p:cNvSpPr>
          <p:nvPr>
            <p:ph type="body" sz="quarter" idx="33" hasCustomPrompt="1"/>
          </p:nvPr>
        </p:nvSpPr>
        <p:spPr>
          <a:xfrm>
            <a:off x="1132423" y="905431"/>
            <a:ext cx="2722508" cy="1536318"/>
          </a:xfrm>
          <a:custGeom>
            <a:avLst/>
            <a:gdLst>
              <a:gd name="connsiteX0" fmla="*/ 0 w 2722508"/>
              <a:gd name="connsiteY0" fmla="*/ 0 h 1536318"/>
              <a:gd name="connsiteX1" fmla="*/ 2722508 w 2722508"/>
              <a:gd name="connsiteY1" fmla="*/ 0 h 1536318"/>
              <a:gd name="connsiteX2" fmla="*/ 2722508 w 2722508"/>
              <a:gd name="connsiteY2" fmla="*/ 1536318 h 1536318"/>
              <a:gd name="connsiteX3" fmla="*/ 0 w 2722508"/>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722508" h="1536318">
                <a:moveTo>
                  <a:pt x="0" y="0"/>
                </a:moveTo>
                <a:lnTo>
                  <a:pt x="2722508" y="0"/>
                </a:lnTo>
                <a:lnTo>
                  <a:pt x="2722508" y="1536318"/>
                </a:lnTo>
                <a:lnTo>
                  <a:pt x="0" y="153631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6" name="Text Placeholder 45">
            <a:extLst>
              <a:ext uri="{FF2B5EF4-FFF2-40B4-BE49-F238E27FC236}">
                <a16:creationId xmlns:a16="http://schemas.microsoft.com/office/drawing/2014/main" id="{9698FC64-EA4D-1DB4-6D7F-3350D09E3223}"/>
              </a:ext>
            </a:extLst>
          </p:cNvPr>
          <p:cNvSpPr>
            <a:spLocks noGrp="1"/>
          </p:cNvSpPr>
          <p:nvPr>
            <p:ph type="body" sz="quarter" idx="34" hasCustomPrompt="1"/>
          </p:nvPr>
        </p:nvSpPr>
        <p:spPr>
          <a:xfrm>
            <a:off x="1132424" y="2603616"/>
            <a:ext cx="2838125" cy="1267014"/>
          </a:xfrm>
          <a:custGeom>
            <a:avLst/>
            <a:gdLst>
              <a:gd name="connsiteX0" fmla="*/ 0 w 2838125"/>
              <a:gd name="connsiteY0" fmla="*/ 0 h 1267014"/>
              <a:gd name="connsiteX1" fmla="*/ 2838125 w 2838125"/>
              <a:gd name="connsiteY1" fmla="*/ 0 h 1267014"/>
              <a:gd name="connsiteX2" fmla="*/ 2838125 w 2838125"/>
              <a:gd name="connsiteY2" fmla="*/ 1267014 h 1267014"/>
              <a:gd name="connsiteX3" fmla="*/ 0 w 283812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38125" h="1267014">
                <a:moveTo>
                  <a:pt x="0" y="0"/>
                </a:moveTo>
                <a:lnTo>
                  <a:pt x="2838125" y="0"/>
                </a:lnTo>
                <a:lnTo>
                  <a:pt x="2838125"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8" name="Text Placeholder 47">
            <a:extLst>
              <a:ext uri="{FF2B5EF4-FFF2-40B4-BE49-F238E27FC236}">
                <a16:creationId xmlns:a16="http://schemas.microsoft.com/office/drawing/2014/main" id="{9D8B3A8E-1A18-9AF4-87A4-DF1154C9D351}"/>
              </a:ext>
            </a:extLst>
          </p:cNvPr>
          <p:cNvSpPr>
            <a:spLocks noGrp="1"/>
          </p:cNvSpPr>
          <p:nvPr>
            <p:ph type="body" sz="quarter" idx="35" hasCustomPrompt="1"/>
          </p:nvPr>
        </p:nvSpPr>
        <p:spPr>
          <a:xfrm>
            <a:off x="5037557" y="909919"/>
            <a:ext cx="2808281" cy="1497846"/>
          </a:xfrm>
          <a:custGeom>
            <a:avLst/>
            <a:gdLst>
              <a:gd name="connsiteX0" fmla="*/ 0 w 2808281"/>
              <a:gd name="connsiteY0" fmla="*/ 0 h 1497846"/>
              <a:gd name="connsiteX1" fmla="*/ 2808281 w 2808281"/>
              <a:gd name="connsiteY1" fmla="*/ 0 h 1497846"/>
              <a:gd name="connsiteX2" fmla="*/ 2808281 w 2808281"/>
              <a:gd name="connsiteY2" fmla="*/ 1497846 h 1497846"/>
              <a:gd name="connsiteX3" fmla="*/ 0 w 2808281"/>
              <a:gd name="connsiteY3" fmla="*/ 1497846 h 1497846"/>
            </a:gdLst>
            <a:ahLst/>
            <a:cxnLst>
              <a:cxn ang="0">
                <a:pos x="connsiteX0" y="connsiteY0"/>
              </a:cxn>
              <a:cxn ang="0">
                <a:pos x="connsiteX1" y="connsiteY1"/>
              </a:cxn>
              <a:cxn ang="0">
                <a:pos x="connsiteX2" y="connsiteY2"/>
              </a:cxn>
              <a:cxn ang="0">
                <a:pos x="connsiteX3" y="connsiteY3"/>
              </a:cxn>
            </a:cxnLst>
            <a:rect l="l" t="t" r="r" b="b"/>
            <a:pathLst>
              <a:path w="2808281" h="1497846">
                <a:moveTo>
                  <a:pt x="0" y="0"/>
                </a:moveTo>
                <a:lnTo>
                  <a:pt x="2808281" y="0"/>
                </a:lnTo>
                <a:lnTo>
                  <a:pt x="2808281" y="1497846"/>
                </a:lnTo>
                <a:lnTo>
                  <a:pt x="0" y="149784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0" name="Text Placeholder 49">
            <a:extLst>
              <a:ext uri="{FF2B5EF4-FFF2-40B4-BE49-F238E27FC236}">
                <a16:creationId xmlns:a16="http://schemas.microsoft.com/office/drawing/2014/main" id="{5E2981F9-5EDD-FD2D-B3BA-0DD3BE378DBB}"/>
              </a:ext>
            </a:extLst>
          </p:cNvPr>
          <p:cNvSpPr>
            <a:spLocks noGrp="1"/>
          </p:cNvSpPr>
          <p:nvPr>
            <p:ph type="body" sz="quarter" idx="36" hasCustomPrompt="1"/>
          </p:nvPr>
        </p:nvSpPr>
        <p:spPr>
          <a:xfrm>
            <a:off x="5037556" y="2603616"/>
            <a:ext cx="2827200" cy="1382430"/>
          </a:xfrm>
          <a:custGeom>
            <a:avLst/>
            <a:gdLst>
              <a:gd name="connsiteX0" fmla="*/ 0 w 2827200"/>
              <a:gd name="connsiteY0" fmla="*/ 0 h 1382430"/>
              <a:gd name="connsiteX1" fmla="*/ 2827200 w 2827200"/>
              <a:gd name="connsiteY1" fmla="*/ 0 h 1382430"/>
              <a:gd name="connsiteX2" fmla="*/ 2827200 w 2827200"/>
              <a:gd name="connsiteY2" fmla="*/ 1382430 h 1382430"/>
              <a:gd name="connsiteX3" fmla="*/ 0 w 2827200"/>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2827200" h="1382430">
                <a:moveTo>
                  <a:pt x="0" y="0"/>
                </a:moveTo>
                <a:lnTo>
                  <a:pt x="2827200" y="0"/>
                </a:lnTo>
                <a:lnTo>
                  <a:pt x="2827200" y="1382430"/>
                </a:lnTo>
                <a:lnTo>
                  <a:pt x="0" y="1382430"/>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2" name="Text Placeholder 51">
            <a:extLst>
              <a:ext uri="{FF2B5EF4-FFF2-40B4-BE49-F238E27FC236}">
                <a16:creationId xmlns:a16="http://schemas.microsoft.com/office/drawing/2014/main" id="{3517D35B-7679-B28F-4BD9-96A77DE4DA58}"/>
              </a:ext>
            </a:extLst>
          </p:cNvPr>
          <p:cNvSpPr>
            <a:spLocks noGrp="1"/>
          </p:cNvSpPr>
          <p:nvPr>
            <p:ph type="body" sz="quarter" idx="37" hasCustomPrompt="1"/>
          </p:nvPr>
        </p:nvSpPr>
        <p:spPr>
          <a:xfrm>
            <a:off x="8907532" y="909919"/>
            <a:ext cx="2660526" cy="1267014"/>
          </a:xfrm>
          <a:custGeom>
            <a:avLst/>
            <a:gdLst>
              <a:gd name="connsiteX0" fmla="*/ 0 w 2660526"/>
              <a:gd name="connsiteY0" fmla="*/ 0 h 1267014"/>
              <a:gd name="connsiteX1" fmla="*/ 2660526 w 2660526"/>
              <a:gd name="connsiteY1" fmla="*/ 0 h 1267014"/>
              <a:gd name="connsiteX2" fmla="*/ 2660526 w 2660526"/>
              <a:gd name="connsiteY2" fmla="*/ 1267014 h 1267014"/>
              <a:gd name="connsiteX3" fmla="*/ 0 w 2660526"/>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60526" h="1267014">
                <a:moveTo>
                  <a:pt x="0" y="0"/>
                </a:moveTo>
                <a:lnTo>
                  <a:pt x="2660526" y="0"/>
                </a:lnTo>
                <a:lnTo>
                  <a:pt x="2660526"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4" name="Text Placeholder 53">
            <a:extLst>
              <a:ext uri="{FF2B5EF4-FFF2-40B4-BE49-F238E27FC236}">
                <a16:creationId xmlns:a16="http://schemas.microsoft.com/office/drawing/2014/main" id="{511FA820-55EB-C5CE-3221-31F9BAA94C6C}"/>
              </a:ext>
            </a:extLst>
          </p:cNvPr>
          <p:cNvSpPr>
            <a:spLocks noGrp="1"/>
          </p:cNvSpPr>
          <p:nvPr>
            <p:ph type="body" sz="quarter" idx="38" hasCustomPrompt="1"/>
          </p:nvPr>
        </p:nvSpPr>
        <p:spPr>
          <a:xfrm>
            <a:off x="8907532" y="2603616"/>
            <a:ext cx="3010842" cy="1536318"/>
          </a:xfrm>
          <a:custGeom>
            <a:avLst/>
            <a:gdLst>
              <a:gd name="connsiteX0" fmla="*/ 0 w 3010842"/>
              <a:gd name="connsiteY0" fmla="*/ 0 h 1536318"/>
              <a:gd name="connsiteX1" fmla="*/ 3010842 w 3010842"/>
              <a:gd name="connsiteY1" fmla="*/ 0 h 1536318"/>
              <a:gd name="connsiteX2" fmla="*/ 3010842 w 3010842"/>
              <a:gd name="connsiteY2" fmla="*/ 1536318 h 1536318"/>
              <a:gd name="connsiteX3" fmla="*/ 0 w 3010842"/>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3010842" h="1536318">
                <a:moveTo>
                  <a:pt x="0" y="0"/>
                </a:moveTo>
                <a:lnTo>
                  <a:pt x="3010842" y="0"/>
                </a:lnTo>
                <a:lnTo>
                  <a:pt x="3010842" y="1536318"/>
                </a:lnTo>
                <a:lnTo>
                  <a:pt x="0" y="153631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8" name="Text Placeholder 57">
            <a:extLst>
              <a:ext uri="{FF2B5EF4-FFF2-40B4-BE49-F238E27FC236}">
                <a16:creationId xmlns:a16="http://schemas.microsoft.com/office/drawing/2014/main" id="{FC2971D3-F71A-51E7-376F-A87DDE5FD4A6}"/>
              </a:ext>
            </a:extLst>
          </p:cNvPr>
          <p:cNvSpPr>
            <a:spLocks noGrp="1"/>
          </p:cNvSpPr>
          <p:nvPr>
            <p:ph type="body" sz="quarter" idx="47" hasCustomPrompt="1"/>
          </p:nvPr>
        </p:nvSpPr>
        <p:spPr>
          <a:xfrm>
            <a:off x="298485"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1" name="Text Placeholder 60">
            <a:extLst>
              <a:ext uri="{FF2B5EF4-FFF2-40B4-BE49-F238E27FC236}">
                <a16:creationId xmlns:a16="http://schemas.microsoft.com/office/drawing/2014/main" id="{F6E04CCA-9A3C-ECC8-7CEA-747FF03A668E}"/>
              </a:ext>
            </a:extLst>
          </p:cNvPr>
          <p:cNvSpPr>
            <a:spLocks noGrp="1"/>
          </p:cNvSpPr>
          <p:nvPr>
            <p:ph type="body" sz="quarter" idx="48" hasCustomPrompt="1"/>
          </p:nvPr>
        </p:nvSpPr>
        <p:spPr>
          <a:xfrm>
            <a:off x="298485"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4" name="Text Placeholder 63">
            <a:extLst>
              <a:ext uri="{FF2B5EF4-FFF2-40B4-BE49-F238E27FC236}">
                <a16:creationId xmlns:a16="http://schemas.microsoft.com/office/drawing/2014/main" id="{7DB1A551-E67E-8E52-B31B-3F8C541F5AD4}"/>
              </a:ext>
            </a:extLst>
          </p:cNvPr>
          <p:cNvSpPr>
            <a:spLocks noGrp="1"/>
          </p:cNvSpPr>
          <p:nvPr>
            <p:ph type="body" sz="quarter" idx="49" hasCustomPrompt="1"/>
          </p:nvPr>
        </p:nvSpPr>
        <p:spPr>
          <a:xfrm>
            <a:off x="4249702"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5" name="Text Placeholder 64">
            <a:extLst>
              <a:ext uri="{FF2B5EF4-FFF2-40B4-BE49-F238E27FC236}">
                <a16:creationId xmlns:a16="http://schemas.microsoft.com/office/drawing/2014/main" id="{03E6518E-625C-DDD0-A3CA-F77A28554FCB}"/>
              </a:ext>
            </a:extLst>
          </p:cNvPr>
          <p:cNvSpPr>
            <a:spLocks noGrp="1"/>
          </p:cNvSpPr>
          <p:nvPr>
            <p:ph type="body" sz="quarter" idx="50" hasCustomPrompt="1"/>
          </p:nvPr>
        </p:nvSpPr>
        <p:spPr>
          <a:xfrm>
            <a:off x="4249702"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70" name="Text Placeholder 69">
            <a:extLst>
              <a:ext uri="{FF2B5EF4-FFF2-40B4-BE49-F238E27FC236}">
                <a16:creationId xmlns:a16="http://schemas.microsoft.com/office/drawing/2014/main" id="{96178F0E-16D3-977D-1149-E3A7A6F6B443}"/>
              </a:ext>
            </a:extLst>
          </p:cNvPr>
          <p:cNvSpPr>
            <a:spLocks noGrp="1"/>
          </p:cNvSpPr>
          <p:nvPr>
            <p:ph type="body" sz="quarter" idx="51" hasCustomPrompt="1"/>
          </p:nvPr>
        </p:nvSpPr>
        <p:spPr>
          <a:xfrm>
            <a:off x="8122556"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71" name="Text Placeholder 70">
            <a:extLst>
              <a:ext uri="{FF2B5EF4-FFF2-40B4-BE49-F238E27FC236}">
                <a16:creationId xmlns:a16="http://schemas.microsoft.com/office/drawing/2014/main" id="{34FFD559-B80B-15CB-86B8-FEFF7B620905}"/>
              </a:ext>
            </a:extLst>
          </p:cNvPr>
          <p:cNvSpPr>
            <a:spLocks noGrp="1"/>
          </p:cNvSpPr>
          <p:nvPr>
            <p:ph type="body" sz="quarter" idx="52" hasCustomPrompt="1"/>
          </p:nvPr>
        </p:nvSpPr>
        <p:spPr>
          <a:xfrm>
            <a:off x="8122556"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86" name="Text Placeholder 85">
            <a:extLst>
              <a:ext uri="{FF2B5EF4-FFF2-40B4-BE49-F238E27FC236}">
                <a16:creationId xmlns:a16="http://schemas.microsoft.com/office/drawing/2014/main" id="{023DDE06-067B-9A06-3226-B8C433A45C1E}"/>
              </a:ext>
            </a:extLst>
          </p:cNvPr>
          <p:cNvSpPr>
            <a:spLocks noGrp="1"/>
          </p:cNvSpPr>
          <p:nvPr>
            <p:ph type="body" sz="quarter" idx="53" hasCustomPrompt="1"/>
          </p:nvPr>
        </p:nvSpPr>
        <p:spPr>
          <a:xfrm>
            <a:off x="7948770" y="4719486"/>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87" name="Text Placeholder 86">
            <a:extLst>
              <a:ext uri="{FF2B5EF4-FFF2-40B4-BE49-F238E27FC236}">
                <a16:creationId xmlns:a16="http://schemas.microsoft.com/office/drawing/2014/main" id="{D8D579E3-B539-4DC5-4769-D11128008B8C}"/>
              </a:ext>
            </a:extLst>
          </p:cNvPr>
          <p:cNvSpPr>
            <a:spLocks noGrp="1"/>
          </p:cNvSpPr>
          <p:nvPr>
            <p:ph type="body" sz="quarter" idx="54" hasCustomPrompt="1"/>
          </p:nvPr>
        </p:nvSpPr>
        <p:spPr>
          <a:xfrm>
            <a:off x="7948770" y="5396843"/>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88" name="Text Placeholder 87">
            <a:extLst>
              <a:ext uri="{FF2B5EF4-FFF2-40B4-BE49-F238E27FC236}">
                <a16:creationId xmlns:a16="http://schemas.microsoft.com/office/drawing/2014/main" id="{4CE73790-F759-74B9-203C-3DC5B8596A10}"/>
              </a:ext>
            </a:extLst>
          </p:cNvPr>
          <p:cNvSpPr>
            <a:spLocks noGrp="1"/>
          </p:cNvSpPr>
          <p:nvPr>
            <p:ph type="body" sz="quarter" idx="55" hasCustomPrompt="1"/>
          </p:nvPr>
        </p:nvSpPr>
        <p:spPr>
          <a:xfrm>
            <a:off x="7948770" y="6058215"/>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2" name="Text Placeholder 91">
            <a:extLst>
              <a:ext uri="{FF2B5EF4-FFF2-40B4-BE49-F238E27FC236}">
                <a16:creationId xmlns:a16="http://schemas.microsoft.com/office/drawing/2014/main" id="{80A6BDD6-D6F1-B2DE-8491-140F19DE2BFE}"/>
              </a:ext>
            </a:extLst>
          </p:cNvPr>
          <p:cNvSpPr>
            <a:spLocks noGrp="1"/>
          </p:cNvSpPr>
          <p:nvPr>
            <p:ph type="body" sz="quarter" idx="56" hasCustomPrompt="1"/>
          </p:nvPr>
        </p:nvSpPr>
        <p:spPr>
          <a:xfrm>
            <a:off x="10251227" y="4719486"/>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3" name="Text Placeholder 92">
            <a:extLst>
              <a:ext uri="{FF2B5EF4-FFF2-40B4-BE49-F238E27FC236}">
                <a16:creationId xmlns:a16="http://schemas.microsoft.com/office/drawing/2014/main" id="{DA75BC15-07E3-B82F-D775-8ACEDCF11ACB}"/>
              </a:ext>
            </a:extLst>
          </p:cNvPr>
          <p:cNvSpPr>
            <a:spLocks noGrp="1"/>
          </p:cNvSpPr>
          <p:nvPr>
            <p:ph type="body" sz="quarter" idx="57" hasCustomPrompt="1"/>
          </p:nvPr>
        </p:nvSpPr>
        <p:spPr>
          <a:xfrm>
            <a:off x="10251227" y="5396843"/>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4" name="Text Placeholder 93">
            <a:extLst>
              <a:ext uri="{FF2B5EF4-FFF2-40B4-BE49-F238E27FC236}">
                <a16:creationId xmlns:a16="http://schemas.microsoft.com/office/drawing/2014/main" id="{24825936-7B63-7E0E-42B4-EE8F308F55EE}"/>
              </a:ext>
            </a:extLst>
          </p:cNvPr>
          <p:cNvSpPr>
            <a:spLocks noGrp="1"/>
          </p:cNvSpPr>
          <p:nvPr>
            <p:ph type="body" sz="quarter" idx="58" hasCustomPrompt="1"/>
          </p:nvPr>
        </p:nvSpPr>
        <p:spPr>
          <a:xfrm>
            <a:off x="10251227" y="6058215"/>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5" name="Rectangle 94">
            <a:extLst>
              <a:ext uri="{FF2B5EF4-FFF2-40B4-BE49-F238E27FC236}">
                <a16:creationId xmlns:a16="http://schemas.microsoft.com/office/drawing/2014/main" id="{9235A998-42F3-4F6D-1726-01B18539E0D2}"/>
              </a:ext>
            </a:extLst>
          </p:cNvPr>
          <p:cNvSpPr/>
          <p:nvPr userDrawn="1"/>
        </p:nvSpPr>
        <p:spPr>
          <a:xfrm>
            <a:off x="11149013" y="6413500"/>
            <a:ext cx="1042985" cy="444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6" name="TextBox 95">
            <a:extLst>
              <a:ext uri="{FF2B5EF4-FFF2-40B4-BE49-F238E27FC236}">
                <a16:creationId xmlns:a16="http://schemas.microsoft.com/office/drawing/2014/main" id="{ADAAD7B0-6023-CEDD-6B0B-AA7C2C8ECE07}"/>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spTree>
    <p:extLst>
      <p:ext uri="{BB962C8B-B14F-4D97-AF65-F5344CB8AC3E}">
        <p14:creationId xmlns:p14="http://schemas.microsoft.com/office/powerpoint/2010/main" val="3103409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816535-EDE2-0742-3485-CFFA208A6614}"/>
              </a:ext>
            </a:extLst>
          </p:cNvPr>
          <p:cNvSpPr>
            <a:spLocks noGrp="1"/>
          </p:cNvSpPr>
          <p:nvPr>
            <p:ph type="pic" sz="quarter" idx="10"/>
          </p:nvPr>
        </p:nvSpPr>
        <p:spPr>
          <a:xfrm>
            <a:off x="500063"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5" name="Picture Placeholder 14">
            <a:extLst>
              <a:ext uri="{FF2B5EF4-FFF2-40B4-BE49-F238E27FC236}">
                <a16:creationId xmlns:a16="http://schemas.microsoft.com/office/drawing/2014/main" id="{EC05E606-DF39-5F63-6270-E915EBF0B789}"/>
              </a:ext>
            </a:extLst>
          </p:cNvPr>
          <p:cNvSpPr>
            <a:spLocks noGrp="1"/>
          </p:cNvSpPr>
          <p:nvPr>
            <p:ph type="pic" sz="quarter" idx="11"/>
          </p:nvPr>
        </p:nvSpPr>
        <p:spPr>
          <a:xfrm>
            <a:off x="500063"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6" name="Picture Placeholder 15">
            <a:extLst>
              <a:ext uri="{FF2B5EF4-FFF2-40B4-BE49-F238E27FC236}">
                <a16:creationId xmlns:a16="http://schemas.microsoft.com/office/drawing/2014/main" id="{C76C6D57-CA43-848F-79CF-43D4B23D52E3}"/>
              </a:ext>
            </a:extLst>
          </p:cNvPr>
          <p:cNvSpPr>
            <a:spLocks noGrp="1"/>
          </p:cNvSpPr>
          <p:nvPr>
            <p:ph type="pic" sz="quarter" idx="12"/>
          </p:nvPr>
        </p:nvSpPr>
        <p:spPr>
          <a:xfrm>
            <a:off x="4250022"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7" name="Picture Placeholder 16">
            <a:extLst>
              <a:ext uri="{FF2B5EF4-FFF2-40B4-BE49-F238E27FC236}">
                <a16:creationId xmlns:a16="http://schemas.microsoft.com/office/drawing/2014/main" id="{C244927B-6637-AAAE-5DB6-BEBEDE9277A6}"/>
              </a:ext>
            </a:extLst>
          </p:cNvPr>
          <p:cNvSpPr>
            <a:spLocks noGrp="1"/>
          </p:cNvSpPr>
          <p:nvPr>
            <p:ph type="pic" sz="quarter" idx="13"/>
          </p:nvPr>
        </p:nvSpPr>
        <p:spPr>
          <a:xfrm>
            <a:off x="4250022"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8" name="Picture Placeholder 17">
            <a:extLst>
              <a:ext uri="{FF2B5EF4-FFF2-40B4-BE49-F238E27FC236}">
                <a16:creationId xmlns:a16="http://schemas.microsoft.com/office/drawing/2014/main" id="{F13DB0EC-8F7A-13B3-F9B8-C1C8AD1AAD72}"/>
              </a:ext>
            </a:extLst>
          </p:cNvPr>
          <p:cNvSpPr>
            <a:spLocks noGrp="1"/>
          </p:cNvSpPr>
          <p:nvPr>
            <p:ph type="pic" sz="quarter" idx="14"/>
          </p:nvPr>
        </p:nvSpPr>
        <p:spPr>
          <a:xfrm>
            <a:off x="7999980"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9" name="Picture Placeholder 18">
            <a:extLst>
              <a:ext uri="{FF2B5EF4-FFF2-40B4-BE49-F238E27FC236}">
                <a16:creationId xmlns:a16="http://schemas.microsoft.com/office/drawing/2014/main" id="{5A1048F0-3CDA-AFBB-F1B5-4AA592103E30}"/>
              </a:ext>
            </a:extLst>
          </p:cNvPr>
          <p:cNvSpPr>
            <a:spLocks noGrp="1"/>
          </p:cNvSpPr>
          <p:nvPr>
            <p:ph type="pic" sz="quarter" idx="15"/>
          </p:nvPr>
        </p:nvSpPr>
        <p:spPr>
          <a:xfrm>
            <a:off x="7999980"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34" name="Text Placeholder 33">
            <a:extLst>
              <a:ext uri="{FF2B5EF4-FFF2-40B4-BE49-F238E27FC236}">
                <a16:creationId xmlns:a16="http://schemas.microsoft.com/office/drawing/2014/main" id="{874918CA-DBDA-A73B-7B16-949796B58EC9}"/>
              </a:ext>
            </a:extLst>
          </p:cNvPr>
          <p:cNvSpPr>
            <a:spLocks noGrp="1"/>
          </p:cNvSpPr>
          <p:nvPr>
            <p:ph type="body" sz="quarter" idx="33" hasCustomPrompt="1"/>
          </p:nvPr>
        </p:nvSpPr>
        <p:spPr>
          <a:xfrm>
            <a:off x="700684"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99D4F5EC-BEAD-E566-059E-400283691247}"/>
              </a:ext>
            </a:extLst>
          </p:cNvPr>
          <p:cNvSpPr>
            <a:spLocks noGrp="1"/>
          </p:cNvSpPr>
          <p:nvPr>
            <p:ph type="body" sz="quarter" idx="34" hasCustomPrompt="1"/>
          </p:nvPr>
        </p:nvSpPr>
        <p:spPr>
          <a:xfrm>
            <a:off x="4450643"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5E5A9B6B-9989-E9BD-3442-514006EC26EF}"/>
              </a:ext>
            </a:extLst>
          </p:cNvPr>
          <p:cNvSpPr>
            <a:spLocks noGrp="1"/>
          </p:cNvSpPr>
          <p:nvPr>
            <p:ph type="body" sz="quarter" idx="35" hasCustomPrompt="1"/>
          </p:nvPr>
        </p:nvSpPr>
        <p:spPr>
          <a:xfrm>
            <a:off x="8200601"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C00E14C0-100F-A66D-B925-EC785C28401F}"/>
              </a:ext>
            </a:extLst>
          </p:cNvPr>
          <p:cNvSpPr>
            <a:spLocks noGrp="1"/>
          </p:cNvSpPr>
          <p:nvPr>
            <p:ph type="body" sz="quarter" idx="36" hasCustomPrompt="1"/>
          </p:nvPr>
        </p:nvSpPr>
        <p:spPr>
          <a:xfrm>
            <a:off x="700684" y="4687667"/>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C3CAA1FB-3DF9-B33F-1A60-F64F3626CAF5}"/>
              </a:ext>
            </a:extLst>
          </p:cNvPr>
          <p:cNvSpPr>
            <a:spLocks noGrp="1"/>
          </p:cNvSpPr>
          <p:nvPr>
            <p:ph type="body" sz="quarter" idx="37" hasCustomPrompt="1"/>
          </p:nvPr>
        </p:nvSpPr>
        <p:spPr>
          <a:xfrm>
            <a:off x="4450643" y="4687667"/>
            <a:ext cx="3114648" cy="1045799"/>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44" name="Text Placeholder 43">
            <a:extLst>
              <a:ext uri="{FF2B5EF4-FFF2-40B4-BE49-F238E27FC236}">
                <a16:creationId xmlns:a16="http://schemas.microsoft.com/office/drawing/2014/main" id="{5BB22934-54AF-4F96-0EA7-EB4FBBB041B0}"/>
              </a:ext>
            </a:extLst>
          </p:cNvPr>
          <p:cNvSpPr>
            <a:spLocks noGrp="1"/>
          </p:cNvSpPr>
          <p:nvPr>
            <p:ph type="body" sz="quarter" idx="38" hasCustomPrompt="1"/>
          </p:nvPr>
        </p:nvSpPr>
        <p:spPr>
          <a:xfrm>
            <a:off x="8200601" y="4687667"/>
            <a:ext cx="3114648" cy="1045799"/>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46" name="Text Placeholder 45">
            <a:extLst>
              <a:ext uri="{FF2B5EF4-FFF2-40B4-BE49-F238E27FC236}">
                <a16:creationId xmlns:a16="http://schemas.microsoft.com/office/drawing/2014/main" id="{F3D03F8B-0476-B557-C074-D195E12A8A0B}"/>
              </a:ext>
            </a:extLst>
          </p:cNvPr>
          <p:cNvSpPr>
            <a:spLocks noGrp="1"/>
          </p:cNvSpPr>
          <p:nvPr>
            <p:ph type="body" sz="quarter" idx="39" hasCustomPrompt="1"/>
          </p:nvPr>
        </p:nvSpPr>
        <p:spPr>
          <a:xfrm>
            <a:off x="1332158"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48" name="Text Placeholder 47">
            <a:extLst>
              <a:ext uri="{FF2B5EF4-FFF2-40B4-BE49-F238E27FC236}">
                <a16:creationId xmlns:a16="http://schemas.microsoft.com/office/drawing/2014/main" id="{FEBD84D9-1CEB-6584-7118-C79728A7E0A5}"/>
              </a:ext>
            </a:extLst>
          </p:cNvPr>
          <p:cNvSpPr>
            <a:spLocks noGrp="1"/>
          </p:cNvSpPr>
          <p:nvPr>
            <p:ph type="body" sz="quarter" idx="40" hasCustomPrompt="1"/>
          </p:nvPr>
        </p:nvSpPr>
        <p:spPr>
          <a:xfrm>
            <a:off x="1332159"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51" name="Text Placeholder 50">
            <a:extLst>
              <a:ext uri="{FF2B5EF4-FFF2-40B4-BE49-F238E27FC236}">
                <a16:creationId xmlns:a16="http://schemas.microsoft.com/office/drawing/2014/main" id="{D3322E85-BFE0-00F7-8615-1C71A040A20A}"/>
              </a:ext>
            </a:extLst>
          </p:cNvPr>
          <p:cNvSpPr>
            <a:spLocks noGrp="1"/>
          </p:cNvSpPr>
          <p:nvPr>
            <p:ph type="body" sz="quarter" idx="41" hasCustomPrompt="1"/>
          </p:nvPr>
        </p:nvSpPr>
        <p:spPr>
          <a:xfrm>
            <a:off x="5068202"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52" name="Text Placeholder 51">
            <a:extLst>
              <a:ext uri="{FF2B5EF4-FFF2-40B4-BE49-F238E27FC236}">
                <a16:creationId xmlns:a16="http://schemas.microsoft.com/office/drawing/2014/main" id="{725A90FB-8218-FA16-462F-C803ACEBF9A6}"/>
              </a:ext>
            </a:extLst>
          </p:cNvPr>
          <p:cNvSpPr>
            <a:spLocks noGrp="1"/>
          </p:cNvSpPr>
          <p:nvPr>
            <p:ph type="body" sz="quarter" idx="42" hasCustomPrompt="1"/>
          </p:nvPr>
        </p:nvSpPr>
        <p:spPr>
          <a:xfrm>
            <a:off x="5068203"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55" name="Text Placeholder 54">
            <a:extLst>
              <a:ext uri="{FF2B5EF4-FFF2-40B4-BE49-F238E27FC236}">
                <a16:creationId xmlns:a16="http://schemas.microsoft.com/office/drawing/2014/main" id="{5232A778-7710-F20B-8251-CE7AF9B38C82}"/>
              </a:ext>
            </a:extLst>
          </p:cNvPr>
          <p:cNvSpPr>
            <a:spLocks noGrp="1"/>
          </p:cNvSpPr>
          <p:nvPr>
            <p:ph type="body" sz="quarter" idx="43" hasCustomPrompt="1"/>
          </p:nvPr>
        </p:nvSpPr>
        <p:spPr>
          <a:xfrm>
            <a:off x="8818159"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56" name="Text Placeholder 55">
            <a:extLst>
              <a:ext uri="{FF2B5EF4-FFF2-40B4-BE49-F238E27FC236}">
                <a16:creationId xmlns:a16="http://schemas.microsoft.com/office/drawing/2014/main" id="{449FC82D-ACE0-8DBF-1A36-5B1C960F3A80}"/>
              </a:ext>
            </a:extLst>
          </p:cNvPr>
          <p:cNvSpPr>
            <a:spLocks noGrp="1"/>
          </p:cNvSpPr>
          <p:nvPr>
            <p:ph type="body" sz="quarter" idx="44" hasCustomPrompt="1"/>
          </p:nvPr>
        </p:nvSpPr>
        <p:spPr>
          <a:xfrm>
            <a:off x="8818160"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59" name="Text Placeholder 58">
            <a:extLst>
              <a:ext uri="{FF2B5EF4-FFF2-40B4-BE49-F238E27FC236}">
                <a16:creationId xmlns:a16="http://schemas.microsoft.com/office/drawing/2014/main" id="{A4E1870F-719D-C207-C656-53016DD7001C}"/>
              </a:ext>
            </a:extLst>
          </p:cNvPr>
          <p:cNvSpPr>
            <a:spLocks noGrp="1"/>
          </p:cNvSpPr>
          <p:nvPr>
            <p:ph type="body" sz="quarter" idx="45" hasCustomPrompt="1"/>
          </p:nvPr>
        </p:nvSpPr>
        <p:spPr>
          <a:xfrm>
            <a:off x="8818159"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60" name="Text Placeholder 59">
            <a:extLst>
              <a:ext uri="{FF2B5EF4-FFF2-40B4-BE49-F238E27FC236}">
                <a16:creationId xmlns:a16="http://schemas.microsoft.com/office/drawing/2014/main" id="{EA1393E3-574B-1BD9-0FB7-37EF06C2F013}"/>
              </a:ext>
            </a:extLst>
          </p:cNvPr>
          <p:cNvSpPr>
            <a:spLocks noGrp="1"/>
          </p:cNvSpPr>
          <p:nvPr>
            <p:ph type="body" sz="quarter" idx="46" hasCustomPrompt="1"/>
          </p:nvPr>
        </p:nvSpPr>
        <p:spPr>
          <a:xfrm>
            <a:off x="8818160"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63" name="Text Placeholder 62">
            <a:extLst>
              <a:ext uri="{FF2B5EF4-FFF2-40B4-BE49-F238E27FC236}">
                <a16:creationId xmlns:a16="http://schemas.microsoft.com/office/drawing/2014/main" id="{2E102C80-B576-B7A8-74E4-86A3017D0883}"/>
              </a:ext>
            </a:extLst>
          </p:cNvPr>
          <p:cNvSpPr>
            <a:spLocks noGrp="1"/>
          </p:cNvSpPr>
          <p:nvPr>
            <p:ph type="body" sz="quarter" idx="47" hasCustomPrompt="1"/>
          </p:nvPr>
        </p:nvSpPr>
        <p:spPr>
          <a:xfrm>
            <a:off x="5068203"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64" name="Text Placeholder 63">
            <a:extLst>
              <a:ext uri="{FF2B5EF4-FFF2-40B4-BE49-F238E27FC236}">
                <a16:creationId xmlns:a16="http://schemas.microsoft.com/office/drawing/2014/main" id="{207A9533-06DD-790B-5D17-F3794A61BE40}"/>
              </a:ext>
            </a:extLst>
          </p:cNvPr>
          <p:cNvSpPr>
            <a:spLocks noGrp="1"/>
          </p:cNvSpPr>
          <p:nvPr>
            <p:ph type="body" sz="quarter" idx="48" hasCustomPrompt="1"/>
          </p:nvPr>
        </p:nvSpPr>
        <p:spPr>
          <a:xfrm>
            <a:off x="5068204"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67" name="Text Placeholder 66">
            <a:extLst>
              <a:ext uri="{FF2B5EF4-FFF2-40B4-BE49-F238E27FC236}">
                <a16:creationId xmlns:a16="http://schemas.microsoft.com/office/drawing/2014/main" id="{6C54E3D8-DCBA-88BC-6A77-F74873E02555}"/>
              </a:ext>
            </a:extLst>
          </p:cNvPr>
          <p:cNvSpPr>
            <a:spLocks noGrp="1"/>
          </p:cNvSpPr>
          <p:nvPr>
            <p:ph type="body" sz="quarter" idx="49" hasCustomPrompt="1"/>
          </p:nvPr>
        </p:nvSpPr>
        <p:spPr>
          <a:xfrm>
            <a:off x="1332159"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68" name="Text Placeholder 67">
            <a:extLst>
              <a:ext uri="{FF2B5EF4-FFF2-40B4-BE49-F238E27FC236}">
                <a16:creationId xmlns:a16="http://schemas.microsoft.com/office/drawing/2014/main" id="{BD9DA7B2-C71E-55D8-3E8A-31DF28019B76}"/>
              </a:ext>
            </a:extLst>
          </p:cNvPr>
          <p:cNvSpPr>
            <a:spLocks noGrp="1"/>
          </p:cNvSpPr>
          <p:nvPr>
            <p:ph type="body" sz="quarter" idx="50" hasCustomPrompt="1"/>
          </p:nvPr>
        </p:nvSpPr>
        <p:spPr>
          <a:xfrm>
            <a:off x="1332160"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69" name="Text Placeholder 5">
            <a:extLst>
              <a:ext uri="{FF2B5EF4-FFF2-40B4-BE49-F238E27FC236}">
                <a16:creationId xmlns:a16="http://schemas.microsoft.com/office/drawing/2014/main" id="{4B9E5C4C-EA10-B1D9-0656-98FFDCA1DAF3}"/>
              </a:ext>
            </a:extLst>
          </p:cNvPr>
          <p:cNvSpPr>
            <a:spLocks noGrp="1"/>
          </p:cNvSpPr>
          <p:nvPr>
            <p:ph type="body" sz="quarter" idx="5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Tree>
    <p:extLst>
      <p:ext uri="{BB962C8B-B14F-4D97-AF65-F5344CB8AC3E}">
        <p14:creationId xmlns:p14="http://schemas.microsoft.com/office/powerpoint/2010/main" val="13141021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EFA1DB-535D-FFF5-3516-7EB3FD2F047D}"/>
              </a:ext>
            </a:extLst>
          </p:cNvPr>
          <p:cNvSpPr>
            <a:spLocks noGrp="1"/>
          </p:cNvSpPr>
          <p:nvPr>
            <p:ph type="pic" sz="quarter" idx="10"/>
          </p:nvPr>
        </p:nvSpPr>
        <p:spPr>
          <a:xfrm>
            <a:off x="6095999"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en-ID"/>
          </a:p>
        </p:txBody>
      </p:sp>
      <p:sp>
        <p:nvSpPr>
          <p:cNvPr id="2" name="Text Placeholder 5">
            <a:extLst>
              <a:ext uri="{FF2B5EF4-FFF2-40B4-BE49-F238E27FC236}">
                <a16:creationId xmlns:a16="http://schemas.microsoft.com/office/drawing/2014/main" id="{FCB4181D-9817-F342-B438-1A7C35E4DC16}"/>
              </a:ext>
            </a:extLst>
          </p:cNvPr>
          <p:cNvSpPr>
            <a:spLocks noGrp="1"/>
          </p:cNvSpPr>
          <p:nvPr>
            <p:ph type="body" sz="quarter" idx="51" hasCustomPrompt="1"/>
          </p:nvPr>
        </p:nvSpPr>
        <p:spPr>
          <a:xfrm>
            <a:off x="240394" y="247030"/>
            <a:ext cx="10745106" cy="523220"/>
          </a:xfrm>
        </p:spPr>
        <p:txBody>
          <a:bodyPr>
            <a:normAutofit/>
          </a:bodyPr>
          <a:lstStyle>
            <a:lvl1pPr marL="0" indent="0">
              <a:lnSpc>
                <a:spcPct val="100000"/>
              </a:lnSpc>
              <a:buNone/>
              <a:defRPr sz="2800" b="1">
                <a:solidFill>
                  <a:schemeClr val="bg1"/>
                </a:solidFill>
                <a:latin typeface="+mj-lt"/>
              </a:defRPr>
            </a:lvl1pPr>
          </a:lstStyle>
          <a:p>
            <a:pPr lvl="0"/>
            <a:r>
              <a:rPr lang="en-ID"/>
              <a:t>TITLE HERE</a:t>
            </a:r>
          </a:p>
        </p:txBody>
      </p:sp>
      <p:sp>
        <p:nvSpPr>
          <p:cNvPr id="10" name="Text Placeholder 9">
            <a:extLst>
              <a:ext uri="{FF2B5EF4-FFF2-40B4-BE49-F238E27FC236}">
                <a16:creationId xmlns:a16="http://schemas.microsoft.com/office/drawing/2014/main" id="{ADBD93BB-15B3-F51F-17A8-B8F84E7B4CB1}"/>
              </a:ext>
            </a:extLst>
          </p:cNvPr>
          <p:cNvSpPr>
            <a:spLocks noGrp="1"/>
          </p:cNvSpPr>
          <p:nvPr>
            <p:ph type="body" sz="quarter" idx="34" hasCustomPrompt="1"/>
          </p:nvPr>
        </p:nvSpPr>
        <p:spPr>
          <a:xfrm>
            <a:off x="609600" y="1625188"/>
            <a:ext cx="4394200" cy="3453702"/>
          </a:xfrm>
          <a:custGeom>
            <a:avLst/>
            <a:gdLst>
              <a:gd name="connsiteX0" fmla="*/ 0 w 4394200"/>
              <a:gd name="connsiteY0" fmla="*/ 0 h 3453702"/>
              <a:gd name="connsiteX1" fmla="*/ 4394200 w 4394200"/>
              <a:gd name="connsiteY1" fmla="*/ 0 h 3453702"/>
              <a:gd name="connsiteX2" fmla="*/ 4394200 w 4394200"/>
              <a:gd name="connsiteY2" fmla="*/ 3453702 h 3453702"/>
              <a:gd name="connsiteX3" fmla="*/ 0 w 4394200"/>
              <a:gd name="connsiteY3" fmla="*/ 3453702 h 3453702"/>
            </a:gdLst>
            <a:ahLst/>
            <a:cxnLst>
              <a:cxn ang="0">
                <a:pos x="connsiteX0" y="connsiteY0"/>
              </a:cxn>
              <a:cxn ang="0">
                <a:pos x="connsiteX1" y="connsiteY1"/>
              </a:cxn>
              <a:cxn ang="0">
                <a:pos x="connsiteX2" y="connsiteY2"/>
              </a:cxn>
              <a:cxn ang="0">
                <a:pos x="connsiteX3" y="connsiteY3"/>
              </a:cxn>
            </a:cxnLst>
            <a:rect l="l" t="t" r="r" b="b"/>
            <a:pathLst>
              <a:path w="4394200" h="3453702">
                <a:moveTo>
                  <a:pt x="0" y="0"/>
                </a:moveTo>
                <a:lnTo>
                  <a:pt x="4394200" y="0"/>
                </a:lnTo>
                <a:lnTo>
                  <a:pt x="4394200" y="3453702"/>
                </a:lnTo>
                <a:lnTo>
                  <a:pt x="0" y="3453702"/>
                </a:lnTo>
                <a:close/>
              </a:path>
            </a:pathLst>
          </a:custGeom>
        </p:spPr>
        <p:txBody>
          <a:bodyPr wrap="square">
            <a:noAutofit/>
          </a:bodyPr>
          <a:lstStyle>
            <a:lvl1pPr marL="0" indent="0">
              <a:lnSpc>
                <a:spcPts val="2200"/>
              </a:lnSpc>
              <a:spcBef>
                <a:spcPts val="0"/>
              </a:spcBef>
              <a:buNone/>
              <a:defRPr sz="1400" b="0">
                <a:solidFill>
                  <a:schemeClr val="bg1"/>
                </a:solidFill>
                <a:latin typeface="+mn-lt"/>
              </a:defRPr>
            </a:lvl1pPr>
          </a:lstStyle>
          <a:p>
            <a:pPr lvl="0"/>
            <a:r>
              <a:rPr lang="en-ID"/>
              <a:t>Description Here</a:t>
            </a:r>
          </a:p>
        </p:txBody>
      </p:sp>
      <p:sp>
        <p:nvSpPr>
          <p:cNvPr id="12" name="Text Placeholder 11">
            <a:extLst>
              <a:ext uri="{FF2B5EF4-FFF2-40B4-BE49-F238E27FC236}">
                <a16:creationId xmlns:a16="http://schemas.microsoft.com/office/drawing/2014/main" id="{5E30F091-505D-9CFB-DDA2-3701B71ABF89}"/>
              </a:ext>
            </a:extLst>
          </p:cNvPr>
          <p:cNvSpPr>
            <a:spLocks noGrp="1"/>
          </p:cNvSpPr>
          <p:nvPr>
            <p:ph type="body" sz="quarter" idx="50" hasCustomPrompt="1"/>
          </p:nvPr>
        </p:nvSpPr>
        <p:spPr>
          <a:xfrm>
            <a:off x="2677159" y="5396484"/>
            <a:ext cx="3317241" cy="311817"/>
          </a:xfrm>
          <a:custGeom>
            <a:avLst/>
            <a:gdLst>
              <a:gd name="connsiteX0" fmla="*/ 0 w 4275280"/>
              <a:gd name="connsiteY0" fmla="*/ 0 h 311817"/>
              <a:gd name="connsiteX1" fmla="*/ 4275280 w 4275280"/>
              <a:gd name="connsiteY1" fmla="*/ 0 h 311817"/>
              <a:gd name="connsiteX2" fmla="*/ 4275280 w 4275280"/>
              <a:gd name="connsiteY2" fmla="*/ 311817 h 311817"/>
              <a:gd name="connsiteX3" fmla="*/ 0 w 4275280"/>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275280" h="311817">
                <a:moveTo>
                  <a:pt x="0" y="0"/>
                </a:moveTo>
                <a:lnTo>
                  <a:pt x="4275280" y="0"/>
                </a:lnTo>
                <a:lnTo>
                  <a:pt x="4275280" y="311817"/>
                </a:lnTo>
                <a:lnTo>
                  <a:pt x="0" y="311817"/>
                </a:lnTo>
                <a:close/>
              </a:path>
            </a:pathLst>
          </a:custGeom>
        </p:spPr>
        <p:txBody>
          <a:bodyPr wrap="square">
            <a:noAutofit/>
          </a:bodyPr>
          <a:lstStyle>
            <a:lvl1pPr marL="0" indent="0">
              <a:lnSpc>
                <a:spcPts val="1800"/>
              </a:lnSpc>
              <a:spcBef>
                <a:spcPts val="300"/>
              </a:spcBef>
              <a:buNone/>
              <a:defRPr sz="1400" b="1">
                <a:solidFill>
                  <a:schemeClr val="bg1"/>
                </a:solidFill>
                <a:latin typeface="+mj-lt"/>
              </a:defRPr>
            </a:lvl1pPr>
          </a:lstStyle>
          <a:p>
            <a:pPr lvl="0"/>
            <a:r>
              <a:rPr lang="en-ID"/>
              <a:t>Your Name Here</a:t>
            </a:r>
          </a:p>
        </p:txBody>
      </p:sp>
      <p:sp>
        <p:nvSpPr>
          <p:cNvPr id="15" name="Text Placeholder 14">
            <a:extLst>
              <a:ext uri="{FF2B5EF4-FFF2-40B4-BE49-F238E27FC236}">
                <a16:creationId xmlns:a16="http://schemas.microsoft.com/office/drawing/2014/main" id="{131AAAC5-557D-889A-DA97-3D9E3C2E1DE3}"/>
              </a:ext>
            </a:extLst>
          </p:cNvPr>
          <p:cNvSpPr>
            <a:spLocks noGrp="1"/>
          </p:cNvSpPr>
          <p:nvPr>
            <p:ph type="body" sz="quarter" idx="52" hasCustomPrompt="1"/>
          </p:nvPr>
        </p:nvSpPr>
        <p:spPr>
          <a:xfrm>
            <a:off x="7172324" y="1784683"/>
            <a:ext cx="4313097" cy="2402581"/>
          </a:xfrm>
          <a:custGeom>
            <a:avLst/>
            <a:gdLst>
              <a:gd name="connsiteX0" fmla="*/ 0 w 4313097"/>
              <a:gd name="connsiteY0" fmla="*/ 0 h 2402581"/>
              <a:gd name="connsiteX1" fmla="*/ 4313097 w 4313097"/>
              <a:gd name="connsiteY1" fmla="*/ 0 h 2402581"/>
              <a:gd name="connsiteX2" fmla="*/ 4313097 w 4313097"/>
              <a:gd name="connsiteY2" fmla="*/ 2402581 h 2402581"/>
              <a:gd name="connsiteX3" fmla="*/ 0 w 4313097"/>
              <a:gd name="connsiteY3" fmla="*/ 2402581 h 2402581"/>
            </a:gdLst>
            <a:ahLst/>
            <a:cxnLst>
              <a:cxn ang="0">
                <a:pos x="connsiteX0" y="connsiteY0"/>
              </a:cxn>
              <a:cxn ang="0">
                <a:pos x="connsiteX1" y="connsiteY1"/>
              </a:cxn>
              <a:cxn ang="0">
                <a:pos x="connsiteX2" y="connsiteY2"/>
              </a:cxn>
              <a:cxn ang="0">
                <a:pos x="connsiteX3" y="connsiteY3"/>
              </a:cxn>
            </a:cxnLst>
            <a:rect l="l" t="t" r="r" b="b"/>
            <a:pathLst>
              <a:path w="4313097" h="2402581">
                <a:moveTo>
                  <a:pt x="0" y="0"/>
                </a:moveTo>
                <a:lnTo>
                  <a:pt x="4313097" y="0"/>
                </a:lnTo>
                <a:lnTo>
                  <a:pt x="4313097" y="2402581"/>
                </a:lnTo>
                <a:lnTo>
                  <a:pt x="0" y="2402581"/>
                </a:lnTo>
                <a:close/>
              </a:path>
            </a:pathLst>
          </a:custGeom>
        </p:spPr>
        <p:txBody>
          <a:bodyPr wrap="square">
            <a:noAutofit/>
          </a:bodyPr>
          <a:lstStyle>
            <a:lvl1pPr marL="0" indent="0">
              <a:lnSpc>
                <a:spcPts val="2600"/>
              </a:lnSpc>
              <a:spcBef>
                <a:spcPts val="0"/>
              </a:spcBef>
              <a:buNone/>
              <a:defRPr sz="1800" b="1">
                <a:solidFill>
                  <a:schemeClr val="bg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DEE24D74-E3AF-9AA0-A1D7-D3CB51CD1A59}"/>
              </a:ext>
            </a:extLst>
          </p:cNvPr>
          <p:cNvSpPr>
            <a:spLocks noGrp="1"/>
          </p:cNvSpPr>
          <p:nvPr>
            <p:ph type="body" sz="quarter" idx="53" hasCustomPrompt="1"/>
          </p:nvPr>
        </p:nvSpPr>
        <p:spPr>
          <a:xfrm>
            <a:off x="7272110" y="5073319"/>
            <a:ext cx="4273201" cy="323165"/>
          </a:xfrm>
          <a:custGeom>
            <a:avLst/>
            <a:gdLst>
              <a:gd name="connsiteX0" fmla="*/ 0 w 4273201"/>
              <a:gd name="connsiteY0" fmla="*/ 0 h 323165"/>
              <a:gd name="connsiteX1" fmla="*/ 4273201 w 4273201"/>
              <a:gd name="connsiteY1" fmla="*/ 0 h 323165"/>
              <a:gd name="connsiteX2" fmla="*/ 4273201 w 4273201"/>
              <a:gd name="connsiteY2" fmla="*/ 323165 h 323165"/>
              <a:gd name="connsiteX3" fmla="*/ 0 w 4273201"/>
              <a:gd name="connsiteY3" fmla="*/ 323165 h 323165"/>
            </a:gdLst>
            <a:ahLst/>
            <a:cxnLst>
              <a:cxn ang="0">
                <a:pos x="connsiteX0" y="connsiteY0"/>
              </a:cxn>
              <a:cxn ang="0">
                <a:pos x="connsiteX1" y="connsiteY1"/>
              </a:cxn>
              <a:cxn ang="0">
                <a:pos x="connsiteX2" y="connsiteY2"/>
              </a:cxn>
              <a:cxn ang="0">
                <a:pos x="connsiteX3" y="connsiteY3"/>
              </a:cxn>
            </a:cxnLst>
            <a:rect l="l" t="t" r="r" b="b"/>
            <a:pathLst>
              <a:path w="4273201" h="323165">
                <a:moveTo>
                  <a:pt x="0" y="0"/>
                </a:moveTo>
                <a:lnTo>
                  <a:pt x="4273201" y="0"/>
                </a:lnTo>
                <a:lnTo>
                  <a:pt x="4273201" y="323165"/>
                </a:lnTo>
                <a:lnTo>
                  <a:pt x="0" y="323165"/>
                </a:lnTo>
                <a:close/>
              </a:path>
            </a:pathLst>
          </a:custGeom>
        </p:spPr>
        <p:txBody>
          <a:bodyPr wrap="square">
            <a:noAutofit/>
          </a:bodyPr>
          <a:lstStyle>
            <a:lvl1pPr marL="0" indent="0">
              <a:lnSpc>
                <a:spcPts val="1800"/>
              </a:lnSpc>
              <a:spcBef>
                <a:spcPts val="300"/>
              </a:spcBef>
              <a:buNone/>
              <a:defRPr sz="1800" b="1">
                <a:solidFill>
                  <a:schemeClr val="bg1"/>
                </a:solidFill>
                <a:latin typeface="+mj-lt"/>
              </a:defRPr>
            </a:lvl1pPr>
          </a:lstStyle>
          <a:p>
            <a:pPr lvl="0"/>
            <a:r>
              <a:rPr lang="en-ID"/>
              <a:t>Your Name Here</a:t>
            </a:r>
          </a:p>
        </p:txBody>
      </p:sp>
    </p:spTree>
    <p:extLst>
      <p:ext uri="{BB962C8B-B14F-4D97-AF65-F5344CB8AC3E}">
        <p14:creationId xmlns:p14="http://schemas.microsoft.com/office/powerpoint/2010/main" val="28901597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chemeClr val="bg1"/>
        </a:solidFill>
        <a:effectLst/>
      </p:bgPr>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C1101AA2-25E9-3357-DF77-D2332F80F738}"/>
              </a:ext>
            </a:extLst>
          </p:cNvPr>
          <p:cNvSpPr>
            <a:spLocks noGrp="1"/>
          </p:cNvSpPr>
          <p:nvPr>
            <p:ph type="body" sz="quarter" idx="33" hasCustomPrompt="1"/>
          </p:nvPr>
        </p:nvSpPr>
        <p:spPr>
          <a:xfrm>
            <a:off x="982221" y="1455723"/>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16" name="Text Placeholder 15">
            <a:extLst>
              <a:ext uri="{FF2B5EF4-FFF2-40B4-BE49-F238E27FC236}">
                <a16:creationId xmlns:a16="http://schemas.microsoft.com/office/drawing/2014/main" id="{DED0C805-BDBB-420E-DF15-8447AC1232D7}"/>
              </a:ext>
            </a:extLst>
          </p:cNvPr>
          <p:cNvSpPr>
            <a:spLocks noGrp="1"/>
          </p:cNvSpPr>
          <p:nvPr>
            <p:ph type="body" sz="quarter" idx="34" hasCustomPrompt="1"/>
          </p:nvPr>
        </p:nvSpPr>
        <p:spPr>
          <a:xfrm>
            <a:off x="982221" y="2511030"/>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18" name="Text Placeholder 17">
            <a:extLst>
              <a:ext uri="{FF2B5EF4-FFF2-40B4-BE49-F238E27FC236}">
                <a16:creationId xmlns:a16="http://schemas.microsoft.com/office/drawing/2014/main" id="{7E0AAD99-B666-86EE-91DC-634F6B6CA32B}"/>
              </a:ext>
            </a:extLst>
          </p:cNvPr>
          <p:cNvSpPr>
            <a:spLocks noGrp="1"/>
          </p:cNvSpPr>
          <p:nvPr>
            <p:ph type="body" sz="quarter" idx="35" hasCustomPrompt="1"/>
          </p:nvPr>
        </p:nvSpPr>
        <p:spPr>
          <a:xfrm>
            <a:off x="982221" y="3529962"/>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A93B0B69-C49F-DC6D-19C3-43FDB8D5A1DD}"/>
              </a:ext>
            </a:extLst>
          </p:cNvPr>
          <p:cNvSpPr>
            <a:spLocks noGrp="1"/>
          </p:cNvSpPr>
          <p:nvPr>
            <p:ph type="body" sz="quarter" idx="36" hasCustomPrompt="1"/>
          </p:nvPr>
        </p:nvSpPr>
        <p:spPr>
          <a:xfrm>
            <a:off x="982221" y="4444802"/>
            <a:ext cx="8276081" cy="767691"/>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E9EB5551-23A9-6D9F-97D9-AE92818E5B8E}"/>
              </a:ext>
            </a:extLst>
          </p:cNvPr>
          <p:cNvSpPr>
            <a:spLocks noGrp="1"/>
          </p:cNvSpPr>
          <p:nvPr>
            <p:ph type="body" sz="quarter" idx="37" hasCustomPrompt="1"/>
          </p:nvPr>
        </p:nvSpPr>
        <p:spPr>
          <a:xfrm>
            <a:off x="982221" y="5731757"/>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6FCBAF8B-4352-20B1-18D3-A79880F33FC8}"/>
              </a:ext>
            </a:extLst>
          </p:cNvPr>
          <p:cNvSpPr>
            <a:spLocks noGrp="1"/>
          </p:cNvSpPr>
          <p:nvPr>
            <p:ph type="body" sz="quarter" idx="50" hasCustomPrompt="1"/>
          </p:nvPr>
        </p:nvSpPr>
        <p:spPr>
          <a:xfrm>
            <a:off x="982220" y="1154388"/>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6" name="Text Placeholder 25">
            <a:extLst>
              <a:ext uri="{FF2B5EF4-FFF2-40B4-BE49-F238E27FC236}">
                <a16:creationId xmlns:a16="http://schemas.microsoft.com/office/drawing/2014/main" id="{0550B57B-A0FD-32E6-02B4-6027105D84C0}"/>
              </a:ext>
            </a:extLst>
          </p:cNvPr>
          <p:cNvSpPr>
            <a:spLocks noGrp="1"/>
          </p:cNvSpPr>
          <p:nvPr>
            <p:ph type="body" sz="quarter" idx="51" hasCustomPrompt="1"/>
          </p:nvPr>
        </p:nvSpPr>
        <p:spPr>
          <a:xfrm>
            <a:off x="982220" y="2211558"/>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7" name="Text Placeholder 26">
            <a:extLst>
              <a:ext uri="{FF2B5EF4-FFF2-40B4-BE49-F238E27FC236}">
                <a16:creationId xmlns:a16="http://schemas.microsoft.com/office/drawing/2014/main" id="{B0ED449C-C264-9486-EB8C-36247D0657CB}"/>
              </a:ext>
            </a:extLst>
          </p:cNvPr>
          <p:cNvSpPr>
            <a:spLocks noGrp="1"/>
          </p:cNvSpPr>
          <p:nvPr>
            <p:ph type="body" sz="quarter" idx="52" hasCustomPrompt="1"/>
          </p:nvPr>
        </p:nvSpPr>
        <p:spPr>
          <a:xfrm>
            <a:off x="982220" y="3265292"/>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8" name="Text Placeholder 27">
            <a:extLst>
              <a:ext uri="{FF2B5EF4-FFF2-40B4-BE49-F238E27FC236}">
                <a16:creationId xmlns:a16="http://schemas.microsoft.com/office/drawing/2014/main" id="{20FDAE45-9C3A-236C-1E55-55FE61CA4CBD}"/>
              </a:ext>
            </a:extLst>
          </p:cNvPr>
          <p:cNvSpPr>
            <a:spLocks noGrp="1"/>
          </p:cNvSpPr>
          <p:nvPr>
            <p:ph type="body" sz="quarter" idx="53" hasCustomPrompt="1"/>
          </p:nvPr>
        </p:nvSpPr>
        <p:spPr>
          <a:xfrm>
            <a:off x="982220" y="4146824"/>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0">
                <a:solidFill>
                  <a:schemeClr val="accent3"/>
                </a:solidFill>
                <a:latin typeface="+mj-lt"/>
              </a:defRPr>
            </a:lvl1pPr>
          </a:lstStyle>
          <a:p>
            <a:pPr lvl="0"/>
            <a:r>
              <a:rPr lang="en-ID"/>
              <a:t>Subtitle Here</a:t>
            </a:r>
          </a:p>
        </p:txBody>
      </p:sp>
      <p:sp>
        <p:nvSpPr>
          <p:cNvPr id="29" name="Text Placeholder 28">
            <a:extLst>
              <a:ext uri="{FF2B5EF4-FFF2-40B4-BE49-F238E27FC236}">
                <a16:creationId xmlns:a16="http://schemas.microsoft.com/office/drawing/2014/main" id="{59212785-1D5C-5F94-A1BC-15022F732CEF}"/>
              </a:ext>
            </a:extLst>
          </p:cNvPr>
          <p:cNvSpPr>
            <a:spLocks noGrp="1"/>
          </p:cNvSpPr>
          <p:nvPr>
            <p:ph type="body" sz="quarter" idx="54" hasCustomPrompt="1"/>
          </p:nvPr>
        </p:nvSpPr>
        <p:spPr>
          <a:xfrm>
            <a:off x="982220" y="5430422"/>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32" name="Picture Placeholder 4">
            <a:extLst>
              <a:ext uri="{FF2B5EF4-FFF2-40B4-BE49-F238E27FC236}">
                <a16:creationId xmlns:a16="http://schemas.microsoft.com/office/drawing/2014/main" id="{C26DDD0A-273A-6930-807C-EDA47C894006}"/>
              </a:ext>
            </a:extLst>
          </p:cNvPr>
          <p:cNvSpPr>
            <a:spLocks noGrp="1"/>
          </p:cNvSpPr>
          <p:nvPr>
            <p:ph type="pic" sz="quarter" idx="10"/>
          </p:nvPr>
        </p:nvSpPr>
        <p:spPr>
          <a:xfrm>
            <a:off x="9550400" y="0"/>
            <a:ext cx="2641600" cy="6858000"/>
          </a:xfrm>
          <a:custGeom>
            <a:avLst/>
            <a:gdLst>
              <a:gd name="connsiteX0" fmla="*/ 0 w 3111499"/>
              <a:gd name="connsiteY0" fmla="*/ 0 h 6858000"/>
              <a:gd name="connsiteX1" fmla="*/ 3111499 w 3111499"/>
              <a:gd name="connsiteY1" fmla="*/ 0 h 6858000"/>
              <a:gd name="connsiteX2" fmla="*/ 3111499 w 3111499"/>
              <a:gd name="connsiteY2" fmla="*/ 6858000 h 6858000"/>
              <a:gd name="connsiteX3" fmla="*/ 0 w 31114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11499" h="6858000">
                <a:moveTo>
                  <a:pt x="0" y="0"/>
                </a:moveTo>
                <a:lnTo>
                  <a:pt x="3111499" y="0"/>
                </a:lnTo>
                <a:lnTo>
                  <a:pt x="3111499" y="6858000"/>
                </a:lnTo>
                <a:lnTo>
                  <a:pt x="0" y="6858000"/>
                </a:lnTo>
                <a:close/>
              </a:path>
            </a:pathLst>
          </a:custGeom>
          <a:ln>
            <a:noFill/>
          </a:ln>
        </p:spPr>
        <p:txBody>
          <a:bodyPr wrap="square">
            <a:noAutofit/>
          </a:bodyPr>
          <a:lstStyle/>
          <a:p>
            <a:endParaRPr lang="en-ID"/>
          </a:p>
        </p:txBody>
      </p:sp>
    </p:spTree>
    <p:extLst>
      <p:ext uri="{BB962C8B-B14F-4D97-AF65-F5344CB8AC3E}">
        <p14:creationId xmlns:p14="http://schemas.microsoft.com/office/powerpoint/2010/main" val="19478616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EFA1DB-535D-FFF5-3516-7EB3FD2F047D}"/>
              </a:ext>
            </a:extLst>
          </p:cNvPr>
          <p:cNvSpPr>
            <a:spLocks noGrp="1"/>
          </p:cNvSpPr>
          <p:nvPr>
            <p:ph type="pic" sz="quarter" idx="10"/>
          </p:nvPr>
        </p:nvSpPr>
        <p:spPr>
          <a:xfrm>
            <a:off x="6095999"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en-ID"/>
          </a:p>
        </p:txBody>
      </p:sp>
      <p:sp>
        <p:nvSpPr>
          <p:cNvPr id="7" name="Text Placeholder 6">
            <a:extLst>
              <a:ext uri="{FF2B5EF4-FFF2-40B4-BE49-F238E27FC236}">
                <a16:creationId xmlns:a16="http://schemas.microsoft.com/office/drawing/2014/main" id="{706751D6-159E-6664-359F-2760FAF3589A}"/>
              </a:ext>
            </a:extLst>
          </p:cNvPr>
          <p:cNvSpPr>
            <a:spLocks noGrp="1"/>
          </p:cNvSpPr>
          <p:nvPr>
            <p:ph type="body" sz="quarter" idx="51" hasCustomPrompt="1"/>
          </p:nvPr>
        </p:nvSpPr>
        <p:spPr>
          <a:xfrm>
            <a:off x="965201" y="2330033"/>
            <a:ext cx="4856481" cy="2397457"/>
          </a:xfrm>
          <a:custGeom>
            <a:avLst/>
            <a:gdLst>
              <a:gd name="connsiteX0" fmla="*/ 0 w 4856481"/>
              <a:gd name="connsiteY0" fmla="*/ 0 h 2123658"/>
              <a:gd name="connsiteX1" fmla="*/ 4856481 w 4856481"/>
              <a:gd name="connsiteY1" fmla="*/ 0 h 2123658"/>
              <a:gd name="connsiteX2" fmla="*/ 4856481 w 4856481"/>
              <a:gd name="connsiteY2" fmla="*/ 2123658 h 2123658"/>
              <a:gd name="connsiteX3" fmla="*/ 0 w 4856481"/>
              <a:gd name="connsiteY3" fmla="*/ 2123658 h 2123658"/>
            </a:gdLst>
            <a:ahLst/>
            <a:cxnLst>
              <a:cxn ang="0">
                <a:pos x="connsiteX0" y="connsiteY0"/>
              </a:cxn>
              <a:cxn ang="0">
                <a:pos x="connsiteX1" y="connsiteY1"/>
              </a:cxn>
              <a:cxn ang="0">
                <a:pos x="connsiteX2" y="connsiteY2"/>
              </a:cxn>
              <a:cxn ang="0">
                <a:pos x="connsiteX3" y="connsiteY3"/>
              </a:cxn>
            </a:cxnLst>
            <a:rect l="l" t="t" r="r" b="b"/>
            <a:pathLst>
              <a:path w="4856481" h="2123658">
                <a:moveTo>
                  <a:pt x="0" y="0"/>
                </a:moveTo>
                <a:lnTo>
                  <a:pt x="4856481" y="0"/>
                </a:lnTo>
                <a:lnTo>
                  <a:pt x="4856481" y="2123658"/>
                </a:lnTo>
                <a:lnTo>
                  <a:pt x="0" y="2123658"/>
                </a:lnTo>
                <a:close/>
              </a:path>
            </a:pathLst>
          </a:custGeom>
        </p:spPr>
        <p:txBody>
          <a:bodyPr wrap="square">
            <a:noAutofit/>
          </a:bodyPr>
          <a:lstStyle>
            <a:lvl1pPr marL="0" indent="0">
              <a:lnSpc>
                <a:spcPct val="100000"/>
              </a:lnSpc>
              <a:buNone/>
              <a:defRPr sz="66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BF397D75-B508-80FA-4AD2-2D77630427E9}"/>
              </a:ext>
            </a:extLst>
          </p:cNvPr>
          <p:cNvSpPr>
            <a:spLocks noGrp="1"/>
          </p:cNvSpPr>
          <p:nvPr>
            <p:ph type="body" sz="quarter" idx="50" hasCustomPrompt="1"/>
          </p:nvPr>
        </p:nvSpPr>
        <p:spPr>
          <a:xfrm>
            <a:off x="1137919" y="4727491"/>
            <a:ext cx="1544324" cy="338554"/>
          </a:xfrm>
          <a:custGeom>
            <a:avLst/>
            <a:gdLst>
              <a:gd name="connsiteX0" fmla="*/ 0 w 1544324"/>
              <a:gd name="connsiteY0" fmla="*/ 0 h 338554"/>
              <a:gd name="connsiteX1" fmla="*/ 1544324 w 1544324"/>
              <a:gd name="connsiteY1" fmla="*/ 0 h 338554"/>
              <a:gd name="connsiteX2" fmla="*/ 1544324 w 1544324"/>
              <a:gd name="connsiteY2" fmla="*/ 338554 h 338554"/>
              <a:gd name="connsiteX3" fmla="*/ 0 w 1544324"/>
              <a:gd name="connsiteY3" fmla="*/ 338554 h 338554"/>
            </a:gdLst>
            <a:ahLst/>
            <a:cxnLst>
              <a:cxn ang="0">
                <a:pos x="connsiteX0" y="connsiteY0"/>
              </a:cxn>
              <a:cxn ang="0">
                <a:pos x="connsiteX1" y="connsiteY1"/>
              </a:cxn>
              <a:cxn ang="0">
                <a:pos x="connsiteX2" y="connsiteY2"/>
              </a:cxn>
              <a:cxn ang="0">
                <a:pos x="connsiteX3" y="connsiteY3"/>
              </a:cxn>
            </a:cxnLst>
            <a:rect l="l" t="t" r="r" b="b"/>
            <a:pathLst>
              <a:path w="1544324" h="338554">
                <a:moveTo>
                  <a:pt x="0" y="0"/>
                </a:moveTo>
                <a:lnTo>
                  <a:pt x="1544324" y="0"/>
                </a:lnTo>
                <a:lnTo>
                  <a:pt x="1544324" y="338554"/>
                </a:lnTo>
                <a:lnTo>
                  <a:pt x="0" y="338554"/>
                </a:lnTo>
                <a:close/>
              </a:path>
            </a:pathLst>
          </a:custGeom>
        </p:spPr>
        <p:txBody>
          <a:bodyPr wrap="square">
            <a:noAutofit/>
          </a:bodyPr>
          <a:lstStyle>
            <a:lvl1pPr marL="0" indent="0">
              <a:lnSpc>
                <a:spcPct val="100000"/>
              </a:lnSpc>
              <a:spcBef>
                <a:spcPts val="300"/>
              </a:spcBef>
              <a:buNone/>
              <a:defRPr sz="1600" b="1">
                <a:solidFill>
                  <a:schemeClr val="bg1"/>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29E1FC7F-873A-2E91-302E-E3CB9B5C172D}"/>
              </a:ext>
            </a:extLst>
          </p:cNvPr>
          <p:cNvSpPr>
            <a:spLocks noGrp="1"/>
          </p:cNvSpPr>
          <p:nvPr>
            <p:ph type="body" sz="quarter" idx="52" hasCustomPrompt="1"/>
          </p:nvPr>
        </p:nvSpPr>
        <p:spPr>
          <a:xfrm>
            <a:off x="1397673" y="5205074"/>
            <a:ext cx="3243581" cy="338554"/>
          </a:xfrm>
          <a:custGeom>
            <a:avLst/>
            <a:gdLst>
              <a:gd name="connsiteX0" fmla="*/ 0 w 1544324"/>
              <a:gd name="connsiteY0" fmla="*/ 0 h 338554"/>
              <a:gd name="connsiteX1" fmla="*/ 1544324 w 1544324"/>
              <a:gd name="connsiteY1" fmla="*/ 0 h 338554"/>
              <a:gd name="connsiteX2" fmla="*/ 1544324 w 1544324"/>
              <a:gd name="connsiteY2" fmla="*/ 338554 h 338554"/>
              <a:gd name="connsiteX3" fmla="*/ 0 w 1544324"/>
              <a:gd name="connsiteY3" fmla="*/ 338554 h 338554"/>
            </a:gdLst>
            <a:ahLst/>
            <a:cxnLst>
              <a:cxn ang="0">
                <a:pos x="connsiteX0" y="connsiteY0"/>
              </a:cxn>
              <a:cxn ang="0">
                <a:pos x="connsiteX1" y="connsiteY1"/>
              </a:cxn>
              <a:cxn ang="0">
                <a:pos x="connsiteX2" y="connsiteY2"/>
              </a:cxn>
              <a:cxn ang="0">
                <a:pos x="connsiteX3" y="connsiteY3"/>
              </a:cxn>
            </a:cxnLst>
            <a:rect l="l" t="t" r="r" b="b"/>
            <a:pathLst>
              <a:path w="1544324" h="338554">
                <a:moveTo>
                  <a:pt x="0" y="0"/>
                </a:moveTo>
                <a:lnTo>
                  <a:pt x="1544324" y="0"/>
                </a:lnTo>
                <a:lnTo>
                  <a:pt x="1544324" y="338554"/>
                </a:lnTo>
                <a:lnTo>
                  <a:pt x="0" y="338554"/>
                </a:lnTo>
                <a:close/>
              </a:path>
            </a:pathLst>
          </a:custGeom>
        </p:spPr>
        <p:txBody>
          <a:bodyPr wrap="square">
            <a:noAutofit/>
          </a:bodyPr>
          <a:lstStyle>
            <a:lvl1pPr marL="0" indent="0">
              <a:lnSpc>
                <a:spcPct val="100000"/>
              </a:lnSpc>
              <a:spcBef>
                <a:spcPts val="300"/>
              </a:spcBef>
              <a:buNone/>
              <a:defRPr sz="1600" b="0">
                <a:solidFill>
                  <a:schemeClr val="bg1"/>
                </a:solidFill>
                <a:latin typeface="+mj-lt"/>
              </a:defRPr>
            </a:lvl1pPr>
          </a:lstStyle>
          <a:p>
            <a:pPr lvl="0"/>
            <a:r>
              <a:rPr lang="en-ID"/>
              <a:t>Your Mail Here</a:t>
            </a:r>
          </a:p>
        </p:txBody>
      </p:sp>
    </p:spTree>
    <p:extLst>
      <p:ext uri="{BB962C8B-B14F-4D97-AF65-F5344CB8AC3E}">
        <p14:creationId xmlns:p14="http://schemas.microsoft.com/office/powerpoint/2010/main" val="2860864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3.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DB7300-F3FF-5007-12F8-6ED41515E2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D807E954-7525-38C5-8CF8-1FC37696B6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C633216-8130-2F56-CC78-7D5D5F32E8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4017E8-D1FC-4C77-9709-89D4443D2D18}" type="datetimeFigureOut">
              <a:rPr lang="en-ID" smtClean="0"/>
              <a:t>09/05/2026</a:t>
            </a:fld>
            <a:endParaRPr lang="en-ID"/>
          </a:p>
        </p:txBody>
      </p:sp>
      <p:sp>
        <p:nvSpPr>
          <p:cNvPr id="5" name="Footer Placeholder 4">
            <a:extLst>
              <a:ext uri="{FF2B5EF4-FFF2-40B4-BE49-F238E27FC236}">
                <a16:creationId xmlns:a16="http://schemas.microsoft.com/office/drawing/2014/main" id="{299BAB3D-1D63-1662-4C74-902B031DC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347E04AA-6F47-DBB6-DB25-4CAFE5EB9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0936B-25D9-4A0E-A3BA-EB79641BCC2E}" type="slidenum">
              <a:rPr lang="en-ID" smtClean="0"/>
              <a:t>‹#›</a:t>
            </a:fld>
            <a:endParaRPr lang="en-ID"/>
          </a:p>
        </p:txBody>
      </p:sp>
    </p:spTree>
    <p:extLst>
      <p:ext uri="{BB962C8B-B14F-4D97-AF65-F5344CB8AC3E}">
        <p14:creationId xmlns:p14="http://schemas.microsoft.com/office/powerpoint/2010/main" val="1918023180"/>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9" r:id="rId3"/>
    <p:sldLayoutId id="2147483890" r:id="rId4"/>
    <p:sldLayoutId id="2147483888" r:id="rId5"/>
    <p:sldLayoutId id="2147483880" r:id="rId6"/>
    <p:sldLayoutId id="2147483891" r:id="rId7"/>
    <p:sldLayoutId id="2147483892" r:id="rId8"/>
    <p:sldLayoutId id="2147483881" r:id="rId9"/>
    <p:sldLayoutId id="2147483893"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9C21D06-BF4B-26CF-6EF9-B1897159735A}"/>
              </a:ext>
            </a:extLst>
          </p:cNvPr>
          <p:cNvGrpSpPr/>
          <p:nvPr userDrawn="1"/>
        </p:nvGrpSpPr>
        <p:grpSpPr>
          <a:xfrm>
            <a:off x="1" y="2724173"/>
            <a:ext cx="12191999" cy="4133827"/>
            <a:chOff x="0" y="1362116"/>
            <a:chExt cx="12191999" cy="4133827"/>
          </a:xfrm>
          <a:gradFill>
            <a:gsLst>
              <a:gs pos="23000">
                <a:schemeClr val="accent1">
                  <a:alpha val="34000"/>
                </a:schemeClr>
              </a:gs>
              <a:gs pos="100000">
                <a:schemeClr val="accent1">
                  <a:alpha val="0"/>
                </a:schemeClr>
              </a:gs>
            </a:gsLst>
            <a:lin ang="4800000" scaled="0"/>
          </a:gradFill>
        </p:grpSpPr>
        <p:sp>
          <p:nvSpPr>
            <p:cNvPr id="12" name="Freeform: Shape 11">
              <a:extLst>
                <a:ext uri="{FF2B5EF4-FFF2-40B4-BE49-F238E27FC236}">
                  <a16:creationId xmlns:a16="http://schemas.microsoft.com/office/drawing/2014/main" id="{BF062822-B256-CEBF-C156-BE1D21327520}"/>
                </a:ext>
              </a:extLst>
            </p:cNvPr>
            <p:cNvSpPr/>
            <p:nvPr/>
          </p:nvSpPr>
          <p:spPr>
            <a:xfrm>
              <a:off x="565122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 name="Freeform: Shape 12">
              <a:extLst>
                <a:ext uri="{FF2B5EF4-FFF2-40B4-BE49-F238E27FC236}">
                  <a16:creationId xmlns:a16="http://schemas.microsoft.com/office/drawing/2014/main" id="{8B455244-6C44-FE02-A9CB-960337D80E5A}"/>
                </a:ext>
              </a:extLst>
            </p:cNvPr>
            <p:cNvSpPr/>
            <p:nvPr/>
          </p:nvSpPr>
          <p:spPr>
            <a:xfrm rot="17550026">
              <a:off x="5023405" y="1675995"/>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4" name="Freeform: Shape 13">
              <a:extLst>
                <a:ext uri="{FF2B5EF4-FFF2-40B4-BE49-F238E27FC236}">
                  <a16:creationId xmlns:a16="http://schemas.microsoft.com/office/drawing/2014/main" id="{D53D56A8-C9D7-42BA-B1E0-9D6C4E2BECC3}"/>
                </a:ext>
              </a:extLst>
            </p:cNvPr>
            <p:cNvSpPr/>
            <p:nvPr/>
          </p:nvSpPr>
          <p:spPr>
            <a:xfrm>
              <a:off x="4395399"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 name="Freeform: Shape 14">
              <a:extLst>
                <a:ext uri="{FF2B5EF4-FFF2-40B4-BE49-F238E27FC236}">
                  <a16:creationId xmlns:a16="http://schemas.microsoft.com/office/drawing/2014/main" id="{F56588DB-1741-12CB-DAA0-9F2BC2B10A8B}"/>
                </a:ext>
              </a:extLst>
            </p:cNvPr>
            <p:cNvSpPr/>
            <p:nvPr/>
          </p:nvSpPr>
          <p:spPr>
            <a:xfrm>
              <a:off x="544192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91154C3C-C9F3-F982-A215-2814B52EAE3A}"/>
                </a:ext>
              </a:extLst>
            </p:cNvPr>
            <p:cNvSpPr/>
            <p:nvPr/>
          </p:nvSpPr>
          <p:spPr>
            <a:xfrm>
              <a:off x="5127965"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61FF1218-2ABE-A5AE-6BE7-FAC03C5C4557}"/>
                </a:ext>
              </a:extLst>
            </p:cNvPr>
            <p:cNvSpPr/>
            <p:nvPr/>
          </p:nvSpPr>
          <p:spPr>
            <a:xfrm>
              <a:off x="324422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52BA0D41-BCA3-379C-43B2-98119C84B887}"/>
                </a:ext>
              </a:extLst>
            </p:cNvPr>
            <p:cNvSpPr/>
            <p:nvPr/>
          </p:nvSpPr>
          <p:spPr>
            <a:xfrm>
              <a:off x="303491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BD38C8D5-64DA-7383-4052-873DBCBF9BFB}"/>
                </a:ext>
              </a:extLst>
            </p:cNvPr>
            <p:cNvSpPr/>
            <p:nvPr/>
          </p:nvSpPr>
          <p:spPr>
            <a:xfrm>
              <a:off x="30349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ACD66682-556B-BB92-2BAF-1815D62D2E16}"/>
                </a:ext>
              </a:extLst>
            </p:cNvPr>
            <p:cNvSpPr/>
            <p:nvPr/>
          </p:nvSpPr>
          <p:spPr>
            <a:xfrm>
              <a:off x="2825613"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09269073-BF37-19D4-34DE-C7A49554C339}"/>
                </a:ext>
              </a:extLst>
            </p:cNvPr>
            <p:cNvSpPr/>
            <p:nvPr/>
          </p:nvSpPr>
          <p:spPr>
            <a:xfrm>
              <a:off x="25116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09523D45-F2DC-DDD6-E1BC-E0134D9713B8}"/>
                </a:ext>
              </a:extLst>
            </p:cNvPr>
            <p:cNvSpPr/>
            <p:nvPr/>
          </p:nvSpPr>
          <p:spPr>
            <a:xfrm>
              <a:off x="251165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079EA638-9BE1-F27C-82ED-C515F135AB4C}"/>
                </a:ext>
              </a:extLst>
            </p:cNvPr>
            <p:cNvSpPr/>
            <p:nvPr/>
          </p:nvSpPr>
          <p:spPr>
            <a:xfrm>
              <a:off x="2093047"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lnTo>
                    <a:pt x="26163" y="0"/>
                  </a:lnTo>
                  <a:cubicBezTo>
                    <a:pt x="26163" y="0"/>
                    <a:pt x="26163" y="0"/>
                    <a:pt x="26163" y="0"/>
                  </a:cubicBezTo>
                  <a:cubicBezTo>
                    <a:pt x="11861" y="0"/>
                    <a:pt x="0" y="11861"/>
                    <a:pt x="0" y="26163"/>
                  </a:cubicBezTo>
                  <a:cubicBezTo>
                    <a:pt x="0" y="40466"/>
                    <a:pt x="11861" y="51977"/>
                    <a:pt x="26163" y="51977"/>
                  </a:cubicBezTo>
                  <a:close/>
                </a:path>
              </a:pathLst>
            </a:custGeom>
            <a:grpFill/>
            <a:ln w="3488"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9E3EEE11-4BD2-F8D0-CAB6-2E333108EBA6}"/>
                </a:ext>
              </a:extLst>
            </p:cNvPr>
            <p:cNvSpPr/>
            <p:nvPr/>
          </p:nvSpPr>
          <p:spPr>
            <a:xfrm>
              <a:off x="4186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9D5473DF-EC92-0E0F-8AFF-7763EEF5F2CD}"/>
                </a:ext>
              </a:extLst>
            </p:cNvPr>
            <p:cNvSpPr/>
            <p:nvPr/>
          </p:nvSpPr>
          <p:spPr>
            <a:xfrm>
              <a:off x="10465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C05D8891-3EDE-46A3-8596-C813768123A9}"/>
                </a:ext>
              </a:extLst>
            </p:cNvPr>
            <p:cNvSpPr/>
            <p:nvPr/>
          </p:nvSpPr>
          <p:spPr>
            <a:xfrm>
              <a:off x="0" y="2408639"/>
              <a:ext cx="52326" cy="52326"/>
            </a:xfrm>
            <a:custGeom>
              <a:avLst/>
              <a:gdLst>
                <a:gd name="connsiteX0" fmla="*/ 9419 w 52326"/>
                <a:gd name="connsiteY0" fmla="*/ 46396 h 52326"/>
                <a:gd name="connsiteX1" fmla="*/ 26163 w 52326"/>
                <a:gd name="connsiteY1" fmla="*/ 52326 h 52326"/>
                <a:gd name="connsiteX2" fmla="*/ 52326 w 52326"/>
                <a:gd name="connsiteY2" fmla="*/ 26163 h 52326"/>
                <a:gd name="connsiteX3" fmla="*/ 43256 w 52326"/>
                <a:gd name="connsiteY3" fmla="*/ 6628 h 52326"/>
                <a:gd name="connsiteX4" fmla="*/ 26163 w 52326"/>
                <a:gd name="connsiteY4" fmla="*/ 0 h 52326"/>
                <a:gd name="connsiteX5" fmla="*/ 26163 w 52326"/>
                <a:gd name="connsiteY5" fmla="*/ 0 h 52326"/>
                <a:gd name="connsiteX6" fmla="*/ 0 w 52326"/>
                <a:gd name="connsiteY6" fmla="*/ 26163 h 52326"/>
                <a:gd name="connsiteX7" fmla="*/ 9419 w 52326"/>
                <a:gd name="connsiteY7" fmla="*/ 46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9419" y="46396"/>
                  </a:moveTo>
                  <a:cubicBezTo>
                    <a:pt x="13954" y="50233"/>
                    <a:pt x="19884" y="52326"/>
                    <a:pt x="26163" y="52326"/>
                  </a:cubicBezTo>
                  <a:cubicBezTo>
                    <a:pt x="40466" y="52326"/>
                    <a:pt x="52326" y="40466"/>
                    <a:pt x="52326" y="26163"/>
                  </a:cubicBezTo>
                  <a:cubicBezTo>
                    <a:pt x="52326" y="18140"/>
                    <a:pt x="48838" y="11163"/>
                    <a:pt x="43256" y="6628"/>
                  </a:cubicBezTo>
                  <a:cubicBezTo>
                    <a:pt x="38721" y="2442"/>
                    <a:pt x="32791" y="0"/>
                    <a:pt x="26163" y="0"/>
                  </a:cubicBezTo>
                  <a:lnTo>
                    <a:pt x="26163" y="0"/>
                  </a:lnTo>
                  <a:cubicBezTo>
                    <a:pt x="11861" y="0"/>
                    <a:pt x="0" y="11861"/>
                    <a:pt x="0" y="26163"/>
                  </a:cubicBezTo>
                  <a:cubicBezTo>
                    <a:pt x="0" y="34186"/>
                    <a:pt x="3837" y="41512"/>
                    <a:pt x="9419" y="46396"/>
                  </a:cubicBezTo>
                  <a:close/>
                </a:path>
              </a:pathLst>
            </a:custGeom>
            <a:grpFill/>
            <a:ln w="3488"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501E8F87-2DCF-44C1-5486-669C763B7082}"/>
                </a:ext>
              </a:extLst>
            </p:cNvPr>
            <p:cNvSpPr/>
            <p:nvPr/>
          </p:nvSpPr>
          <p:spPr>
            <a:xfrm>
              <a:off x="5337270"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8" name="Freeform: Shape 27">
              <a:extLst>
                <a:ext uri="{FF2B5EF4-FFF2-40B4-BE49-F238E27FC236}">
                  <a16:creationId xmlns:a16="http://schemas.microsoft.com/office/drawing/2014/main" id="{48272DC8-5125-A1C5-F0FF-18E151417529}"/>
                </a:ext>
              </a:extLst>
            </p:cNvPr>
            <p:cNvSpPr/>
            <p:nvPr/>
          </p:nvSpPr>
          <p:spPr>
            <a:xfrm>
              <a:off x="59651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70BB2B7C-6370-DBC3-DAE2-BC48AF6164CE}"/>
                </a:ext>
              </a:extLst>
            </p:cNvPr>
            <p:cNvSpPr/>
            <p:nvPr/>
          </p:nvSpPr>
          <p:spPr>
            <a:xfrm>
              <a:off x="596518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194CB958-4D82-F048-D2FB-ED29C7A03DA5}"/>
                </a:ext>
              </a:extLst>
            </p:cNvPr>
            <p:cNvSpPr/>
            <p:nvPr/>
          </p:nvSpPr>
          <p:spPr>
            <a:xfrm>
              <a:off x="554657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49699DE8-D15F-F033-1579-B13BF3E7C870}"/>
                </a:ext>
              </a:extLst>
            </p:cNvPr>
            <p:cNvSpPr/>
            <p:nvPr/>
          </p:nvSpPr>
          <p:spPr>
            <a:xfrm>
              <a:off x="50233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 name="Freeform: Shape 31">
              <a:extLst>
                <a:ext uri="{FF2B5EF4-FFF2-40B4-BE49-F238E27FC236}">
                  <a16:creationId xmlns:a16="http://schemas.microsoft.com/office/drawing/2014/main" id="{515F1F7D-E10D-8C7D-FE89-45DAF6BCEC4F}"/>
                </a:ext>
              </a:extLst>
            </p:cNvPr>
            <p:cNvSpPr/>
            <p:nvPr/>
          </p:nvSpPr>
          <p:spPr>
            <a:xfrm>
              <a:off x="418609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 name="Freeform: Shape 32">
              <a:extLst>
                <a:ext uri="{FF2B5EF4-FFF2-40B4-BE49-F238E27FC236}">
                  <a16:creationId xmlns:a16="http://schemas.microsoft.com/office/drawing/2014/main" id="{4BD60514-7E9E-2B86-8207-B8F941D0DA00}"/>
                </a:ext>
              </a:extLst>
            </p:cNvPr>
            <p:cNvSpPr/>
            <p:nvPr/>
          </p:nvSpPr>
          <p:spPr>
            <a:xfrm>
              <a:off x="5441922"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 name="Freeform: Shape 33">
              <a:extLst>
                <a:ext uri="{FF2B5EF4-FFF2-40B4-BE49-F238E27FC236}">
                  <a16:creationId xmlns:a16="http://schemas.microsoft.com/office/drawing/2014/main" id="{9233AE13-5EEE-2E54-1448-7BDD6049276D}"/>
                </a:ext>
              </a:extLst>
            </p:cNvPr>
            <p:cNvSpPr/>
            <p:nvPr/>
          </p:nvSpPr>
          <p:spPr>
            <a:xfrm>
              <a:off x="544192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 name="Freeform: Shape 34">
              <a:extLst>
                <a:ext uri="{FF2B5EF4-FFF2-40B4-BE49-F238E27FC236}">
                  <a16:creationId xmlns:a16="http://schemas.microsoft.com/office/drawing/2014/main" id="{C76AF812-27DE-B786-716D-AA7E4AE09332}"/>
                </a:ext>
              </a:extLst>
            </p:cNvPr>
            <p:cNvSpPr/>
            <p:nvPr/>
          </p:nvSpPr>
          <p:spPr>
            <a:xfrm>
              <a:off x="544192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 name="Freeform: Shape 35">
              <a:extLst>
                <a:ext uri="{FF2B5EF4-FFF2-40B4-BE49-F238E27FC236}">
                  <a16:creationId xmlns:a16="http://schemas.microsoft.com/office/drawing/2014/main" id="{AEF5639E-492D-1FC9-5A26-110DEC38F6B9}"/>
                </a:ext>
              </a:extLst>
            </p:cNvPr>
            <p:cNvSpPr/>
            <p:nvPr/>
          </p:nvSpPr>
          <p:spPr>
            <a:xfrm>
              <a:off x="49186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 name="Freeform: Shape 36">
              <a:extLst>
                <a:ext uri="{FF2B5EF4-FFF2-40B4-BE49-F238E27FC236}">
                  <a16:creationId xmlns:a16="http://schemas.microsoft.com/office/drawing/2014/main" id="{C92752E0-B9EB-2B17-1B2D-FA1E5FFFADFD}"/>
                </a:ext>
              </a:extLst>
            </p:cNvPr>
            <p:cNvSpPr/>
            <p:nvPr/>
          </p:nvSpPr>
          <p:spPr>
            <a:xfrm>
              <a:off x="408144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 name="Freeform: Shape 37">
              <a:extLst>
                <a:ext uri="{FF2B5EF4-FFF2-40B4-BE49-F238E27FC236}">
                  <a16:creationId xmlns:a16="http://schemas.microsoft.com/office/drawing/2014/main" id="{0BAC328B-8744-1E1A-7F54-DF692F5E77FF}"/>
                </a:ext>
              </a:extLst>
            </p:cNvPr>
            <p:cNvSpPr/>
            <p:nvPr/>
          </p:nvSpPr>
          <p:spPr>
            <a:xfrm>
              <a:off x="387213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 name="Freeform: Shape 38">
              <a:extLst>
                <a:ext uri="{FF2B5EF4-FFF2-40B4-BE49-F238E27FC236}">
                  <a16:creationId xmlns:a16="http://schemas.microsoft.com/office/drawing/2014/main" id="{5834BBA0-5B52-8C39-3F5D-AE8C7E75C8FF}"/>
                </a:ext>
              </a:extLst>
            </p:cNvPr>
            <p:cNvSpPr/>
            <p:nvPr/>
          </p:nvSpPr>
          <p:spPr>
            <a:xfrm>
              <a:off x="28256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 name="Freeform: Shape 39">
              <a:extLst>
                <a:ext uri="{FF2B5EF4-FFF2-40B4-BE49-F238E27FC236}">
                  <a16:creationId xmlns:a16="http://schemas.microsoft.com/office/drawing/2014/main" id="{C84C70A0-6604-E5E6-4C12-09C67677BB15}"/>
                </a:ext>
              </a:extLst>
            </p:cNvPr>
            <p:cNvSpPr/>
            <p:nvPr/>
          </p:nvSpPr>
          <p:spPr>
            <a:xfrm>
              <a:off x="272096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DF8AF403-4FD2-8DCB-BB17-8A5B496C5A07}"/>
                </a:ext>
              </a:extLst>
            </p:cNvPr>
            <p:cNvSpPr/>
            <p:nvPr/>
          </p:nvSpPr>
          <p:spPr>
            <a:xfrm>
              <a:off x="240700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 name="Freeform: Shape 41">
              <a:extLst>
                <a:ext uri="{FF2B5EF4-FFF2-40B4-BE49-F238E27FC236}">
                  <a16:creationId xmlns:a16="http://schemas.microsoft.com/office/drawing/2014/main" id="{A959CBF5-279D-F1AF-FF00-B2048E6660CD}"/>
                </a:ext>
              </a:extLst>
            </p:cNvPr>
            <p:cNvSpPr/>
            <p:nvPr/>
          </p:nvSpPr>
          <p:spPr>
            <a:xfrm>
              <a:off x="18837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F5D920ED-6ECA-4539-144E-8A1B377806C9}"/>
                </a:ext>
              </a:extLst>
            </p:cNvPr>
            <p:cNvSpPr/>
            <p:nvPr/>
          </p:nvSpPr>
          <p:spPr>
            <a:xfrm>
              <a:off x="136048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F25A7DDD-8688-172B-9630-4BD253ED6FDA}"/>
                </a:ext>
              </a:extLst>
            </p:cNvPr>
            <p:cNvSpPr/>
            <p:nvPr/>
          </p:nvSpPr>
          <p:spPr>
            <a:xfrm>
              <a:off x="136048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E9B43D14-EE7A-7D6B-5C1D-B916B797AB0B}"/>
                </a:ext>
              </a:extLst>
            </p:cNvPr>
            <p:cNvSpPr/>
            <p:nvPr/>
          </p:nvSpPr>
          <p:spPr>
            <a:xfrm>
              <a:off x="125582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 name="Freeform: Shape 45">
              <a:extLst>
                <a:ext uri="{FF2B5EF4-FFF2-40B4-BE49-F238E27FC236}">
                  <a16:creationId xmlns:a16="http://schemas.microsoft.com/office/drawing/2014/main" id="{3F9ADB19-9ECA-7829-F4FF-EF0A60B41503}"/>
                </a:ext>
              </a:extLst>
            </p:cNvPr>
            <p:cNvSpPr/>
            <p:nvPr/>
          </p:nvSpPr>
          <p:spPr>
            <a:xfrm>
              <a:off x="1046523"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BAC1715C-0D73-C0E7-A09B-75C8660A98C1}"/>
                </a:ext>
              </a:extLst>
            </p:cNvPr>
            <p:cNvSpPr/>
            <p:nvPr/>
          </p:nvSpPr>
          <p:spPr>
            <a:xfrm>
              <a:off x="94187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187759DA-A072-39C0-02A8-DF4A15D2F2D7}"/>
                </a:ext>
              </a:extLst>
            </p:cNvPr>
            <p:cNvSpPr/>
            <p:nvPr/>
          </p:nvSpPr>
          <p:spPr>
            <a:xfrm>
              <a:off x="0"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381DD67E-E3A4-CDA2-80B6-092ED48FD2B2}"/>
                </a:ext>
              </a:extLst>
            </p:cNvPr>
            <p:cNvSpPr/>
            <p:nvPr/>
          </p:nvSpPr>
          <p:spPr>
            <a:xfrm>
              <a:off x="3034918"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6067BEA2-74D8-1805-DBB1-2A94C60B6A92}"/>
                </a:ext>
              </a:extLst>
            </p:cNvPr>
            <p:cNvSpPr/>
            <p:nvPr/>
          </p:nvSpPr>
          <p:spPr>
            <a:xfrm>
              <a:off x="3872137"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FF488CCA-47FF-B860-4D60-3A3BB85E21E7}"/>
                </a:ext>
              </a:extLst>
            </p:cNvPr>
            <p:cNvSpPr/>
            <p:nvPr/>
          </p:nvSpPr>
          <p:spPr>
            <a:xfrm>
              <a:off x="57558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 name="Freeform: Shape 51">
              <a:extLst>
                <a:ext uri="{FF2B5EF4-FFF2-40B4-BE49-F238E27FC236}">
                  <a16:creationId xmlns:a16="http://schemas.microsoft.com/office/drawing/2014/main" id="{7B639A07-9D69-077F-BB62-2E0C5CD74A44}"/>
                </a:ext>
              </a:extLst>
            </p:cNvPr>
            <p:cNvSpPr/>
            <p:nvPr/>
          </p:nvSpPr>
          <p:spPr>
            <a:xfrm>
              <a:off x="59651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4823EEE6-5F21-BC38-B35E-59DDEE3EBDC2}"/>
                </a:ext>
              </a:extLst>
            </p:cNvPr>
            <p:cNvSpPr/>
            <p:nvPr/>
          </p:nvSpPr>
          <p:spPr>
            <a:xfrm>
              <a:off x="554657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F4F553E6-A45B-6383-8CA5-62F5F58AD9D2}"/>
                </a:ext>
              </a:extLst>
            </p:cNvPr>
            <p:cNvSpPr/>
            <p:nvPr/>
          </p:nvSpPr>
          <p:spPr>
            <a:xfrm>
              <a:off x="4395399"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C373FCE6-A900-9290-F81D-5D6E429FB160}"/>
                </a:ext>
              </a:extLst>
            </p:cNvPr>
            <p:cNvSpPr/>
            <p:nvPr/>
          </p:nvSpPr>
          <p:spPr>
            <a:xfrm>
              <a:off x="5127965" y="5443557"/>
              <a:ext cx="52674" cy="52326"/>
            </a:xfrm>
            <a:custGeom>
              <a:avLst/>
              <a:gdLst>
                <a:gd name="connsiteX0" fmla="*/ 26163 w 52674"/>
                <a:gd name="connsiteY0" fmla="*/ 0 h 52326"/>
                <a:gd name="connsiteX1" fmla="*/ 0 w 52674"/>
                <a:gd name="connsiteY1" fmla="*/ 26163 h 52326"/>
                <a:gd name="connsiteX2" fmla="*/ 26163 w 52674"/>
                <a:gd name="connsiteY2" fmla="*/ 52326 h 52326"/>
                <a:gd name="connsiteX3" fmla="*/ 29652 w 52674"/>
                <a:gd name="connsiteY3" fmla="*/ 51977 h 52326"/>
                <a:gd name="connsiteX4" fmla="*/ 36628 w 52674"/>
                <a:gd name="connsiteY4" fmla="*/ 50233 h 52326"/>
                <a:gd name="connsiteX5" fmla="*/ 42558 w 52674"/>
                <a:gd name="connsiteY5" fmla="*/ 46745 h 52326"/>
                <a:gd name="connsiteX6" fmla="*/ 45001 w 52674"/>
                <a:gd name="connsiteY6" fmla="*/ 44652 h 52326"/>
                <a:gd name="connsiteX7" fmla="*/ 52675 w 52674"/>
                <a:gd name="connsiteY7" fmla="*/ 26163 h 52326"/>
                <a:gd name="connsiteX8" fmla="*/ 26163 w 52674"/>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4" h="52326">
                  <a:moveTo>
                    <a:pt x="26163" y="0"/>
                  </a:moveTo>
                  <a:cubicBezTo>
                    <a:pt x="11861" y="0"/>
                    <a:pt x="0" y="11861"/>
                    <a:pt x="0" y="26163"/>
                  </a:cubicBezTo>
                  <a:cubicBezTo>
                    <a:pt x="0" y="40465"/>
                    <a:pt x="11861" y="52326"/>
                    <a:pt x="26163" y="52326"/>
                  </a:cubicBezTo>
                  <a:cubicBezTo>
                    <a:pt x="27210" y="52326"/>
                    <a:pt x="28256" y="52326"/>
                    <a:pt x="29652" y="51977"/>
                  </a:cubicBezTo>
                  <a:cubicBezTo>
                    <a:pt x="32093" y="51629"/>
                    <a:pt x="34535" y="50931"/>
                    <a:pt x="36628" y="50233"/>
                  </a:cubicBezTo>
                  <a:cubicBezTo>
                    <a:pt x="38721" y="49187"/>
                    <a:pt x="40814" y="48140"/>
                    <a:pt x="42558" y="46745"/>
                  </a:cubicBezTo>
                  <a:cubicBezTo>
                    <a:pt x="43256" y="46047"/>
                    <a:pt x="44303" y="45349"/>
                    <a:pt x="45001" y="44652"/>
                  </a:cubicBezTo>
                  <a:cubicBezTo>
                    <a:pt x="49884" y="39768"/>
                    <a:pt x="52675" y="33489"/>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F8D635E0-D415-CAED-1A41-749B28AFF9D9}"/>
                </a:ext>
              </a:extLst>
            </p:cNvPr>
            <p:cNvSpPr/>
            <p:nvPr/>
          </p:nvSpPr>
          <p:spPr>
            <a:xfrm>
              <a:off x="3872137"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05CAFFBB-D40E-406D-F001-444DA2D07766}"/>
                </a:ext>
              </a:extLst>
            </p:cNvPr>
            <p:cNvSpPr/>
            <p:nvPr/>
          </p:nvSpPr>
          <p:spPr>
            <a:xfrm>
              <a:off x="345352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4E6FD6E7-C7F0-D429-6C7D-CFB5E87FF1CE}"/>
                </a:ext>
              </a:extLst>
            </p:cNvPr>
            <p:cNvSpPr/>
            <p:nvPr/>
          </p:nvSpPr>
          <p:spPr>
            <a:xfrm>
              <a:off x="324422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 name="Freeform: Shape 58">
              <a:extLst>
                <a:ext uri="{FF2B5EF4-FFF2-40B4-BE49-F238E27FC236}">
                  <a16:creationId xmlns:a16="http://schemas.microsoft.com/office/drawing/2014/main" id="{8522D931-F82C-47D6-38E6-25E23030A3CF}"/>
                </a:ext>
              </a:extLst>
            </p:cNvPr>
            <p:cNvSpPr/>
            <p:nvPr/>
          </p:nvSpPr>
          <p:spPr>
            <a:xfrm>
              <a:off x="324422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 name="Freeform: Shape 59">
              <a:extLst>
                <a:ext uri="{FF2B5EF4-FFF2-40B4-BE49-F238E27FC236}">
                  <a16:creationId xmlns:a16="http://schemas.microsoft.com/office/drawing/2014/main" id="{51DF2684-FFB2-F985-BB1C-739DE4E950C9}"/>
                </a:ext>
              </a:extLst>
            </p:cNvPr>
            <p:cNvSpPr/>
            <p:nvPr/>
          </p:nvSpPr>
          <p:spPr>
            <a:xfrm>
              <a:off x="3244223"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23023 w 52326"/>
                <a:gd name="connsiteY6" fmla="*/ 349 h 52326"/>
                <a:gd name="connsiteX7" fmla="*/ 15698 w 52326"/>
                <a:gd name="connsiteY7" fmla="*/ 2442 h 52326"/>
                <a:gd name="connsiteX8" fmla="*/ 0 w 52326"/>
                <a:gd name="connsiteY8" fmla="*/ 26512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25117" y="0"/>
                    <a:pt x="24070" y="0"/>
                    <a:pt x="23023" y="349"/>
                  </a:cubicBezTo>
                  <a:cubicBezTo>
                    <a:pt x="20582" y="698"/>
                    <a:pt x="18140" y="1395"/>
                    <a:pt x="15698" y="2442"/>
                  </a:cubicBezTo>
                  <a:cubicBezTo>
                    <a:pt x="6279" y="6279"/>
                    <a:pt x="0" y="15698"/>
                    <a:pt x="0" y="26512"/>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1" name="Freeform: Shape 60">
              <a:extLst>
                <a:ext uri="{FF2B5EF4-FFF2-40B4-BE49-F238E27FC236}">
                  <a16:creationId xmlns:a16="http://schemas.microsoft.com/office/drawing/2014/main" id="{723D537F-A153-8361-B8AC-CE6AB198273C}"/>
                </a:ext>
              </a:extLst>
            </p:cNvPr>
            <p:cNvSpPr/>
            <p:nvPr/>
          </p:nvSpPr>
          <p:spPr>
            <a:xfrm>
              <a:off x="23023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 name="Freeform: Shape 61">
              <a:extLst>
                <a:ext uri="{FF2B5EF4-FFF2-40B4-BE49-F238E27FC236}">
                  <a16:creationId xmlns:a16="http://schemas.microsoft.com/office/drawing/2014/main" id="{04761D28-A6C3-E34B-62C4-CFE67FDF0458}"/>
                </a:ext>
              </a:extLst>
            </p:cNvPr>
            <p:cNvSpPr/>
            <p:nvPr/>
          </p:nvSpPr>
          <p:spPr>
            <a:xfrm>
              <a:off x="146513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 name="Freeform: Shape 62">
              <a:extLst>
                <a:ext uri="{FF2B5EF4-FFF2-40B4-BE49-F238E27FC236}">
                  <a16:creationId xmlns:a16="http://schemas.microsoft.com/office/drawing/2014/main" id="{3904DB20-ADCD-BDF9-4D00-8EDB57A49106}"/>
                </a:ext>
              </a:extLst>
            </p:cNvPr>
            <p:cNvSpPr/>
            <p:nvPr/>
          </p:nvSpPr>
          <p:spPr>
            <a:xfrm>
              <a:off x="136048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 name="Freeform: Shape 63">
              <a:extLst>
                <a:ext uri="{FF2B5EF4-FFF2-40B4-BE49-F238E27FC236}">
                  <a16:creationId xmlns:a16="http://schemas.microsoft.com/office/drawing/2014/main" id="{390E468C-0891-1F81-5943-95C21BEC0E9B}"/>
                </a:ext>
              </a:extLst>
            </p:cNvPr>
            <p:cNvSpPr/>
            <p:nvPr/>
          </p:nvSpPr>
          <p:spPr>
            <a:xfrm>
              <a:off x="94187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5" name="Freeform: Shape 64">
              <a:extLst>
                <a:ext uri="{FF2B5EF4-FFF2-40B4-BE49-F238E27FC236}">
                  <a16:creationId xmlns:a16="http://schemas.microsoft.com/office/drawing/2014/main" id="{921F9873-4543-95B9-1CA5-1CCA44A00D3B}"/>
                </a:ext>
              </a:extLst>
            </p:cNvPr>
            <p:cNvSpPr/>
            <p:nvPr/>
          </p:nvSpPr>
          <p:spPr>
            <a:xfrm>
              <a:off x="4186094" y="4187729"/>
              <a:ext cx="52326" cy="52326"/>
            </a:xfrm>
            <a:custGeom>
              <a:avLst/>
              <a:gdLst>
                <a:gd name="connsiteX0" fmla="*/ 52326 w 52326"/>
                <a:gd name="connsiteY0" fmla="*/ 23372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52326 w 52326"/>
                <a:gd name="connsiteY5" fmla="*/ 26163 h 52326"/>
                <a:gd name="connsiteX6" fmla="*/ 52326 w 52326"/>
                <a:gd name="connsiteY6"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3372"/>
                  </a:moveTo>
                  <a:cubicBezTo>
                    <a:pt x="50931" y="10116"/>
                    <a:pt x="39768"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66" name="Freeform: Shape 65">
              <a:extLst>
                <a:ext uri="{FF2B5EF4-FFF2-40B4-BE49-F238E27FC236}">
                  <a16:creationId xmlns:a16="http://schemas.microsoft.com/office/drawing/2014/main" id="{B8E9B5F3-4B25-FE70-9692-1D3B7950DD84}"/>
                </a:ext>
              </a:extLst>
            </p:cNvPr>
            <p:cNvSpPr/>
            <p:nvPr/>
          </p:nvSpPr>
          <p:spPr>
            <a:xfrm>
              <a:off x="1360480" y="3873772"/>
              <a:ext cx="52326" cy="52326"/>
            </a:xfrm>
            <a:custGeom>
              <a:avLst/>
              <a:gdLst>
                <a:gd name="connsiteX0" fmla="*/ 26163 w 52326"/>
                <a:gd name="connsiteY0" fmla="*/ 52326 h 52326"/>
                <a:gd name="connsiteX1" fmla="*/ 52326 w 52326"/>
                <a:gd name="connsiteY1" fmla="*/ 26163 h 52326"/>
                <a:gd name="connsiteX2" fmla="*/ 45698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8" y="8721"/>
                  </a:cubicBezTo>
                  <a:cubicBezTo>
                    <a:pt x="40814" y="3140"/>
                    <a:pt x="33838" y="0"/>
                    <a:pt x="26163" y="0"/>
                  </a:cubicBezTo>
                  <a:cubicBezTo>
                    <a:pt x="11861"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67" name="Freeform: Shape 66">
              <a:extLst>
                <a:ext uri="{FF2B5EF4-FFF2-40B4-BE49-F238E27FC236}">
                  <a16:creationId xmlns:a16="http://schemas.microsoft.com/office/drawing/2014/main" id="{45858607-47C7-05AC-D3D1-A9ED0EB1E01F}"/>
                </a:ext>
              </a:extLst>
            </p:cNvPr>
            <p:cNvSpPr/>
            <p:nvPr/>
          </p:nvSpPr>
          <p:spPr>
            <a:xfrm>
              <a:off x="26163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 name="Freeform: Shape 67">
              <a:extLst>
                <a:ext uri="{FF2B5EF4-FFF2-40B4-BE49-F238E27FC236}">
                  <a16:creationId xmlns:a16="http://schemas.microsoft.com/office/drawing/2014/main" id="{364D0C08-8DC0-95F3-012A-7B4ECD5C1CA9}"/>
                </a:ext>
              </a:extLst>
            </p:cNvPr>
            <p:cNvSpPr/>
            <p:nvPr/>
          </p:nvSpPr>
          <p:spPr>
            <a:xfrm>
              <a:off x="5755879"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 name="Freeform: Shape 68">
              <a:extLst>
                <a:ext uri="{FF2B5EF4-FFF2-40B4-BE49-F238E27FC236}">
                  <a16:creationId xmlns:a16="http://schemas.microsoft.com/office/drawing/2014/main" id="{50646055-71DF-461C-9310-AAE84505286C}"/>
                </a:ext>
              </a:extLst>
            </p:cNvPr>
            <p:cNvSpPr/>
            <p:nvPr/>
          </p:nvSpPr>
          <p:spPr>
            <a:xfrm>
              <a:off x="4918660" y="3350510"/>
              <a:ext cx="52326" cy="52326"/>
            </a:xfrm>
            <a:custGeom>
              <a:avLst/>
              <a:gdLst>
                <a:gd name="connsiteX0" fmla="*/ 18489 w 52326"/>
                <a:gd name="connsiteY0" fmla="*/ 51280 h 52326"/>
                <a:gd name="connsiteX1" fmla="*/ 22326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6" y="51977"/>
                  </a:cubicBezTo>
                  <a:cubicBezTo>
                    <a:pt x="23721" y="52326"/>
                    <a:pt x="24768" y="52326"/>
                    <a:pt x="26163" y="52326"/>
                  </a:cubicBez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0" name="Freeform: Shape 69">
              <a:extLst>
                <a:ext uri="{FF2B5EF4-FFF2-40B4-BE49-F238E27FC236}">
                  <a16:creationId xmlns:a16="http://schemas.microsoft.com/office/drawing/2014/main" id="{D4DDC355-1A63-799B-202E-A59C38131F52}"/>
                </a:ext>
              </a:extLst>
            </p:cNvPr>
            <p:cNvSpPr/>
            <p:nvPr/>
          </p:nvSpPr>
          <p:spPr>
            <a:xfrm>
              <a:off x="491866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1" name="Freeform: Shape 70">
              <a:extLst>
                <a:ext uri="{FF2B5EF4-FFF2-40B4-BE49-F238E27FC236}">
                  <a16:creationId xmlns:a16="http://schemas.microsoft.com/office/drawing/2014/main" id="{4CA3321E-D2BD-5650-90D2-5168148F37B4}"/>
                </a:ext>
              </a:extLst>
            </p:cNvPr>
            <p:cNvSpPr/>
            <p:nvPr/>
          </p:nvSpPr>
          <p:spPr>
            <a:xfrm>
              <a:off x="491866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 name="Freeform: Shape 71">
              <a:extLst>
                <a:ext uri="{FF2B5EF4-FFF2-40B4-BE49-F238E27FC236}">
                  <a16:creationId xmlns:a16="http://schemas.microsoft.com/office/drawing/2014/main" id="{1A826C88-9FA7-6ABA-75BB-8247C77F7900}"/>
                </a:ext>
              </a:extLst>
            </p:cNvPr>
            <p:cNvSpPr/>
            <p:nvPr/>
          </p:nvSpPr>
          <p:spPr>
            <a:xfrm>
              <a:off x="23023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3" name="Freeform: Shape 72">
              <a:extLst>
                <a:ext uri="{FF2B5EF4-FFF2-40B4-BE49-F238E27FC236}">
                  <a16:creationId xmlns:a16="http://schemas.microsoft.com/office/drawing/2014/main" id="{85076DEC-4A7A-A6F1-B331-29D44B734B94}"/>
                </a:ext>
              </a:extLst>
            </p:cNvPr>
            <p:cNvSpPr/>
            <p:nvPr/>
          </p:nvSpPr>
          <p:spPr>
            <a:xfrm>
              <a:off x="2093047"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4" name="Freeform: Shape 73">
              <a:extLst>
                <a:ext uri="{FF2B5EF4-FFF2-40B4-BE49-F238E27FC236}">
                  <a16:creationId xmlns:a16="http://schemas.microsoft.com/office/drawing/2014/main" id="{FB67414B-8A8A-FFAA-F5E0-CAB195D77FE3}"/>
                </a:ext>
              </a:extLst>
            </p:cNvPr>
            <p:cNvSpPr/>
            <p:nvPr/>
          </p:nvSpPr>
          <p:spPr>
            <a:xfrm>
              <a:off x="941871"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 name="Freeform: Shape 74">
              <a:extLst>
                <a:ext uri="{FF2B5EF4-FFF2-40B4-BE49-F238E27FC236}">
                  <a16:creationId xmlns:a16="http://schemas.microsoft.com/office/drawing/2014/main" id="{0F74AC4F-A5FF-5952-2C68-1B029D13DEB8}"/>
                </a:ext>
              </a:extLst>
            </p:cNvPr>
            <p:cNvSpPr/>
            <p:nvPr/>
          </p:nvSpPr>
          <p:spPr>
            <a:xfrm>
              <a:off x="313957"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 name="Freeform: Shape 75">
              <a:extLst>
                <a:ext uri="{FF2B5EF4-FFF2-40B4-BE49-F238E27FC236}">
                  <a16:creationId xmlns:a16="http://schemas.microsoft.com/office/drawing/2014/main" id="{12B6A247-1BD4-70A8-14A3-5F51433033B9}"/>
                </a:ext>
              </a:extLst>
            </p:cNvPr>
            <p:cNvSpPr/>
            <p:nvPr/>
          </p:nvSpPr>
          <p:spPr>
            <a:xfrm>
              <a:off x="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7" name="Freeform: Shape 76">
              <a:extLst>
                <a:ext uri="{FF2B5EF4-FFF2-40B4-BE49-F238E27FC236}">
                  <a16:creationId xmlns:a16="http://schemas.microsoft.com/office/drawing/2014/main" id="{671F54FA-7B6C-905E-4C04-A61847B2361B}"/>
                </a:ext>
              </a:extLst>
            </p:cNvPr>
            <p:cNvSpPr/>
            <p:nvPr/>
          </p:nvSpPr>
          <p:spPr>
            <a:xfrm>
              <a:off x="3244560" y="3978424"/>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78" name="Freeform: Shape 77">
              <a:extLst>
                <a:ext uri="{FF2B5EF4-FFF2-40B4-BE49-F238E27FC236}">
                  <a16:creationId xmlns:a16="http://schemas.microsoft.com/office/drawing/2014/main" id="{3522CEF5-D4B8-40DC-7CF2-601E90DA5725}"/>
                </a:ext>
              </a:extLst>
            </p:cNvPr>
            <p:cNvSpPr/>
            <p:nvPr/>
          </p:nvSpPr>
          <p:spPr>
            <a:xfrm>
              <a:off x="324422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9" name="Freeform: Shape 78">
              <a:extLst>
                <a:ext uri="{FF2B5EF4-FFF2-40B4-BE49-F238E27FC236}">
                  <a16:creationId xmlns:a16="http://schemas.microsoft.com/office/drawing/2014/main" id="{71B5FFAF-D613-6887-6F2D-7336733622BD}"/>
                </a:ext>
              </a:extLst>
            </p:cNvPr>
            <p:cNvSpPr/>
            <p:nvPr/>
          </p:nvSpPr>
          <p:spPr>
            <a:xfrm>
              <a:off x="5127965" y="5338905"/>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3140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40" y="13605"/>
                  </a:cubicBezTo>
                  <a:cubicBezTo>
                    <a:pt x="3140" y="13605"/>
                    <a:pt x="3140" y="13954"/>
                    <a:pt x="3140" y="13954"/>
                  </a:cubicBezTo>
                  <a:cubicBezTo>
                    <a:pt x="2791" y="14651"/>
                    <a:pt x="2442" y="15349"/>
                    <a:pt x="2093" y="16047"/>
                  </a:cubicBezTo>
                  <a:cubicBezTo>
                    <a:pt x="698" y="19186"/>
                    <a:pt x="0" y="22675"/>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0" name="Freeform: Shape 79">
              <a:extLst>
                <a:ext uri="{FF2B5EF4-FFF2-40B4-BE49-F238E27FC236}">
                  <a16:creationId xmlns:a16="http://schemas.microsoft.com/office/drawing/2014/main" id="{24292A40-5D5B-C6C2-9154-B5351C432599}"/>
                </a:ext>
              </a:extLst>
            </p:cNvPr>
            <p:cNvSpPr/>
            <p:nvPr/>
          </p:nvSpPr>
          <p:spPr>
            <a:xfrm>
              <a:off x="2093047"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80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1" name="Freeform: Shape 80">
              <a:extLst>
                <a:ext uri="{FF2B5EF4-FFF2-40B4-BE49-F238E27FC236}">
                  <a16:creationId xmlns:a16="http://schemas.microsoft.com/office/drawing/2014/main" id="{7CE0EBDA-8085-7353-C5F3-591CD7A8D4E5}"/>
                </a:ext>
              </a:extLst>
            </p:cNvPr>
            <p:cNvSpPr/>
            <p:nvPr/>
          </p:nvSpPr>
          <p:spPr>
            <a:xfrm>
              <a:off x="5755879"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 name="Freeform: Shape 81">
              <a:extLst>
                <a:ext uri="{FF2B5EF4-FFF2-40B4-BE49-F238E27FC236}">
                  <a16:creationId xmlns:a16="http://schemas.microsoft.com/office/drawing/2014/main" id="{098A9B44-1C33-EAA2-81AD-6BB331F80378}"/>
                </a:ext>
              </a:extLst>
            </p:cNvPr>
            <p:cNvSpPr/>
            <p:nvPr/>
          </p:nvSpPr>
          <p:spPr>
            <a:xfrm>
              <a:off x="56512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 name="Freeform: Shape 82">
              <a:extLst>
                <a:ext uri="{FF2B5EF4-FFF2-40B4-BE49-F238E27FC236}">
                  <a16:creationId xmlns:a16="http://schemas.microsoft.com/office/drawing/2014/main" id="{702DDDA7-9CC6-46BF-1697-0730961A3C47}"/>
                </a:ext>
              </a:extLst>
            </p:cNvPr>
            <p:cNvSpPr/>
            <p:nvPr/>
          </p:nvSpPr>
          <p:spPr>
            <a:xfrm>
              <a:off x="512796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4" name="Freeform: Shape 83">
              <a:extLst>
                <a:ext uri="{FF2B5EF4-FFF2-40B4-BE49-F238E27FC236}">
                  <a16:creationId xmlns:a16="http://schemas.microsoft.com/office/drawing/2014/main" id="{B0E386E2-0969-DB0B-031E-8DD26E4995AF}"/>
                </a:ext>
              </a:extLst>
            </p:cNvPr>
            <p:cNvSpPr/>
            <p:nvPr/>
          </p:nvSpPr>
          <p:spPr>
            <a:xfrm>
              <a:off x="251165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5" name="Freeform: Shape 84">
              <a:extLst>
                <a:ext uri="{FF2B5EF4-FFF2-40B4-BE49-F238E27FC236}">
                  <a16:creationId xmlns:a16="http://schemas.microsoft.com/office/drawing/2014/main" id="{B6B58BF2-EE71-001E-3B39-927D1D1887A0}"/>
                </a:ext>
              </a:extLst>
            </p:cNvPr>
            <p:cNvSpPr/>
            <p:nvPr/>
          </p:nvSpPr>
          <p:spPr>
            <a:xfrm>
              <a:off x="1674437" y="3978773"/>
              <a:ext cx="52326" cy="52326"/>
            </a:xfrm>
            <a:custGeom>
              <a:avLst/>
              <a:gdLst>
                <a:gd name="connsiteX0" fmla="*/ 40814 w 52326"/>
                <a:gd name="connsiteY0" fmla="*/ 4186 h 52326"/>
                <a:gd name="connsiteX1" fmla="*/ 37675 w 52326"/>
                <a:gd name="connsiteY1" fmla="*/ 2442 h 52326"/>
                <a:gd name="connsiteX2" fmla="*/ 33838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1" y="3140"/>
                    <a:pt x="37675" y="2442"/>
                  </a:cubicBezTo>
                  <a:cubicBezTo>
                    <a:pt x="36279" y="1744"/>
                    <a:pt x="35233" y="1395"/>
                    <a:pt x="33838" y="1047"/>
                  </a:cubicBezTo>
                  <a:cubicBezTo>
                    <a:pt x="31396" y="349"/>
                    <a:pt x="28605"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86" name="Freeform: Shape 85">
              <a:extLst>
                <a:ext uri="{FF2B5EF4-FFF2-40B4-BE49-F238E27FC236}">
                  <a16:creationId xmlns:a16="http://schemas.microsoft.com/office/drawing/2014/main" id="{6A9B511A-1843-94BF-739E-0AE4F3352FCB}"/>
                </a:ext>
              </a:extLst>
            </p:cNvPr>
            <p:cNvSpPr/>
            <p:nvPr/>
          </p:nvSpPr>
          <p:spPr>
            <a:xfrm>
              <a:off x="13604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7" name="Freeform: Shape 86">
              <a:extLst>
                <a:ext uri="{FF2B5EF4-FFF2-40B4-BE49-F238E27FC236}">
                  <a16:creationId xmlns:a16="http://schemas.microsoft.com/office/drawing/2014/main" id="{990A687F-3C79-DB3A-07C7-76C8324B25E0}"/>
                </a:ext>
              </a:extLst>
            </p:cNvPr>
            <p:cNvSpPr/>
            <p:nvPr/>
          </p:nvSpPr>
          <p:spPr>
            <a:xfrm>
              <a:off x="94187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8" name="Freeform: Shape 87">
              <a:extLst>
                <a:ext uri="{FF2B5EF4-FFF2-40B4-BE49-F238E27FC236}">
                  <a16:creationId xmlns:a16="http://schemas.microsoft.com/office/drawing/2014/main" id="{1979FEA3-DE62-212F-15D3-2CFB894E23B0}"/>
                </a:ext>
              </a:extLst>
            </p:cNvPr>
            <p:cNvSpPr/>
            <p:nvPr/>
          </p:nvSpPr>
          <p:spPr>
            <a:xfrm>
              <a:off x="62791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 name="Freeform: Shape 88">
              <a:extLst>
                <a:ext uri="{FF2B5EF4-FFF2-40B4-BE49-F238E27FC236}">
                  <a16:creationId xmlns:a16="http://schemas.microsoft.com/office/drawing/2014/main" id="{DE6FF1E5-1B82-AC41-AED1-1702AEB9C395}"/>
                </a:ext>
              </a:extLst>
            </p:cNvPr>
            <p:cNvSpPr/>
            <p:nvPr/>
          </p:nvSpPr>
          <p:spPr>
            <a:xfrm>
              <a:off x="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0" name="Freeform: Shape 89">
              <a:extLst>
                <a:ext uri="{FF2B5EF4-FFF2-40B4-BE49-F238E27FC236}">
                  <a16:creationId xmlns:a16="http://schemas.microsoft.com/office/drawing/2014/main" id="{740E58B1-9011-1F1D-A98B-B08E6A949891}"/>
                </a:ext>
              </a:extLst>
            </p:cNvPr>
            <p:cNvSpPr/>
            <p:nvPr/>
          </p:nvSpPr>
          <p:spPr>
            <a:xfrm>
              <a:off x="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1" name="Freeform: Shape 90">
              <a:extLst>
                <a:ext uri="{FF2B5EF4-FFF2-40B4-BE49-F238E27FC236}">
                  <a16:creationId xmlns:a16="http://schemas.microsoft.com/office/drawing/2014/main" id="{C06BD4BC-095F-5384-2947-856AE89C0F88}"/>
                </a:ext>
              </a:extLst>
            </p:cNvPr>
            <p:cNvSpPr/>
            <p:nvPr/>
          </p:nvSpPr>
          <p:spPr>
            <a:xfrm>
              <a:off x="5651227"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2" name="Freeform: Shape 91">
              <a:extLst>
                <a:ext uri="{FF2B5EF4-FFF2-40B4-BE49-F238E27FC236}">
                  <a16:creationId xmlns:a16="http://schemas.microsoft.com/office/drawing/2014/main" id="{924E026C-BB4A-D314-B117-30A557FF491E}"/>
                </a:ext>
              </a:extLst>
            </p:cNvPr>
            <p:cNvSpPr/>
            <p:nvPr/>
          </p:nvSpPr>
          <p:spPr>
            <a:xfrm>
              <a:off x="3453527" y="4083077"/>
              <a:ext cx="52326" cy="52326"/>
            </a:xfrm>
            <a:custGeom>
              <a:avLst/>
              <a:gdLst>
                <a:gd name="connsiteX0" fmla="*/ 26163 w 52326"/>
                <a:gd name="connsiteY0" fmla="*/ 0 h 52326"/>
                <a:gd name="connsiteX1" fmla="*/ 1046 w 52326"/>
                <a:gd name="connsiteY1" fmla="*/ 18489 h 52326"/>
                <a:gd name="connsiteX2" fmla="*/ 0 w 52326"/>
                <a:gd name="connsiteY2" fmla="*/ 26163 h 52326"/>
                <a:gd name="connsiteX3" fmla="*/ 26163 w 52326"/>
                <a:gd name="connsiteY3" fmla="*/ 52326 h 52326"/>
                <a:gd name="connsiteX4" fmla="*/ 51628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2" y="0"/>
                    <a:pt x="4535" y="7675"/>
                    <a:pt x="1046" y="18489"/>
                  </a:cubicBezTo>
                  <a:cubicBezTo>
                    <a:pt x="349" y="20930"/>
                    <a:pt x="0" y="23721"/>
                    <a:pt x="0" y="26163"/>
                  </a:cubicBezTo>
                  <a:cubicBezTo>
                    <a:pt x="0" y="40465"/>
                    <a:pt x="11861" y="52326"/>
                    <a:pt x="26163" y="52326"/>
                  </a:cubicBezTo>
                  <a:cubicBezTo>
                    <a:pt x="38721" y="52326"/>
                    <a:pt x="49187" y="43256"/>
                    <a:pt x="51628" y="31396"/>
                  </a:cubicBezTo>
                  <a:cubicBezTo>
                    <a:pt x="51977" y="29652"/>
                    <a:pt x="52326" y="2790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3" name="Freeform: Shape 92">
              <a:extLst>
                <a:ext uri="{FF2B5EF4-FFF2-40B4-BE49-F238E27FC236}">
                  <a16:creationId xmlns:a16="http://schemas.microsoft.com/office/drawing/2014/main" id="{F041007F-44C5-C221-3342-901043F81C7E}"/>
                </a:ext>
              </a:extLst>
            </p:cNvPr>
            <p:cNvSpPr/>
            <p:nvPr/>
          </p:nvSpPr>
          <p:spPr>
            <a:xfrm>
              <a:off x="52326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 name="Freeform: Shape 93">
              <a:extLst>
                <a:ext uri="{FF2B5EF4-FFF2-40B4-BE49-F238E27FC236}">
                  <a16:creationId xmlns:a16="http://schemas.microsoft.com/office/drawing/2014/main" id="{3F338597-497E-2951-A0CF-B0B9AA245633}"/>
                </a:ext>
              </a:extLst>
            </p:cNvPr>
            <p:cNvSpPr/>
            <p:nvPr/>
          </p:nvSpPr>
          <p:spPr>
            <a:xfrm>
              <a:off x="418609" y="3141206"/>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95" name="Freeform: Shape 94">
              <a:extLst>
                <a:ext uri="{FF2B5EF4-FFF2-40B4-BE49-F238E27FC236}">
                  <a16:creationId xmlns:a16="http://schemas.microsoft.com/office/drawing/2014/main" id="{30E311E4-385C-48CF-A7CC-D3FAC1AE5060}"/>
                </a:ext>
              </a:extLst>
            </p:cNvPr>
            <p:cNvSpPr/>
            <p:nvPr/>
          </p:nvSpPr>
          <p:spPr>
            <a:xfrm>
              <a:off x="533727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 name="Freeform: Shape 95">
              <a:extLst>
                <a:ext uri="{FF2B5EF4-FFF2-40B4-BE49-F238E27FC236}">
                  <a16:creationId xmlns:a16="http://schemas.microsoft.com/office/drawing/2014/main" id="{B2CACABC-F115-451E-B86D-7C9BBA01D813}"/>
                </a:ext>
              </a:extLst>
            </p:cNvPr>
            <p:cNvSpPr/>
            <p:nvPr/>
          </p:nvSpPr>
          <p:spPr>
            <a:xfrm>
              <a:off x="533727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 name="Freeform: Shape 96">
              <a:extLst>
                <a:ext uri="{FF2B5EF4-FFF2-40B4-BE49-F238E27FC236}">
                  <a16:creationId xmlns:a16="http://schemas.microsoft.com/office/drawing/2014/main" id="{EE470762-EFEA-A645-AE6C-0DEA44A50B76}"/>
                </a:ext>
              </a:extLst>
            </p:cNvPr>
            <p:cNvSpPr/>
            <p:nvPr/>
          </p:nvSpPr>
          <p:spPr>
            <a:xfrm>
              <a:off x="533727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8" name="Freeform: Shape 97">
              <a:extLst>
                <a:ext uri="{FF2B5EF4-FFF2-40B4-BE49-F238E27FC236}">
                  <a16:creationId xmlns:a16="http://schemas.microsoft.com/office/drawing/2014/main" id="{A99C3476-A623-7F59-FBD7-0B8D4C1B48F2}"/>
                </a:ext>
              </a:extLst>
            </p:cNvPr>
            <p:cNvSpPr/>
            <p:nvPr/>
          </p:nvSpPr>
          <p:spPr>
            <a:xfrm>
              <a:off x="596518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9" name="Freeform: Shape 98">
              <a:extLst>
                <a:ext uri="{FF2B5EF4-FFF2-40B4-BE49-F238E27FC236}">
                  <a16:creationId xmlns:a16="http://schemas.microsoft.com/office/drawing/2014/main" id="{FF4B9958-4812-9253-8E67-D134608ED40E}"/>
                </a:ext>
              </a:extLst>
            </p:cNvPr>
            <p:cNvSpPr/>
            <p:nvPr/>
          </p:nvSpPr>
          <p:spPr>
            <a:xfrm>
              <a:off x="554657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0" name="Freeform: Shape 99">
              <a:extLst>
                <a:ext uri="{FF2B5EF4-FFF2-40B4-BE49-F238E27FC236}">
                  <a16:creationId xmlns:a16="http://schemas.microsoft.com/office/drawing/2014/main" id="{A6BB1649-6F01-12DE-4A6F-1B63699C4766}"/>
                </a:ext>
              </a:extLst>
            </p:cNvPr>
            <p:cNvSpPr/>
            <p:nvPr/>
          </p:nvSpPr>
          <p:spPr>
            <a:xfrm>
              <a:off x="554657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 name="Freeform: Shape 100">
              <a:extLst>
                <a:ext uri="{FF2B5EF4-FFF2-40B4-BE49-F238E27FC236}">
                  <a16:creationId xmlns:a16="http://schemas.microsoft.com/office/drawing/2014/main" id="{5632BE22-03B6-77DF-5690-68B63CAFA1B9}"/>
                </a:ext>
              </a:extLst>
            </p:cNvPr>
            <p:cNvSpPr/>
            <p:nvPr/>
          </p:nvSpPr>
          <p:spPr>
            <a:xfrm>
              <a:off x="523261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 name="Freeform: Shape 101">
              <a:extLst>
                <a:ext uri="{FF2B5EF4-FFF2-40B4-BE49-F238E27FC236}">
                  <a16:creationId xmlns:a16="http://schemas.microsoft.com/office/drawing/2014/main" id="{662AA11D-09F9-B44F-B0B1-DF26DC83E4AF}"/>
                </a:ext>
              </a:extLst>
            </p:cNvPr>
            <p:cNvSpPr/>
            <p:nvPr/>
          </p:nvSpPr>
          <p:spPr>
            <a:xfrm>
              <a:off x="46047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 name="Freeform: Shape 102">
              <a:extLst>
                <a:ext uri="{FF2B5EF4-FFF2-40B4-BE49-F238E27FC236}">
                  <a16:creationId xmlns:a16="http://schemas.microsoft.com/office/drawing/2014/main" id="{6A72042D-E0D8-19E4-E998-565B78D64982}"/>
                </a:ext>
              </a:extLst>
            </p:cNvPr>
            <p:cNvSpPr/>
            <p:nvPr/>
          </p:nvSpPr>
          <p:spPr>
            <a:xfrm>
              <a:off x="439539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4" name="Freeform: Shape 103">
              <a:extLst>
                <a:ext uri="{FF2B5EF4-FFF2-40B4-BE49-F238E27FC236}">
                  <a16:creationId xmlns:a16="http://schemas.microsoft.com/office/drawing/2014/main" id="{8C448BB4-D4F7-0C66-49E3-6081DDAD5472}"/>
                </a:ext>
              </a:extLst>
            </p:cNvPr>
            <p:cNvSpPr/>
            <p:nvPr/>
          </p:nvSpPr>
          <p:spPr>
            <a:xfrm>
              <a:off x="418609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 name="Freeform: Shape 104">
              <a:extLst>
                <a:ext uri="{FF2B5EF4-FFF2-40B4-BE49-F238E27FC236}">
                  <a16:creationId xmlns:a16="http://schemas.microsoft.com/office/drawing/2014/main" id="{FC9DF501-7498-AE9A-4233-A09493C420B4}"/>
                </a:ext>
              </a:extLst>
            </p:cNvPr>
            <p:cNvSpPr/>
            <p:nvPr/>
          </p:nvSpPr>
          <p:spPr>
            <a:xfrm>
              <a:off x="37674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 name="Freeform: Shape 105">
              <a:extLst>
                <a:ext uri="{FF2B5EF4-FFF2-40B4-BE49-F238E27FC236}">
                  <a16:creationId xmlns:a16="http://schemas.microsoft.com/office/drawing/2014/main" id="{77BDFC84-DD98-4CCA-BA3F-6D1F1FCF3590}"/>
                </a:ext>
              </a:extLst>
            </p:cNvPr>
            <p:cNvSpPr/>
            <p:nvPr/>
          </p:nvSpPr>
          <p:spPr>
            <a:xfrm>
              <a:off x="512796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 name="Freeform: Shape 106">
              <a:extLst>
                <a:ext uri="{FF2B5EF4-FFF2-40B4-BE49-F238E27FC236}">
                  <a16:creationId xmlns:a16="http://schemas.microsoft.com/office/drawing/2014/main" id="{4C63FDAE-7996-A8D5-499B-C04EFC21D350}"/>
                </a:ext>
              </a:extLst>
            </p:cNvPr>
            <p:cNvSpPr/>
            <p:nvPr/>
          </p:nvSpPr>
          <p:spPr>
            <a:xfrm>
              <a:off x="38721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8" name="Freeform: Shape 107">
              <a:extLst>
                <a:ext uri="{FF2B5EF4-FFF2-40B4-BE49-F238E27FC236}">
                  <a16:creationId xmlns:a16="http://schemas.microsoft.com/office/drawing/2014/main" id="{8C55493A-B082-A866-346F-1D5763B1643E}"/>
                </a:ext>
              </a:extLst>
            </p:cNvPr>
            <p:cNvSpPr/>
            <p:nvPr/>
          </p:nvSpPr>
          <p:spPr>
            <a:xfrm>
              <a:off x="366283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 name="Freeform: Shape 108">
              <a:extLst>
                <a:ext uri="{FF2B5EF4-FFF2-40B4-BE49-F238E27FC236}">
                  <a16:creationId xmlns:a16="http://schemas.microsoft.com/office/drawing/2014/main" id="{AB5E1F49-9763-59B0-E99D-A1BECBE9D401}"/>
                </a:ext>
              </a:extLst>
            </p:cNvPr>
            <p:cNvSpPr/>
            <p:nvPr/>
          </p:nvSpPr>
          <p:spPr>
            <a:xfrm>
              <a:off x="3453527" y="3350510"/>
              <a:ext cx="52326" cy="52326"/>
            </a:xfrm>
            <a:custGeom>
              <a:avLst/>
              <a:gdLst>
                <a:gd name="connsiteX0" fmla="*/ 26163 w 52326"/>
                <a:gd name="connsiteY0" fmla="*/ 52326 h 52326"/>
                <a:gd name="connsiteX1" fmla="*/ 26163 w 52326"/>
                <a:gd name="connsiteY1" fmla="*/ 52326 h 52326"/>
                <a:gd name="connsiteX2" fmla="*/ 38721 w 52326"/>
                <a:gd name="connsiteY2" fmla="*/ 49187 h 52326"/>
                <a:gd name="connsiteX3" fmla="*/ 52326 w 52326"/>
                <a:gd name="connsiteY3" fmla="*/ 26163 h 52326"/>
                <a:gd name="connsiteX4" fmla="*/ 26163 w 52326"/>
                <a:gd name="connsiteY4" fmla="*/ 0 h 52326"/>
                <a:gd name="connsiteX5" fmla="*/ 13605 w 52326"/>
                <a:gd name="connsiteY5" fmla="*/ 3140 h 52326"/>
                <a:gd name="connsiteX6" fmla="*/ 10465 w 52326"/>
                <a:gd name="connsiteY6" fmla="*/ 5233 h 52326"/>
                <a:gd name="connsiteX7" fmla="*/ 7675 w 52326"/>
                <a:gd name="connsiteY7" fmla="*/ 767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1" y="49187"/>
                  </a:cubicBezTo>
                  <a:cubicBezTo>
                    <a:pt x="46745" y="44652"/>
                    <a:pt x="52326" y="36280"/>
                    <a:pt x="52326" y="26163"/>
                  </a:cubicBezTo>
                  <a:cubicBezTo>
                    <a:pt x="52326" y="11861"/>
                    <a:pt x="40465" y="0"/>
                    <a:pt x="26163" y="0"/>
                  </a:cubicBezTo>
                  <a:cubicBezTo>
                    <a:pt x="21628" y="0"/>
                    <a:pt x="17442" y="1046"/>
                    <a:pt x="13605" y="3140"/>
                  </a:cubicBezTo>
                  <a:cubicBezTo>
                    <a:pt x="12558" y="3837"/>
                    <a:pt x="11512" y="4535"/>
                    <a:pt x="10465" y="5233"/>
                  </a:cubicBezTo>
                  <a:cubicBezTo>
                    <a:pt x="9419" y="5930"/>
                    <a:pt x="8372" y="6628"/>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 name="Freeform: Shape 109">
              <a:extLst>
                <a:ext uri="{FF2B5EF4-FFF2-40B4-BE49-F238E27FC236}">
                  <a16:creationId xmlns:a16="http://schemas.microsoft.com/office/drawing/2014/main" id="{ED1808BA-E48E-5FF8-054A-6627FAB39B1F}"/>
                </a:ext>
              </a:extLst>
            </p:cNvPr>
            <p:cNvSpPr/>
            <p:nvPr/>
          </p:nvSpPr>
          <p:spPr>
            <a:xfrm>
              <a:off x="3244223"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1" name="Freeform: Shape 110">
              <a:extLst>
                <a:ext uri="{FF2B5EF4-FFF2-40B4-BE49-F238E27FC236}">
                  <a16:creationId xmlns:a16="http://schemas.microsoft.com/office/drawing/2014/main" id="{56C3919F-F726-377A-AC73-62ED2DED4745}"/>
                </a:ext>
              </a:extLst>
            </p:cNvPr>
            <p:cNvSpPr/>
            <p:nvPr/>
          </p:nvSpPr>
          <p:spPr>
            <a:xfrm>
              <a:off x="303491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2" name="Freeform: Shape 111">
              <a:extLst>
                <a:ext uri="{FF2B5EF4-FFF2-40B4-BE49-F238E27FC236}">
                  <a16:creationId xmlns:a16="http://schemas.microsoft.com/office/drawing/2014/main" id="{B123403D-5BAF-02E9-7B67-9C5DEC90EA73}"/>
                </a:ext>
              </a:extLst>
            </p:cNvPr>
            <p:cNvSpPr/>
            <p:nvPr/>
          </p:nvSpPr>
          <p:spPr>
            <a:xfrm>
              <a:off x="293026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3" name="Freeform: Shape 112">
              <a:extLst>
                <a:ext uri="{FF2B5EF4-FFF2-40B4-BE49-F238E27FC236}">
                  <a16:creationId xmlns:a16="http://schemas.microsoft.com/office/drawing/2014/main" id="{CC11C492-B842-D6D5-3E7C-77D3DA8E836F}"/>
                </a:ext>
              </a:extLst>
            </p:cNvPr>
            <p:cNvSpPr/>
            <p:nvPr/>
          </p:nvSpPr>
          <p:spPr>
            <a:xfrm rot="17550026">
              <a:off x="1151246" y="3978445"/>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14" name="Freeform: Shape 113">
              <a:extLst>
                <a:ext uri="{FF2B5EF4-FFF2-40B4-BE49-F238E27FC236}">
                  <a16:creationId xmlns:a16="http://schemas.microsoft.com/office/drawing/2014/main" id="{B2A935D9-9FF4-44B3-F41B-FA57D910A034}"/>
                </a:ext>
              </a:extLst>
            </p:cNvPr>
            <p:cNvSpPr/>
            <p:nvPr/>
          </p:nvSpPr>
          <p:spPr>
            <a:xfrm>
              <a:off x="94187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5" name="Freeform: Shape 114">
              <a:extLst>
                <a:ext uri="{FF2B5EF4-FFF2-40B4-BE49-F238E27FC236}">
                  <a16:creationId xmlns:a16="http://schemas.microsoft.com/office/drawing/2014/main" id="{380BB860-39DE-C186-DAB3-FD451EF38909}"/>
                </a:ext>
              </a:extLst>
            </p:cNvPr>
            <p:cNvSpPr/>
            <p:nvPr/>
          </p:nvSpPr>
          <p:spPr>
            <a:xfrm>
              <a:off x="837218"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6" name="Freeform: Shape 115">
              <a:extLst>
                <a:ext uri="{FF2B5EF4-FFF2-40B4-BE49-F238E27FC236}">
                  <a16:creationId xmlns:a16="http://schemas.microsoft.com/office/drawing/2014/main" id="{B448441D-5109-90BB-F758-351F5800D1A9}"/>
                </a:ext>
              </a:extLst>
            </p:cNvPr>
            <p:cNvSpPr/>
            <p:nvPr/>
          </p:nvSpPr>
          <p:spPr>
            <a:xfrm>
              <a:off x="73256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7" name="Freeform: Shape 116">
              <a:extLst>
                <a:ext uri="{FF2B5EF4-FFF2-40B4-BE49-F238E27FC236}">
                  <a16:creationId xmlns:a16="http://schemas.microsoft.com/office/drawing/2014/main" id="{70DB830A-2AE5-A3B3-2C6C-AB54E6A0D53B}"/>
                </a:ext>
              </a:extLst>
            </p:cNvPr>
            <p:cNvSpPr/>
            <p:nvPr/>
          </p:nvSpPr>
          <p:spPr>
            <a:xfrm>
              <a:off x="10465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8" name="Freeform: Shape 117">
              <a:extLst>
                <a:ext uri="{FF2B5EF4-FFF2-40B4-BE49-F238E27FC236}">
                  <a16:creationId xmlns:a16="http://schemas.microsoft.com/office/drawing/2014/main" id="{4C9B2D4E-4D78-8A18-25FA-6DFEE408E80E}"/>
                </a:ext>
              </a:extLst>
            </p:cNvPr>
            <p:cNvSpPr/>
            <p:nvPr/>
          </p:nvSpPr>
          <p:spPr>
            <a:xfrm>
              <a:off x="1779090"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1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1" y="0"/>
                    <a:pt x="0" y="11861"/>
                    <a:pt x="0" y="26163"/>
                  </a:cubicBezTo>
                  <a:cubicBezTo>
                    <a:pt x="0" y="26163"/>
                    <a:pt x="0" y="26163"/>
                    <a:pt x="0" y="26163"/>
                  </a:cubicBezTo>
                  <a:cubicBezTo>
                    <a:pt x="0" y="40465"/>
                    <a:pt x="11861" y="52326"/>
                    <a:pt x="26163" y="52326"/>
                  </a:cubicBezTo>
                  <a:cubicBezTo>
                    <a:pt x="27907" y="52326"/>
                    <a:pt x="29652" y="51977"/>
                    <a:pt x="31396" y="51629"/>
                  </a:cubicBezTo>
                  <a:cubicBezTo>
                    <a:pt x="33838" y="51279"/>
                    <a:pt x="36280" y="50233"/>
                    <a:pt x="38373" y="49187"/>
                  </a:cubicBezTo>
                  <a:cubicBezTo>
                    <a:pt x="38373" y="49187"/>
                    <a:pt x="38721" y="49187"/>
                    <a:pt x="38721" y="49187"/>
                  </a:cubicBezTo>
                  <a:cubicBezTo>
                    <a:pt x="46745"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19" name="Freeform: Shape 118">
              <a:extLst>
                <a:ext uri="{FF2B5EF4-FFF2-40B4-BE49-F238E27FC236}">
                  <a16:creationId xmlns:a16="http://schemas.microsoft.com/office/drawing/2014/main" id="{6BB188B6-C805-2793-8F90-1A7F2ADE6E27}"/>
                </a:ext>
              </a:extLst>
            </p:cNvPr>
            <p:cNvSpPr/>
            <p:nvPr/>
          </p:nvSpPr>
          <p:spPr>
            <a:xfrm>
              <a:off x="1988394" y="5338905"/>
              <a:ext cx="52326" cy="52326"/>
            </a:xfrm>
            <a:custGeom>
              <a:avLst/>
              <a:gdLst>
                <a:gd name="connsiteX0" fmla="*/ 26163 w 52326"/>
                <a:gd name="connsiteY0" fmla="*/ 0 h 52326"/>
                <a:gd name="connsiteX1" fmla="*/ 3140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6" y="0"/>
                    <a:pt x="7675" y="5581"/>
                    <a:pt x="3140" y="13605"/>
                  </a:cubicBezTo>
                  <a:cubicBezTo>
                    <a:pt x="1046" y="17442"/>
                    <a:pt x="0" y="21628"/>
                    <a:pt x="0" y="26163"/>
                  </a:cubicBezTo>
                  <a:cubicBezTo>
                    <a:pt x="0" y="40465"/>
                    <a:pt x="11861" y="52326"/>
                    <a:pt x="26163" y="52326"/>
                  </a:cubicBezTo>
                  <a:cubicBezTo>
                    <a:pt x="35931" y="52326"/>
                    <a:pt x="44652" y="46745"/>
                    <a:pt x="49187" y="38721"/>
                  </a:cubicBezTo>
                  <a:cubicBezTo>
                    <a:pt x="51280"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 name="Freeform: Shape 119">
              <a:extLst>
                <a:ext uri="{FF2B5EF4-FFF2-40B4-BE49-F238E27FC236}">
                  <a16:creationId xmlns:a16="http://schemas.microsoft.com/office/drawing/2014/main" id="{106EFCCD-57C4-6C29-F11A-D1D7B9940C4F}"/>
                </a:ext>
              </a:extLst>
            </p:cNvPr>
            <p:cNvSpPr/>
            <p:nvPr/>
          </p:nvSpPr>
          <p:spPr>
            <a:xfrm>
              <a:off x="1255828" y="4815643"/>
              <a:ext cx="52326" cy="52326"/>
            </a:xfrm>
            <a:custGeom>
              <a:avLst/>
              <a:gdLst>
                <a:gd name="connsiteX0" fmla="*/ 38721 w 52326"/>
                <a:gd name="connsiteY0" fmla="*/ 3140 h 52326"/>
                <a:gd name="connsiteX1" fmla="*/ 26163 w 52326"/>
                <a:gd name="connsiteY1" fmla="*/ 0 h 52326"/>
                <a:gd name="connsiteX2" fmla="*/ 0 w 52326"/>
                <a:gd name="connsiteY2" fmla="*/ 26163 h 52326"/>
                <a:gd name="connsiteX3" fmla="*/ 13605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1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1" y="3140"/>
                  </a:moveTo>
                  <a:cubicBezTo>
                    <a:pt x="34884" y="1046"/>
                    <a:pt x="30698" y="0"/>
                    <a:pt x="26163" y="0"/>
                  </a:cubicBezTo>
                  <a:cubicBezTo>
                    <a:pt x="11861" y="0"/>
                    <a:pt x="0" y="11861"/>
                    <a:pt x="0" y="26163"/>
                  </a:cubicBezTo>
                  <a:cubicBezTo>
                    <a:pt x="0" y="35931"/>
                    <a:pt x="5581" y="44652"/>
                    <a:pt x="13605" y="49187"/>
                  </a:cubicBezTo>
                  <a:cubicBezTo>
                    <a:pt x="17442" y="51280"/>
                    <a:pt x="21628" y="52326"/>
                    <a:pt x="26163" y="52326"/>
                  </a:cubicBezTo>
                  <a:lnTo>
                    <a:pt x="26163" y="52326"/>
                  </a:lnTo>
                  <a:cubicBezTo>
                    <a:pt x="40466" y="52326"/>
                    <a:pt x="52326" y="40465"/>
                    <a:pt x="52326" y="26163"/>
                  </a:cubicBezTo>
                  <a:cubicBezTo>
                    <a:pt x="52326" y="16396"/>
                    <a:pt x="46745" y="7675"/>
                    <a:pt x="38721" y="3140"/>
                  </a:cubicBezTo>
                  <a:close/>
                </a:path>
              </a:pathLst>
            </a:custGeom>
            <a:grpFill/>
            <a:ln w="3488" cap="flat">
              <a:noFill/>
              <a:prstDash val="solid"/>
              <a:miter/>
            </a:ln>
          </p:spPr>
          <p:txBody>
            <a:bodyPr rtlCol="0" anchor="ctr"/>
            <a:lstStyle/>
            <a:p>
              <a:endParaRPr lang="en-ID"/>
            </a:p>
          </p:txBody>
        </p:sp>
        <p:sp>
          <p:nvSpPr>
            <p:cNvPr id="121" name="Freeform: Shape 120">
              <a:extLst>
                <a:ext uri="{FF2B5EF4-FFF2-40B4-BE49-F238E27FC236}">
                  <a16:creationId xmlns:a16="http://schemas.microsoft.com/office/drawing/2014/main" id="{F3712F03-D2CD-3AB9-68C7-CFDBC6807435}"/>
                </a:ext>
              </a:extLst>
            </p:cNvPr>
            <p:cNvSpPr/>
            <p:nvPr/>
          </p:nvSpPr>
          <p:spPr>
            <a:xfrm>
              <a:off x="57558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 name="Freeform: Shape 121">
              <a:extLst>
                <a:ext uri="{FF2B5EF4-FFF2-40B4-BE49-F238E27FC236}">
                  <a16:creationId xmlns:a16="http://schemas.microsoft.com/office/drawing/2014/main" id="{90D61CE8-238C-9E18-D263-5D491BDB540A}"/>
                </a:ext>
              </a:extLst>
            </p:cNvPr>
            <p:cNvSpPr/>
            <p:nvPr/>
          </p:nvSpPr>
          <p:spPr>
            <a:xfrm>
              <a:off x="46047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 name="Freeform: Shape 122">
              <a:extLst>
                <a:ext uri="{FF2B5EF4-FFF2-40B4-BE49-F238E27FC236}">
                  <a16:creationId xmlns:a16="http://schemas.microsoft.com/office/drawing/2014/main" id="{A8DC3809-6E52-133C-CA07-506D1D789E7D}"/>
                </a:ext>
              </a:extLst>
            </p:cNvPr>
            <p:cNvSpPr/>
            <p:nvPr/>
          </p:nvSpPr>
          <p:spPr>
            <a:xfrm>
              <a:off x="418609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4" name="Freeform: Shape 123">
              <a:extLst>
                <a:ext uri="{FF2B5EF4-FFF2-40B4-BE49-F238E27FC236}">
                  <a16:creationId xmlns:a16="http://schemas.microsoft.com/office/drawing/2014/main" id="{F1C447C2-1A7A-0FBA-4CBC-BE5EE3C7EAC6}"/>
                </a:ext>
              </a:extLst>
            </p:cNvPr>
            <p:cNvSpPr/>
            <p:nvPr/>
          </p:nvSpPr>
          <p:spPr>
            <a:xfrm>
              <a:off x="397678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 name="Freeform: Shape 124">
              <a:extLst>
                <a:ext uri="{FF2B5EF4-FFF2-40B4-BE49-F238E27FC236}">
                  <a16:creationId xmlns:a16="http://schemas.microsoft.com/office/drawing/2014/main" id="{913ABC8D-F462-D424-559D-281FA68FD347}"/>
                </a:ext>
              </a:extLst>
            </p:cNvPr>
            <p:cNvSpPr/>
            <p:nvPr/>
          </p:nvSpPr>
          <p:spPr>
            <a:xfrm>
              <a:off x="544192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 name="Freeform: Shape 125">
              <a:extLst>
                <a:ext uri="{FF2B5EF4-FFF2-40B4-BE49-F238E27FC236}">
                  <a16:creationId xmlns:a16="http://schemas.microsoft.com/office/drawing/2014/main" id="{55F4760C-5149-9E15-A5F1-BF67A3445ADF}"/>
                </a:ext>
              </a:extLst>
            </p:cNvPr>
            <p:cNvSpPr/>
            <p:nvPr/>
          </p:nvSpPr>
          <p:spPr>
            <a:xfrm>
              <a:off x="491866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 name="Freeform: Shape 126">
              <a:extLst>
                <a:ext uri="{FF2B5EF4-FFF2-40B4-BE49-F238E27FC236}">
                  <a16:creationId xmlns:a16="http://schemas.microsoft.com/office/drawing/2014/main" id="{EAB060F8-7AE4-2201-1E79-8A46543D65AE}"/>
                </a:ext>
              </a:extLst>
            </p:cNvPr>
            <p:cNvSpPr/>
            <p:nvPr/>
          </p:nvSpPr>
          <p:spPr>
            <a:xfrm>
              <a:off x="47093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 name="Freeform: Shape 127">
              <a:extLst>
                <a:ext uri="{FF2B5EF4-FFF2-40B4-BE49-F238E27FC236}">
                  <a16:creationId xmlns:a16="http://schemas.microsoft.com/office/drawing/2014/main" id="{EE9B7C5F-E647-91A0-C6D7-DB835D839E81}"/>
                </a:ext>
              </a:extLst>
            </p:cNvPr>
            <p:cNvSpPr/>
            <p:nvPr/>
          </p:nvSpPr>
          <p:spPr>
            <a:xfrm>
              <a:off x="38721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 name="Freeform: Shape 128">
              <a:extLst>
                <a:ext uri="{FF2B5EF4-FFF2-40B4-BE49-F238E27FC236}">
                  <a16:creationId xmlns:a16="http://schemas.microsoft.com/office/drawing/2014/main" id="{577282C1-9D20-74F8-9D3C-6FBAEB770434}"/>
                </a:ext>
              </a:extLst>
            </p:cNvPr>
            <p:cNvSpPr/>
            <p:nvPr/>
          </p:nvSpPr>
          <p:spPr>
            <a:xfrm>
              <a:off x="3034918"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8" y="46396"/>
                    <a:pt x="49884" y="37326"/>
                  </a:cubicBezTo>
                  <a:cubicBezTo>
                    <a:pt x="50931" y="34884"/>
                    <a:pt x="51628" y="32442"/>
                    <a:pt x="51977" y="29652"/>
                  </a:cubicBezTo>
                  <a:cubicBezTo>
                    <a:pt x="51977" y="28605"/>
                    <a:pt x="52326" y="27558"/>
                    <a:pt x="52326" y="26163"/>
                  </a:cubicBezTo>
                  <a:cubicBezTo>
                    <a:pt x="52326" y="11860"/>
                    <a:pt x="40465" y="0"/>
                    <a:pt x="26163" y="0"/>
                  </a:cubicBezTo>
                  <a:lnTo>
                    <a:pt x="26163" y="0"/>
                  </a:lnTo>
                  <a:cubicBezTo>
                    <a:pt x="15349" y="0"/>
                    <a:pt x="5930" y="6628"/>
                    <a:pt x="2093" y="16047"/>
                  </a:cubicBezTo>
                  <a:cubicBezTo>
                    <a:pt x="1046" y="18140"/>
                    <a:pt x="698" y="20582"/>
                    <a:pt x="349" y="22675"/>
                  </a:cubicBezTo>
                  <a:cubicBezTo>
                    <a:pt x="349" y="23721"/>
                    <a:pt x="0" y="25116"/>
                    <a:pt x="0" y="26163"/>
                  </a:cubicBezTo>
                  <a:cubicBezTo>
                    <a:pt x="0" y="40814"/>
                    <a:pt x="11861" y="52675"/>
                    <a:pt x="26163" y="52675"/>
                  </a:cubicBezTo>
                  <a:close/>
                </a:path>
              </a:pathLst>
            </a:custGeom>
            <a:grpFill/>
            <a:ln w="3488" cap="flat">
              <a:noFill/>
              <a:prstDash val="solid"/>
              <a:miter/>
            </a:ln>
          </p:spPr>
          <p:txBody>
            <a:bodyPr rtlCol="0" anchor="ctr"/>
            <a:lstStyle/>
            <a:p>
              <a:endParaRPr lang="en-ID"/>
            </a:p>
          </p:txBody>
        </p:sp>
        <p:sp>
          <p:nvSpPr>
            <p:cNvPr id="130" name="Freeform: Shape 129">
              <a:extLst>
                <a:ext uri="{FF2B5EF4-FFF2-40B4-BE49-F238E27FC236}">
                  <a16:creationId xmlns:a16="http://schemas.microsoft.com/office/drawing/2014/main" id="{E6510A73-EB28-2076-6ED3-6BAE07B32C80}"/>
                </a:ext>
              </a:extLst>
            </p:cNvPr>
            <p:cNvSpPr/>
            <p:nvPr/>
          </p:nvSpPr>
          <p:spPr>
            <a:xfrm>
              <a:off x="28256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1" name="Freeform: Shape 130">
              <a:extLst>
                <a:ext uri="{FF2B5EF4-FFF2-40B4-BE49-F238E27FC236}">
                  <a16:creationId xmlns:a16="http://schemas.microsoft.com/office/drawing/2014/main" id="{AABE4B46-E578-A96F-3C79-CE21C0B49EF0}"/>
                </a:ext>
              </a:extLst>
            </p:cNvPr>
            <p:cNvSpPr/>
            <p:nvPr/>
          </p:nvSpPr>
          <p:spPr>
            <a:xfrm>
              <a:off x="23023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2" name="Freeform: Shape 131">
              <a:extLst>
                <a:ext uri="{FF2B5EF4-FFF2-40B4-BE49-F238E27FC236}">
                  <a16:creationId xmlns:a16="http://schemas.microsoft.com/office/drawing/2014/main" id="{FA8557A6-E743-1D71-803B-4AB3973A68C3}"/>
                </a:ext>
              </a:extLst>
            </p:cNvPr>
            <p:cNvSpPr/>
            <p:nvPr/>
          </p:nvSpPr>
          <p:spPr>
            <a:xfrm>
              <a:off x="94187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3" name="Freeform: Shape 132">
              <a:extLst>
                <a:ext uri="{FF2B5EF4-FFF2-40B4-BE49-F238E27FC236}">
                  <a16:creationId xmlns:a16="http://schemas.microsoft.com/office/drawing/2014/main" id="{428F25FC-3B37-D5E9-AA7D-392398D31F48}"/>
                </a:ext>
              </a:extLst>
            </p:cNvPr>
            <p:cNvSpPr/>
            <p:nvPr/>
          </p:nvSpPr>
          <p:spPr>
            <a:xfrm>
              <a:off x="20930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4" name="Freeform: Shape 133">
              <a:extLst>
                <a:ext uri="{FF2B5EF4-FFF2-40B4-BE49-F238E27FC236}">
                  <a16:creationId xmlns:a16="http://schemas.microsoft.com/office/drawing/2014/main" id="{01795F5C-040F-A98F-68CE-4C3F80F8F7CD}"/>
                </a:ext>
              </a:extLst>
            </p:cNvPr>
            <p:cNvSpPr/>
            <p:nvPr/>
          </p:nvSpPr>
          <p:spPr>
            <a:xfrm>
              <a:off x="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5" name="Freeform: Shape 134">
              <a:extLst>
                <a:ext uri="{FF2B5EF4-FFF2-40B4-BE49-F238E27FC236}">
                  <a16:creationId xmlns:a16="http://schemas.microsoft.com/office/drawing/2014/main" id="{AE1D8B86-D81D-1E7D-B563-D1E9C107CDE9}"/>
                </a:ext>
              </a:extLst>
            </p:cNvPr>
            <p:cNvSpPr/>
            <p:nvPr/>
          </p:nvSpPr>
          <p:spPr>
            <a:xfrm>
              <a:off x="512796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 name="Freeform: Shape 135">
              <a:extLst>
                <a:ext uri="{FF2B5EF4-FFF2-40B4-BE49-F238E27FC236}">
                  <a16:creationId xmlns:a16="http://schemas.microsoft.com/office/drawing/2014/main" id="{936D2DF1-1EA9-7970-092E-B7907D8B523A}"/>
                </a:ext>
              </a:extLst>
            </p:cNvPr>
            <p:cNvSpPr/>
            <p:nvPr/>
          </p:nvSpPr>
          <p:spPr>
            <a:xfrm>
              <a:off x="5127965"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1"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137" name="Freeform: Shape 136">
              <a:extLst>
                <a:ext uri="{FF2B5EF4-FFF2-40B4-BE49-F238E27FC236}">
                  <a16:creationId xmlns:a16="http://schemas.microsoft.com/office/drawing/2014/main" id="{C109F8F8-08FA-A044-2C6B-81A6091E93C3}"/>
                </a:ext>
              </a:extLst>
            </p:cNvPr>
            <p:cNvSpPr/>
            <p:nvPr/>
          </p:nvSpPr>
          <p:spPr>
            <a:xfrm>
              <a:off x="2511656"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8" name="Freeform: Shape 137">
              <a:extLst>
                <a:ext uri="{FF2B5EF4-FFF2-40B4-BE49-F238E27FC236}">
                  <a16:creationId xmlns:a16="http://schemas.microsoft.com/office/drawing/2014/main" id="{345461E6-47A1-E1DC-7007-4BA3430EC7F0}"/>
                </a:ext>
              </a:extLst>
            </p:cNvPr>
            <p:cNvSpPr/>
            <p:nvPr/>
          </p:nvSpPr>
          <p:spPr>
            <a:xfrm>
              <a:off x="6069836" y="3350510"/>
              <a:ext cx="51990" cy="52674"/>
            </a:xfrm>
            <a:custGeom>
              <a:avLst/>
              <a:gdLst>
                <a:gd name="connsiteX0" fmla="*/ 36280 w 51990"/>
                <a:gd name="connsiteY0" fmla="*/ 2093 h 52674"/>
                <a:gd name="connsiteX1" fmla="*/ 26163 w 51990"/>
                <a:gd name="connsiteY1" fmla="*/ 0 h 52674"/>
                <a:gd name="connsiteX2" fmla="*/ 26163 w 51990"/>
                <a:gd name="connsiteY2" fmla="*/ 0 h 52674"/>
                <a:gd name="connsiteX3" fmla="*/ 20930 w 51990"/>
                <a:gd name="connsiteY3" fmla="*/ 698 h 52674"/>
                <a:gd name="connsiteX4" fmla="*/ 18489 w 51990"/>
                <a:gd name="connsiteY4" fmla="*/ 1395 h 52674"/>
                <a:gd name="connsiteX5" fmla="*/ 2093 w 51990"/>
                <a:gd name="connsiteY5" fmla="*/ 16047 h 52674"/>
                <a:gd name="connsiteX6" fmla="*/ 0 w 51990"/>
                <a:gd name="connsiteY6" fmla="*/ 26163 h 52674"/>
                <a:gd name="connsiteX7" fmla="*/ 0 w 51990"/>
                <a:gd name="connsiteY7" fmla="*/ 28954 h 52674"/>
                <a:gd name="connsiteX8" fmla="*/ 18140 w 51990"/>
                <a:gd name="connsiteY8" fmla="*/ 51280 h 52674"/>
                <a:gd name="connsiteX9" fmla="*/ 20582 w 51990"/>
                <a:gd name="connsiteY9" fmla="*/ 51977 h 52674"/>
                <a:gd name="connsiteX10" fmla="*/ 25814 w 51990"/>
                <a:gd name="connsiteY10" fmla="*/ 52675 h 52674"/>
                <a:gd name="connsiteX11" fmla="*/ 25814 w 51990"/>
                <a:gd name="connsiteY11" fmla="*/ 52675 h 52674"/>
                <a:gd name="connsiteX12" fmla="*/ 35931 w 51990"/>
                <a:gd name="connsiteY12" fmla="*/ 50582 h 52674"/>
                <a:gd name="connsiteX13" fmla="*/ 51977 w 51990"/>
                <a:gd name="connsiteY13" fmla="*/ 26512 h 52674"/>
                <a:gd name="connsiteX14" fmla="*/ 36280 w 51990"/>
                <a:gd name="connsiteY14" fmla="*/ 209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90" h="52674">
                  <a:moveTo>
                    <a:pt x="36280" y="2093"/>
                  </a:moveTo>
                  <a:cubicBezTo>
                    <a:pt x="33140" y="698"/>
                    <a:pt x="29652" y="0"/>
                    <a:pt x="26163" y="0"/>
                  </a:cubicBezTo>
                  <a:lnTo>
                    <a:pt x="26163" y="0"/>
                  </a:lnTo>
                  <a:cubicBezTo>
                    <a:pt x="24419" y="0"/>
                    <a:pt x="22675" y="349"/>
                    <a:pt x="20930" y="698"/>
                  </a:cubicBezTo>
                  <a:cubicBezTo>
                    <a:pt x="20233" y="1046"/>
                    <a:pt x="19186" y="1046"/>
                    <a:pt x="18489" y="1395"/>
                  </a:cubicBezTo>
                  <a:cubicBezTo>
                    <a:pt x="11163" y="3837"/>
                    <a:pt x="5233" y="9070"/>
                    <a:pt x="2093" y="16047"/>
                  </a:cubicBezTo>
                  <a:cubicBezTo>
                    <a:pt x="698" y="19186"/>
                    <a:pt x="0" y="22675"/>
                    <a:pt x="0" y="26163"/>
                  </a:cubicBezTo>
                  <a:cubicBezTo>
                    <a:pt x="0" y="27210"/>
                    <a:pt x="0" y="27907"/>
                    <a:pt x="0" y="28954"/>
                  </a:cubicBezTo>
                  <a:cubicBezTo>
                    <a:pt x="1047" y="39419"/>
                    <a:pt x="8372" y="48140"/>
                    <a:pt x="18140" y="51280"/>
                  </a:cubicBezTo>
                  <a:cubicBezTo>
                    <a:pt x="18838" y="51628"/>
                    <a:pt x="19884" y="51628"/>
                    <a:pt x="20582" y="51977"/>
                  </a:cubicBezTo>
                  <a:cubicBezTo>
                    <a:pt x="22326" y="52326"/>
                    <a:pt x="24070" y="52675"/>
                    <a:pt x="25814" y="52675"/>
                  </a:cubicBezTo>
                  <a:lnTo>
                    <a:pt x="25814" y="52675"/>
                  </a:lnTo>
                  <a:cubicBezTo>
                    <a:pt x="29303" y="52675"/>
                    <a:pt x="32791" y="51977"/>
                    <a:pt x="35931" y="50582"/>
                  </a:cubicBezTo>
                  <a:cubicBezTo>
                    <a:pt x="45349" y="46745"/>
                    <a:pt x="51977" y="37326"/>
                    <a:pt x="51977" y="26512"/>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139" name="Freeform: Shape 138">
              <a:extLst>
                <a:ext uri="{FF2B5EF4-FFF2-40B4-BE49-F238E27FC236}">
                  <a16:creationId xmlns:a16="http://schemas.microsoft.com/office/drawing/2014/main" id="{416C223D-50E5-C290-1CD5-27EE728EA287}"/>
                </a:ext>
              </a:extLst>
            </p:cNvPr>
            <p:cNvSpPr/>
            <p:nvPr/>
          </p:nvSpPr>
          <p:spPr>
            <a:xfrm>
              <a:off x="4081442"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40" name="Freeform: Shape 139">
              <a:extLst>
                <a:ext uri="{FF2B5EF4-FFF2-40B4-BE49-F238E27FC236}">
                  <a16:creationId xmlns:a16="http://schemas.microsoft.com/office/drawing/2014/main" id="{96DB3BBC-682A-F05E-6FBE-A80765FF4E6C}"/>
                </a:ext>
              </a:extLst>
            </p:cNvPr>
            <p:cNvSpPr/>
            <p:nvPr/>
          </p:nvSpPr>
          <p:spPr>
            <a:xfrm>
              <a:off x="4081442"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1" name="Freeform: Shape 140">
              <a:extLst>
                <a:ext uri="{FF2B5EF4-FFF2-40B4-BE49-F238E27FC236}">
                  <a16:creationId xmlns:a16="http://schemas.microsoft.com/office/drawing/2014/main" id="{3AFB116B-5E92-4F98-F6CF-6DEF3B23ECBC}"/>
                </a:ext>
              </a:extLst>
            </p:cNvPr>
            <p:cNvSpPr/>
            <p:nvPr/>
          </p:nvSpPr>
          <p:spPr>
            <a:xfrm>
              <a:off x="3662832"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2" name="Freeform: Shape 141">
              <a:extLst>
                <a:ext uri="{FF2B5EF4-FFF2-40B4-BE49-F238E27FC236}">
                  <a16:creationId xmlns:a16="http://schemas.microsoft.com/office/drawing/2014/main" id="{7BF419C3-07FB-9C07-7A11-D7A883A4B3A4}"/>
                </a:ext>
              </a:extLst>
            </p:cNvPr>
            <p:cNvSpPr/>
            <p:nvPr/>
          </p:nvSpPr>
          <p:spPr>
            <a:xfrm>
              <a:off x="3139570" y="5443557"/>
              <a:ext cx="52326" cy="52326"/>
            </a:xfrm>
            <a:custGeom>
              <a:avLst/>
              <a:gdLst>
                <a:gd name="connsiteX0" fmla="*/ 26163 w 52326"/>
                <a:gd name="connsiteY0" fmla="*/ 52326 h 52326"/>
                <a:gd name="connsiteX1" fmla="*/ 26163 w 52326"/>
                <a:gd name="connsiteY1" fmla="*/ 52326 h 52326"/>
                <a:gd name="connsiteX2" fmla="*/ 33838 w 52326"/>
                <a:gd name="connsiteY2" fmla="*/ 51279 h 52326"/>
                <a:gd name="connsiteX3" fmla="*/ 37326 w 52326"/>
                <a:gd name="connsiteY3" fmla="*/ 49884 h 52326"/>
                <a:gd name="connsiteX4" fmla="*/ 40814 w 52326"/>
                <a:gd name="connsiteY4" fmla="*/ 47791 h 52326"/>
                <a:gd name="connsiteX5" fmla="*/ 52326 w 52326"/>
                <a:gd name="connsiteY5" fmla="*/ 26163 h 52326"/>
                <a:gd name="connsiteX6" fmla="*/ 26163 w 52326"/>
                <a:gd name="connsiteY6" fmla="*/ 0 h 52326"/>
                <a:gd name="connsiteX7" fmla="*/ 18489 w 52326"/>
                <a:gd name="connsiteY7" fmla="*/ 1047 h 52326"/>
                <a:gd name="connsiteX8" fmla="*/ 15000 w 52326"/>
                <a:gd name="connsiteY8" fmla="*/ 2442 h 52326"/>
                <a:gd name="connsiteX9" fmla="*/ 11512 w 52326"/>
                <a:gd name="connsiteY9" fmla="*/ 4535 h 52326"/>
                <a:gd name="connsiteX10" fmla="*/ 0 w 52326"/>
                <a:gd name="connsiteY10" fmla="*/ 26163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28954" y="52326"/>
                    <a:pt x="31396" y="51977"/>
                    <a:pt x="33838" y="51279"/>
                  </a:cubicBezTo>
                  <a:cubicBezTo>
                    <a:pt x="34884" y="50931"/>
                    <a:pt x="36280" y="50582"/>
                    <a:pt x="37326" y="49884"/>
                  </a:cubicBezTo>
                  <a:cubicBezTo>
                    <a:pt x="38373" y="49187"/>
                    <a:pt x="39768" y="48838"/>
                    <a:pt x="40814" y="47791"/>
                  </a:cubicBezTo>
                  <a:cubicBezTo>
                    <a:pt x="47791" y="43256"/>
                    <a:pt x="52326" y="35233"/>
                    <a:pt x="52326" y="26163"/>
                  </a:cubicBezTo>
                  <a:cubicBezTo>
                    <a:pt x="52326" y="11861"/>
                    <a:pt x="40465" y="0"/>
                    <a:pt x="26163" y="0"/>
                  </a:cubicBezTo>
                  <a:cubicBezTo>
                    <a:pt x="23372" y="0"/>
                    <a:pt x="20930" y="349"/>
                    <a:pt x="18489" y="1047"/>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3" name="Freeform: Shape 142">
              <a:extLst>
                <a:ext uri="{FF2B5EF4-FFF2-40B4-BE49-F238E27FC236}">
                  <a16:creationId xmlns:a16="http://schemas.microsoft.com/office/drawing/2014/main" id="{42367497-B4F3-FF9C-4020-CC542ED7BCE2}"/>
                </a:ext>
              </a:extLst>
            </p:cNvPr>
            <p:cNvSpPr/>
            <p:nvPr/>
          </p:nvSpPr>
          <p:spPr>
            <a:xfrm>
              <a:off x="272096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 name="Freeform: Shape 143">
              <a:extLst>
                <a:ext uri="{FF2B5EF4-FFF2-40B4-BE49-F238E27FC236}">
                  <a16:creationId xmlns:a16="http://schemas.microsoft.com/office/drawing/2014/main" id="{B2E64CC9-764B-64CA-5A28-1CA9DFD8A207}"/>
                </a:ext>
              </a:extLst>
            </p:cNvPr>
            <p:cNvSpPr/>
            <p:nvPr/>
          </p:nvSpPr>
          <p:spPr>
            <a:xfrm>
              <a:off x="2093047" y="5443557"/>
              <a:ext cx="52326" cy="52326"/>
            </a:xfrm>
            <a:custGeom>
              <a:avLst/>
              <a:gdLst>
                <a:gd name="connsiteX0" fmla="*/ 33838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8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8"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8" y="1047"/>
                  </a:cubicBezTo>
                  <a:close/>
                </a:path>
              </a:pathLst>
            </a:custGeom>
            <a:grpFill/>
            <a:ln w="3488" cap="flat">
              <a:noFill/>
              <a:prstDash val="solid"/>
              <a:miter/>
            </a:ln>
          </p:spPr>
          <p:txBody>
            <a:bodyPr rtlCol="0" anchor="ctr"/>
            <a:lstStyle/>
            <a:p>
              <a:endParaRPr lang="en-ID"/>
            </a:p>
          </p:txBody>
        </p:sp>
        <p:sp>
          <p:nvSpPr>
            <p:cNvPr id="145" name="Freeform: Shape 144">
              <a:extLst>
                <a:ext uri="{FF2B5EF4-FFF2-40B4-BE49-F238E27FC236}">
                  <a16:creationId xmlns:a16="http://schemas.microsoft.com/office/drawing/2014/main" id="{C0900A0B-1FF7-2EE4-141B-66E5832448A7}"/>
                </a:ext>
              </a:extLst>
            </p:cNvPr>
            <p:cNvSpPr/>
            <p:nvPr/>
          </p:nvSpPr>
          <p:spPr>
            <a:xfrm>
              <a:off x="2093047" y="3664467"/>
              <a:ext cx="52326" cy="52326"/>
            </a:xfrm>
            <a:custGeom>
              <a:avLst/>
              <a:gdLst>
                <a:gd name="connsiteX0" fmla="*/ 26163 w 52326"/>
                <a:gd name="connsiteY0" fmla="*/ 52326 h 52326"/>
                <a:gd name="connsiteX1" fmla="*/ 26163 w 52326"/>
                <a:gd name="connsiteY1" fmla="*/ 52326 h 52326"/>
                <a:gd name="connsiteX2" fmla="*/ 44652 w 52326"/>
                <a:gd name="connsiteY2" fmla="*/ 44652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3489" y="52326"/>
                    <a:pt x="39768" y="49535"/>
                    <a:pt x="44652" y="44652"/>
                  </a:cubicBezTo>
                  <a:cubicBezTo>
                    <a:pt x="49535" y="39768"/>
                    <a:pt x="52326" y="33489"/>
                    <a:pt x="52326" y="26163"/>
                  </a:cubicBezTo>
                  <a:cubicBezTo>
                    <a:pt x="52326" y="11861"/>
                    <a:pt x="40465" y="0"/>
                    <a:pt x="26163" y="0"/>
                  </a:cubicBezTo>
                  <a:cubicBezTo>
                    <a:pt x="18838" y="0"/>
                    <a:pt x="12558" y="2791"/>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6" name="Freeform: Shape 145">
              <a:extLst>
                <a:ext uri="{FF2B5EF4-FFF2-40B4-BE49-F238E27FC236}">
                  <a16:creationId xmlns:a16="http://schemas.microsoft.com/office/drawing/2014/main" id="{3A4AAE5C-6B96-F6F4-30AB-F70862264E84}"/>
                </a:ext>
              </a:extLst>
            </p:cNvPr>
            <p:cNvSpPr/>
            <p:nvPr/>
          </p:nvSpPr>
          <p:spPr>
            <a:xfrm>
              <a:off x="62791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7" name="Freeform: Shape 146">
              <a:extLst>
                <a:ext uri="{FF2B5EF4-FFF2-40B4-BE49-F238E27FC236}">
                  <a16:creationId xmlns:a16="http://schemas.microsoft.com/office/drawing/2014/main" id="{21C1BAAC-E2B7-8523-9233-B93CDCC4A4D7}"/>
                </a:ext>
              </a:extLst>
            </p:cNvPr>
            <p:cNvSpPr/>
            <p:nvPr/>
          </p:nvSpPr>
          <p:spPr>
            <a:xfrm>
              <a:off x="31395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8" name="Freeform: Shape 147">
              <a:extLst>
                <a:ext uri="{FF2B5EF4-FFF2-40B4-BE49-F238E27FC236}">
                  <a16:creationId xmlns:a16="http://schemas.microsoft.com/office/drawing/2014/main" id="{69FC537D-DFC1-0CB7-6353-0F1D3A39A454}"/>
                </a:ext>
              </a:extLst>
            </p:cNvPr>
            <p:cNvSpPr/>
            <p:nvPr/>
          </p:nvSpPr>
          <p:spPr>
            <a:xfrm>
              <a:off x="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9" name="Freeform: Shape 148">
              <a:extLst>
                <a:ext uri="{FF2B5EF4-FFF2-40B4-BE49-F238E27FC236}">
                  <a16:creationId xmlns:a16="http://schemas.microsoft.com/office/drawing/2014/main" id="{A6EBAFD2-30AD-EA57-21A0-93E3DB8A7EEB}"/>
                </a:ext>
              </a:extLst>
            </p:cNvPr>
            <p:cNvSpPr/>
            <p:nvPr/>
          </p:nvSpPr>
          <p:spPr>
            <a:xfrm>
              <a:off x="0"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0" name="Freeform: Shape 149">
              <a:extLst>
                <a:ext uri="{FF2B5EF4-FFF2-40B4-BE49-F238E27FC236}">
                  <a16:creationId xmlns:a16="http://schemas.microsoft.com/office/drawing/2014/main" id="{53B2A119-F86D-57B3-6BF9-3D3B4E345934}"/>
                </a:ext>
              </a:extLst>
            </p:cNvPr>
            <p:cNvSpPr/>
            <p:nvPr/>
          </p:nvSpPr>
          <p:spPr>
            <a:xfrm>
              <a:off x="5023313" y="3664467"/>
              <a:ext cx="52674" cy="52326"/>
            </a:xfrm>
            <a:custGeom>
              <a:avLst/>
              <a:gdLst>
                <a:gd name="connsiteX0" fmla="*/ 26163 w 52674"/>
                <a:gd name="connsiteY0" fmla="*/ 0 h 52326"/>
                <a:gd name="connsiteX1" fmla="*/ 0 w 52674"/>
                <a:gd name="connsiteY1" fmla="*/ 26163 h 52326"/>
                <a:gd name="connsiteX2" fmla="*/ 15349 w 52674"/>
                <a:gd name="connsiteY2" fmla="*/ 49884 h 52326"/>
                <a:gd name="connsiteX3" fmla="*/ 23372 w 52674"/>
                <a:gd name="connsiteY3" fmla="*/ 51977 h 52326"/>
                <a:gd name="connsiteX4" fmla="*/ 26512 w 52674"/>
                <a:gd name="connsiteY4" fmla="*/ 52326 h 52326"/>
                <a:gd name="connsiteX5" fmla="*/ 52675 w 52674"/>
                <a:gd name="connsiteY5" fmla="*/ 26163 h 52326"/>
                <a:gd name="connsiteX6" fmla="*/ 26163 w 52674"/>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4" h="52326">
                  <a:moveTo>
                    <a:pt x="26163" y="0"/>
                  </a:move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814" y="52326"/>
                    <a:pt x="52675" y="40465"/>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1" name="Freeform: Shape 150">
              <a:extLst>
                <a:ext uri="{FF2B5EF4-FFF2-40B4-BE49-F238E27FC236}">
                  <a16:creationId xmlns:a16="http://schemas.microsoft.com/office/drawing/2014/main" id="{1A27ACB3-220C-FDC0-35D5-670F6386A1B4}"/>
                </a:ext>
              </a:extLst>
            </p:cNvPr>
            <p:cNvSpPr/>
            <p:nvPr/>
          </p:nvSpPr>
          <p:spPr>
            <a:xfrm>
              <a:off x="3872137"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3605" y="0"/>
                    <a:pt x="3140" y="9070"/>
                    <a:pt x="698" y="20930"/>
                  </a:cubicBezTo>
                  <a:cubicBezTo>
                    <a:pt x="349" y="22675"/>
                    <a:pt x="0" y="2441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2" name="Freeform: Shape 151">
              <a:extLst>
                <a:ext uri="{FF2B5EF4-FFF2-40B4-BE49-F238E27FC236}">
                  <a16:creationId xmlns:a16="http://schemas.microsoft.com/office/drawing/2014/main" id="{22822DB0-627F-D8F6-9EB3-2C47F61818B2}"/>
                </a:ext>
              </a:extLst>
            </p:cNvPr>
            <p:cNvSpPr/>
            <p:nvPr/>
          </p:nvSpPr>
          <p:spPr>
            <a:xfrm>
              <a:off x="5023313" y="3350510"/>
              <a:ext cx="52326" cy="52326"/>
            </a:xfrm>
            <a:custGeom>
              <a:avLst/>
              <a:gdLst>
                <a:gd name="connsiteX0" fmla="*/ 0 w 52326"/>
                <a:gd name="connsiteY0" fmla="*/ 26163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0 w 52326"/>
                <a:gd name="connsiteY9" fmla="*/ 26163 h 52326"/>
                <a:gd name="connsiteX10" fmla="*/ 0 w 52326"/>
                <a:gd name="connsiteY10"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0" y="26163"/>
                  </a:moveTo>
                  <a:cubicBezTo>
                    <a:pt x="0" y="26163"/>
                    <a:pt x="0" y="26163"/>
                    <a:pt x="0" y="26163"/>
                  </a:cubicBezTo>
                  <a:cubicBezTo>
                    <a:pt x="0" y="40465"/>
                    <a:pt x="11861" y="52326"/>
                    <a:pt x="26163" y="52326"/>
                  </a:cubicBez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53" name="Freeform: Shape 152">
              <a:extLst>
                <a:ext uri="{FF2B5EF4-FFF2-40B4-BE49-F238E27FC236}">
                  <a16:creationId xmlns:a16="http://schemas.microsoft.com/office/drawing/2014/main" id="{AA08D478-C545-1069-31C5-713E64A83315}"/>
                </a:ext>
              </a:extLst>
            </p:cNvPr>
            <p:cNvSpPr/>
            <p:nvPr/>
          </p:nvSpPr>
          <p:spPr>
            <a:xfrm>
              <a:off x="3244223"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4" name="Freeform: Shape 153">
              <a:extLst>
                <a:ext uri="{FF2B5EF4-FFF2-40B4-BE49-F238E27FC236}">
                  <a16:creationId xmlns:a16="http://schemas.microsoft.com/office/drawing/2014/main" id="{23906831-BDBA-89B1-8C5E-FC16885D278E}"/>
                </a:ext>
              </a:extLst>
            </p:cNvPr>
            <p:cNvSpPr/>
            <p:nvPr/>
          </p:nvSpPr>
          <p:spPr>
            <a:xfrm>
              <a:off x="1674437"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5" name="Freeform: Shape 154">
              <a:extLst>
                <a:ext uri="{FF2B5EF4-FFF2-40B4-BE49-F238E27FC236}">
                  <a16:creationId xmlns:a16="http://schemas.microsoft.com/office/drawing/2014/main" id="{8F6B3E70-4534-438A-01D9-FC76A60D8F31}"/>
                </a:ext>
              </a:extLst>
            </p:cNvPr>
            <p:cNvSpPr/>
            <p:nvPr/>
          </p:nvSpPr>
          <p:spPr>
            <a:xfrm>
              <a:off x="2093047"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6" name="Freeform: Shape 155">
              <a:extLst>
                <a:ext uri="{FF2B5EF4-FFF2-40B4-BE49-F238E27FC236}">
                  <a16:creationId xmlns:a16="http://schemas.microsoft.com/office/drawing/2014/main" id="{CCCF9002-6B7B-00A1-21F1-B595ABD48129}"/>
                </a:ext>
              </a:extLst>
            </p:cNvPr>
            <p:cNvSpPr/>
            <p:nvPr/>
          </p:nvSpPr>
          <p:spPr>
            <a:xfrm>
              <a:off x="533727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7" name="Freeform: Shape 156">
              <a:extLst>
                <a:ext uri="{FF2B5EF4-FFF2-40B4-BE49-F238E27FC236}">
                  <a16:creationId xmlns:a16="http://schemas.microsoft.com/office/drawing/2014/main" id="{F4EC38D7-247C-A275-7CB0-B978E8E09A97}"/>
                </a:ext>
              </a:extLst>
            </p:cNvPr>
            <p:cNvSpPr/>
            <p:nvPr/>
          </p:nvSpPr>
          <p:spPr>
            <a:xfrm>
              <a:off x="5546575"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7 w 52326"/>
                <a:gd name="connsiteY3" fmla="*/ 2442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5"/>
                    <a:pt x="52326" y="26163"/>
                  </a:cubicBezTo>
                  <a:cubicBezTo>
                    <a:pt x="52326" y="15698"/>
                    <a:pt x="46047" y="6628"/>
                    <a:pt x="36977" y="2442"/>
                  </a:cubicBezTo>
                  <a:cubicBezTo>
                    <a:pt x="34535" y="1395"/>
                    <a:pt x="31744" y="698"/>
                    <a:pt x="29303" y="349"/>
                  </a:cubicBezTo>
                  <a:cubicBezTo>
                    <a:pt x="28256" y="349"/>
                    <a:pt x="27210"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8" name="Freeform: Shape 157">
              <a:extLst>
                <a:ext uri="{FF2B5EF4-FFF2-40B4-BE49-F238E27FC236}">
                  <a16:creationId xmlns:a16="http://schemas.microsoft.com/office/drawing/2014/main" id="{87376689-95F4-CE9F-D101-8DC842D94409}"/>
                </a:ext>
              </a:extLst>
            </p:cNvPr>
            <p:cNvSpPr/>
            <p:nvPr/>
          </p:nvSpPr>
          <p:spPr>
            <a:xfrm>
              <a:off x="460470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9" name="Freeform: Shape 158">
              <a:extLst>
                <a:ext uri="{FF2B5EF4-FFF2-40B4-BE49-F238E27FC236}">
                  <a16:creationId xmlns:a16="http://schemas.microsoft.com/office/drawing/2014/main" id="{E8824C20-71EB-AB48-518F-DD979BE47ACD}"/>
                </a:ext>
              </a:extLst>
            </p:cNvPr>
            <p:cNvSpPr/>
            <p:nvPr/>
          </p:nvSpPr>
          <p:spPr>
            <a:xfrm>
              <a:off x="439539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0" name="Freeform: Shape 159">
              <a:extLst>
                <a:ext uri="{FF2B5EF4-FFF2-40B4-BE49-F238E27FC236}">
                  <a16:creationId xmlns:a16="http://schemas.microsoft.com/office/drawing/2014/main" id="{E6DDFDD2-694E-878D-D78C-DA2C93E65266}"/>
                </a:ext>
              </a:extLst>
            </p:cNvPr>
            <p:cNvSpPr/>
            <p:nvPr/>
          </p:nvSpPr>
          <p:spPr>
            <a:xfrm>
              <a:off x="408144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1" name="Freeform: Shape 160">
              <a:extLst>
                <a:ext uri="{FF2B5EF4-FFF2-40B4-BE49-F238E27FC236}">
                  <a16:creationId xmlns:a16="http://schemas.microsoft.com/office/drawing/2014/main" id="{C17EE72D-4781-6CEB-0F93-CBCA9F1CA3D5}"/>
                </a:ext>
              </a:extLst>
            </p:cNvPr>
            <p:cNvSpPr/>
            <p:nvPr/>
          </p:nvSpPr>
          <p:spPr>
            <a:xfrm>
              <a:off x="366283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2" name="Freeform: Shape 161">
              <a:extLst>
                <a:ext uri="{FF2B5EF4-FFF2-40B4-BE49-F238E27FC236}">
                  <a16:creationId xmlns:a16="http://schemas.microsoft.com/office/drawing/2014/main" id="{69813103-F8BC-C583-9D9F-57C9AD2CFEA6}"/>
                </a:ext>
              </a:extLst>
            </p:cNvPr>
            <p:cNvSpPr/>
            <p:nvPr/>
          </p:nvSpPr>
          <p:spPr>
            <a:xfrm>
              <a:off x="3558180" y="3350510"/>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lnTo>
                    <a:pt x="26163" y="52326"/>
                  </a:lnTo>
                  <a:cubicBezTo>
                    <a:pt x="40465" y="52326"/>
                    <a:pt x="52326" y="40465"/>
                    <a:pt x="52326" y="26163"/>
                  </a:cubicBezTo>
                  <a:cubicBezTo>
                    <a:pt x="52326" y="11861"/>
                    <a:pt x="40465" y="0"/>
                    <a:pt x="26163" y="0"/>
                  </a:cubicBezTo>
                  <a:lnTo>
                    <a:pt x="26163" y="0"/>
                  </a:ln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3" name="Freeform: Shape 162">
              <a:extLst>
                <a:ext uri="{FF2B5EF4-FFF2-40B4-BE49-F238E27FC236}">
                  <a16:creationId xmlns:a16="http://schemas.microsoft.com/office/drawing/2014/main" id="{B10393C4-477E-38E4-B075-A7DFBAEDBC71}"/>
                </a:ext>
              </a:extLst>
            </p:cNvPr>
            <p:cNvSpPr/>
            <p:nvPr/>
          </p:nvSpPr>
          <p:spPr>
            <a:xfrm>
              <a:off x="3558180"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4" name="Freeform: Shape 163">
              <a:extLst>
                <a:ext uri="{FF2B5EF4-FFF2-40B4-BE49-F238E27FC236}">
                  <a16:creationId xmlns:a16="http://schemas.microsoft.com/office/drawing/2014/main" id="{B509D903-E9B8-1D24-003A-A178A9FECDA3}"/>
                </a:ext>
              </a:extLst>
            </p:cNvPr>
            <p:cNvSpPr/>
            <p:nvPr/>
          </p:nvSpPr>
          <p:spPr>
            <a:xfrm>
              <a:off x="355818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5" name="Freeform: Shape 164">
              <a:extLst>
                <a:ext uri="{FF2B5EF4-FFF2-40B4-BE49-F238E27FC236}">
                  <a16:creationId xmlns:a16="http://schemas.microsoft.com/office/drawing/2014/main" id="{C2CFFD75-8B15-C4DE-FBAB-A75A294984A3}"/>
                </a:ext>
              </a:extLst>
            </p:cNvPr>
            <p:cNvSpPr/>
            <p:nvPr/>
          </p:nvSpPr>
          <p:spPr>
            <a:xfrm>
              <a:off x="2511656"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6" y="52326"/>
                    <a:pt x="41163" y="48838"/>
                    <a:pt x="46047" y="43256"/>
                  </a:cubicBezTo>
                  <a:cubicBezTo>
                    <a:pt x="46396" y="42907"/>
                    <a:pt x="46745" y="42210"/>
                    <a:pt x="47094" y="41861"/>
                  </a:cubicBezTo>
                  <a:cubicBezTo>
                    <a:pt x="47791" y="40814"/>
                    <a:pt x="48489" y="39768"/>
                    <a:pt x="49187" y="38721"/>
                  </a:cubicBezTo>
                  <a:cubicBezTo>
                    <a:pt x="51280" y="34884"/>
                    <a:pt x="52326" y="30698"/>
                    <a:pt x="52326" y="26163"/>
                  </a:cubicBezTo>
                  <a:cubicBezTo>
                    <a:pt x="52326" y="11861"/>
                    <a:pt x="40465" y="0"/>
                    <a:pt x="26163" y="0"/>
                  </a:cubicBezTo>
                  <a:lnTo>
                    <a:pt x="26163" y="0"/>
                  </a:lnTo>
                  <a:cubicBezTo>
                    <a:pt x="16396" y="0"/>
                    <a:pt x="7675" y="5581"/>
                    <a:pt x="3140" y="13605"/>
                  </a:cubicBezTo>
                  <a:cubicBezTo>
                    <a:pt x="1046"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6" name="Freeform: Shape 165">
              <a:extLst>
                <a:ext uri="{FF2B5EF4-FFF2-40B4-BE49-F238E27FC236}">
                  <a16:creationId xmlns:a16="http://schemas.microsoft.com/office/drawing/2014/main" id="{558BDE57-42B5-9F41-AC8D-55870EC191E8}"/>
                </a:ext>
              </a:extLst>
            </p:cNvPr>
            <p:cNvSpPr/>
            <p:nvPr/>
          </p:nvSpPr>
          <p:spPr>
            <a:xfrm>
              <a:off x="167443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7" name="Freeform: Shape 166">
              <a:extLst>
                <a:ext uri="{FF2B5EF4-FFF2-40B4-BE49-F238E27FC236}">
                  <a16:creationId xmlns:a16="http://schemas.microsoft.com/office/drawing/2014/main" id="{ABF9DFD1-7E1D-285F-4A89-207C1474ED25}"/>
                </a:ext>
              </a:extLst>
            </p:cNvPr>
            <p:cNvSpPr/>
            <p:nvPr/>
          </p:nvSpPr>
          <p:spPr>
            <a:xfrm>
              <a:off x="136048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8" name="Freeform: Shape 167">
              <a:extLst>
                <a:ext uri="{FF2B5EF4-FFF2-40B4-BE49-F238E27FC236}">
                  <a16:creationId xmlns:a16="http://schemas.microsoft.com/office/drawing/2014/main" id="{9FA3EF0B-E27C-2793-5013-E89B3979724E}"/>
                </a:ext>
              </a:extLst>
            </p:cNvPr>
            <p:cNvSpPr/>
            <p:nvPr/>
          </p:nvSpPr>
          <p:spPr>
            <a:xfrm>
              <a:off x="83721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9" name="Freeform: Shape 168">
              <a:extLst>
                <a:ext uri="{FF2B5EF4-FFF2-40B4-BE49-F238E27FC236}">
                  <a16:creationId xmlns:a16="http://schemas.microsoft.com/office/drawing/2014/main" id="{D0134C90-1FED-145A-72B3-0AE65DEFD7AE}"/>
                </a:ext>
              </a:extLst>
            </p:cNvPr>
            <p:cNvSpPr/>
            <p:nvPr/>
          </p:nvSpPr>
          <p:spPr>
            <a:xfrm rot="17550026">
              <a:off x="523350" y="5338960"/>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70" name="Freeform: Shape 169">
              <a:extLst>
                <a:ext uri="{FF2B5EF4-FFF2-40B4-BE49-F238E27FC236}">
                  <a16:creationId xmlns:a16="http://schemas.microsoft.com/office/drawing/2014/main" id="{0622D93E-5D07-7E83-F797-2DE3C073BF30}"/>
                </a:ext>
              </a:extLst>
            </p:cNvPr>
            <p:cNvSpPr/>
            <p:nvPr/>
          </p:nvSpPr>
          <p:spPr>
            <a:xfrm>
              <a:off x="418609"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1" name="Freeform: Shape 170">
              <a:extLst>
                <a:ext uri="{FF2B5EF4-FFF2-40B4-BE49-F238E27FC236}">
                  <a16:creationId xmlns:a16="http://schemas.microsoft.com/office/drawing/2014/main" id="{12DA8154-A4F7-1B18-1D41-8D1BA9BD9EE4}"/>
                </a:ext>
              </a:extLst>
            </p:cNvPr>
            <p:cNvSpPr/>
            <p:nvPr/>
          </p:nvSpPr>
          <p:spPr>
            <a:xfrm>
              <a:off x="20930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2" name="Freeform: Shape 171">
              <a:extLst>
                <a:ext uri="{FF2B5EF4-FFF2-40B4-BE49-F238E27FC236}">
                  <a16:creationId xmlns:a16="http://schemas.microsoft.com/office/drawing/2014/main" id="{45B981F7-FF83-389C-8C6C-ACAD922229D2}"/>
                </a:ext>
              </a:extLst>
            </p:cNvPr>
            <p:cNvSpPr/>
            <p:nvPr/>
          </p:nvSpPr>
          <p:spPr>
            <a:xfrm>
              <a:off x="2511656"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4" y="0"/>
                    <a:pt x="26163" y="0"/>
                  </a:cubicBezTo>
                  <a:cubicBezTo>
                    <a:pt x="11861" y="0"/>
                    <a:pt x="0" y="11861"/>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73" name="Freeform: Shape 172">
              <a:extLst>
                <a:ext uri="{FF2B5EF4-FFF2-40B4-BE49-F238E27FC236}">
                  <a16:creationId xmlns:a16="http://schemas.microsoft.com/office/drawing/2014/main" id="{591B43C4-6CA1-82A1-0F03-6F41B2BA45A5}"/>
                </a:ext>
              </a:extLst>
            </p:cNvPr>
            <p:cNvSpPr/>
            <p:nvPr/>
          </p:nvSpPr>
          <p:spPr>
            <a:xfrm>
              <a:off x="5546575" y="3350510"/>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373"/>
                    <a:pt x="3140" y="38373"/>
                  </a:cubicBezTo>
                  <a:cubicBezTo>
                    <a:pt x="7674" y="46745"/>
                    <a:pt x="16395"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1"/>
                    <a:pt x="0" y="26163"/>
                  </a:cubicBezTo>
                  <a:cubicBezTo>
                    <a:pt x="0" y="29652"/>
                    <a:pt x="698" y="33140"/>
                    <a:pt x="2093" y="36280"/>
                  </a:cubicBezTo>
                  <a:cubicBezTo>
                    <a:pt x="2442" y="36977"/>
                    <a:pt x="2791" y="37675"/>
                    <a:pt x="3140" y="38373"/>
                  </a:cubicBezTo>
                  <a:close/>
                </a:path>
              </a:pathLst>
            </a:custGeom>
            <a:grpFill/>
            <a:ln w="3488" cap="flat">
              <a:noFill/>
              <a:prstDash val="solid"/>
              <a:miter/>
            </a:ln>
          </p:spPr>
          <p:txBody>
            <a:bodyPr rtlCol="0" anchor="ctr"/>
            <a:lstStyle/>
            <a:p>
              <a:endParaRPr lang="en-ID"/>
            </a:p>
          </p:txBody>
        </p:sp>
        <p:sp>
          <p:nvSpPr>
            <p:cNvPr id="174" name="Freeform: Shape 173">
              <a:extLst>
                <a:ext uri="{FF2B5EF4-FFF2-40B4-BE49-F238E27FC236}">
                  <a16:creationId xmlns:a16="http://schemas.microsoft.com/office/drawing/2014/main" id="{87FBACBF-11EF-F9B9-8E5E-15B081217FD1}"/>
                </a:ext>
              </a:extLst>
            </p:cNvPr>
            <p:cNvSpPr/>
            <p:nvPr/>
          </p:nvSpPr>
          <p:spPr>
            <a:xfrm>
              <a:off x="4604703" y="5338905"/>
              <a:ext cx="52326" cy="52326"/>
            </a:xfrm>
            <a:custGeom>
              <a:avLst/>
              <a:gdLst>
                <a:gd name="connsiteX0" fmla="*/ 49187 w 52326"/>
                <a:gd name="connsiteY0" fmla="*/ 13605 h 52326"/>
                <a:gd name="connsiteX1" fmla="*/ 26163 w 52326"/>
                <a:gd name="connsiteY1" fmla="*/ 0 h 52326"/>
                <a:gd name="connsiteX2" fmla="*/ 0 w 52326"/>
                <a:gd name="connsiteY2" fmla="*/ 26163 h 52326"/>
                <a:gd name="connsiteX3" fmla="*/ 3140 w 52326"/>
                <a:gd name="connsiteY3" fmla="*/ 38721 h 52326"/>
                <a:gd name="connsiteX4" fmla="*/ 26163 w 52326"/>
                <a:gd name="connsiteY4" fmla="*/ 52326 h 52326"/>
                <a:gd name="connsiteX5" fmla="*/ 52326 w 52326"/>
                <a:gd name="connsiteY5" fmla="*/ 26163 h 52326"/>
                <a:gd name="connsiteX6" fmla="*/ 49187 w 52326"/>
                <a:gd name="connsiteY6" fmla="*/ 13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9187" y="13605"/>
                  </a:moveTo>
                  <a:cubicBezTo>
                    <a:pt x="44652" y="5581"/>
                    <a:pt x="36280" y="0"/>
                    <a:pt x="26163" y="0"/>
                  </a:cubicBezTo>
                  <a:cubicBezTo>
                    <a:pt x="11861" y="0"/>
                    <a:pt x="0" y="11861"/>
                    <a:pt x="0" y="26163"/>
                  </a:cubicBezTo>
                  <a:cubicBezTo>
                    <a:pt x="0" y="30698"/>
                    <a:pt x="1047" y="34884"/>
                    <a:pt x="3140" y="38721"/>
                  </a:cubicBezTo>
                  <a:cubicBezTo>
                    <a:pt x="7674" y="46745"/>
                    <a:pt x="16047" y="52326"/>
                    <a:pt x="26163" y="52326"/>
                  </a:cubicBezTo>
                  <a:cubicBezTo>
                    <a:pt x="40465" y="52326"/>
                    <a:pt x="52326" y="40465"/>
                    <a:pt x="52326" y="26163"/>
                  </a:cubicBezTo>
                  <a:cubicBezTo>
                    <a:pt x="52326" y="21628"/>
                    <a:pt x="51279" y="17442"/>
                    <a:pt x="49187" y="13605"/>
                  </a:cubicBezTo>
                  <a:close/>
                </a:path>
              </a:pathLst>
            </a:custGeom>
            <a:grpFill/>
            <a:ln w="3488" cap="flat">
              <a:noFill/>
              <a:prstDash val="solid"/>
              <a:miter/>
            </a:ln>
          </p:spPr>
          <p:txBody>
            <a:bodyPr rtlCol="0" anchor="ctr"/>
            <a:lstStyle/>
            <a:p>
              <a:endParaRPr lang="en-ID"/>
            </a:p>
          </p:txBody>
        </p:sp>
        <p:sp>
          <p:nvSpPr>
            <p:cNvPr id="175" name="Freeform: Shape 174">
              <a:extLst>
                <a:ext uri="{FF2B5EF4-FFF2-40B4-BE49-F238E27FC236}">
                  <a16:creationId xmlns:a16="http://schemas.microsoft.com/office/drawing/2014/main" id="{A415DD32-7CB8-3FBE-5082-10C18D3E3EA6}"/>
                </a:ext>
              </a:extLst>
            </p:cNvPr>
            <p:cNvSpPr/>
            <p:nvPr/>
          </p:nvSpPr>
          <p:spPr>
            <a:xfrm>
              <a:off x="941871" y="5443557"/>
              <a:ext cx="52326" cy="52326"/>
            </a:xfrm>
            <a:custGeom>
              <a:avLst/>
              <a:gdLst>
                <a:gd name="connsiteX0" fmla="*/ 698 w 52326"/>
                <a:gd name="connsiteY0" fmla="*/ 31396 h 52326"/>
                <a:gd name="connsiteX1" fmla="*/ 26163 w 52326"/>
                <a:gd name="connsiteY1" fmla="*/ 52326 h 52326"/>
                <a:gd name="connsiteX2" fmla="*/ 26163 w 52326"/>
                <a:gd name="connsiteY2" fmla="*/ 52326 h 52326"/>
                <a:gd name="connsiteX3" fmla="*/ 52326 w 52326"/>
                <a:gd name="connsiteY3" fmla="*/ 26163 h 52326"/>
                <a:gd name="connsiteX4" fmla="*/ 51628 w 52326"/>
                <a:gd name="connsiteY4" fmla="*/ 20930 h 52326"/>
                <a:gd name="connsiteX5" fmla="*/ 26163 w 52326"/>
                <a:gd name="connsiteY5" fmla="*/ 0 h 52326"/>
                <a:gd name="connsiteX6" fmla="*/ 0 w 52326"/>
                <a:gd name="connsiteY6" fmla="*/ 26163 h 52326"/>
                <a:gd name="connsiteX7" fmla="*/ 698 w 52326"/>
                <a:gd name="connsiteY7" fmla="*/ 31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698" y="31396"/>
                  </a:moveTo>
                  <a:cubicBezTo>
                    <a:pt x="3140" y="43256"/>
                    <a:pt x="13605" y="52326"/>
                    <a:pt x="26163" y="52326"/>
                  </a:cubicBezTo>
                  <a:lnTo>
                    <a:pt x="26163" y="52326"/>
                  </a:lnTo>
                  <a:cubicBezTo>
                    <a:pt x="40466" y="52326"/>
                    <a:pt x="52326" y="40465"/>
                    <a:pt x="52326" y="26163"/>
                  </a:cubicBezTo>
                  <a:cubicBezTo>
                    <a:pt x="52326" y="24419"/>
                    <a:pt x="51977" y="22675"/>
                    <a:pt x="51628" y="20930"/>
                  </a:cubicBezTo>
                  <a:cubicBezTo>
                    <a:pt x="49187" y="9070"/>
                    <a:pt x="38721" y="0"/>
                    <a:pt x="26163" y="0"/>
                  </a:cubicBezTo>
                  <a:cubicBezTo>
                    <a:pt x="11861" y="0"/>
                    <a:pt x="0" y="11861"/>
                    <a:pt x="0" y="26163"/>
                  </a:cubicBezTo>
                  <a:cubicBezTo>
                    <a:pt x="0" y="27907"/>
                    <a:pt x="349" y="29652"/>
                    <a:pt x="698" y="31396"/>
                  </a:cubicBezTo>
                  <a:close/>
                </a:path>
              </a:pathLst>
            </a:custGeom>
            <a:grpFill/>
            <a:ln w="3488" cap="flat">
              <a:noFill/>
              <a:prstDash val="solid"/>
              <a:miter/>
            </a:ln>
          </p:spPr>
          <p:txBody>
            <a:bodyPr rtlCol="0" anchor="ctr"/>
            <a:lstStyle/>
            <a:p>
              <a:endParaRPr lang="en-ID"/>
            </a:p>
          </p:txBody>
        </p:sp>
        <p:sp>
          <p:nvSpPr>
            <p:cNvPr id="176" name="Freeform: Shape 175">
              <a:extLst>
                <a:ext uri="{FF2B5EF4-FFF2-40B4-BE49-F238E27FC236}">
                  <a16:creationId xmlns:a16="http://schemas.microsoft.com/office/drawing/2014/main" id="{82FD0E5A-FE06-6BD3-FD07-D6BA6F0D48C2}"/>
                </a:ext>
              </a:extLst>
            </p:cNvPr>
            <p:cNvSpPr/>
            <p:nvPr/>
          </p:nvSpPr>
          <p:spPr>
            <a:xfrm>
              <a:off x="439539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7" name="Freeform: Shape 176">
              <a:extLst>
                <a:ext uri="{FF2B5EF4-FFF2-40B4-BE49-F238E27FC236}">
                  <a16:creationId xmlns:a16="http://schemas.microsoft.com/office/drawing/2014/main" id="{4F85D275-BD65-28FF-C512-5C1966C6D471}"/>
                </a:ext>
              </a:extLst>
            </p:cNvPr>
            <p:cNvSpPr/>
            <p:nvPr/>
          </p:nvSpPr>
          <p:spPr>
            <a:xfrm>
              <a:off x="4395399"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8" name="Freeform: Shape 177">
              <a:extLst>
                <a:ext uri="{FF2B5EF4-FFF2-40B4-BE49-F238E27FC236}">
                  <a16:creationId xmlns:a16="http://schemas.microsoft.com/office/drawing/2014/main" id="{D14C85F5-CC2E-225B-1072-0FE6EFA08AFC}"/>
                </a:ext>
              </a:extLst>
            </p:cNvPr>
            <p:cNvSpPr/>
            <p:nvPr/>
          </p:nvSpPr>
          <p:spPr>
            <a:xfrm>
              <a:off x="5127965"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9" name="Freeform: Shape 178">
              <a:extLst>
                <a:ext uri="{FF2B5EF4-FFF2-40B4-BE49-F238E27FC236}">
                  <a16:creationId xmlns:a16="http://schemas.microsoft.com/office/drawing/2014/main" id="{6AB11207-AE19-9C20-88E2-F78D605E55C6}"/>
                </a:ext>
              </a:extLst>
            </p:cNvPr>
            <p:cNvSpPr/>
            <p:nvPr/>
          </p:nvSpPr>
          <p:spPr>
            <a:xfrm>
              <a:off x="47093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0" name="Freeform: Shape 179">
              <a:extLst>
                <a:ext uri="{FF2B5EF4-FFF2-40B4-BE49-F238E27FC236}">
                  <a16:creationId xmlns:a16="http://schemas.microsoft.com/office/drawing/2014/main" id="{2A23646B-F766-C5E5-01BB-D1AC6F14DE0F}"/>
                </a:ext>
              </a:extLst>
            </p:cNvPr>
            <p:cNvSpPr/>
            <p:nvPr/>
          </p:nvSpPr>
          <p:spPr>
            <a:xfrm>
              <a:off x="45000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 name="Freeform: Shape 180">
              <a:extLst>
                <a:ext uri="{FF2B5EF4-FFF2-40B4-BE49-F238E27FC236}">
                  <a16:creationId xmlns:a16="http://schemas.microsoft.com/office/drawing/2014/main" id="{B1DF05E4-2721-E041-FA99-E6D539CE6333}"/>
                </a:ext>
              </a:extLst>
            </p:cNvPr>
            <p:cNvSpPr/>
            <p:nvPr/>
          </p:nvSpPr>
          <p:spPr>
            <a:xfrm>
              <a:off x="38721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2" name="Freeform: Shape 181">
              <a:extLst>
                <a:ext uri="{FF2B5EF4-FFF2-40B4-BE49-F238E27FC236}">
                  <a16:creationId xmlns:a16="http://schemas.microsoft.com/office/drawing/2014/main" id="{9309BB60-6E98-3553-7A52-59A745878D93}"/>
                </a:ext>
              </a:extLst>
            </p:cNvPr>
            <p:cNvSpPr/>
            <p:nvPr/>
          </p:nvSpPr>
          <p:spPr>
            <a:xfrm>
              <a:off x="324422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3" name="Freeform: Shape 182">
              <a:extLst>
                <a:ext uri="{FF2B5EF4-FFF2-40B4-BE49-F238E27FC236}">
                  <a16:creationId xmlns:a16="http://schemas.microsoft.com/office/drawing/2014/main" id="{F2F9EF47-8010-5423-E342-85172423B960}"/>
                </a:ext>
              </a:extLst>
            </p:cNvPr>
            <p:cNvSpPr/>
            <p:nvPr/>
          </p:nvSpPr>
          <p:spPr>
            <a:xfrm>
              <a:off x="293026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 name="Freeform: Shape 183">
              <a:extLst>
                <a:ext uri="{FF2B5EF4-FFF2-40B4-BE49-F238E27FC236}">
                  <a16:creationId xmlns:a16="http://schemas.microsoft.com/office/drawing/2014/main" id="{EE1C44E7-D7EE-B8E6-6733-9A951B471B5A}"/>
                </a:ext>
              </a:extLst>
            </p:cNvPr>
            <p:cNvSpPr/>
            <p:nvPr/>
          </p:nvSpPr>
          <p:spPr>
            <a:xfrm>
              <a:off x="251165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5" name="Freeform: Shape 184">
              <a:extLst>
                <a:ext uri="{FF2B5EF4-FFF2-40B4-BE49-F238E27FC236}">
                  <a16:creationId xmlns:a16="http://schemas.microsoft.com/office/drawing/2014/main" id="{9896304B-818E-9A63-B4CC-84BC1F12B449}"/>
                </a:ext>
              </a:extLst>
            </p:cNvPr>
            <p:cNvSpPr/>
            <p:nvPr/>
          </p:nvSpPr>
          <p:spPr>
            <a:xfrm>
              <a:off x="23023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6" name="Freeform: Shape 185">
              <a:extLst>
                <a:ext uri="{FF2B5EF4-FFF2-40B4-BE49-F238E27FC236}">
                  <a16:creationId xmlns:a16="http://schemas.microsoft.com/office/drawing/2014/main" id="{8028ABD6-F059-1EF2-FE8A-9E8A370E078B}"/>
                </a:ext>
              </a:extLst>
            </p:cNvPr>
            <p:cNvSpPr/>
            <p:nvPr/>
          </p:nvSpPr>
          <p:spPr>
            <a:xfrm>
              <a:off x="146513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7" name="Freeform: Shape 186">
              <a:extLst>
                <a:ext uri="{FF2B5EF4-FFF2-40B4-BE49-F238E27FC236}">
                  <a16:creationId xmlns:a16="http://schemas.microsoft.com/office/drawing/2014/main" id="{926CB1C9-D151-E627-EA46-CC98824AAA86}"/>
                </a:ext>
              </a:extLst>
            </p:cNvPr>
            <p:cNvSpPr/>
            <p:nvPr/>
          </p:nvSpPr>
          <p:spPr>
            <a:xfrm>
              <a:off x="136048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 name="Freeform: Shape 187">
              <a:extLst>
                <a:ext uri="{FF2B5EF4-FFF2-40B4-BE49-F238E27FC236}">
                  <a16:creationId xmlns:a16="http://schemas.microsoft.com/office/drawing/2014/main" id="{7387CD87-758B-ECBE-53BB-412DCD88ABCC}"/>
                </a:ext>
              </a:extLst>
            </p:cNvPr>
            <p:cNvSpPr/>
            <p:nvPr/>
          </p:nvSpPr>
          <p:spPr>
            <a:xfrm>
              <a:off x="627914"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89" name="Freeform: Shape 188">
              <a:extLst>
                <a:ext uri="{FF2B5EF4-FFF2-40B4-BE49-F238E27FC236}">
                  <a16:creationId xmlns:a16="http://schemas.microsoft.com/office/drawing/2014/main" id="{4FC4CD85-12FB-A9C2-A65C-24B6BDE79A5E}"/>
                </a:ext>
              </a:extLst>
            </p:cNvPr>
            <p:cNvSpPr/>
            <p:nvPr/>
          </p:nvSpPr>
          <p:spPr>
            <a:xfrm>
              <a:off x="57558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0" name="Freeform: Shape 189">
              <a:extLst>
                <a:ext uri="{FF2B5EF4-FFF2-40B4-BE49-F238E27FC236}">
                  <a16:creationId xmlns:a16="http://schemas.microsoft.com/office/drawing/2014/main" id="{4D9E4739-C556-D0DF-384C-25F08F849981}"/>
                </a:ext>
              </a:extLst>
            </p:cNvPr>
            <p:cNvSpPr/>
            <p:nvPr/>
          </p:nvSpPr>
          <p:spPr>
            <a:xfrm>
              <a:off x="596518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 name="Freeform: Shape 190">
              <a:extLst>
                <a:ext uri="{FF2B5EF4-FFF2-40B4-BE49-F238E27FC236}">
                  <a16:creationId xmlns:a16="http://schemas.microsoft.com/office/drawing/2014/main" id="{EB335DC1-410D-97F4-7492-61D998E63864}"/>
                </a:ext>
              </a:extLst>
            </p:cNvPr>
            <p:cNvSpPr/>
            <p:nvPr/>
          </p:nvSpPr>
          <p:spPr>
            <a:xfrm>
              <a:off x="596518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2" name="Freeform: Shape 191">
              <a:extLst>
                <a:ext uri="{FF2B5EF4-FFF2-40B4-BE49-F238E27FC236}">
                  <a16:creationId xmlns:a16="http://schemas.microsoft.com/office/drawing/2014/main" id="{FB52EEC7-8131-9E10-BE35-697B23BAE48D}"/>
                </a:ext>
              </a:extLst>
            </p:cNvPr>
            <p:cNvSpPr/>
            <p:nvPr/>
          </p:nvSpPr>
          <p:spPr>
            <a:xfrm>
              <a:off x="5651568" y="4710991"/>
              <a:ext cx="51984" cy="52326"/>
            </a:xfrm>
            <a:custGeom>
              <a:avLst/>
              <a:gdLst>
                <a:gd name="connsiteX0" fmla="*/ 25822 w 51984"/>
                <a:gd name="connsiteY0" fmla="*/ 52326 h 52326"/>
                <a:gd name="connsiteX1" fmla="*/ 35938 w 51984"/>
                <a:gd name="connsiteY1" fmla="*/ 50233 h 52326"/>
                <a:gd name="connsiteX2" fmla="*/ 51985 w 51984"/>
                <a:gd name="connsiteY2" fmla="*/ 26163 h 52326"/>
                <a:gd name="connsiteX3" fmla="*/ 25822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2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2" y="52326"/>
                  </a:moveTo>
                  <a:cubicBezTo>
                    <a:pt x="29310" y="52326"/>
                    <a:pt x="32799" y="51628"/>
                    <a:pt x="35938" y="50233"/>
                  </a:cubicBezTo>
                  <a:cubicBezTo>
                    <a:pt x="45357" y="46396"/>
                    <a:pt x="51985" y="36977"/>
                    <a:pt x="51985" y="26163"/>
                  </a:cubicBezTo>
                  <a:cubicBezTo>
                    <a:pt x="51985" y="11861"/>
                    <a:pt x="40124" y="0"/>
                    <a:pt x="25822" y="0"/>
                  </a:cubicBezTo>
                  <a:cubicBezTo>
                    <a:pt x="24078" y="0"/>
                    <a:pt x="22333" y="349"/>
                    <a:pt x="20589" y="698"/>
                  </a:cubicBezTo>
                  <a:cubicBezTo>
                    <a:pt x="18147" y="1046"/>
                    <a:pt x="15705" y="2093"/>
                    <a:pt x="13612" y="3140"/>
                  </a:cubicBezTo>
                  <a:cubicBezTo>
                    <a:pt x="13612" y="3140"/>
                    <a:pt x="13612" y="3140"/>
                    <a:pt x="13612" y="3140"/>
                  </a:cubicBezTo>
                  <a:cubicBezTo>
                    <a:pt x="5589" y="7675"/>
                    <a:pt x="8" y="16047"/>
                    <a:pt x="8" y="26163"/>
                  </a:cubicBezTo>
                  <a:cubicBezTo>
                    <a:pt x="-341" y="40465"/>
                    <a:pt x="11519" y="52326"/>
                    <a:pt x="25822" y="52326"/>
                  </a:cubicBezTo>
                  <a:close/>
                </a:path>
              </a:pathLst>
            </a:custGeom>
            <a:grpFill/>
            <a:ln w="3488" cap="flat">
              <a:noFill/>
              <a:prstDash val="solid"/>
              <a:miter/>
            </a:ln>
          </p:spPr>
          <p:txBody>
            <a:bodyPr rtlCol="0" anchor="ctr"/>
            <a:lstStyle/>
            <a:p>
              <a:endParaRPr lang="en-ID"/>
            </a:p>
          </p:txBody>
        </p:sp>
        <p:sp>
          <p:nvSpPr>
            <p:cNvPr id="193" name="Freeform: Shape 192">
              <a:extLst>
                <a:ext uri="{FF2B5EF4-FFF2-40B4-BE49-F238E27FC236}">
                  <a16:creationId xmlns:a16="http://schemas.microsoft.com/office/drawing/2014/main" id="{23E6D65A-B7B0-60CB-F853-71C727EEB1C8}"/>
                </a:ext>
              </a:extLst>
            </p:cNvPr>
            <p:cNvSpPr/>
            <p:nvPr/>
          </p:nvSpPr>
          <p:spPr>
            <a:xfrm>
              <a:off x="50233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4" name="Freeform: Shape 193">
              <a:extLst>
                <a:ext uri="{FF2B5EF4-FFF2-40B4-BE49-F238E27FC236}">
                  <a16:creationId xmlns:a16="http://schemas.microsoft.com/office/drawing/2014/main" id="{18D9D881-9E26-3D17-06F8-CBA387B1C6CC}"/>
                </a:ext>
              </a:extLst>
            </p:cNvPr>
            <p:cNvSpPr/>
            <p:nvPr/>
          </p:nvSpPr>
          <p:spPr>
            <a:xfrm>
              <a:off x="4604703" y="25132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0" y="26163"/>
                  </a:moveTo>
                  <a:cubicBezTo>
                    <a:pt x="0" y="40466"/>
                    <a:pt x="11861" y="52326"/>
                    <a:pt x="26163" y="52326"/>
                  </a:cubicBezTo>
                  <a:cubicBezTo>
                    <a:pt x="40465" y="52326"/>
                    <a:pt x="52326" y="40466"/>
                    <a:pt x="52326" y="26163"/>
                  </a:cubicBezTo>
                  <a:cubicBezTo>
                    <a:pt x="52326" y="11861"/>
                    <a:pt x="40465" y="0"/>
                    <a:pt x="26163" y="0"/>
                  </a:cubicBez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95" name="Freeform: Shape 194">
              <a:extLst>
                <a:ext uri="{FF2B5EF4-FFF2-40B4-BE49-F238E27FC236}">
                  <a16:creationId xmlns:a16="http://schemas.microsoft.com/office/drawing/2014/main" id="{0F7909CE-3792-94DC-8F6C-22AB463A5220}"/>
                </a:ext>
              </a:extLst>
            </p:cNvPr>
            <p:cNvSpPr/>
            <p:nvPr/>
          </p:nvSpPr>
          <p:spPr>
            <a:xfrm>
              <a:off x="3976789"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6" name="Freeform: Shape 195">
              <a:extLst>
                <a:ext uri="{FF2B5EF4-FFF2-40B4-BE49-F238E27FC236}">
                  <a16:creationId xmlns:a16="http://schemas.microsoft.com/office/drawing/2014/main" id="{A2A83D8F-D064-B6A8-7064-0EF421AFAC10}"/>
                </a:ext>
              </a:extLst>
            </p:cNvPr>
            <p:cNvSpPr/>
            <p:nvPr/>
          </p:nvSpPr>
          <p:spPr>
            <a:xfrm>
              <a:off x="261630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7" name="Freeform: Shape 196">
              <a:extLst>
                <a:ext uri="{FF2B5EF4-FFF2-40B4-BE49-F238E27FC236}">
                  <a16:creationId xmlns:a16="http://schemas.microsoft.com/office/drawing/2014/main" id="{9217A56F-E4FA-EC99-D7A3-C720E357602C}"/>
                </a:ext>
              </a:extLst>
            </p:cNvPr>
            <p:cNvSpPr/>
            <p:nvPr/>
          </p:nvSpPr>
          <p:spPr>
            <a:xfrm>
              <a:off x="2616309"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cubicBezTo>
                    <a:pt x="26163" y="0"/>
                    <a:pt x="26163"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8" name="Freeform: Shape 197">
              <a:extLst>
                <a:ext uri="{FF2B5EF4-FFF2-40B4-BE49-F238E27FC236}">
                  <a16:creationId xmlns:a16="http://schemas.microsoft.com/office/drawing/2014/main" id="{E4FE0511-F50A-EF23-EED7-F1D41C2AB702}"/>
                </a:ext>
              </a:extLst>
            </p:cNvPr>
            <p:cNvSpPr/>
            <p:nvPr/>
          </p:nvSpPr>
          <p:spPr>
            <a:xfrm>
              <a:off x="25116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9" name="Freeform: Shape 198">
              <a:extLst>
                <a:ext uri="{FF2B5EF4-FFF2-40B4-BE49-F238E27FC236}">
                  <a16:creationId xmlns:a16="http://schemas.microsoft.com/office/drawing/2014/main" id="{543D329C-8792-8F6F-AD1E-A361EAB68D29}"/>
                </a:ext>
              </a:extLst>
            </p:cNvPr>
            <p:cNvSpPr/>
            <p:nvPr/>
          </p:nvSpPr>
          <p:spPr>
            <a:xfrm>
              <a:off x="2302351"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0" name="Freeform: Shape 199">
              <a:extLst>
                <a:ext uri="{FF2B5EF4-FFF2-40B4-BE49-F238E27FC236}">
                  <a16:creationId xmlns:a16="http://schemas.microsoft.com/office/drawing/2014/main" id="{81CC35AD-C337-CEFF-6390-F71AAF3BFB99}"/>
                </a:ext>
              </a:extLst>
            </p:cNvPr>
            <p:cNvSpPr/>
            <p:nvPr/>
          </p:nvSpPr>
          <p:spPr>
            <a:xfrm>
              <a:off x="188374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1" name="Freeform: Shape 200">
              <a:extLst>
                <a:ext uri="{FF2B5EF4-FFF2-40B4-BE49-F238E27FC236}">
                  <a16:creationId xmlns:a16="http://schemas.microsoft.com/office/drawing/2014/main" id="{223B7429-EE72-1A2A-FA1A-4C1B1186A09B}"/>
                </a:ext>
              </a:extLst>
            </p:cNvPr>
            <p:cNvSpPr/>
            <p:nvPr/>
          </p:nvSpPr>
          <p:spPr>
            <a:xfrm>
              <a:off x="1151175"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2" name="Freeform: Shape 201">
              <a:extLst>
                <a:ext uri="{FF2B5EF4-FFF2-40B4-BE49-F238E27FC236}">
                  <a16:creationId xmlns:a16="http://schemas.microsoft.com/office/drawing/2014/main" id="{CCE8C3DF-7E8E-2E39-D8CF-5D4074A227A9}"/>
                </a:ext>
              </a:extLst>
            </p:cNvPr>
            <p:cNvSpPr/>
            <p:nvPr/>
          </p:nvSpPr>
          <p:spPr>
            <a:xfrm>
              <a:off x="62791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3" name="Freeform: Shape 202">
              <a:extLst>
                <a:ext uri="{FF2B5EF4-FFF2-40B4-BE49-F238E27FC236}">
                  <a16:creationId xmlns:a16="http://schemas.microsoft.com/office/drawing/2014/main" id="{2F132887-43D2-C23D-4210-0628D1FA37D1}"/>
                </a:ext>
              </a:extLst>
            </p:cNvPr>
            <p:cNvSpPr/>
            <p:nvPr/>
          </p:nvSpPr>
          <p:spPr>
            <a:xfrm>
              <a:off x="523261" y="502494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26163 w 52326"/>
                <a:gd name="connsiteY4" fmla="*/ 52326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52326"/>
                  </a:moveTo>
                  <a:cubicBezTo>
                    <a:pt x="40466" y="52326"/>
                    <a:pt x="52326" y="40465"/>
                    <a:pt x="52326" y="26163"/>
                  </a:cubicBezTo>
                  <a:cubicBezTo>
                    <a:pt x="52326" y="11861"/>
                    <a:pt x="40466"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4" name="Freeform: Shape 203">
              <a:extLst>
                <a:ext uri="{FF2B5EF4-FFF2-40B4-BE49-F238E27FC236}">
                  <a16:creationId xmlns:a16="http://schemas.microsoft.com/office/drawing/2014/main" id="{C0E342B0-4ED4-F05C-989D-EB9AAC1EDA61}"/>
                </a:ext>
              </a:extLst>
            </p:cNvPr>
            <p:cNvSpPr/>
            <p:nvPr/>
          </p:nvSpPr>
          <p:spPr>
            <a:xfrm>
              <a:off x="31395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5" name="Freeform: Shape 204">
              <a:extLst>
                <a:ext uri="{FF2B5EF4-FFF2-40B4-BE49-F238E27FC236}">
                  <a16:creationId xmlns:a16="http://schemas.microsoft.com/office/drawing/2014/main" id="{1DD721F0-A9F1-0873-90E3-55DCDF921B2F}"/>
                </a:ext>
              </a:extLst>
            </p:cNvPr>
            <p:cNvSpPr/>
            <p:nvPr/>
          </p:nvSpPr>
          <p:spPr>
            <a:xfrm>
              <a:off x="418609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6" name="Freeform: Shape 205">
              <a:extLst>
                <a:ext uri="{FF2B5EF4-FFF2-40B4-BE49-F238E27FC236}">
                  <a16:creationId xmlns:a16="http://schemas.microsoft.com/office/drawing/2014/main" id="{898A5F93-DCF7-E8F1-9FAE-6AD9D95CA3EA}"/>
                </a:ext>
              </a:extLst>
            </p:cNvPr>
            <p:cNvSpPr/>
            <p:nvPr/>
          </p:nvSpPr>
          <p:spPr>
            <a:xfrm>
              <a:off x="3034918" y="4187729"/>
              <a:ext cx="52326" cy="52674"/>
            </a:xfrm>
            <a:custGeom>
              <a:avLst/>
              <a:gdLst>
                <a:gd name="connsiteX0" fmla="*/ 52326 w 52326"/>
                <a:gd name="connsiteY0" fmla="*/ 26163 h 52674"/>
                <a:gd name="connsiteX1" fmla="*/ 51977 w 52326"/>
                <a:gd name="connsiteY1" fmla="*/ 22326 h 52674"/>
                <a:gd name="connsiteX2" fmla="*/ 51280 w 52326"/>
                <a:gd name="connsiteY2" fmla="*/ 18489 h 52674"/>
                <a:gd name="connsiteX3" fmla="*/ 26163 w 52326"/>
                <a:gd name="connsiteY3" fmla="*/ 0 h 52674"/>
                <a:gd name="connsiteX4" fmla="*/ 0 w 52326"/>
                <a:gd name="connsiteY4" fmla="*/ 26163 h 52674"/>
                <a:gd name="connsiteX5" fmla="*/ 0 w 52326"/>
                <a:gd name="connsiteY5" fmla="*/ 26163 h 52674"/>
                <a:gd name="connsiteX6" fmla="*/ 349 w 52326"/>
                <a:gd name="connsiteY6" fmla="*/ 29303 h 52674"/>
                <a:gd name="connsiteX7" fmla="*/ 2442 w 52326"/>
                <a:gd name="connsiteY7" fmla="*/ 36628 h 52674"/>
                <a:gd name="connsiteX8" fmla="*/ 5930 w 52326"/>
                <a:gd name="connsiteY8" fmla="*/ 42559 h 52674"/>
                <a:gd name="connsiteX9" fmla="*/ 8023 w 52326"/>
                <a:gd name="connsiteY9" fmla="*/ 45001 h 52674"/>
                <a:gd name="connsiteX10" fmla="*/ 26512 w 52326"/>
                <a:gd name="connsiteY10" fmla="*/ 52675 h 52674"/>
                <a:gd name="connsiteX11" fmla="*/ 52326 w 52326"/>
                <a:gd name="connsiteY11" fmla="*/ 26163 h 52674"/>
                <a:gd name="connsiteX12" fmla="*/ 52326 w 52326"/>
                <a:gd name="connsiteY12"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26" h="52674">
                  <a:moveTo>
                    <a:pt x="52326" y="26163"/>
                  </a:moveTo>
                  <a:cubicBezTo>
                    <a:pt x="52326" y="24768"/>
                    <a:pt x="52326" y="23721"/>
                    <a:pt x="51977" y="22326"/>
                  </a:cubicBezTo>
                  <a:cubicBezTo>
                    <a:pt x="51628" y="20930"/>
                    <a:pt x="51628" y="19535"/>
                    <a:pt x="51280" y="18489"/>
                  </a:cubicBezTo>
                  <a:cubicBezTo>
                    <a:pt x="48140" y="7675"/>
                    <a:pt x="38024" y="0"/>
                    <a:pt x="26163" y="0"/>
                  </a:cubicBezTo>
                  <a:cubicBezTo>
                    <a:pt x="11861" y="0"/>
                    <a:pt x="0" y="11861"/>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07" name="Freeform: Shape 206">
              <a:extLst>
                <a:ext uri="{FF2B5EF4-FFF2-40B4-BE49-F238E27FC236}">
                  <a16:creationId xmlns:a16="http://schemas.microsoft.com/office/drawing/2014/main" id="{040DADDD-73F7-D90C-E0AC-76AECF81CBE7}"/>
                </a:ext>
              </a:extLst>
            </p:cNvPr>
            <p:cNvSpPr/>
            <p:nvPr/>
          </p:nvSpPr>
          <p:spPr>
            <a:xfrm>
              <a:off x="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8" name="Freeform: Shape 207">
              <a:extLst>
                <a:ext uri="{FF2B5EF4-FFF2-40B4-BE49-F238E27FC236}">
                  <a16:creationId xmlns:a16="http://schemas.microsoft.com/office/drawing/2014/main" id="{50D4FB63-A830-4222-1059-7B266FDE4411}"/>
                </a:ext>
              </a:extLst>
            </p:cNvPr>
            <p:cNvSpPr/>
            <p:nvPr/>
          </p:nvSpPr>
          <p:spPr>
            <a:xfrm>
              <a:off x="5755879"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79" y="51977"/>
                    <a:pt x="21279" y="51977"/>
                    <a:pt x="21628" y="51977"/>
                  </a:cubicBezTo>
                  <a:cubicBezTo>
                    <a:pt x="23023" y="52326"/>
                    <a:pt x="24768" y="52326"/>
                    <a:pt x="26163" y="52326"/>
                  </a:cubicBezTo>
                  <a:lnTo>
                    <a:pt x="26163" y="52326"/>
                  </a:lnTo>
                  <a:cubicBezTo>
                    <a:pt x="26163" y="52326"/>
                    <a:pt x="26163" y="52326"/>
                    <a:pt x="26163" y="52326"/>
                  </a:cubicBezTo>
                  <a:cubicBezTo>
                    <a:pt x="40465" y="52326"/>
                    <a:pt x="52326" y="40465"/>
                    <a:pt x="52326" y="26163"/>
                  </a:cubicBezTo>
                  <a:lnTo>
                    <a:pt x="52326" y="26163"/>
                  </a:lnTo>
                  <a:cubicBezTo>
                    <a:pt x="52326" y="11860"/>
                    <a:pt x="40465" y="0"/>
                    <a:pt x="26163" y="0"/>
                  </a:cubicBezTo>
                  <a:cubicBezTo>
                    <a:pt x="26163" y="0"/>
                    <a:pt x="26163" y="0"/>
                    <a:pt x="26163" y="0"/>
                  </a:cubicBezTo>
                  <a:lnTo>
                    <a:pt x="26163" y="0"/>
                  </a:lnTo>
                  <a:cubicBezTo>
                    <a:pt x="11861"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209" name="Freeform: Shape 208">
              <a:extLst>
                <a:ext uri="{FF2B5EF4-FFF2-40B4-BE49-F238E27FC236}">
                  <a16:creationId xmlns:a16="http://schemas.microsoft.com/office/drawing/2014/main" id="{027DFC29-90B1-F6C4-6038-77FF1FB28024}"/>
                </a:ext>
              </a:extLst>
            </p:cNvPr>
            <p:cNvSpPr/>
            <p:nvPr/>
          </p:nvSpPr>
          <p:spPr>
            <a:xfrm>
              <a:off x="1255828"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0" name="Freeform: Shape 209">
              <a:extLst>
                <a:ext uri="{FF2B5EF4-FFF2-40B4-BE49-F238E27FC236}">
                  <a16:creationId xmlns:a16="http://schemas.microsoft.com/office/drawing/2014/main" id="{524BB263-1F23-6132-D4B3-6E0DCEEFE908}"/>
                </a:ext>
              </a:extLst>
            </p:cNvPr>
            <p:cNvSpPr/>
            <p:nvPr/>
          </p:nvSpPr>
          <p:spPr>
            <a:xfrm>
              <a:off x="230235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1" name="Freeform: Shape 210">
              <a:extLst>
                <a:ext uri="{FF2B5EF4-FFF2-40B4-BE49-F238E27FC236}">
                  <a16:creationId xmlns:a16="http://schemas.microsoft.com/office/drawing/2014/main" id="{574F5865-E0AE-FE6E-5D40-1B677B629675}"/>
                </a:ext>
              </a:extLst>
            </p:cNvPr>
            <p:cNvSpPr/>
            <p:nvPr/>
          </p:nvSpPr>
          <p:spPr>
            <a:xfrm>
              <a:off x="4395399" y="4187729"/>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2" name="Freeform: Shape 211">
              <a:extLst>
                <a:ext uri="{FF2B5EF4-FFF2-40B4-BE49-F238E27FC236}">
                  <a16:creationId xmlns:a16="http://schemas.microsoft.com/office/drawing/2014/main" id="{0C03BD97-A352-E0E8-B224-64179DD33D47}"/>
                </a:ext>
              </a:extLst>
            </p:cNvPr>
            <p:cNvSpPr/>
            <p:nvPr/>
          </p:nvSpPr>
          <p:spPr>
            <a:xfrm>
              <a:off x="575587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3" name="Freeform: Shape 212">
              <a:extLst>
                <a:ext uri="{FF2B5EF4-FFF2-40B4-BE49-F238E27FC236}">
                  <a16:creationId xmlns:a16="http://schemas.microsoft.com/office/drawing/2014/main" id="{0463C6CF-1AE3-5DB8-309F-C0DB21F05B4A}"/>
                </a:ext>
              </a:extLst>
            </p:cNvPr>
            <p:cNvSpPr/>
            <p:nvPr/>
          </p:nvSpPr>
          <p:spPr>
            <a:xfrm>
              <a:off x="502331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4" name="Freeform: Shape 213">
              <a:extLst>
                <a:ext uri="{FF2B5EF4-FFF2-40B4-BE49-F238E27FC236}">
                  <a16:creationId xmlns:a16="http://schemas.microsoft.com/office/drawing/2014/main" id="{89CBFC3D-6CB0-11C3-F87E-62F32E951926}"/>
                </a:ext>
              </a:extLst>
            </p:cNvPr>
            <p:cNvSpPr/>
            <p:nvPr/>
          </p:nvSpPr>
          <p:spPr>
            <a:xfrm>
              <a:off x="40814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5" name="Freeform: Shape 214">
              <a:extLst>
                <a:ext uri="{FF2B5EF4-FFF2-40B4-BE49-F238E27FC236}">
                  <a16:creationId xmlns:a16="http://schemas.microsoft.com/office/drawing/2014/main" id="{8D9AB9A0-5DE8-1BD2-FC41-47417D690267}"/>
                </a:ext>
              </a:extLst>
            </p:cNvPr>
            <p:cNvSpPr/>
            <p:nvPr/>
          </p:nvSpPr>
          <p:spPr>
            <a:xfrm>
              <a:off x="40814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6" name="Freeform: Shape 215">
              <a:extLst>
                <a:ext uri="{FF2B5EF4-FFF2-40B4-BE49-F238E27FC236}">
                  <a16:creationId xmlns:a16="http://schemas.microsoft.com/office/drawing/2014/main" id="{4308FF6B-4BFF-5271-F6EE-B9B106971601}"/>
                </a:ext>
              </a:extLst>
            </p:cNvPr>
            <p:cNvSpPr/>
            <p:nvPr/>
          </p:nvSpPr>
          <p:spPr>
            <a:xfrm>
              <a:off x="355818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7" name="Freeform: Shape 216">
              <a:extLst>
                <a:ext uri="{FF2B5EF4-FFF2-40B4-BE49-F238E27FC236}">
                  <a16:creationId xmlns:a16="http://schemas.microsoft.com/office/drawing/2014/main" id="{0FD4ECAE-C907-24BB-EEFA-1A4D78AD75EA}"/>
                </a:ext>
              </a:extLst>
            </p:cNvPr>
            <p:cNvSpPr/>
            <p:nvPr/>
          </p:nvSpPr>
          <p:spPr>
            <a:xfrm>
              <a:off x="345352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8" name="Freeform: Shape 217">
              <a:extLst>
                <a:ext uri="{FF2B5EF4-FFF2-40B4-BE49-F238E27FC236}">
                  <a16:creationId xmlns:a16="http://schemas.microsoft.com/office/drawing/2014/main" id="{A9B110FE-3FEB-8BF8-C512-57C928ABDB50}"/>
                </a:ext>
              </a:extLst>
            </p:cNvPr>
            <p:cNvSpPr/>
            <p:nvPr/>
          </p:nvSpPr>
          <p:spPr>
            <a:xfrm>
              <a:off x="324422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9" name="Freeform: Shape 218">
              <a:extLst>
                <a:ext uri="{FF2B5EF4-FFF2-40B4-BE49-F238E27FC236}">
                  <a16:creationId xmlns:a16="http://schemas.microsoft.com/office/drawing/2014/main" id="{937113AA-AE56-D119-5FE5-3E79F38D8E42}"/>
                </a:ext>
              </a:extLst>
            </p:cNvPr>
            <p:cNvSpPr/>
            <p:nvPr/>
          </p:nvSpPr>
          <p:spPr>
            <a:xfrm>
              <a:off x="313957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0" name="Freeform: Shape 219">
              <a:extLst>
                <a:ext uri="{FF2B5EF4-FFF2-40B4-BE49-F238E27FC236}">
                  <a16:creationId xmlns:a16="http://schemas.microsoft.com/office/drawing/2014/main" id="{13E89C77-DFA2-F64C-818D-DFF919829001}"/>
                </a:ext>
              </a:extLst>
            </p:cNvPr>
            <p:cNvSpPr/>
            <p:nvPr/>
          </p:nvSpPr>
          <p:spPr>
            <a:xfrm>
              <a:off x="303491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1" name="Freeform: Shape 220">
              <a:extLst>
                <a:ext uri="{FF2B5EF4-FFF2-40B4-BE49-F238E27FC236}">
                  <a16:creationId xmlns:a16="http://schemas.microsoft.com/office/drawing/2014/main" id="{69F081AB-2486-165D-DCBD-FE343D4BB21A}"/>
                </a:ext>
              </a:extLst>
            </p:cNvPr>
            <p:cNvSpPr/>
            <p:nvPr/>
          </p:nvSpPr>
          <p:spPr>
            <a:xfrm>
              <a:off x="2930266"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22" name="Freeform: Shape 221">
              <a:extLst>
                <a:ext uri="{FF2B5EF4-FFF2-40B4-BE49-F238E27FC236}">
                  <a16:creationId xmlns:a16="http://schemas.microsoft.com/office/drawing/2014/main" id="{445EC707-C7BA-4137-3C44-B418E6EFE9B1}"/>
                </a:ext>
              </a:extLst>
            </p:cNvPr>
            <p:cNvSpPr/>
            <p:nvPr/>
          </p:nvSpPr>
          <p:spPr>
            <a:xfrm>
              <a:off x="293026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3" name="Freeform: Shape 222">
              <a:extLst>
                <a:ext uri="{FF2B5EF4-FFF2-40B4-BE49-F238E27FC236}">
                  <a16:creationId xmlns:a16="http://schemas.microsoft.com/office/drawing/2014/main" id="{899B4ECF-D6C5-51BC-C2FF-8B73CA8C2433}"/>
                </a:ext>
              </a:extLst>
            </p:cNvPr>
            <p:cNvSpPr/>
            <p:nvPr/>
          </p:nvSpPr>
          <p:spPr>
            <a:xfrm>
              <a:off x="240700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4" name="Freeform: Shape 223">
              <a:extLst>
                <a:ext uri="{FF2B5EF4-FFF2-40B4-BE49-F238E27FC236}">
                  <a16:creationId xmlns:a16="http://schemas.microsoft.com/office/drawing/2014/main" id="{70DEB7FB-58D7-73ED-7AA8-9DEE063D62D5}"/>
                </a:ext>
              </a:extLst>
            </p:cNvPr>
            <p:cNvSpPr/>
            <p:nvPr/>
          </p:nvSpPr>
          <p:spPr>
            <a:xfrm>
              <a:off x="1779090"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25" name="Freeform: Shape 224">
              <a:extLst>
                <a:ext uri="{FF2B5EF4-FFF2-40B4-BE49-F238E27FC236}">
                  <a16:creationId xmlns:a16="http://schemas.microsoft.com/office/drawing/2014/main" id="{DFE3B000-AFC9-05B7-97DE-3CED949640F9}"/>
                </a:ext>
              </a:extLst>
            </p:cNvPr>
            <p:cNvSpPr/>
            <p:nvPr/>
          </p:nvSpPr>
          <p:spPr>
            <a:xfrm>
              <a:off x="16744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6" name="Freeform: Shape 225">
              <a:extLst>
                <a:ext uri="{FF2B5EF4-FFF2-40B4-BE49-F238E27FC236}">
                  <a16:creationId xmlns:a16="http://schemas.microsoft.com/office/drawing/2014/main" id="{BECFAC32-91C5-DDF8-BB3E-21E50194DEAF}"/>
                </a:ext>
              </a:extLst>
            </p:cNvPr>
            <p:cNvSpPr/>
            <p:nvPr/>
          </p:nvSpPr>
          <p:spPr>
            <a:xfrm>
              <a:off x="167443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27" name="Freeform: Shape 226">
              <a:extLst>
                <a:ext uri="{FF2B5EF4-FFF2-40B4-BE49-F238E27FC236}">
                  <a16:creationId xmlns:a16="http://schemas.microsoft.com/office/drawing/2014/main" id="{F8C13CDD-08F2-FB59-70B9-B45BE15F9358}"/>
                </a:ext>
              </a:extLst>
            </p:cNvPr>
            <p:cNvSpPr/>
            <p:nvPr/>
          </p:nvSpPr>
          <p:spPr>
            <a:xfrm>
              <a:off x="136048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8" name="Freeform: Shape 227">
              <a:extLst>
                <a:ext uri="{FF2B5EF4-FFF2-40B4-BE49-F238E27FC236}">
                  <a16:creationId xmlns:a16="http://schemas.microsoft.com/office/drawing/2014/main" id="{34A65DDB-7F5F-4015-AE4D-947CADC92BBC}"/>
                </a:ext>
              </a:extLst>
            </p:cNvPr>
            <p:cNvSpPr/>
            <p:nvPr/>
          </p:nvSpPr>
          <p:spPr>
            <a:xfrm>
              <a:off x="104652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29" name="Freeform: Shape 228">
              <a:extLst>
                <a:ext uri="{FF2B5EF4-FFF2-40B4-BE49-F238E27FC236}">
                  <a16:creationId xmlns:a16="http://schemas.microsoft.com/office/drawing/2014/main" id="{2333AFB3-84ED-E870-3AAC-F8DA88089E82}"/>
                </a:ext>
              </a:extLst>
            </p:cNvPr>
            <p:cNvSpPr/>
            <p:nvPr/>
          </p:nvSpPr>
          <p:spPr>
            <a:xfrm>
              <a:off x="313957"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0" name="Freeform: Shape 229">
              <a:extLst>
                <a:ext uri="{FF2B5EF4-FFF2-40B4-BE49-F238E27FC236}">
                  <a16:creationId xmlns:a16="http://schemas.microsoft.com/office/drawing/2014/main" id="{05F0D190-7888-E607-5362-C66A2B2FD111}"/>
                </a:ext>
              </a:extLst>
            </p:cNvPr>
            <p:cNvSpPr/>
            <p:nvPr/>
          </p:nvSpPr>
          <p:spPr>
            <a:xfrm>
              <a:off x="37674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31" name="Freeform: Shape 230">
              <a:extLst>
                <a:ext uri="{FF2B5EF4-FFF2-40B4-BE49-F238E27FC236}">
                  <a16:creationId xmlns:a16="http://schemas.microsoft.com/office/drawing/2014/main" id="{71F7FE5C-AE64-5923-A9FB-592CF47D9E4E}"/>
                </a:ext>
              </a:extLst>
            </p:cNvPr>
            <p:cNvSpPr/>
            <p:nvPr/>
          </p:nvSpPr>
          <p:spPr>
            <a:xfrm>
              <a:off x="4604703"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2" name="Freeform: Shape 231">
              <a:extLst>
                <a:ext uri="{FF2B5EF4-FFF2-40B4-BE49-F238E27FC236}">
                  <a16:creationId xmlns:a16="http://schemas.microsoft.com/office/drawing/2014/main" id="{E34F050A-3BD3-408C-1F20-7D25A2A0D1C7}"/>
                </a:ext>
              </a:extLst>
            </p:cNvPr>
            <p:cNvSpPr/>
            <p:nvPr/>
          </p:nvSpPr>
          <p:spPr>
            <a:xfrm>
              <a:off x="4500051" y="5338905"/>
              <a:ext cx="52326" cy="52326"/>
            </a:xfrm>
            <a:custGeom>
              <a:avLst/>
              <a:gdLst>
                <a:gd name="connsiteX0" fmla="*/ 26163 w 52326"/>
                <a:gd name="connsiteY0" fmla="*/ 0 h 52326"/>
                <a:gd name="connsiteX1" fmla="*/ 26163 w 52326"/>
                <a:gd name="connsiteY1" fmla="*/ 0 h 52326"/>
                <a:gd name="connsiteX2" fmla="*/ 11512 w 52326"/>
                <a:gd name="connsiteY2" fmla="*/ 4535 h 52326"/>
                <a:gd name="connsiteX3" fmla="*/ 0 w 52326"/>
                <a:gd name="connsiteY3" fmla="*/ 26163 h 52326"/>
                <a:gd name="connsiteX4" fmla="*/ 26163 w 52326"/>
                <a:gd name="connsiteY4" fmla="*/ 52326 h 52326"/>
                <a:gd name="connsiteX5" fmla="*/ 40814 w 52326"/>
                <a:gd name="connsiteY5" fmla="*/ 47791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0582" y="0"/>
                    <a:pt x="15698" y="1744"/>
                    <a:pt x="11512" y="4535"/>
                  </a:cubicBezTo>
                  <a:cubicBezTo>
                    <a:pt x="4535" y="9070"/>
                    <a:pt x="0" y="17093"/>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33" name="Freeform: Shape 232">
              <a:extLst>
                <a:ext uri="{FF2B5EF4-FFF2-40B4-BE49-F238E27FC236}">
                  <a16:creationId xmlns:a16="http://schemas.microsoft.com/office/drawing/2014/main" id="{F72765FA-D8E6-4FF4-EB2B-1122250487A8}"/>
                </a:ext>
              </a:extLst>
            </p:cNvPr>
            <p:cNvSpPr/>
            <p:nvPr/>
          </p:nvSpPr>
          <p:spPr>
            <a:xfrm>
              <a:off x="554657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 name="Freeform: Shape 233">
              <a:extLst>
                <a:ext uri="{FF2B5EF4-FFF2-40B4-BE49-F238E27FC236}">
                  <a16:creationId xmlns:a16="http://schemas.microsoft.com/office/drawing/2014/main" id="{77F451F6-1C6A-71F1-4EA2-49095D04285E}"/>
                </a:ext>
              </a:extLst>
            </p:cNvPr>
            <p:cNvSpPr/>
            <p:nvPr/>
          </p:nvSpPr>
          <p:spPr>
            <a:xfrm>
              <a:off x="565122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5" name="Freeform: Shape 234">
              <a:extLst>
                <a:ext uri="{FF2B5EF4-FFF2-40B4-BE49-F238E27FC236}">
                  <a16:creationId xmlns:a16="http://schemas.microsoft.com/office/drawing/2014/main" id="{CF764EEB-8756-BA0E-CE91-BF6C564868B4}"/>
                </a:ext>
              </a:extLst>
            </p:cNvPr>
            <p:cNvSpPr/>
            <p:nvPr/>
          </p:nvSpPr>
          <p:spPr>
            <a:xfrm>
              <a:off x="52326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 name="Freeform: Shape 235">
              <a:extLst>
                <a:ext uri="{FF2B5EF4-FFF2-40B4-BE49-F238E27FC236}">
                  <a16:creationId xmlns:a16="http://schemas.microsoft.com/office/drawing/2014/main" id="{20DA7B3B-734F-4010-3064-1F54D7C2E9D0}"/>
                </a:ext>
              </a:extLst>
            </p:cNvPr>
            <p:cNvSpPr/>
            <p:nvPr/>
          </p:nvSpPr>
          <p:spPr>
            <a:xfrm>
              <a:off x="52326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 name="Freeform: Shape 236">
              <a:extLst>
                <a:ext uri="{FF2B5EF4-FFF2-40B4-BE49-F238E27FC236}">
                  <a16:creationId xmlns:a16="http://schemas.microsoft.com/office/drawing/2014/main" id="{D948440C-D2CC-CC5B-7547-AA8FCCFCD03B}"/>
                </a:ext>
              </a:extLst>
            </p:cNvPr>
            <p:cNvSpPr/>
            <p:nvPr/>
          </p:nvSpPr>
          <p:spPr>
            <a:xfrm>
              <a:off x="39767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8" name="Freeform: Shape 237">
              <a:extLst>
                <a:ext uri="{FF2B5EF4-FFF2-40B4-BE49-F238E27FC236}">
                  <a16:creationId xmlns:a16="http://schemas.microsoft.com/office/drawing/2014/main" id="{07085478-6235-FAE3-F9AD-468F8F580933}"/>
                </a:ext>
              </a:extLst>
            </p:cNvPr>
            <p:cNvSpPr/>
            <p:nvPr/>
          </p:nvSpPr>
          <p:spPr>
            <a:xfrm>
              <a:off x="397678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 name="Freeform: Shape 238">
              <a:extLst>
                <a:ext uri="{FF2B5EF4-FFF2-40B4-BE49-F238E27FC236}">
                  <a16:creationId xmlns:a16="http://schemas.microsoft.com/office/drawing/2014/main" id="{94A137E0-2A65-6D63-05C3-ABCE41763F4E}"/>
                </a:ext>
              </a:extLst>
            </p:cNvPr>
            <p:cNvSpPr/>
            <p:nvPr/>
          </p:nvSpPr>
          <p:spPr>
            <a:xfrm>
              <a:off x="397678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0" name="Freeform: Shape 239">
              <a:extLst>
                <a:ext uri="{FF2B5EF4-FFF2-40B4-BE49-F238E27FC236}">
                  <a16:creationId xmlns:a16="http://schemas.microsoft.com/office/drawing/2014/main" id="{F629078A-4B38-63A4-DD80-501245FA2AED}"/>
                </a:ext>
              </a:extLst>
            </p:cNvPr>
            <p:cNvSpPr/>
            <p:nvPr/>
          </p:nvSpPr>
          <p:spPr>
            <a:xfrm>
              <a:off x="3767484"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0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1" name="Freeform: Shape 240">
              <a:extLst>
                <a:ext uri="{FF2B5EF4-FFF2-40B4-BE49-F238E27FC236}">
                  <a16:creationId xmlns:a16="http://schemas.microsoft.com/office/drawing/2014/main" id="{7CA14CF4-9AE5-3923-72C2-33C83F1E1EA6}"/>
                </a:ext>
              </a:extLst>
            </p:cNvPr>
            <p:cNvSpPr/>
            <p:nvPr/>
          </p:nvSpPr>
          <p:spPr>
            <a:xfrm>
              <a:off x="512796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2" name="Freeform: Shape 241">
              <a:extLst>
                <a:ext uri="{FF2B5EF4-FFF2-40B4-BE49-F238E27FC236}">
                  <a16:creationId xmlns:a16="http://schemas.microsoft.com/office/drawing/2014/main" id="{BFCB0D1B-25C1-7A8F-4CB6-B1E07F4DA6FD}"/>
                </a:ext>
              </a:extLst>
            </p:cNvPr>
            <p:cNvSpPr/>
            <p:nvPr/>
          </p:nvSpPr>
          <p:spPr>
            <a:xfrm>
              <a:off x="512796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 name="Freeform: Shape 242">
              <a:extLst>
                <a:ext uri="{FF2B5EF4-FFF2-40B4-BE49-F238E27FC236}">
                  <a16:creationId xmlns:a16="http://schemas.microsoft.com/office/drawing/2014/main" id="{FC1F622E-0DD8-399D-7CAA-A78A6EC1D7D2}"/>
                </a:ext>
              </a:extLst>
            </p:cNvPr>
            <p:cNvSpPr/>
            <p:nvPr/>
          </p:nvSpPr>
          <p:spPr>
            <a:xfrm>
              <a:off x="4918660"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44" name="Freeform: Shape 243">
              <a:extLst>
                <a:ext uri="{FF2B5EF4-FFF2-40B4-BE49-F238E27FC236}">
                  <a16:creationId xmlns:a16="http://schemas.microsoft.com/office/drawing/2014/main" id="{F61B3CDA-A61D-BE40-FC90-5C41C4EF7AA4}"/>
                </a:ext>
              </a:extLst>
            </p:cNvPr>
            <p:cNvSpPr/>
            <p:nvPr/>
          </p:nvSpPr>
          <p:spPr>
            <a:xfrm>
              <a:off x="4081442"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 name="Freeform: Shape 244">
              <a:extLst>
                <a:ext uri="{FF2B5EF4-FFF2-40B4-BE49-F238E27FC236}">
                  <a16:creationId xmlns:a16="http://schemas.microsoft.com/office/drawing/2014/main" id="{321DD137-BA80-D089-E180-FC7218074A16}"/>
                </a:ext>
              </a:extLst>
            </p:cNvPr>
            <p:cNvSpPr/>
            <p:nvPr/>
          </p:nvSpPr>
          <p:spPr>
            <a:xfrm>
              <a:off x="272096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6" name="Freeform: Shape 245">
              <a:extLst>
                <a:ext uri="{FF2B5EF4-FFF2-40B4-BE49-F238E27FC236}">
                  <a16:creationId xmlns:a16="http://schemas.microsoft.com/office/drawing/2014/main" id="{89C0A128-D229-2DFF-6DD1-5D1F6265E663}"/>
                </a:ext>
              </a:extLst>
            </p:cNvPr>
            <p:cNvSpPr/>
            <p:nvPr/>
          </p:nvSpPr>
          <p:spPr>
            <a:xfrm>
              <a:off x="230235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47" name="Freeform: Shape 246">
              <a:extLst>
                <a:ext uri="{FF2B5EF4-FFF2-40B4-BE49-F238E27FC236}">
                  <a16:creationId xmlns:a16="http://schemas.microsoft.com/office/drawing/2014/main" id="{33DBEDA3-6BCB-220A-5F06-AD1FD8236452}"/>
                </a:ext>
              </a:extLst>
            </p:cNvPr>
            <p:cNvSpPr/>
            <p:nvPr/>
          </p:nvSpPr>
          <p:spPr>
            <a:xfrm>
              <a:off x="837218"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8" name="Freeform: Shape 247">
              <a:extLst>
                <a:ext uri="{FF2B5EF4-FFF2-40B4-BE49-F238E27FC236}">
                  <a16:creationId xmlns:a16="http://schemas.microsoft.com/office/drawing/2014/main" id="{71F2F070-B302-296D-EE48-E63F58674EDE}"/>
                </a:ext>
              </a:extLst>
            </p:cNvPr>
            <p:cNvSpPr/>
            <p:nvPr/>
          </p:nvSpPr>
          <p:spPr>
            <a:xfrm>
              <a:off x="62791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9" name="Freeform: Shape 248">
              <a:extLst>
                <a:ext uri="{FF2B5EF4-FFF2-40B4-BE49-F238E27FC236}">
                  <a16:creationId xmlns:a16="http://schemas.microsoft.com/office/drawing/2014/main" id="{277A2B81-5181-347B-F9F2-7D37E5B81DED}"/>
                </a:ext>
              </a:extLst>
            </p:cNvPr>
            <p:cNvSpPr/>
            <p:nvPr/>
          </p:nvSpPr>
          <p:spPr>
            <a:xfrm>
              <a:off x="31395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0" name="Freeform: Shape 249">
              <a:extLst>
                <a:ext uri="{FF2B5EF4-FFF2-40B4-BE49-F238E27FC236}">
                  <a16:creationId xmlns:a16="http://schemas.microsoft.com/office/drawing/2014/main" id="{B098ED20-9730-9E2B-13FB-966C5F2D35B2}"/>
                </a:ext>
              </a:extLst>
            </p:cNvPr>
            <p:cNvSpPr/>
            <p:nvPr/>
          </p:nvSpPr>
          <p:spPr>
            <a:xfrm>
              <a:off x="209304"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1" name="Freeform: Shape 250">
              <a:extLst>
                <a:ext uri="{FF2B5EF4-FFF2-40B4-BE49-F238E27FC236}">
                  <a16:creationId xmlns:a16="http://schemas.microsoft.com/office/drawing/2014/main" id="{4F4F83BB-EA75-76A8-0B72-8472D3396932}"/>
                </a:ext>
              </a:extLst>
            </p:cNvPr>
            <p:cNvSpPr/>
            <p:nvPr/>
          </p:nvSpPr>
          <p:spPr>
            <a:xfrm>
              <a:off x="209304" y="418772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2" name="Freeform: Shape 251">
              <a:extLst>
                <a:ext uri="{FF2B5EF4-FFF2-40B4-BE49-F238E27FC236}">
                  <a16:creationId xmlns:a16="http://schemas.microsoft.com/office/drawing/2014/main" id="{A15E67D7-8111-B2C0-A649-E1D90320DB1A}"/>
                </a:ext>
              </a:extLst>
            </p:cNvPr>
            <p:cNvSpPr/>
            <p:nvPr/>
          </p:nvSpPr>
          <p:spPr>
            <a:xfrm>
              <a:off x="5337270" y="3245509"/>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40" y="38721"/>
                  </a:cubicBezTo>
                  <a:cubicBezTo>
                    <a:pt x="7674" y="46745"/>
                    <a:pt x="16047" y="52326"/>
                    <a:pt x="26163" y="52326"/>
                  </a:cubicBezTo>
                  <a:cubicBezTo>
                    <a:pt x="40465" y="52326"/>
                    <a:pt x="52326" y="40465"/>
                    <a:pt x="52326" y="26163"/>
                  </a:cubicBezTo>
                  <a:lnTo>
                    <a:pt x="52326" y="26163"/>
                  </a:lnTo>
                  <a:cubicBezTo>
                    <a:pt x="52326" y="21628"/>
                    <a:pt x="51279" y="17442"/>
                    <a:pt x="49187" y="13605"/>
                  </a:cubicBezTo>
                  <a:cubicBezTo>
                    <a:pt x="44652" y="5581"/>
                    <a:pt x="36280"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3" name="Freeform: Shape 252">
              <a:extLst>
                <a:ext uri="{FF2B5EF4-FFF2-40B4-BE49-F238E27FC236}">
                  <a16:creationId xmlns:a16="http://schemas.microsoft.com/office/drawing/2014/main" id="{611821E4-4EC5-53F5-DE76-715F6F68005B}"/>
                </a:ext>
              </a:extLst>
            </p:cNvPr>
            <p:cNvSpPr/>
            <p:nvPr/>
          </p:nvSpPr>
          <p:spPr>
            <a:xfrm>
              <a:off x="4081442"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977 w 52326"/>
                <a:gd name="connsiteY3" fmla="*/ 21977 h 52326"/>
                <a:gd name="connsiteX4" fmla="*/ 26163 w 52326"/>
                <a:gd name="connsiteY4" fmla="*/ 0 h 52326"/>
                <a:gd name="connsiteX5" fmla="*/ 0 w 52326"/>
                <a:gd name="connsiteY5" fmla="*/ 26163 h 52326"/>
                <a:gd name="connsiteX6" fmla="*/ 1047 w 52326"/>
                <a:gd name="connsiteY6" fmla="*/ 3383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5" y="52326"/>
                    <a:pt x="52326" y="40466"/>
                    <a:pt x="52326" y="26163"/>
                  </a:cubicBezTo>
                  <a:cubicBezTo>
                    <a:pt x="52326" y="24768"/>
                    <a:pt x="52326" y="23372"/>
                    <a:pt x="51977" y="21977"/>
                  </a:cubicBezTo>
                  <a:cubicBezTo>
                    <a:pt x="49884" y="9419"/>
                    <a:pt x="39070"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4" name="Freeform: Shape 253">
              <a:extLst>
                <a:ext uri="{FF2B5EF4-FFF2-40B4-BE49-F238E27FC236}">
                  <a16:creationId xmlns:a16="http://schemas.microsoft.com/office/drawing/2014/main" id="{4BBF1699-B448-FC45-A381-A5DCC6295E36}"/>
                </a:ext>
              </a:extLst>
            </p:cNvPr>
            <p:cNvSpPr/>
            <p:nvPr/>
          </p:nvSpPr>
          <p:spPr>
            <a:xfrm>
              <a:off x="2302351" y="4605990"/>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79 h 52326"/>
                <a:gd name="connsiteX9" fmla="*/ 2791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791" y="38373"/>
                  </a:moveTo>
                  <a:cubicBezTo>
                    <a:pt x="2791" y="38373"/>
                    <a:pt x="2791" y="38721"/>
                    <a:pt x="3140" y="38721"/>
                  </a:cubicBezTo>
                  <a:cubicBezTo>
                    <a:pt x="7675" y="46745"/>
                    <a:pt x="16047"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5" name="Freeform: Shape 254">
              <a:extLst>
                <a:ext uri="{FF2B5EF4-FFF2-40B4-BE49-F238E27FC236}">
                  <a16:creationId xmlns:a16="http://schemas.microsoft.com/office/drawing/2014/main" id="{29DF4BA8-D925-2850-DC4F-7A6B098C52AE}"/>
                </a:ext>
              </a:extLst>
            </p:cNvPr>
            <p:cNvSpPr/>
            <p:nvPr/>
          </p:nvSpPr>
          <p:spPr>
            <a:xfrm>
              <a:off x="4290746"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6" name="Freeform: Shape 255">
              <a:extLst>
                <a:ext uri="{FF2B5EF4-FFF2-40B4-BE49-F238E27FC236}">
                  <a16:creationId xmlns:a16="http://schemas.microsoft.com/office/drawing/2014/main" id="{71F6EFD9-DC9C-855C-F146-561EA667F46F}"/>
                </a:ext>
              </a:extLst>
            </p:cNvPr>
            <p:cNvSpPr/>
            <p:nvPr/>
          </p:nvSpPr>
          <p:spPr>
            <a:xfrm>
              <a:off x="3034569" y="4397034"/>
              <a:ext cx="52674" cy="52674"/>
            </a:xfrm>
            <a:custGeom>
              <a:avLst/>
              <a:gdLst>
                <a:gd name="connsiteX0" fmla="*/ 52675 w 52674"/>
                <a:gd name="connsiteY0" fmla="*/ 26163 h 52674"/>
                <a:gd name="connsiteX1" fmla="*/ 26512 w 52674"/>
                <a:gd name="connsiteY1" fmla="*/ 0 h 52674"/>
                <a:gd name="connsiteX2" fmla="*/ 23721 w 52674"/>
                <a:gd name="connsiteY2" fmla="*/ 0 h 52674"/>
                <a:gd name="connsiteX3" fmla="*/ 4535 w 52674"/>
                <a:gd name="connsiteY3" fmla="*/ 11512 h 52674"/>
                <a:gd name="connsiteX4" fmla="*/ 2791 w 52674"/>
                <a:gd name="connsiteY4" fmla="*/ 14651 h 52674"/>
                <a:gd name="connsiteX5" fmla="*/ 349 w 52674"/>
                <a:gd name="connsiteY5" fmla="*/ 22675 h 52674"/>
                <a:gd name="connsiteX6" fmla="*/ 0 w 52674"/>
                <a:gd name="connsiteY6" fmla="*/ 26163 h 52674"/>
                <a:gd name="connsiteX7" fmla="*/ 0 w 52674"/>
                <a:gd name="connsiteY7" fmla="*/ 26163 h 52674"/>
                <a:gd name="connsiteX8" fmla="*/ 349 w 52674"/>
                <a:gd name="connsiteY8" fmla="*/ 29303 h 52674"/>
                <a:gd name="connsiteX9" fmla="*/ 2442 w 52674"/>
                <a:gd name="connsiteY9" fmla="*/ 36628 h 52674"/>
                <a:gd name="connsiteX10" fmla="*/ 5930 w 52674"/>
                <a:gd name="connsiteY10" fmla="*/ 42559 h 52674"/>
                <a:gd name="connsiteX11" fmla="*/ 8023 w 52674"/>
                <a:gd name="connsiteY11" fmla="*/ 45001 h 52674"/>
                <a:gd name="connsiteX12" fmla="*/ 26512 w 52674"/>
                <a:gd name="connsiteY12" fmla="*/ 52675 h 52674"/>
                <a:gd name="connsiteX13" fmla="*/ 52675 w 52674"/>
                <a:gd name="connsiteY13" fmla="*/ 26163 h 52674"/>
                <a:gd name="connsiteX14" fmla="*/ 52675 w 52674"/>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4" h="52674">
                  <a:moveTo>
                    <a:pt x="52675" y="26163"/>
                  </a:moveTo>
                  <a:cubicBezTo>
                    <a:pt x="52675" y="11861"/>
                    <a:pt x="40814" y="0"/>
                    <a:pt x="26512" y="0"/>
                  </a:cubicBezTo>
                  <a:cubicBezTo>
                    <a:pt x="25465" y="0"/>
                    <a:pt x="24768" y="0"/>
                    <a:pt x="23721" y="0"/>
                  </a:cubicBezTo>
                  <a:cubicBezTo>
                    <a:pt x="15698" y="698"/>
                    <a:pt x="9070" y="5233"/>
                    <a:pt x="4535" y="11512"/>
                  </a:cubicBezTo>
                  <a:cubicBezTo>
                    <a:pt x="3837" y="12558"/>
                    <a:pt x="3139"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814"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257" name="Freeform: Shape 256">
              <a:extLst>
                <a:ext uri="{FF2B5EF4-FFF2-40B4-BE49-F238E27FC236}">
                  <a16:creationId xmlns:a16="http://schemas.microsoft.com/office/drawing/2014/main" id="{7059F547-A009-2044-4F38-4BBE528AAA63}"/>
                </a:ext>
              </a:extLst>
            </p:cNvPr>
            <p:cNvSpPr/>
            <p:nvPr/>
          </p:nvSpPr>
          <p:spPr>
            <a:xfrm>
              <a:off x="533727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8" name="Freeform: Shape 257">
              <a:extLst>
                <a:ext uri="{FF2B5EF4-FFF2-40B4-BE49-F238E27FC236}">
                  <a16:creationId xmlns:a16="http://schemas.microsoft.com/office/drawing/2014/main" id="{88DBB508-A036-68F3-CDEA-73E31E673100}"/>
                </a:ext>
              </a:extLst>
            </p:cNvPr>
            <p:cNvSpPr/>
            <p:nvPr/>
          </p:nvSpPr>
          <p:spPr>
            <a:xfrm>
              <a:off x="533727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 name="Freeform: Shape 258">
              <a:extLst>
                <a:ext uri="{FF2B5EF4-FFF2-40B4-BE49-F238E27FC236}">
                  <a16:creationId xmlns:a16="http://schemas.microsoft.com/office/drawing/2014/main" id="{91260276-839D-63CB-BE51-E3127985C986}"/>
                </a:ext>
              </a:extLst>
            </p:cNvPr>
            <p:cNvSpPr/>
            <p:nvPr/>
          </p:nvSpPr>
          <p:spPr>
            <a:xfrm>
              <a:off x="52326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0" name="Freeform: Shape 259">
              <a:extLst>
                <a:ext uri="{FF2B5EF4-FFF2-40B4-BE49-F238E27FC236}">
                  <a16:creationId xmlns:a16="http://schemas.microsoft.com/office/drawing/2014/main" id="{E684FE2B-AAD3-EEB8-E125-C4519DC4A863}"/>
                </a:ext>
              </a:extLst>
            </p:cNvPr>
            <p:cNvSpPr/>
            <p:nvPr/>
          </p:nvSpPr>
          <p:spPr>
            <a:xfrm>
              <a:off x="5023313"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1" name="Freeform: Shape 260">
              <a:extLst>
                <a:ext uri="{FF2B5EF4-FFF2-40B4-BE49-F238E27FC236}">
                  <a16:creationId xmlns:a16="http://schemas.microsoft.com/office/drawing/2014/main" id="{E8D1C2A1-003D-6CE3-CBAF-AAE9BBE65E64}"/>
                </a:ext>
              </a:extLst>
            </p:cNvPr>
            <p:cNvSpPr/>
            <p:nvPr/>
          </p:nvSpPr>
          <p:spPr>
            <a:xfrm>
              <a:off x="418609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2" name="Freeform: Shape 261">
              <a:extLst>
                <a:ext uri="{FF2B5EF4-FFF2-40B4-BE49-F238E27FC236}">
                  <a16:creationId xmlns:a16="http://schemas.microsoft.com/office/drawing/2014/main" id="{9AA679AD-8556-EBC6-CCB0-37D62772244D}"/>
                </a:ext>
              </a:extLst>
            </p:cNvPr>
            <p:cNvSpPr/>
            <p:nvPr/>
          </p:nvSpPr>
          <p:spPr>
            <a:xfrm>
              <a:off x="4186094" y="4501686"/>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63" name="Freeform: Shape 262">
              <a:extLst>
                <a:ext uri="{FF2B5EF4-FFF2-40B4-BE49-F238E27FC236}">
                  <a16:creationId xmlns:a16="http://schemas.microsoft.com/office/drawing/2014/main" id="{854A8162-656C-A83C-C339-8AE746F74261}"/>
                </a:ext>
              </a:extLst>
            </p:cNvPr>
            <p:cNvSpPr/>
            <p:nvPr/>
          </p:nvSpPr>
          <p:spPr>
            <a:xfrm>
              <a:off x="418609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4" name="Freeform: Shape 263">
              <a:extLst>
                <a:ext uri="{FF2B5EF4-FFF2-40B4-BE49-F238E27FC236}">
                  <a16:creationId xmlns:a16="http://schemas.microsoft.com/office/drawing/2014/main" id="{C465F00D-8D74-A08E-AB62-7B15812473CC}"/>
                </a:ext>
              </a:extLst>
            </p:cNvPr>
            <p:cNvSpPr/>
            <p:nvPr/>
          </p:nvSpPr>
          <p:spPr>
            <a:xfrm>
              <a:off x="5127965"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5" name="Freeform: Shape 264">
              <a:extLst>
                <a:ext uri="{FF2B5EF4-FFF2-40B4-BE49-F238E27FC236}">
                  <a16:creationId xmlns:a16="http://schemas.microsoft.com/office/drawing/2014/main" id="{AD123888-0C4D-F8FD-E196-96A622E43DA9}"/>
                </a:ext>
              </a:extLst>
            </p:cNvPr>
            <p:cNvSpPr/>
            <p:nvPr/>
          </p:nvSpPr>
          <p:spPr>
            <a:xfrm>
              <a:off x="49186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6" name="Freeform: Shape 265">
              <a:extLst>
                <a:ext uri="{FF2B5EF4-FFF2-40B4-BE49-F238E27FC236}">
                  <a16:creationId xmlns:a16="http://schemas.microsoft.com/office/drawing/2014/main" id="{E568BFBD-27C4-593A-B1EE-5C36F9C61C64}"/>
                </a:ext>
              </a:extLst>
            </p:cNvPr>
            <p:cNvSpPr/>
            <p:nvPr/>
          </p:nvSpPr>
          <p:spPr>
            <a:xfrm>
              <a:off x="408144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7" name="Freeform: Shape 266">
              <a:extLst>
                <a:ext uri="{FF2B5EF4-FFF2-40B4-BE49-F238E27FC236}">
                  <a16:creationId xmlns:a16="http://schemas.microsoft.com/office/drawing/2014/main" id="{2B9EBB18-5999-4AF8-B377-F50572643BE7}"/>
                </a:ext>
              </a:extLst>
            </p:cNvPr>
            <p:cNvSpPr/>
            <p:nvPr/>
          </p:nvSpPr>
          <p:spPr>
            <a:xfrm>
              <a:off x="355818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8" name="Freeform: Shape 267">
              <a:extLst>
                <a:ext uri="{FF2B5EF4-FFF2-40B4-BE49-F238E27FC236}">
                  <a16:creationId xmlns:a16="http://schemas.microsoft.com/office/drawing/2014/main" id="{2FE553CC-1D35-F6F6-33D9-26CBCB0ACD02}"/>
                </a:ext>
              </a:extLst>
            </p:cNvPr>
            <p:cNvSpPr/>
            <p:nvPr/>
          </p:nvSpPr>
          <p:spPr>
            <a:xfrm>
              <a:off x="324422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9" name="Freeform: Shape 268">
              <a:extLst>
                <a:ext uri="{FF2B5EF4-FFF2-40B4-BE49-F238E27FC236}">
                  <a16:creationId xmlns:a16="http://schemas.microsoft.com/office/drawing/2014/main" id="{E1931DB3-55E8-B8A2-8554-282C1A9B8EB2}"/>
                </a:ext>
              </a:extLst>
            </p:cNvPr>
            <p:cNvSpPr/>
            <p:nvPr/>
          </p:nvSpPr>
          <p:spPr>
            <a:xfrm>
              <a:off x="3244223"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0" name="Freeform: Shape 269">
              <a:extLst>
                <a:ext uri="{FF2B5EF4-FFF2-40B4-BE49-F238E27FC236}">
                  <a16:creationId xmlns:a16="http://schemas.microsoft.com/office/drawing/2014/main" id="{04053FA1-A039-CD96-7199-32EDD4D899F1}"/>
                </a:ext>
              </a:extLst>
            </p:cNvPr>
            <p:cNvSpPr/>
            <p:nvPr/>
          </p:nvSpPr>
          <p:spPr>
            <a:xfrm>
              <a:off x="293026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1" name="Freeform: Shape 270">
              <a:extLst>
                <a:ext uri="{FF2B5EF4-FFF2-40B4-BE49-F238E27FC236}">
                  <a16:creationId xmlns:a16="http://schemas.microsoft.com/office/drawing/2014/main" id="{00C2C284-4988-606A-4B82-EED860ED7623}"/>
                </a:ext>
              </a:extLst>
            </p:cNvPr>
            <p:cNvSpPr/>
            <p:nvPr/>
          </p:nvSpPr>
          <p:spPr>
            <a:xfrm>
              <a:off x="293026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72" name="Freeform: Shape 271">
              <a:extLst>
                <a:ext uri="{FF2B5EF4-FFF2-40B4-BE49-F238E27FC236}">
                  <a16:creationId xmlns:a16="http://schemas.microsoft.com/office/drawing/2014/main" id="{1772C3C5-DB6D-F0E0-E536-18B2458E77A8}"/>
                </a:ext>
              </a:extLst>
            </p:cNvPr>
            <p:cNvSpPr/>
            <p:nvPr/>
          </p:nvSpPr>
          <p:spPr>
            <a:xfrm>
              <a:off x="25116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3" name="Freeform: Shape 272">
              <a:extLst>
                <a:ext uri="{FF2B5EF4-FFF2-40B4-BE49-F238E27FC236}">
                  <a16:creationId xmlns:a16="http://schemas.microsoft.com/office/drawing/2014/main" id="{9B2D1FC5-BB8B-54F8-07A7-7B4671C31829}"/>
                </a:ext>
              </a:extLst>
            </p:cNvPr>
            <p:cNvSpPr/>
            <p:nvPr/>
          </p:nvSpPr>
          <p:spPr>
            <a:xfrm>
              <a:off x="2302351"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74" name="Freeform: Shape 273">
              <a:extLst>
                <a:ext uri="{FF2B5EF4-FFF2-40B4-BE49-F238E27FC236}">
                  <a16:creationId xmlns:a16="http://schemas.microsoft.com/office/drawing/2014/main" id="{EEAFE471-4D03-683A-BB99-EB38A68CC8D2}"/>
                </a:ext>
              </a:extLst>
            </p:cNvPr>
            <p:cNvSpPr/>
            <p:nvPr/>
          </p:nvSpPr>
          <p:spPr>
            <a:xfrm>
              <a:off x="230235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5" name="Freeform: Shape 274">
              <a:extLst>
                <a:ext uri="{FF2B5EF4-FFF2-40B4-BE49-F238E27FC236}">
                  <a16:creationId xmlns:a16="http://schemas.microsoft.com/office/drawing/2014/main" id="{C5083452-B53D-98C2-259C-5A93229668AB}"/>
                </a:ext>
              </a:extLst>
            </p:cNvPr>
            <p:cNvSpPr/>
            <p:nvPr/>
          </p:nvSpPr>
          <p:spPr>
            <a:xfrm>
              <a:off x="2093047"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76" name="Freeform: Shape 275">
              <a:extLst>
                <a:ext uri="{FF2B5EF4-FFF2-40B4-BE49-F238E27FC236}">
                  <a16:creationId xmlns:a16="http://schemas.microsoft.com/office/drawing/2014/main" id="{B33C0D58-DE80-F30D-C4C3-0DA73EB6D213}"/>
                </a:ext>
              </a:extLst>
            </p:cNvPr>
            <p:cNvSpPr/>
            <p:nvPr/>
          </p:nvSpPr>
          <p:spPr>
            <a:xfrm>
              <a:off x="1674437"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1" y="0"/>
                    <a:pt x="0" y="11861"/>
                    <a:pt x="0" y="26163"/>
                  </a:cubicBezTo>
                  <a:lnTo>
                    <a:pt x="0" y="26163"/>
                  </a:lnTo>
                  <a:lnTo>
                    <a:pt x="0" y="26163"/>
                  </a:ln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7" name="Freeform: Shape 276">
              <a:extLst>
                <a:ext uri="{FF2B5EF4-FFF2-40B4-BE49-F238E27FC236}">
                  <a16:creationId xmlns:a16="http://schemas.microsoft.com/office/drawing/2014/main" id="{D0553EAD-D511-6290-09EB-06315E8A57BC}"/>
                </a:ext>
              </a:extLst>
            </p:cNvPr>
            <p:cNvSpPr/>
            <p:nvPr/>
          </p:nvSpPr>
          <p:spPr>
            <a:xfrm>
              <a:off x="146513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8" name="Freeform: Shape 277">
              <a:extLst>
                <a:ext uri="{FF2B5EF4-FFF2-40B4-BE49-F238E27FC236}">
                  <a16:creationId xmlns:a16="http://schemas.microsoft.com/office/drawing/2014/main" id="{E0826C25-9F34-E455-E6FE-95FE61059E08}"/>
                </a:ext>
              </a:extLst>
            </p:cNvPr>
            <p:cNvSpPr/>
            <p:nvPr/>
          </p:nvSpPr>
          <p:spPr>
            <a:xfrm>
              <a:off x="115117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79" name="Freeform: Shape 278">
              <a:extLst>
                <a:ext uri="{FF2B5EF4-FFF2-40B4-BE49-F238E27FC236}">
                  <a16:creationId xmlns:a16="http://schemas.microsoft.com/office/drawing/2014/main" id="{FBEDE71B-D51B-BDB3-0D61-DAC1F7AC9419}"/>
                </a:ext>
              </a:extLst>
            </p:cNvPr>
            <p:cNvSpPr/>
            <p:nvPr/>
          </p:nvSpPr>
          <p:spPr>
            <a:xfrm>
              <a:off x="62791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0" name="Freeform: Shape 279">
              <a:extLst>
                <a:ext uri="{FF2B5EF4-FFF2-40B4-BE49-F238E27FC236}">
                  <a16:creationId xmlns:a16="http://schemas.microsoft.com/office/drawing/2014/main" id="{F9377C77-9210-C8A7-05EF-ADCFCBCB3B35}"/>
                </a:ext>
              </a:extLst>
            </p:cNvPr>
            <p:cNvSpPr/>
            <p:nvPr/>
          </p:nvSpPr>
          <p:spPr>
            <a:xfrm>
              <a:off x="62791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1" name="Freeform: Shape 280">
              <a:extLst>
                <a:ext uri="{FF2B5EF4-FFF2-40B4-BE49-F238E27FC236}">
                  <a16:creationId xmlns:a16="http://schemas.microsoft.com/office/drawing/2014/main" id="{A91E11DC-9FED-82BD-7EE1-FBEE6710A148}"/>
                </a:ext>
              </a:extLst>
            </p:cNvPr>
            <p:cNvSpPr/>
            <p:nvPr/>
          </p:nvSpPr>
          <p:spPr>
            <a:xfrm>
              <a:off x="3244223" y="4187729"/>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6" y="0"/>
                    <a:pt x="7675" y="5581"/>
                    <a:pt x="3140" y="13605"/>
                  </a:cubicBezTo>
                  <a:cubicBezTo>
                    <a:pt x="2791" y="14302"/>
                    <a:pt x="2442" y="15000"/>
                    <a:pt x="2093" y="16047"/>
                  </a:cubicBezTo>
                  <a:cubicBezTo>
                    <a:pt x="698" y="19186"/>
                    <a:pt x="0" y="22675"/>
                    <a:pt x="0" y="26163"/>
                  </a:cubicBezTo>
                  <a:cubicBezTo>
                    <a:pt x="0" y="40465"/>
                    <a:pt x="11861" y="52326"/>
                    <a:pt x="26163" y="52326"/>
                  </a:cubicBezTo>
                  <a:lnTo>
                    <a:pt x="26163" y="52326"/>
                  </a:ln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82" name="Freeform: Shape 281">
              <a:extLst>
                <a:ext uri="{FF2B5EF4-FFF2-40B4-BE49-F238E27FC236}">
                  <a16:creationId xmlns:a16="http://schemas.microsoft.com/office/drawing/2014/main" id="{78AB1DA3-37E9-1ED9-5FC7-D18CC0A44963}"/>
                </a:ext>
              </a:extLst>
            </p:cNvPr>
            <p:cNvSpPr/>
            <p:nvPr/>
          </p:nvSpPr>
          <p:spPr>
            <a:xfrm>
              <a:off x="5127965" y="5234253"/>
              <a:ext cx="52326" cy="52326"/>
            </a:xfrm>
            <a:custGeom>
              <a:avLst/>
              <a:gdLst>
                <a:gd name="connsiteX0" fmla="*/ 33837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283" name="Freeform: Shape 282">
              <a:extLst>
                <a:ext uri="{FF2B5EF4-FFF2-40B4-BE49-F238E27FC236}">
                  <a16:creationId xmlns:a16="http://schemas.microsoft.com/office/drawing/2014/main" id="{30101A81-5692-5EF3-E374-B780EAE1DBFC}"/>
                </a:ext>
              </a:extLst>
            </p:cNvPr>
            <p:cNvSpPr/>
            <p:nvPr/>
          </p:nvSpPr>
          <p:spPr>
            <a:xfrm>
              <a:off x="3872478" y="3455511"/>
              <a:ext cx="52333" cy="51977"/>
            </a:xfrm>
            <a:custGeom>
              <a:avLst/>
              <a:gdLst>
                <a:gd name="connsiteX0" fmla="*/ 25822 w 52333"/>
                <a:gd name="connsiteY0" fmla="*/ 51977 h 51977"/>
                <a:gd name="connsiteX1" fmla="*/ 38380 w 52333"/>
                <a:gd name="connsiteY1" fmla="*/ 48838 h 51977"/>
                <a:gd name="connsiteX2" fmla="*/ 39078 w 52333"/>
                <a:gd name="connsiteY2" fmla="*/ 48489 h 51977"/>
                <a:gd name="connsiteX3" fmla="*/ 41171 w 52333"/>
                <a:gd name="connsiteY3" fmla="*/ 47094 h 51977"/>
                <a:gd name="connsiteX4" fmla="*/ 44311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2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2" y="51977"/>
                  </a:moveTo>
                  <a:cubicBezTo>
                    <a:pt x="30357" y="51977"/>
                    <a:pt x="34543" y="50931"/>
                    <a:pt x="38380" y="48838"/>
                  </a:cubicBezTo>
                  <a:cubicBezTo>
                    <a:pt x="38729" y="48838"/>
                    <a:pt x="38729" y="48489"/>
                    <a:pt x="39078" y="48489"/>
                  </a:cubicBezTo>
                  <a:cubicBezTo>
                    <a:pt x="39775" y="48140"/>
                    <a:pt x="40473" y="47791"/>
                    <a:pt x="41171" y="47094"/>
                  </a:cubicBezTo>
                  <a:cubicBezTo>
                    <a:pt x="42217" y="46396"/>
                    <a:pt x="43264" y="45349"/>
                    <a:pt x="44311" y="44652"/>
                  </a:cubicBezTo>
                  <a:cubicBezTo>
                    <a:pt x="44311" y="44652"/>
                    <a:pt x="44311"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2" y="1744"/>
                    <a:pt x="14659" y="2791"/>
                  </a:cubicBezTo>
                  <a:cubicBezTo>
                    <a:pt x="12217" y="4186"/>
                    <a:pt x="9775" y="5582"/>
                    <a:pt x="7682" y="7675"/>
                  </a:cubicBezTo>
                  <a:cubicBezTo>
                    <a:pt x="2798" y="12558"/>
                    <a:pt x="8" y="18838"/>
                    <a:pt x="8" y="26163"/>
                  </a:cubicBezTo>
                  <a:cubicBezTo>
                    <a:pt x="-341" y="40117"/>
                    <a:pt x="11519" y="51977"/>
                    <a:pt x="25822" y="51977"/>
                  </a:cubicBezTo>
                  <a:close/>
                </a:path>
              </a:pathLst>
            </a:custGeom>
            <a:grpFill/>
            <a:ln w="3488" cap="flat">
              <a:noFill/>
              <a:prstDash val="solid"/>
              <a:miter/>
            </a:ln>
          </p:spPr>
          <p:txBody>
            <a:bodyPr rtlCol="0" anchor="ctr"/>
            <a:lstStyle/>
            <a:p>
              <a:endParaRPr lang="en-ID"/>
            </a:p>
          </p:txBody>
        </p:sp>
        <p:sp>
          <p:nvSpPr>
            <p:cNvPr id="284" name="Freeform: Shape 283">
              <a:extLst>
                <a:ext uri="{FF2B5EF4-FFF2-40B4-BE49-F238E27FC236}">
                  <a16:creationId xmlns:a16="http://schemas.microsoft.com/office/drawing/2014/main" id="{9938A949-68A7-7345-D87E-AD3405946AF1}"/>
                </a:ext>
              </a:extLst>
            </p:cNvPr>
            <p:cNvSpPr/>
            <p:nvPr/>
          </p:nvSpPr>
          <p:spPr>
            <a:xfrm>
              <a:off x="52326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5" name="Freeform: Shape 284">
              <a:extLst>
                <a:ext uri="{FF2B5EF4-FFF2-40B4-BE49-F238E27FC236}">
                  <a16:creationId xmlns:a16="http://schemas.microsoft.com/office/drawing/2014/main" id="{35D6BD45-D32C-21DA-413F-96D226D3F0DD}"/>
                </a:ext>
              </a:extLst>
            </p:cNvPr>
            <p:cNvSpPr/>
            <p:nvPr/>
          </p:nvSpPr>
          <p:spPr>
            <a:xfrm>
              <a:off x="5755879" y="2199334"/>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6" name="Freeform: Shape 285">
              <a:extLst>
                <a:ext uri="{FF2B5EF4-FFF2-40B4-BE49-F238E27FC236}">
                  <a16:creationId xmlns:a16="http://schemas.microsoft.com/office/drawing/2014/main" id="{D69BC1ED-88B2-89A8-0A8F-65D75096BF1A}"/>
                </a:ext>
              </a:extLst>
            </p:cNvPr>
            <p:cNvSpPr/>
            <p:nvPr/>
          </p:nvSpPr>
          <p:spPr>
            <a:xfrm>
              <a:off x="575587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7" name="Freeform: Shape 286">
              <a:extLst>
                <a:ext uri="{FF2B5EF4-FFF2-40B4-BE49-F238E27FC236}">
                  <a16:creationId xmlns:a16="http://schemas.microsoft.com/office/drawing/2014/main" id="{E3B63BC2-1FFE-37A2-9AF0-8E5FB3C27FEB}"/>
                </a:ext>
              </a:extLst>
            </p:cNvPr>
            <p:cNvSpPr/>
            <p:nvPr/>
          </p:nvSpPr>
          <p:spPr>
            <a:xfrm>
              <a:off x="554657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8" name="Freeform: Shape 287">
              <a:extLst>
                <a:ext uri="{FF2B5EF4-FFF2-40B4-BE49-F238E27FC236}">
                  <a16:creationId xmlns:a16="http://schemas.microsoft.com/office/drawing/2014/main" id="{DA8018D8-0899-E7CC-45D5-F7D6E23E2134}"/>
                </a:ext>
              </a:extLst>
            </p:cNvPr>
            <p:cNvSpPr/>
            <p:nvPr/>
          </p:nvSpPr>
          <p:spPr>
            <a:xfrm>
              <a:off x="5023313"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9" name="Freeform: Shape 288">
              <a:extLst>
                <a:ext uri="{FF2B5EF4-FFF2-40B4-BE49-F238E27FC236}">
                  <a16:creationId xmlns:a16="http://schemas.microsoft.com/office/drawing/2014/main" id="{7C3A6995-6FC4-7343-58C9-292BAB06B0C9}"/>
                </a:ext>
              </a:extLst>
            </p:cNvPr>
            <p:cNvSpPr/>
            <p:nvPr/>
          </p:nvSpPr>
          <p:spPr>
            <a:xfrm>
              <a:off x="460470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90" name="Freeform: Shape 289">
              <a:extLst>
                <a:ext uri="{FF2B5EF4-FFF2-40B4-BE49-F238E27FC236}">
                  <a16:creationId xmlns:a16="http://schemas.microsoft.com/office/drawing/2014/main" id="{DEC0BFDF-4DF3-F13A-8C91-7FC719395F2E}"/>
                </a:ext>
              </a:extLst>
            </p:cNvPr>
            <p:cNvSpPr/>
            <p:nvPr/>
          </p:nvSpPr>
          <p:spPr>
            <a:xfrm>
              <a:off x="544192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1" name="Freeform: Shape 290">
              <a:extLst>
                <a:ext uri="{FF2B5EF4-FFF2-40B4-BE49-F238E27FC236}">
                  <a16:creationId xmlns:a16="http://schemas.microsoft.com/office/drawing/2014/main" id="{8AE63E12-88D8-9300-EF37-6315D0B8B895}"/>
                </a:ext>
              </a:extLst>
            </p:cNvPr>
            <p:cNvSpPr/>
            <p:nvPr/>
          </p:nvSpPr>
          <p:spPr>
            <a:xfrm>
              <a:off x="177909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2" name="Freeform: Shape 291">
              <a:extLst>
                <a:ext uri="{FF2B5EF4-FFF2-40B4-BE49-F238E27FC236}">
                  <a16:creationId xmlns:a16="http://schemas.microsoft.com/office/drawing/2014/main" id="{AE82CCA7-AB9F-F7B2-DFBA-BA5010A7DFB9}"/>
                </a:ext>
              </a:extLst>
            </p:cNvPr>
            <p:cNvSpPr/>
            <p:nvPr/>
          </p:nvSpPr>
          <p:spPr>
            <a:xfrm>
              <a:off x="16744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3" name="Freeform: Shape 292">
              <a:extLst>
                <a:ext uri="{FF2B5EF4-FFF2-40B4-BE49-F238E27FC236}">
                  <a16:creationId xmlns:a16="http://schemas.microsoft.com/office/drawing/2014/main" id="{D4814D95-CF17-1940-848F-797404FEE251}"/>
                </a:ext>
              </a:extLst>
            </p:cNvPr>
            <p:cNvSpPr/>
            <p:nvPr/>
          </p:nvSpPr>
          <p:spPr>
            <a:xfrm>
              <a:off x="62791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4" name="Freeform: Shape 293">
              <a:extLst>
                <a:ext uri="{FF2B5EF4-FFF2-40B4-BE49-F238E27FC236}">
                  <a16:creationId xmlns:a16="http://schemas.microsoft.com/office/drawing/2014/main" id="{7A26C077-1BA4-3C08-2464-2CB447DBC212}"/>
                </a:ext>
              </a:extLst>
            </p:cNvPr>
            <p:cNvSpPr/>
            <p:nvPr/>
          </p:nvSpPr>
          <p:spPr>
            <a:xfrm rot="17550026">
              <a:off x="523353" y="5443616"/>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295" name="Freeform: Shape 294">
              <a:extLst>
                <a:ext uri="{FF2B5EF4-FFF2-40B4-BE49-F238E27FC236}">
                  <a16:creationId xmlns:a16="http://schemas.microsoft.com/office/drawing/2014/main" id="{B293CF46-F71D-B9E8-E308-D03F3B437267}"/>
                </a:ext>
              </a:extLst>
            </p:cNvPr>
            <p:cNvSpPr/>
            <p:nvPr/>
          </p:nvSpPr>
          <p:spPr>
            <a:xfrm>
              <a:off x="209304"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96" name="Freeform: Shape 295">
              <a:extLst>
                <a:ext uri="{FF2B5EF4-FFF2-40B4-BE49-F238E27FC236}">
                  <a16:creationId xmlns:a16="http://schemas.microsoft.com/office/drawing/2014/main" id="{7CF68DB7-D825-8CA9-CE8E-8B81B9732AD8}"/>
                </a:ext>
              </a:extLst>
            </p:cNvPr>
            <p:cNvSpPr/>
            <p:nvPr/>
          </p:nvSpPr>
          <p:spPr>
            <a:xfrm>
              <a:off x="5755879" y="3350510"/>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7" name="Freeform: Shape 296">
              <a:extLst>
                <a:ext uri="{FF2B5EF4-FFF2-40B4-BE49-F238E27FC236}">
                  <a16:creationId xmlns:a16="http://schemas.microsoft.com/office/drawing/2014/main" id="{DA6520CF-85FB-41E2-2840-E44C6DA45FDD}"/>
                </a:ext>
              </a:extLst>
            </p:cNvPr>
            <p:cNvSpPr/>
            <p:nvPr/>
          </p:nvSpPr>
          <p:spPr>
            <a:xfrm>
              <a:off x="4814008" y="4606338"/>
              <a:ext cx="52326" cy="52326"/>
            </a:xfrm>
            <a:custGeom>
              <a:avLst/>
              <a:gdLst>
                <a:gd name="connsiteX0" fmla="*/ 42908 w 52326"/>
                <a:gd name="connsiteY0" fmla="*/ 5930 h 52326"/>
                <a:gd name="connsiteX1" fmla="*/ 42908 w 52326"/>
                <a:gd name="connsiteY1" fmla="*/ 5930 h 52326"/>
                <a:gd name="connsiteX2" fmla="*/ 38721 w 52326"/>
                <a:gd name="connsiteY2" fmla="*/ 3140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 name="connsiteX10" fmla="*/ 42908 w 52326"/>
                <a:gd name="connsiteY10"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42908" y="5930"/>
                  </a:moveTo>
                  <a:cubicBezTo>
                    <a:pt x="42908" y="5930"/>
                    <a:pt x="42908" y="5930"/>
                    <a:pt x="42908" y="5930"/>
                  </a:cubicBezTo>
                  <a:cubicBezTo>
                    <a:pt x="41512" y="4884"/>
                    <a:pt x="40117" y="3837"/>
                    <a:pt x="38721" y="3140"/>
                  </a:cubicBezTo>
                  <a:cubicBezTo>
                    <a:pt x="34884" y="1046"/>
                    <a:pt x="30698"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lnTo>
                    <a:pt x="52326" y="26163"/>
                  </a:ln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298" name="Freeform: Shape 297">
              <a:extLst>
                <a:ext uri="{FF2B5EF4-FFF2-40B4-BE49-F238E27FC236}">
                  <a16:creationId xmlns:a16="http://schemas.microsoft.com/office/drawing/2014/main" id="{58F263BD-E016-EEDC-D2FC-618D83FB31B5}"/>
                </a:ext>
              </a:extLst>
            </p:cNvPr>
            <p:cNvSpPr/>
            <p:nvPr/>
          </p:nvSpPr>
          <p:spPr>
            <a:xfrm>
              <a:off x="2511656"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9" name="Freeform: Shape 298">
              <a:extLst>
                <a:ext uri="{FF2B5EF4-FFF2-40B4-BE49-F238E27FC236}">
                  <a16:creationId xmlns:a16="http://schemas.microsoft.com/office/drawing/2014/main" id="{9FEEE361-8A6D-F5CE-D141-08B6FE59F14A}"/>
                </a:ext>
              </a:extLst>
            </p:cNvPr>
            <p:cNvSpPr/>
            <p:nvPr/>
          </p:nvSpPr>
          <p:spPr>
            <a:xfrm>
              <a:off x="606983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0" name="Freeform: Shape 299">
              <a:extLst>
                <a:ext uri="{FF2B5EF4-FFF2-40B4-BE49-F238E27FC236}">
                  <a16:creationId xmlns:a16="http://schemas.microsoft.com/office/drawing/2014/main" id="{7AFFB373-D10C-9FA6-41A3-AE2F27B57D7D}"/>
                </a:ext>
              </a:extLst>
            </p:cNvPr>
            <p:cNvSpPr/>
            <p:nvPr/>
          </p:nvSpPr>
          <p:spPr>
            <a:xfrm>
              <a:off x="52326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1" name="Freeform: Shape 300">
              <a:extLst>
                <a:ext uri="{FF2B5EF4-FFF2-40B4-BE49-F238E27FC236}">
                  <a16:creationId xmlns:a16="http://schemas.microsoft.com/office/drawing/2014/main" id="{0A67E817-A08A-A579-2A67-C97C0C7F1F62}"/>
                </a:ext>
              </a:extLst>
            </p:cNvPr>
            <p:cNvSpPr/>
            <p:nvPr/>
          </p:nvSpPr>
          <p:spPr>
            <a:xfrm>
              <a:off x="48140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2" name="Freeform: Shape 301">
              <a:extLst>
                <a:ext uri="{FF2B5EF4-FFF2-40B4-BE49-F238E27FC236}">
                  <a16:creationId xmlns:a16="http://schemas.microsoft.com/office/drawing/2014/main" id="{935F6DDE-6165-8E7D-9DE1-9445CB6078FB}"/>
                </a:ext>
              </a:extLst>
            </p:cNvPr>
            <p:cNvSpPr/>
            <p:nvPr/>
          </p:nvSpPr>
          <p:spPr>
            <a:xfrm>
              <a:off x="4395399"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03" name="Freeform: Shape 302">
              <a:extLst>
                <a:ext uri="{FF2B5EF4-FFF2-40B4-BE49-F238E27FC236}">
                  <a16:creationId xmlns:a16="http://schemas.microsoft.com/office/drawing/2014/main" id="{B1536151-AA97-0748-3C9E-9C710A2E6D05}"/>
                </a:ext>
              </a:extLst>
            </p:cNvPr>
            <p:cNvSpPr/>
            <p:nvPr/>
          </p:nvSpPr>
          <p:spPr>
            <a:xfrm>
              <a:off x="491866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4" name="Freeform: Shape 303">
              <a:extLst>
                <a:ext uri="{FF2B5EF4-FFF2-40B4-BE49-F238E27FC236}">
                  <a16:creationId xmlns:a16="http://schemas.microsoft.com/office/drawing/2014/main" id="{59A1D060-4BE1-6710-BAC8-3C9897354CFE}"/>
                </a:ext>
              </a:extLst>
            </p:cNvPr>
            <p:cNvSpPr/>
            <p:nvPr/>
          </p:nvSpPr>
          <p:spPr>
            <a:xfrm>
              <a:off x="2720961"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05" name="Freeform: Shape 304">
              <a:extLst>
                <a:ext uri="{FF2B5EF4-FFF2-40B4-BE49-F238E27FC236}">
                  <a16:creationId xmlns:a16="http://schemas.microsoft.com/office/drawing/2014/main" id="{1C035B8A-8F8B-6D84-5A96-9F12FE4B3FE5}"/>
                </a:ext>
              </a:extLst>
            </p:cNvPr>
            <p:cNvSpPr/>
            <p:nvPr/>
          </p:nvSpPr>
          <p:spPr>
            <a:xfrm>
              <a:off x="1674437"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6" name="Freeform: Shape 305">
              <a:extLst>
                <a:ext uri="{FF2B5EF4-FFF2-40B4-BE49-F238E27FC236}">
                  <a16:creationId xmlns:a16="http://schemas.microsoft.com/office/drawing/2014/main" id="{45F59785-8275-5B91-AC9E-88044164A743}"/>
                </a:ext>
              </a:extLst>
            </p:cNvPr>
            <p:cNvSpPr/>
            <p:nvPr/>
          </p:nvSpPr>
          <p:spPr>
            <a:xfrm>
              <a:off x="732566"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07" name="Freeform: Shape 306">
              <a:extLst>
                <a:ext uri="{FF2B5EF4-FFF2-40B4-BE49-F238E27FC236}">
                  <a16:creationId xmlns:a16="http://schemas.microsoft.com/office/drawing/2014/main" id="{116E6149-E771-427F-6F6D-5FB8E17DDD95}"/>
                </a:ext>
              </a:extLst>
            </p:cNvPr>
            <p:cNvSpPr/>
            <p:nvPr/>
          </p:nvSpPr>
          <p:spPr>
            <a:xfrm>
              <a:off x="627914"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8" name="Freeform: Shape 307">
              <a:extLst>
                <a:ext uri="{FF2B5EF4-FFF2-40B4-BE49-F238E27FC236}">
                  <a16:creationId xmlns:a16="http://schemas.microsoft.com/office/drawing/2014/main" id="{4D0BC4D7-1493-614C-0BD6-94E98572849E}"/>
                </a:ext>
              </a:extLst>
            </p:cNvPr>
            <p:cNvSpPr/>
            <p:nvPr/>
          </p:nvSpPr>
          <p:spPr>
            <a:xfrm>
              <a:off x="62791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309" name="Freeform: Shape 308">
              <a:extLst>
                <a:ext uri="{FF2B5EF4-FFF2-40B4-BE49-F238E27FC236}">
                  <a16:creationId xmlns:a16="http://schemas.microsoft.com/office/drawing/2014/main" id="{41BB0356-B77E-A7F3-C536-CB5F73750DBA}"/>
                </a:ext>
              </a:extLst>
            </p:cNvPr>
            <p:cNvSpPr/>
            <p:nvPr/>
          </p:nvSpPr>
          <p:spPr>
            <a:xfrm>
              <a:off x="104652"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0" name="Freeform: Shape 309">
              <a:extLst>
                <a:ext uri="{FF2B5EF4-FFF2-40B4-BE49-F238E27FC236}">
                  <a16:creationId xmlns:a16="http://schemas.microsoft.com/office/drawing/2014/main" id="{D427490E-179C-B439-175E-6A59D3481E45}"/>
                </a:ext>
              </a:extLst>
            </p:cNvPr>
            <p:cNvSpPr/>
            <p:nvPr/>
          </p:nvSpPr>
          <p:spPr>
            <a:xfrm>
              <a:off x="104652"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1" name="Freeform: Shape 310">
              <a:extLst>
                <a:ext uri="{FF2B5EF4-FFF2-40B4-BE49-F238E27FC236}">
                  <a16:creationId xmlns:a16="http://schemas.microsoft.com/office/drawing/2014/main" id="{17D8AFDE-D053-DDA5-D52C-3E4CC0FA9FD9}"/>
                </a:ext>
              </a:extLst>
            </p:cNvPr>
            <p:cNvSpPr/>
            <p:nvPr/>
          </p:nvSpPr>
          <p:spPr>
            <a:xfrm>
              <a:off x="0"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6"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312" name="Freeform: Shape 311">
              <a:extLst>
                <a:ext uri="{FF2B5EF4-FFF2-40B4-BE49-F238E27FC236}">
                  <a16:creationId xmlns:a16="http://schemas.microsoft.com/office/drawing/2014/main" id="{4319E167-CDBD-32F7-05BC-406ACE921ED5}"/>
                </a:ext>
              </a:extLst>
            </p:cNvPr>
            <p:cNvSpPr/>
            <p:nvPr/>
          </p:nvSpPr>
          <p:spPr>
            <a:xfrm>
              <a:off x="4186094"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40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8" y="0"/>
                    <a:pt x="12558" y="2791"/>
                    <a:pt x="7674" y="7675"/>
                  </a:cubicBezTo>
                  <a:cubicBezTo>
                    <a:pt x="6628" y="8721"/>
                    <a:pt x="5930" y="9419"/>
                    <a:pt x="5233" y="10465"/>
                  </a:cubicBezTo>
                  <a:cubicBezTo>
                    <a:pt x="4535" y="11512"/>
                    <a:pt x="3837" y="12558"/>
                    <a:pt x="3140" y="13605"/>
                  </a:cubicBezTo>
                  <a:cubicBezTo>
                    <a:pt x="1047" y="17442"/>
                    <a:pt x="0" y="21628"/>
                    <a:pt x="0" y="26163"/>
                  </a:cubicBezTo>
                  <a:lnTo>
                    <a:pt x="0" y="26163"/>
                  </a:ln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13" name="Freeform: Shape 312">
              <a:extLst>
                <a:ext uri="{FF2B5EF4-FFF2-40B4-BE49-F238E27FC236}">
                  <a16:creationId xmlns:a16="http://schemas.microsoft.com/office/drawing/2014/main" id="{B378E822-CD4C-5626-99D8-B1F29BAB74E9}"/>
                </a:ext>
              </a:extLst>
            </p:cNvPr>
            <p:cNvSpPr/>
            <p:nvPr/>
          </p:nvSpPr>
          <p:spPr>
            <a:xfrm>
              <a:off x="941871"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6" y="52326"/>
                    <a:pt x="52326" y="40465"/>
                    <a:pt x="52326" y="26163"/>
                  </a:cubicBezTo>
                  <a:cubicBezTo>
                    <a:pt x="52326" y="26163"/>
                    <a:pt x="52326" y="26163"/>
                    <a:pt x="52326" y="26163"/>
                  </a:cubicBezTo>
                  <a:cubicBezTo>
                    <a:pt x="52326" y="11861"/>
                    <a:pt x="40466"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314" name="Freeform: Shape 313">
              <a:extLst>
                <a:ext uri="{FF2B5EF4-FFF2-40B4-BE49-F238E27FC236}">
                  <a16:creationId xmlns:a16="http://schemas.microsoft.com/office/drawing/2014/main" id="{AF33CF21-71CF-979D-BF34-4698566E7EBE}"/>
                </a:ext>
              </a:extLst>
            </p:cNvPr>
            <p:cNvSpPr/>
            <p:nvPr/>
          </p:nvSpPr>
          <p:spPr>
            <a:xfrm>
              <a:off x="2720961"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49884 w 52326"/>
                <a:gd name="connsiteY5" fmla="*/ 36977 h 52326"/>
                <a:gd name="connsiteX6" fmla="*/ 51977 w 52326"/>
                <a:gd name="connsiteY6" fmla="*/ 29303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11861"/>
                    <a:pt x="40465" y="0"/>
                    <a:pt x="26163" y="0"/>
                  </a:cubicBezTo>
                  <a:cubicBezTo>
                    <a:pt x="11861" y="0"/>
                    <a:pt x="0" y="11861"/>
                    <a:pt x="0" y="26163"/>
                  </a:cubicBezTo>
                  <a:cubicBezTo>
                    <a:pt x="0" y="27210"/>
                    <a:pt x="0" y="27907"/>
                    <a:pt x="0" y="28954"/>
                  </a:cubicBezTo>
                  <a:cubicBezTo>
                    <a:pt x="1395" y="42210"/>
                    <a:pt x="12558" y="52326"/>
                    <a:pt x="26163" y="52326"/>
                  </a:cubicBezTo>
                  <a:cubicBezTo>
                    <a:pt x="36628" y="52326"/>
                    <a:pt x="45698" y="46047"/>
                    <a:pt x="49884" y="36977"/>
                  </a:cubicBezTo>
                  <a:cubicBezTo>
                    <a:pt x="50931" y="34535"/>
                    <a:pt x="51628" y="32093"/>
                    <a:pt x="51977" y="29303"/>
                  </a:cubicBezTo>
                  <a:cubicBezTo>
                    <a:pt x="52326" y="28256"/>
                    <a:pt x="52326" y="27210"/>
                    <a:pt x="52326" y="26163"/>
                  </a:cubicBezTo>
                  <a:lnTo>
                    <a:pt x="52326" y="26163"/>
                  </a:lnTo>
                  <a:close/>
                </a:path>
              </a:pathLst>
            </a:custGeom>
            <a:grpFill/>
            <a:ln w="3488" cap="flat">
              <a:noFill/>
              <a:prstDash val="solid"/>
              <a:miter/>
            </a:ln>
          </p:spPr>
          <p:txBody>
            <a:bodyPr rtlCol="0" anchor="ctr"/>
            <a:lstStyle/>
            <a:p>
              <a:endParaRPr lang="en-ID"/>
            </a:p>
          </p:txBody>
        </p:sp>
        <p:sp>
          <p:nvSpPr>
            <p:cNvPr id="315" name="Freeform: Shape 314">
              <a:extLst>
                <a:ext uri="{FF2B5EF4-FFF2-40B4-BE49-F238E27FC236}">
                  <a16:creationId xmlns:a16="http://schemas.microsoft.com/office/drawing/2014/main" id="{81245A20-7AD0-E269-5EDB-95B6F40AB712}"/>
                </a:ext>
              </a:extLst>
            </p:cNvPr>
            <p:cNvSpPr/>
            <p:nvPr/>
          </p:nvSpPr>
          <p:spPr>
            <a:xfrm>
              <a:off x="606983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6" name="Freeform: Shape 315">
              <a:extLst>
                <a:ext uri="{FF2B5EF4-FFF2-40B4-BE49-F238E27FC236}">
                  <a16:creationId xmlns:a16="http://schemas.microsoft.com/office/drawing/2014/main" id="{C1A25C33-C415-FD57-565F-0C612F180027}"/>
                </a:ext>
              </a:extLst>
            </p:cNvPr>
            <p:cNvSpPr/>
            <p:nvPr/>
          </p:nvSpPr>
          <p:spPr>
            <a:xfrm>
              <a:off x="481400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7" name="Freeform: Shape 316">
              <a:extLst>
                <a:ext uri="{FF2B5EF4-FFF2-40B4-BE49-F238E27FC236}">
                  <a16:creationId xmlns:a16="http://schemas.microsoft.com/office/drawing/2014/main" id="{24A7BC85-43C4-F1B4-7338-2825328470C8}"/>
                </a:ext>
              </a:extLst>
            </p:cNvPr>
            <p:cNvSpPr/>
            <p:nvPr/>
          </p:nvSpPr>
          <p:spPr>
            <a:xfrm>
              <a:off x="450005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8" name="Freeform: Shape 317">
              <a:extLst>
                <a:ext uri="{FF2B5EF4-FFF2-40B4-BE49-F238E27FC236}">
                  <a16:creationId xmlns:a16="http://schemas.microsoft.com/office/drawing/2014/main" id="{063916C2-DCFA-4C08-1810-EC70D768F2FC}"/>
                </a:ext>
              </a:extLst>
            </p:cNvPr>
            <p:cNvSpPr/>
            <p:nvPr/>
          </p:nvSpPr>
          <p:spPr>
            <a:xfrm>
              <a:off x="408144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9" name="Freeform: Shape 318">
              <a:extLst>
                <a:ext uri="{FF2B5EF4-FFF2-40B4-BE49-F238E27FC236}">
                  <a16:creationId xmlns:a16="http://schemas.microsoft.com/office/drawing/2014/main" id="{21A0B8A0-C2DA-2E6B-309A-11E3B59B0960}"/>
                </a:ext>
              </a:extLst>
            </p:cNvPr>
            <p:cNvSpPr/>
            <p:nvPr/>
          </p:nvSpPr>
          <p:spPr>
            <a:xfrm>
              <a:off x="34535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0" name="Freeform: Shape 319">
              <a:extLst>
                <a:ext uri="{FF2B5EF4-FFF2-40B4-BE49-F238E27FC236}">
                  <a16:creationId xmlns:a16="http://schemas.microsoft.com/office/drawing/2014/main" id="{913CE244-7E30-DFD7-7892-6C6F083B04C9}"/>
                </a:ext>
              </a:extLst>
            </p:cNvPr>
            <p:cNvSpPr/>
            <p:nvPr/>
          </p:nvSpPr>
          <p:spPr>
            <a:xfrm>
              <a:off x="30349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1" name="Freeform: Shape 320">
              <a:extLst>
                <a:ext uri="{FF2B5EF4-FFF2-40B4-BE49-F238E27FC236}">
                  <a16:creationId xmlns:a16="http://schemas.microsoft.com/office/drawing/2014/main" id="{C35AC421-9DF3-E82E-EAD9-08D81D2C18C3}"/>
                </a:ext>
              </a:extLst>
            </p:cNvPr>
            <p:cNvSpPr/>
            <p:nvPr/>
          </p:nvSpPr>
          <p:spPr>
            <a:xfrm>
              <a:off x="272096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2" name="Freeform: Shape 321">
              <a:extLst>
                <a:ext uri="{FF2B5EF4-FFF2-40B4-BE49-F238E27FC236}">
                  <a16:creationId xmlns:a16="http://schemas.microsoft.com/office/drawing/2014/main" id="{38FE832E-ADFA-28B3-345F-854F75D96A67}"/>
                </a:ext>
              </a:extLst>
            </p:cNvPr>
            <p:cNvSpPr/>
            <p:nvPr/>
          </p:nvSpPr>
          <p:spPr>
            <a:xfrm>
              <a:off x="418609"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3" name="Freeform: Shape 322">
              <a:extLst>
                <a:ext uri="{FF2B5EF4-FFF2-40B4-BE49-F238E27FC236}">
                  <a16:creationId xmlns:a16="http://schemas.microsoft.com/office/drawing/2014/main" id="{80998058-BD56-4069-C103-36BC0AA21321}"/>
                </a:ext>
              </a:extLst>
            </p:cNvPr>
            <p:cNvSpPr/>
            <p:nvPr/>
          </p:nvSpPr>
          <p:spPr>
            <a:xfrm>
              <a:off x="41860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4" name="Freeform: Shape 323">
              <a:extLst>
                <a:ext uri="{FF2B5EF4-FFF2-40B4-BE49-F238E27FC236}">
                  <a16:creationId xmlns:a16="http://schemas.microsoft.com/office/drawing/2014/main" id="{C066A03E-DF23-1563-ADCC-D87F9FB892EB}"/>
                </a:ext>
              </a:extLst>
            </p:cNvPr>
            <p:cNvSpPr/>
            <p:nvPr/>
          </p:nvSpPr>
          <p:spPr>
            <a:xfrm>
              <a:off x="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5" name="Freeform: Shape 324">
              <a:extLst>
                <a:ext uri="{FF2B5EF4-FFF2-40B4-BE49-F238E27FC236}">
                  <a16:creationId xmlns:a16="http://schemas.microsoft.com/office/drawing/2014/main" id="{064D1FE3-4C73-683B-74BE-20E39DD39DEA}"/>
                </a:ext>
              </a:extLst>
            </p:cNvPr>
            <p:cNvSpPr/>
            <p:nvPr/>
          </p:nvSpPr>
          <p:spPr>
            <a:xfrm>
              <a:off x="5965184" y="4606338"/>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1512 w 52326"/>
                <a:gd name="connsiteY5" fmla="*/ 453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cubicBezTo>
                    <a:pt x="20582" y="0"/>
                    <a:pt x="15698" y="1744"/>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6" name="Freeform: Shape 325">
              <a:extLst>
                <a:ext uri="{FF2B5EF4-FFF2-40B4-BE49-F238E27FC236}">
                  <a16:creationId xmlns:a16="http://schemas.microsoft.com/office/drawing/2014/main" id="{C70EE71F-D606-EE90-B9F1-8F9145ACEABE}"/>
                </a:ext>
              </a:extLst>
            </p:cNvPr>
            <p:cNvSpPr/>
            <p:nvPr/>
          </p:nvSpPr>
          <p:spPr>
            <a:xfrm>
              <a:off x="59651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7" name="Freeform: Shape 326">
              <a:extLst>
                <a:ext uri="{FF2B5EF4-FFF2-40B4-BE49-F238E27FC236}">
                  <a16:creationId xmlns:a16="http://schemas.microsoft.com/office/drawing/2014/main" id="{E3CB60F5-DA08-B1F8-D024-6DF301DBBE31}"/>
                </a:ext>
              </a:extLst>
            </p:cNvPr>
            <p:cNvSpPr/>
            <p:nvPr/>
          </p:nvSpPr>
          <p:spPr>
            <a:xfrm>
              <a:off x="523261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8" name="Freeform: Shape 327">
              <a:extLst>
                <a:ext uri="{FF2B5EF4-FFF2-40B4-BE49-F238E27FC236}">
                  <a16:creationId xmlns:a16="http://schemas.microsoft.com/office/drawing/2014/main" id="{3504F06A-70F9-8E7E-D23D-3981AC1EAFE2}"/>
                </a:ext>
              </a:extLst>
            </p:cNvPr>
            <p:cNvSpPr/>
            <p:nvPr/>
          </p:nvSpPr>
          <p:spPr>
            <a:xfrm>
              <a:off x="460470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9" name="Freeform: Shape 328">
              <a:extLst>
                <a:ext uri="{FF2B5EF4-FFF2-40B4-BE49-F238E27FC236}">
                  <a16:creationId xmlns:a16="http://schemas.microsoft.com/office/drawing/2014/main" id="{7CD3FF43-4970-6828-EA90-89E26A595E69}"/>
                </a:ext>
              </a:extLst>
            </p:cNvPr>
            <p:cNvSpPr/>
            <p:nvPr/>
          </p:nvSpPr>
          <p:spPr>
            <a:xfrm>
              <a:off x="491866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0" name="Freeform: Shape 329">
              <a:extLst>
                <a:ext uri="{FF2B5EF4-FFF2-40B4-BE49-F238E27FC236}">
                  <a16:creationId xmlns:a16="http://schemas.microsoft.com/office/drawing/2014/main" id="{ED2394B9-386E-9E03-E9D1-8E0C6CF9A3EB}"/>
                </a:ext>
              </a:extLst>
            </p:cNvPr>
            <p:cNvSpPr/>
            <p:nvPr/>
          </p:nvSpPr>
          <p:spPr>
            <a:xfrm>
              <a:off x="491866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31" name="Freeform: Shape 330">
              <a:extLst>
                <a:ext uri="{FF2B5EF4-FFF2-40B4-BE49-F238E27FC236}">
                  <a16:creationId xmlns:a16="http://schemas.microsoft.com/office/drawing/2014/main" id="{372E6715-0BD2-C0EC-46D2-BDFDE142E232}"/>
                </a:ext>
              </a:extLst>
            </p:cNvPr>
            <p:cNvSpPr/>
            <p:nvPr/>
          </p:nvSpPr>
          <p:spPr>
            <a:xfrm>
              <a:off x="3872137"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2" name="Freeform: Shape 331">
              <a:extLst>
                <a:ext uri="{FF2B5EF4-FFF2-40B4-BE49-F238E27FC236}">
                  <a16:creationId xmlns:a16="http://schemas.microsoft.com/office/drawing/2014/main" id="{862C78D8-462A-96DA-3B77-D563985CD535}"/>
                </a:ext>
              </a:extLst>
            </p:cNvPr>
            <p:cNvSpPr/>
            <p:nvPr/>
          </p:nvSpPr>
          <p:spPr>
            <a:xfrm>
              <a:off x="334887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3" name="Freeform: Shape 332">
              <a:extLst>
                <a:ext uri="{FF2B5EF4-FFF2-40B4-BE49-F238E27FC236}">
                  <a16:creationId xmlns:a16="http://schemas.microsoft.com/office/drawing/2014/main" id="{3450A0FC-F5CB-1E22-85EE-AEA9C3E4D5E2}"/>
                </a:ext>
              </a:extLst>
            </p:cNvPr>
            <p:cNvSpPr/>
            <p:nvPr/>
          </p:nvSpPr>
          <p:spPr>
            <a:xfrm>
              <a:off x="282561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4" name="Freeform: Shape 333">
              <a:extLst>
                <a:ext uri="{FF2B5EF4-FFF2-40B4-BE49-F238E27FC236}">
                  <a16:creationId xmlns:a16="http://schemas.microsoft.com/office/drawing/2014/main" id="{E30C15C1-3DC2-9C4E-868F-104550C036A5}"/>
                </a:ext>
              </a:extLst>
            </p:cNvPr>
            <p:cNvSpPr/>
            <p:nvPr/>
          </p:nvSpPr>
          <p:spPr>
            <a:xfrm>
              <a:off x="272096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5" name="Freeform: Shape 334">
              <a:extLst>
                <a:ext uri="{FF2B5EF4-FFF2-40B4-BE49-F238E27FC236}">
                  <a16:creationId xmlns:a16="http://schemas.microsoft.com/office/drawing/2014/main" id="{9C169181-5C6D-3C81-377A-E8B31B726B2E}"/>
                </a:ext>
              </a:extLst>
            </p:cNvPr>
            <p:cNvSpPr/>
            <p:nvPr/>
          </p:nvSpPr>
          <p:spPr>
            <a:xfrm>
              <a:off x="272096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6" name="Freeform: Shape 335">
              <a:extLst>
                <a:ext uri="{FF2B5EF4-FFF2-40B4-BE49-F238E27FC236}">
                  <a16:creationId xmlns:a16="http://schemas.microsoft.com/office/drawing/2014/main" id="{82F2CF0D-6503-626E-E621-66D4F3F0DF91}"/>
                </a:ext>
              </a:extLst>
            </p:cNvPr>
            <p:cNvSpPr/>
            <p:nvPr/>
          </p:nvSpPr>
          <p:spPr>
            <a:xfrm>
              <a:off x="2511656"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7" name="Freeform: Shape 336">
              <a:extLst>
                <a:ext uri="{FF2B5EF4-FFF2-40B4-BE49-F238E27FC236}">
                  <a16:creationId xmlns:a16="http://schemas.microsoft.com/office/drawing/2014/main" id="{27D823AF-9C28-139D-8938-1B5BC4B33181}"/>
                </a:ext>
              </a:extLst>
            </p:cNvPr>
            <p:cNvSpPr/>
            <p:nvPr/>
          </p:nvSpPr>
          <p:spPr>
            <a:xfrm>
              <a:off x="251165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8" name="Freeform: Shape 337">
              <a:extLst>
                <a:ext uri="{FF2B5EF4-FFF2-40B4-BE49-F238E27FC236}">
                  <a16:creationId xmlns:a16="http://schemas.microsoft.com/office/drawing/2014/main" id="{78C27A86-CB16-4890-6E0F-B24CDF9FFAD6}"/>
                </a:ext>
              </a:extLst>
            </p:cNvPr>
            <p:cNvSpPr/>
            <p:nvPr/>
          </p:nvSpPr>
          <p:spPr>
            <a:xfrm>
              <a:off x="177909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9" name="Freeform: Shape 338">
              <a:extLst>
                <a:ext uri="{FF2B5EF4-FFF2-40B4-BE49-F238E27FC236}">
                  <a16:creationId xmlns:a16="http://schemas.microsoft.com/office/drawing/2014/main" id="{C6C2FE25-7BD6-7987-A8FC-D907E18B7BE9}"/>
                </a:ext>
              </a:extLst>
            </p:cNvPr>
            <p:cNvSpPr/>
            <p:nvPr/>
          </p:nvSpPr>
          <p:spPr>
            <a:xfrm>
              <a:off x="1674437"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1" y="0"/>
                    <a:pt x="0" y="11861"/>
                    <a:pt x="0" y="26163"/>
                  </a:cubicBezTo>
                  <a:cubicBezTo>
                    <a:pt x="0" y="40465"/>
                    <a:pt x="11861"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0" name="Freeform: Shape 339">
              <a:extLst>
                <a:ext uri="{FF2B5EF4-FFF2-40B4-BE49-F238E27FC236}">
                  <a16:creationId xmlns:a16="http://schemas.microsoft.com/office/drawing/2014/main" id="{90EADB55-FCF1-8806-4EC3-471B4A193BC5}"/>
                </a:ext>
              </a:extLst>
            </p:cNvPr>
            <p:cNvSpPr/>
            <p:nvPr/>
          </p:nvSpPr>
          <p:spPr>
            <a:xfrm>
              <a:off x="167443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1" name="Freeform: Shape 340">
              <a:extLst>
                <a:ext uri="{FF2B5EF4-FFF2-40B4-BE49-F238E27FC236}">
                  <a16:creationId xmlns:a16="http://schemas.microsoft.com/office/drawing/2014/main" id="{9A6BF0A4-6CE7-E5BB-AF9C-EAA765DD4381}"/>
                </a:ext>
              </a:extLst>
            </p:cNvPr>
            <p:cNvSpPr/>
            <p:nvPr/>
          </p:nvSpPr>
          <p:spPr>
            <a:xfrm>
              <a:off x="941871"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2" name="Freeform: Shape 341">
              <a:extLst>
                <a:ext uri="{FF2B5EF4-FFF2-40B4-BE49-F238E27FC236}">
                  <a16:creationId xmlns:a16="http://schemas.microsoft.com/office/drawing/2014/main" id="{51C14B31-399D-5071-97AD-29BBDF4402E5}"/>
                </a:ext>
              </a:extLst>
            </p:cNvPr>
            <p:cNvSpPr/>
            <p:nvPr/>
          </p:nvSpPr>
          <p:spPr>
            <a:xfrm>
              <a:off x="31395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3" name="Freeform: Shape 342">
              <a:extLst>
                <a:ext uri="{FF2B5EF4-FFF2-40B4-BE49-F238E27FC236}">
                  <a16:creationId xmlns:a16="http://schemas.microsoft.com/office/drawing/2014/main" id="{2830010D-5ADC-1425-4EAB-D6E23FAA208F}"/>
                </a:ext>
              </a:extLst>
            </p:cNvPr>
            <p:cNvSpPr/>
            <p:nvPr/>
          </p:nvSpPr>
          <p:spPr>
            <a:xfrm>
              <a:off x="31395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44" name="Freeform: Shape 343">
              <a:extLst>
                <a:ext uri="{FF2B5EF4-FFF2-40B4-BE49-F238E27FC236}">
                  <a16:creationId xmlns:a16="http://schemas.microsoft.com/office/drawing/2014/main" id="{24A65BC1-05B8-08C3-969E-DDA1FEF74BE0}"/>
                </a:ext>
              </a:extLst>
            </p:cNvPr>
            <p:cNvSpPr/>
            <p:nvPr/>
          </p:nvSpPr>
          <p:spPr>
            <a:xfrm>
              <a:off x="2616309" y="4083077"/>
              <a:ext cx="52326" cy="52326"/>
            </a:xfrm>
            <a:custGeom>
              <a:avLst/>
              <a:gdLst>
                <a:gd name="connsiteX0" fmla="*/ 52326 w 52326"/>
                <a:gd name="connsiteY0" fmla="*/ 26163 h 52326"/>
                <a:gd name="connsiteX1" fmla="*/ 26163 w 52326"/>
                <a:gd name="connsiteY1" fmla="*/ 0 h 52326"/>
                <a:gd name="connsiteX2" fmla="*/ 1046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ubicBezTo>
                    <a:pt x="35931" y="52326"/>
                    <a:pt x="44652" y="46745"/>
                    <a:pt x="49187" y="38721"/>
                  </a:cubicBezTo>
                  <a:cubicBezTo>
                    <a:pt x="51280"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345" name="Freeform: Shape 344">
              <a:extLst>
                <a:ext uri="{FF2B5EF4-FFF2-40B4-BE49-F238E27FC236}">
                  <a16:creationId xmlns:a16="http://schemas.microsoft.com/office/drawing/2014/main" id="{4FD2A823-2ECA-2975-2EA6-F038C663E7BC}"/>
                </a:ext>
              </a:extLst>
            </p:cNvPr>
            <p:cNvSpPr/>
            <p:nvPr/>
          </p:nvSpPr>
          <p:spPr>
            <a:xfrm>
              <a:off x="2197699" y="512960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lnTo>
                    <a:pt x="52326" y="26163"/>
                  </a:ln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6" name="Freeform: Shape 345">
              <a:extLst>
                <a:ext uri="{FF2B5EF4-FFF2-40B4-BE49-F238E27FC236}">
                  <a16:creationId xmlns:a16="http://schemas.microsoft.com/office/drawing/2014/main" id="{DD0D1A02-A116-150E-F63F-A18A6D642F20}"/>
                </a:ext>
              </a:extLst>
            </p:cNvPr>
            <p:cNvSpPr/>
            <p:nvPr/>
          </p:nvSpPr>
          <p:spPr>
            <a:xfrm>
              <a:off x="3976789"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47" name="Freeform: Shape 346">
              <a:extLst>
                <a:ext uri="{FF2B5EF4-FFF2-40B4-BE49-F238E27FC236}">
                  <a16:creationId xmlns:a16="http://schemas.microsoft.com/office/drawing/2014/main" id="{E4C1FCB7-B6CC-BCAC-D2B0-A3049B01736E}"/>
                </a:ext>
              </a:extLst>
            </p:cNvPr>
            <p:cNvSpPr/>
            <p:nvPr/>
          </p:nvSpPr>
          <p:spPr>
            <a:xfrm>
              <a:off x="3558180"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4"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8" name="Freeform: Shape 347">
              <a:extLst>
                <a:ext uri="{FF2B5EF4-FFF2-40B4-BE49-F238E27FC236}">
                  <a16:creationId xmlns:a16="http://schemas.microsoft.com/office/drawing/2014/main" id="{66999AE8-94BF-60FD-13B9-1151F3FB74A5}"/>
                </a:ext>
              </a:extLst>
            </p:cNvPr>
            <p:cNvSpPr/>
            <p:nvPr/>
          </p:nvSpPr>
          <p:spPr>
            <a:xfrm>
              <a:off x="554657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9" name="Freeform: Shape 348">
              <a:extLst>
                <a:ext uri="{FF2B5EF4-FFF2-40B4-BE49-F238E27FC236}">
                  <a16:creationId xmlns:a16="http://schemas.microsoft.com/office/drawing/2014/main" id="{4150C32C-5424-E457-BD15-0556412A6829}"/>
                </a:ext>
              </a:extLst>
            </p:cNvPr>
            <p:cNvSpPr/>
            <p:nvPr/>
          </p:nvSpPr>
          <p:spPr>
            <a:xfrm>
              <a:off x="3976789"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50" name="Freeform: Shape 349">
              <a:extLst>
                <a:ext uri="{FF2B5EF4-FFF2-40B4-BE49-F238E27FC236}">
                  <a16:creationId xmlns:a16="http://schemas.microsoft.com/office/drawing/2014/main" id="{2A859C84-C379-E017-CE2C-F7D28D106DAF}"/>
                </a:ext>
              </a:extLst>
            </p:cNvPr>
            <p:cNvSpPr/>
            <p:nvPr/>
          </p:nvSpPr>
          <p:spPr>
            <a:xfrm>
              <a:off x="4918660"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5349" y="0"/>
                    <a:pt x="5930" y="6628"/>
                    <a:pt x="2093" y="16047"/>
                  </a:cubicBezTo>
                  <a:cubicBezTo>
                    <a:pt x="698" y="19186"/>
                    <a:pt x="0" y="22675"/>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1" name="Freeform: Shape 350">
              <a:extLst>
                <a:ext uri="{FF2B5EF4-FFF2-40B4-BE49-F238E27FC236}">
                  <a16:creationId xmlns:a16="http://schemas.microsoft.com/office/drawing/2014/main" id="{E05D4C0B-AE49-B84F-4B0D-BEFF93EA98A6}"/>
                </a:ext>
              </a:extLst>
            </p:cNvPr>
            <p:cNvSpPr/>
            <p:nvPr/>
          </p:nvSpPr>
          <p:spPr>
            <a:xfrm>
              <a:off x="408144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2" name="Freeform: Shape 351">
              <a:extLst>
                <a:ext uri="{FF2B5EF4-FFF2-40B4-BE49-F238E27FC236}">
                  <a16:creationId xmlns:a16="http://schemas.microsoft.com/office/drawing/2014/main" id="{FBADB1E3-ACAE-1EA0-BAB6-C0B2F5AD24F4}"/>
                </a:ext>
              </a:extLst>
            </p:cNvPr>
            <p:cNvSpPr/>
            <p:nvPr/>
          </p:nvSpPr>
          <p:spPr>
            <a:xfrm>
              <a:off x="38721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3" name="Freeform: Shape 352">
              <a:extLst>
                <a:ext uri="{FF2B5EF4-FFF2-40B4-BE49-F238E27FC236}">
                  <a16:creationId xmlns:a16="http://schemas.microsoft.com/office/drawing/2014/main" id="{37136CD9-1712-E474-D4D0-E2F3C04259B6}"/>
                </a:ext>
              </a:extLst>
            </p:cNvPr>
            <p:cNvSpPr/>
            <p:nvPr/>
          </p:nvSpPr>
          <p:spPr>
            <a:xfrm>
              <a:off x="355818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54" name="Freeform: Shape 353">
              <a:extLst>
                <a:ext uri="{FF2B5EF4-FFF2-40B4-BE49-F238E27FC236}">
                  <a16:creationId xmlns:a16="http://schemas.microsoft.com/office/drawing/2014/main" id="{2AB145BE-D445-50CE-3BDF-67C55DAA1E27}"/>
                </a:ext>
              </a:extLst>
            </p:cNvPr>
            <p:cNvSpPr/>
            <p:nvPr/>
          </p:nvSpPr>
          <p:spPr>
            <a:xfrm>
              <a:off x="345352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5" name="Freeform: Shape 354">
              <a:extLst>
                <a:ext uri="{FF2B5EF4-FFF2-40B4-BE49-F238E27FC236}">
                  <a16:creationId xmlns:a16="http://schemas.microsoft.com/office/drawing/2014/main" id="{1F8D7AB7-0824-8712-293A-9EDC06D8C95F}"/>
                </a:ext>
              </a:extLst>
            </p:cNvPr>
            <p:cNvSpPr/>
            <p:nvPr/>
          </p:nvSpPr>
          <p:spPr>
            <a:xfrm>
              <a:off x="3348875"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7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1" y="52326"/>
                    <a:pt x="26163" y="52326"/>
                  </a:cubicBezTo>
                  <a:cubicBezTo>
                    <a:pt x="32442" y="52326"/>
                    <a:pt x="38373" y="50233"/>
                    <a:pt x="42907"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56" name="Freeform: Shape 355">
              <a:extLst>
                <a:ext uri="{FF2B5EF4-FFF2-40B4-BE49-F238E27FC236}">
                  <a16:creationId xmlns:a16="http://schemas.microsoft.com/office/drawing/2014/main" id="{6252E75D-3D71-1A85-5900-9A4D7781BE7F}"/>
                </a:ext>
              </a:extLst>
            </p:cNvPr>
            <p:cNvSpPr/>
            <p:nvPr/>
          </p:nvSpPr>
          <p:spPr>
            <a:xfrm>
              <a:off x="2720961" y="4292381"/>
              <a:ext cx="52326" cy="52326"/>
            </a:xfrm>
            <a:custGeom>
              <a:avLst/>
              <a:gdLst>
                <a:gd name="connsiteX0" fmla="*/ 51280 w 52326"/>
                <a:gd name="connsiteY0" fmla="*/ 18489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1280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80" y="18489"/>
                  </a:moveTo>
                  <a:cubicBezTo>
                    <a:pt x="48140" y="7675"/>
                    <a:pt x="38024"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3372"/>
                    <a:pt x="51977" y="20930"/>
                    <a:pt x="51280" y="18489"/>
                  </a:cubicBezTo>
                  <a:close/>
                </a:path>
              </a:pathLst>
            </a:custGeom>
            <a:grpFill/>
            <a:ln w="3488" cap="flat">
              <a:noFill/>
              <a:prstDash val="solid"/>
              <a:miter/>
            </a:ln>
          </p:spPr>
          <p:txBody>
            <a:bodyPr rtlCol="0" anchor="ctr"/>
            <a:lstStyle/>
            <a:p>
              <a:endParaRPr lang="en-ID"/>
            </a:p>
          </p:txBody>
        </p:sp>
        <p:sp>
          <p:nvSpPr>
            <p:cNvPr id="357" name="Freeform: Shape 356">
              <a:extLst>
                <a:ext uri="{FF2B5EF4-FFF2-40B4-BE49-F238E27FC236}">
                  <a16:creationId xmlns:a16="http://schemas.microsoft.com/office/drawing/2014/main" id="{4A701D6B-E4D5-30D7-AAE8-637333978895}"/>
                </a:ext>
              </a:extLst>
            </p:cNvPr>
            <p:cNvSpPr/>
            <p:nvPr/>
          </p:nvSpPr>
          <p:spPr>
            <a:xfrm>
              <a:off x="240700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8" name="Freeform: Shape 357">
              <a:extLst>
                <a:ext uri="{FF2B5EF4-FFF2-40B4-BE49-F238E27FC236}">
                  <a16:creationId xmlns:a16="http://schemas.microsoft.com/office/drawing/2014/main" id="{5D9B4A7B-3319-D1CC-DFCC-D441A5223E47}"/>
                </a:ext>
              </a:extLst>
            </p:cNvPr>
            <p:cNvSpPr/>
            <p:nvPr/>
          </p:nvSpPr>
          <p:spPr>
            <a:xfrm>
              <a:off x="240700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9" name="Freeform: Shape 358">
              <a:extLst>
                <a:ext uri="{FF2B5EF4-FFF2-40B4-BE49-F238E27FC236}">
                  <a16:creationId xmlns:a16="http://schemas.microsoft.com/office/drawing/2014/main" id="{7534BBDA-5E57-D0C4-AF14-0848B34D9CC9}"/>
                </a:ext>
              </a:extLst>
            </p:cNvPr>
            <p:cNvSpPr/>
            <p:nvPr/>
          </p:nvSpPr>
          <p:spPr>
            <a:xfrm>
              <a:off x="136048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0" name="Freeform: Shape 359">
              <a:extLst>
                <a:ext uri="{FF2B5EF4-FFF2-40B4-BE49-F238E27FC236}">
                  <a16:creationId xmlns:a16="http://schemas.microsoft.com/office/drawing/2014/main" id="{D69C373B-7F12-3A68-16F8-D47A9955D1AD}"/>
                </a:ext>
              </a:extLst>
            </p:cNvPr>
            <p:cNvSpPr/>
            <p:nvPr/>
          </p:nvSpPr>
          <p:spPr>
            <a:xfrm>
              <a:off x="41860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1" name="Freeform: Shape 360">
              <a:extLst>
                <a:ext uri="{FF2B5EF4-FFF2-40B4-BE49-F238E27FC236}">
                  <a16:creationId xmlns:a16="http://schemas.microsoft.com/office/drawing/2014/main" id="{3BDF76AF-C99D-E626-66F9-5A4C8C2BF28A}"/>
                </a:ext>
              </a:extLst>
            </p:cNvPr>
            <p:cNvSpPr/>
            <p:nvPr/>
          </p:nvSpPr>
          <p:spPr>
            <a:xfrm>
              <a:off x="10465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2" name="Freeform: Shape 361">
              <a:extLst>
                <a:ext uri="{FF2B5EF4-FFF2-40B4-BE49-F238E27FC236}">
                  <a16:creationId xmlns:a16="http://schemas.microsoft.com/office/drawing/2014/main" id="{3A7BF81A-C37B-7586-B85A-D3F923ADCA6A}"/>
                </a:ext>
              </a:extLst>
            </p:cNvPr>
            <p:cNvSpPr/>
            <p:nvPr/>
          </p:nvSpPr>
          <p:spPr>
            <a:xfrm>
              <a:off x="0"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3" name="Freeform: Shape 362">
              <a:extLst>
                <a:ext uri="{FF2B5EF4-FFF2-40B4-BE49-F238E27FC236}">
                  <a16:creationId xmlns:a16="http://schemas.microsoft.com/office/drawing/2014/main" id="{3B34FBEB-945D-918C-B5EA-A0E7E15DC81A}"/>
                </a:ext>
              </a:extLst>
            </p:cNvPr>
            <p:cNvSpPr/>
            <p:nvPr/>
          </p:nvSpPr>
          <p:spPr>
            <a:xfrm>
              <a:off x="1465133" y="4083077"/>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7" y="52326"/>
                    <a:pt x="26163" y="52326"/>
                  </a:cubicBezTo>
                  <a:cubicBezTo>
                    <a:pt x="40466"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364" name="Freeform: Shape 363">
              <a:extLst>
                <a:ext uri="{FF2B5EF4-FFF2-40B4-BE49-F238E27FC236}">
                  <a16:creationId xmlns:a16="http://schemas.microsoft.com/office/drawing/2014/main" id="{FA6CBB76-D194-AF3F-7465-FB09C3D9F489}"/>
                </a:ext>
              </a:extLst>
            </p:cNvPr>
            <p:cNvSpPr/>
            <p:nvPr/>
          </p:nvSpPr>
          <p:spPr>
            <a:xfrm>
              <a:off x="4709356" y="4920296"/>
              <a:ext cx="52326" cy="52326"/>
            </a:xfrm>
            <a:custGeom>
              <a:avLst/>
              <a:gdLst>
                <a:gd name="connsiteX0" fmla="*/ 46745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5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5" y="10116"/>
                  </a:moveTo>
                  <a:cubicBezTo>
                    <a:pt x="41861" y="4186"/>
                    <a:pt x="34535" y="0"/>
                    <a:pt x="26163" y="0"/>
                  </a:cubicBezTo>
                  <a:cubicBezTo>
                    <a:pt x="11861" y="0"/>
                    <a:pt x="0" y="11861"/>
                    <a:pt x="0" y="26163"/>
                  </a:cubicBezTo>
                  <a:cubicBezTo>
                    <a:pt x="0" y="27907"/>
                    <a:pt x="349" y="29652"/>
                    <a:pt x="698" y="31396"/>
                  </a:cubicBezTo>
                  <a:cubicBezTo>
                    <a:pt x="3140" y="43256"/>
                    <a:pt x="13605" y="52326"/>
                    <a:pt x="26163" y="52326"/>
                  </a:cubicBezTo>
                  <a:cubicBezTo>
                    <a:pt x="34884" y="52326"/>
                    <a:pt x="42210" y="48140"/>
                    <a:pt x="47094" y="41861"/>
                  </a:cubicBezTo>
                  <a:cubicBezTo>
                    <a:pt x="50233" y="37326"/>
                    <a:pt x="52326" y="32093"/>
                    <a:pt x="52326" y="26163"/>
                  </a:cubicBezTo>
                  <a:cubicBezTo>
                    <a:pt x="52326" y="20233"/>
                    <a:pt x="50233" y="14302"/>
                    <a:pt x="46745" y="10116"/>
                  </a:cubicBezTo>
                  <a:close/>
                </a:path>
              </a:pathLst>
            </a:custGeom>
            <a:grpFill/>
            <a:ln w="3488" cap="flat">
              <a:noFill/>
              <a:prstDash val="solid"/>
              <a:miter/>
            </a:ln>
          </p:spPr>
          <p:txBody>
            <a:bodyPr rtlCol="0" anchor="ctr"/>
            <a:lstStyle/>
            <a:p>
              <a:endParaRPr lang="en-ID"/>
            </a:p>
          </p:txBody>
        </p:sp>
        <p:sp>
          <p:nvSpPr>
            <p:cNvPr id="365" name="Freeform: Shape 364">
              <a:extLst>
                <a:ext uri="{FF2B5EF4-FFF2-40B4-BE49-F238E27FC236}">
                  <a16:creationId xmlns:a16="http://schemas.microsoft.com/office/drawing/2014/main" id="{650BF21E-81D3-1BBF-87BC-D00C3C00BAA6}"/>
                </a:ext>
              </a:extLst>
            </p:cNvPr>
            <p:cNvSpPr/>
            <p:nvPr/>
          </p:nvSpPr>
          <p:spPr>
            <a:xfrm>
              <a:off x="5755879"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6" name="Freeform: Shape 365">
              <a:extLst>
                <a:ext uri="{FF2B5EF4-FFF2-40B4-BE49-F238E27FC236}">
                  <a16:creationId xmlns:a16="http://schemas.microsoft.com/office/drawing/2014/main" id="{94D9D724-8476-2D79-2FCD-9771A62F3E72}"/>
                </a:ext>
              </a:extLst>
            </p:cNvPr>
            <p:cNvSpPr/>
            <p:nvPr/>
          </p:nvSpPr>
          <p:spPr>
            <a:xfrm>
              <a:off x="596518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7" name="Freeform: Shape 366">
              <a:extLst>
                <a:ext uri="{FF2B5EF4-FFF2-40B4-BE49-F238E27FC236}">
                  <a16:creationId xmlns:a16="http://schemas.microsoft.com/office/drawing/2014/main" id="{5919C513-E6F9-E3DD-DADD-131CC70D078D}"/>
                </a:ext>
              </a:extLst>
            </p:cNvPr>
            <p:cNvSpPr/>
            <p:nvPr/>
          </p:nvSpPr>
          <p:spPr>
            <a:xfrm>
              <a:off x="481400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8" name="Freeform: Shape 367">
              <a:extLst>
                <a:ext uri="{FF2B5EF4-FFF2-40B4-BE49-F238E27FC236}">
                  <a16:creationId xmlns:a16="http://schemas.microsoft.com/office/drawing/2014/main" id="{EEEEDDBB-C6BA-080F-2985-866ACB7B0CAA}"/>
                </a:ext>
              </a:extLst>
            </p:cNvPr>
            <p:cNvSpPr/>
            <p:nvPr/>
          </p:nvSpPr>
          <p:spPr>
            <a:xfrm>
              <a:off x="397678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9" name="Freeform: Shape 368">
              <a:extLst>
                <a:ext uri="{FF2B5EF4-FFF2-40B4-BE49-F238E27FC236}">
                  <a16:creationId xmlns:a16="http://schemas.microsoft.com/office/drawing/2014/main" id="{7AA13AFD-D513-24FB-A26E-BBCCF04AA210}"/>
                </a:ext>
              </a:extLst>
            </p:cNvPr>
            <p:cNvSpPr/>
            <p:nvPr/>
          </p:nvSpPr>
          <p:spPr>
            <a:xfrm>
              <a:off x="376748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0" name="Freeform: Shape 369">
              <a:extLst>
                <a:ext uri="{FF2B5EF4-FFF2-40B4-BE49-F238E27FC236}">
                  <a16:creationId xmlns:a16="http://schemas.microsoft.com/office/drawing/2014/main" id="{5CB29163-0693-5BAC-6349-F1B06DDB5309}"/>
                </a:ext>
              </a:extLst>
            </p:cNvPr>
            <p:cNvSpPr/>
            <p:nvPr/>
          </p:nvSpPr>
          <p:spPr>
            <a:xfrm>
              <a:off x="5860532"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1" name="Freeform: Shape 370">
              <a:extLst>
                <a:ext uri="{FF2B5EF4-FFF2-40B4-BE49-F238E27FC236}">
                  <a16:creationId xmlns:a16="http://schemas.microsoft.com/office/drawing/2014/main" id="{BF855C32-65DA-B673-2BA0-1CBE0A9F0632}"/>
                </a:ext>
              </a:extLst>
            </p:cNvPr>
            <p:cNvSpPr/>
            <p:nvPr/>
          </p:nvSpPr>
          <p:spPr>
            <a:xfrm>
              <a:off x="491866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2" name="Freeform: Shape 371">
              <a:extLst>
                <a:ext uri="{FF2B5EF4-FFF2-40B4-BE49-F238E27FC236}">
                  <a16:creationId xmlns:a16="http://schemas.microsoft.com/office/drawing/2014/main" id="{B139F747-0E0B-5581-E90B-EC14D6D0A9A5}"/>
                </a:ext>
              </a:extLst>
            </p:cNvPr>
            <p:cNvSpPr/>
            <p:nvPr/>
          </p:nvSpPr>
          <p:spPr>
            <a:xfrm>
              <a:off x="387213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3" name="Freeform: Shape 372">
              <a:extLst>
                <a:ext uri="{FF2B5EF4-FFF2-40B4-BE49-F238E27FC236}">
                  <a16:creationId xmlns:a16="http://schemas.microsoft.com/office/drawing/2014/main" id="{C36580A1-5292-3D71-28F5-4680B571E095}"/>
                </a:ext>
              </a:extLst>
            </p:cNvPr>
            <p:cNvSpPr/>
            <p:nvPr/>
          </p:nvSpPr>
          <p:spPr>
            <a:xfrm>
              <a:off x="345352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4" name="Freeform: Shape 373">
              <a:extLst>
                <a:ext uri="{FF2B5EF4-FFF2-40B4-BE49-F238E27FC236}">
                  <a16:creationId xmlns:a16="http://schemas.microsoft.com/office/drawing/2014/main" id="{AEAD547A-CF01-FFFA-86EF-4FD7BB52F883}"/>
                </a:ext>
              </a:extLst>
            </p:cNvPr>
            <p:cNvSpPr/>
            <p:nvPr/>
          </p:nvSpPr>
          <p:spPr>
            <a:xfrm>
              <a:off x="3244223"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5" name="Freeform: Shape 374">
              <a:extLst>
                <a:ext uri="{FF2B5EF4-FFF2-40B4-BE49-F238E27FC236}">
                  <a16:creationId xmlns:a16="http://schemas.microsoft.com/office/drawing/2014/main" id="{17360020-9B88-B208-E3AB-161C810969C3}"/>
                </a:ext>
              </a:extLst>
            </p:cNvPr>
            <p:cNvSpPr/>
            <p:nvPr/>
          </p:nvSpPr>
          <p:spPr>
            <a:xfrm>
              <a:off x="324422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76" name="Freeform: Shape 375">
              <a:extLst>
                <a:ext uri="{FF2B5EF4-FFF2-40B4-BE49-F238E27FC236}">
                  <a16:creationId xmlns:a16="http://schemas.microsoft.com/office/drawing/2014/main" id="{1D207CEA-0E71-8665-5F4A-760D11DB763B}"/>
                </a:ext>
              </a:extLst>
            </p:cNvPr>
            <p:cNvSpPr/>
            <p:nvPr/>
          </p:nvSpPr>
          <p:spPr>
            <a:xfrm>
              <a:off x="272096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7" name="Freeform: Shape 376">
              <a:extLst>
                <a:ext uri="{FF2B5EF4-FFF2-40B4-BE49-F238E27FC236}">
                  <a16:creationId xmlns:a16="http://schemas.microsoft.com/office/drawing/2014/main" id="{9D1C2FA1-C6F6-8C59-7EA3-E888E4F8AE7E}"/>
                </a:ext>
              </a:extLst>
            </p:cNvPr>
            <p:cNvSpPr/>
            <p:nvPr/>
          </p:nvSpPr>
          <p:spPr>
            <a:xfrm>
              <a:off x="94187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8" name="Freeform: Shape 377">
              <a:extLst>
                <a:ext uri="{FF2B5EF4-FFF2-40B4-BE49-F238E27FC236}">
                  <a16:creationId xmlns:a16="http://schemas.microsoft.com/office/drawing/2014/main" id="{D00A28D4-D472-A4F8-1BB0-16DF105F00E7}"/>
                </a:ext>
              </a:extLst>
            </p:cNvPr>
            <p:cNvSpPr/>
            <p:nvPr/>
          </p:nvSpPr>
          <p:spPr>
            <a:xfrm>
              <a:off x="62791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9" name="Freeform: Shape 378">
              <a:extLst>
                <a:ext uri="{FF2B5EF4-FFF2-40B4-BE49-F238E27FC236}">
                  <a16:creationId xmlns:a16="http://schemas.microsoft.com/office/drawing/2014/main" id="{3BABA4DC-3D6D-0901-B458-1853A2804D19}"/>
                </a:ext>
              </a:extLst>
            </p:cNvPr>
            <p:cNvSpPr/>
            <p:nvPr/>
          </p:nvSpPr>
          <p:spPr>
            <a:xfrm>
              <a:off x="41860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0" name="Freeform: Shape 379">
              <a:extLst>
                <a:ext uri="{FF2B5EF4-FFF2-40B4-BE49-F238E27FC236}">
                  <a16:creationId xmlns:a16="http://schemas.microsoft.com/office/drawing/2014/main" id="{6AD40AF1-7C9B-CD21-CF19-22DE3B51D2C5}"/>
                </a:ext>
              </a:extLst>
            </p:cNvPr>
            <p:cNvSpPr/>
            <p:nvPr/>
          </p:nvSpPr>
          <p:spPr>
            <a:xfrm>
              <a:off x="41860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1" name="Freeform: Shape 380">
              <a:extLst>
                <a:ext uri="{FF2B5EF4-FFF2-40B4-BE49-F238E27FC236}">
                  <a16:creationId xmlns:a16="http://schemas.microsoft.com/office/drawing/2014/main" id="{70A2BB82-E9DF-D5D9-CDC6-AC2970A69637}"/>
                </a:ext>
              </a:extLst>
            </p:cNvPr>
            <p:cNvSpPr/>
            <p:nvPr/>
          </p:nvSpPr>
          <p:spPr>
            <a:xfrm>
              <a:off x="41860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2" name="Freeform: Shape 381">
              <a:extLst>
                <a:ext uri="{FF2B5EF4-FFF2-40B4-BE49-F238E27FC236}">
                  <a16:creationId xmlns:a16="http://schemas.microsoft.com/office/drawing/2014/main" id="{07092545-07EB-B117-EFAE-CBF480E786D8}"/>
                </a:ext>
              </a:extLst>
            </p:cNvPr>
            <p:cNvSpPr/>
            <p:nvPr/>
          </p:nvSpPr>
          <p:spPr>
            <a:xfrm>
              <a:off x="3767484"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1" y="52326"/>
                    <a:pt x="26163" y="52326"/>
                  </a:cubicBezTo>
                  <a:lnTo>
                    <a:pt x="26163" y="52326"/>
                  </a:ln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3" name="Freeform: Shape 382">
              <a:extLst>
                <a:ext uri="{FF2B5EF4-FFF2-40B4-BE49-F238E27FC236}">
                  <a16:creationId xmlns:a16="http://schemas.microsoft.com/office/drawing/2014/main" id="{12B27079-DEBF-E1B0-A546-1A9428508690}"/>
                </a:ext>
              </a:extLst>
            </p:cNvPr>
            <p:cNvSpPr/>
            <p:nvPr/>
          </p:nvSpPr>
          <p:spPr>
            <a:xfrm>
              <a:off x="3453527"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4" name="Freeform: Shape 383">
              <a:extLst>
                <a:ext uri="{FF2B5EF4-FFF2-40B4-BE49-F238E27FC236}">
                  <a16:creationId xmlns:a16="http://schemas.microsoft.com/office/drawing/2014/main" id="{CCD28FCB-6F57-FDB9-740F-0ECC9CDF5087}"/>
                </a:ext>
              </a:extLst>
            </p:cNvPr>
            <p:cNvSpPr/>
            <p:nvPr/>
          </p:nvSpPr>
          <p:spPr>
            <a:xfrm>
              <a:off x="2197699"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7" y="52326"/>
                    <a:pt x="46396" y="45698"/>
                    <a:pt x="50233" y="36280"/>
                  </a:cubicBezTo>
                  <a:cubicBezTo>
                    <a:pt x="51628" y="33140"/>
                    <a:pt x="52326" y="29652"/>
                    <a:pt x="52326" y="26163"/>
                  </a:cubicBezTo>
                  <a:cubicBezTo>
                    <a:pt x="52326" y="11861"/>
                    <a:pt x="40465" y="0"/>
                    <a:pt x="26163" y="0"/>
                  </a:cubicBezTo>
                  <a:lnTo>
                    <a:pt x="26163" y="0"/>
                  </a:lnTo>
                  <a:cubicBezTo>
                    <a:pt x="15349" y="0"/>
                    <a:pt x="5930" y="6628"/>
                    <a:pt x="2093" y="16047"/>
                  </a:cubicBezTo>
                  <a:cubicBezTo>
                    <a:pt x="698" y="19186"/>
                    <a:pt x="0" y="22675"/>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5" name="Freeform: Shape 384">
              <a:extLst>
                <a:ext uri="{FF2B5EF4-FFF2-40B4-BE49-F238E27FC236}">
                  <a16:creationId xmlns:a16="http://schemas.microsoft.com/office/drawing/2014/main" id="{B5DBD8F6-F011-26A0-0FE5-D5832D711181}"/>
                </a:ext>
              </a:extLst>
            </p:cNvPr>
            <p:cNvSpPr/>
            <p:nvPr/>
          </p:nvSpPr>
          <p:spPr>
            <a:xfrm>
              <a:off x="523261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6" name="Freeform: Shape 385">
              <a:extLst>
                <a:ext uri="{FF2B5EF4-FFF2-40B4-BE49-F238E27FC236}">
                  <a16:creationId xmlns:a16="http://schemas.microsoft.com/office/drawing/2014/main" id="{7AB6E461-B297-C3A7-7BEF-88AA8A053DFF}"/>
                </a:ext>
              </a:extLst>
            </p:cNvPr>
            <p:cNvSpPr/>
            <p:nvPr/>
          </p:nvSpPr>
          <p:spPr>
            <a:xfrm>
              <a:off x="481400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7" name="Freeform: Shape 386">
              <a:extLst>
                <a:ext uri="{FF2B5EF4-FFF2-40B4-BE49-F238E27FC236}">
                  <a16:creationId xmlns:a16="http://schemas.microsoft.com/office/drawing/2014/main" id="{F8F6F280-0451-02BF-497C-9FDEF68099B1}"/>
                </a:ext>
              </a:extLst>
            </p:cNvPr>
            <p:cNvSpPr/>
            <p:nvPr/>
          </p:nvSpPr>
          <p:spPr>
            <a:xfrm>
              <a:off x="4604703" y="460633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8" name="Freeform: Shape 387">
              <a:extLst>
                <a:ext uri="{FF2B5EF4-FFF2-40B4-BE49-F238E27FC236}">
                  <a16:creationId xmlns:a16="http://schemas.microsoft.com/office/drawing/2014/main" id="{F722C4CB-8CBF-ED53-31A3-EE776D4EE2C0}"/>
                </a:ext>
              </a:extLst>
            </p:cNvPr>
            <p:cNvSpPr/>
            <p:nvPr/>
          </p:nvSpPr>
          <p:spPr>
            <a:xfrm>
              <a:off x="418609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89" name="Freeform: Shape 388">
              <a:extLst>
                <a:ext uri="{FF2B5EF4-FFF2-40B4-BE49-F238E27FC236}">
                  <a16:creationId xmlns:a16="http://schemas.microsoft.com/office/drawing/2014/main" id="{591A698B-F51B-0FB4-EC04-6C14CFF50025}"/>
                </a:ext>
              </a:extLst>
            </p:cNvPr>
            <p:cNvSpPr/>
            <p:nvPr/>
          </p:nvSpPr>
          <p:spPr>
            <a:xfrm>
              <a:off x="37674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0" name="Freeform: Shape 389">
              <a:extLst>
                <a:ext uri="{FF2B5EF4-FFF2-40B4-BE49-F238E27FC236}">
                  <a16:creationId xmlns:a16="http://schemas.microsoft.com/office/drawing/2014/main" id="{5A2D4AB6-3846-6B79-D730-E33EF213CDD1}"/>
                </a:ext>
              </a:extLst>
            </p:cNvPr>
            <p:cNvSpPr/>
            <p:nvPr/>
          </p:nvSpPr>
          <p:spPr>
            <a:xfrm>
              <a:off x="387213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1" name="Freeform: Shape 390">
              <a:extLst>
                <a:ext uri="{FF2B5EF4-FFF2-40B4-BE49-F238E27FC236}">
                  <a16:creationId xmlns:a16="http://schemas.microsoft.com/office/drawing/2014/main" id="{CD4A6F40-3197-D0E3-84E1-D5317211D9D9}"/>
                </a:ext>
              </a:extLst>
            </p:cNvPr>
            <p:cNvSpPr/>
            <p:nvPr/>
          </p:nvSpPr>
          <p:spPr>
            <a:xfrm>
              <a:off x="38721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2" name="Freeform: Shape 391">
              <a:extLst>
                <a:ext uri="{FF2B5EF4-FFF2-40B4-BE49-F238E27FC236}">
                  <a16:creationId xmlns:a16="http://schemas.microsoft.com/office/drawing/2014/main" id="{9671BFA5-D31C-43AD-5257-C2CF2F566793}"/>
                </a:ext>
              </a:extLst>
            </p:cNvPr>
            <p:cNvSpPr/>
            <p:nvPr/>
          </p:nvSpPr>
          <p:spPr>
            <a:xfrm>
              <a:off x="303491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3" name="Freeform: Shape 392">
              <a:extLst>
                <a:ext uri="{FF2B5EF4-FFF2-40B4-BE49-F238E27FC236}">
                  <a16:creationId xmlns:a16="http://schemas.microsoft.com/office/drawing/2014/main" id="{C7E9C135-1476-C684-1BCC-295728234F03}"/>
                </a:ext>
              </a:extLst>
            </p:cNvPr>
            <p:cNvSpPr/>
            <p:nvPr/>
          </p:nvSpPr>
          <p:spPr>
            <a:xfrm>
              <a:off x="261630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4" name="Freeform: Shape 393">
              <a:extLst>
                <a:ext uri="{FF2B5EF4-FFF2-40B4-BE49-F238E27FC236}">
                  <a16:creationId xmlns:a16="http://schemas.microsoft.com/office/drawing/2014/main" id="{BA74D265-6958-0ABB-34CB-F94D650B6661}"/>
                </a:ext>
              </a:extLst>
            </p:cNvPr>
            <p:cNvSpPr/>
            <p:nvPr/>
          </p:nvSpPr>
          <p:spPr>
            <a:xfrm>
              <a:off x="2511656"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5" name="Freeform: Shape 394">
              <a:extLst>
                <a:ext uri="{FF2B5EF4-FFF2-40B4-BE49-F238E27FC236}">
                  <a16:creationId xmlns:a16="http://schemas.microsoft.com/office/drawing/2014/main" id="{624D7B64-11D7-C105-BB86-E3629E36FE0F}"/>
                </a:ext>
              </a:extLst>
            </p:cNvPr>
            <p:cNvSpPr/>
            <p:nvPr/>
          </p:nvSpPr>
          <p:spPr>
            <a:xfrm>
              <a:off x="23023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6" name="Freeform: Shape 395">
              <a:extLst>
                <a:ext uri="{FF2B5EF4-FFF2-40B4-BE49-F238E27FC236}">
                  <a16:creationId xmlns:a16="http://schemas.microsoft.com/office/drawing/2014/main" id="{24D59DEB-FFEF-9795-3C0E-28F318E43CE9}"/>
                </a:ext>
              </a:extLst>
            </p:cNvPr>
            <p:cNvSpPr/>
            <p:nvPr/>
          </p:nvSpPr>
          <p:spPr>
            <a:xfrm>
              <a:off x="23023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7" name="Freeform: Shape 396">
              <a:extLst>
                <a:ext uri="{FF2B5EF4-FFF2-40B4-BE49-F238E27FC236}">
                  <a16:creationId xmlns:a16="http://schemas.microsoft.com/office/drawing/2014/main" id="{222D45F3-A62B-48E1-DCEB-94C9B97AB94F}"/>
                </a:ext>
              </a:extLst>
            </p:cNvPr>
            <p:cNvSpPr/>
            <p:nvPr/>
          </p:nvSpPr>
          <p:spPr>
            <a:xfrm>
              <a:off x="125582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8" name="Freeform: Shape 397">
              <a:extLst>
                <a:ext uri="{FF2B5EF4-FFF2-40B4-BE49-F238E27FC236}">
                  <a16:creationId xmlns:a16="http://schemas.microsoft.com/office/drawing/2014/main" id="{34614F12-F806-AE46-47E8-D66F981EE896}"/>
                </a:ext>
              </a:extLst>
            </p:cNvPr>
            <p:cNvSpPr/>
            <p:nvPr/>
          </p:nvSpPr>
          <p:spPr>
            <a:xfrm>
              <a:off x="83721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9" name="Freeform: Shape 398">
              <a:extLst>
                <a:ext uri="{FF2B5EF4-FFF2-40B4-BE49-F238E27FC236}">
                  <a16:creationId xmlns:a16="http://schemas.microsoft.com/office/drawing/2014/main" id="{0E245959-4312-64F0-D979-7A57FE909711}"/>
                </a:ext>
              </a:extLst>
            </p:cNvPr>
            <p:cNvSpPr/>
            <p:nvPr/>
          </p:nvSpPr>
          <p:spPr>
            <a:xfrm>
              <a:off x="62791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0" name="Freeform: Shape 399">
              <a:extLst>
                <a:ext uri="{FF2B5EF4-FFF2-40B4-BE49-F238E27FC236}">
                  <a16:creationId xmlns:a16="http://schemas.microsoft.com/office/drawing/2014/main" id="{3CD1BDF6-FD27-093F-780D-7935C5521022}"/>
                </a:ext>
              </a:extLst>
            </p:cNvPr>
            <p:cNvSpPr/>
            <p:nvPr/>
          </p:nvSpPr>
          <p:spPr>
            <a:xfrm>
              <a:off x="209304"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1" name="Freeform: Shape 400">
              <a:extLst>
                <a:ext uri="{FF2B5EF4-FFF2-40B4-BE49-F238E27FC236}">
                  <a16:creationId xmlns:a16="http://schemas.microsoft.com/office/drawing/2014/main" id="{A69BFDBA-2EDD-74F9-1077-27F4D54B1C07}"/>
                </a:ext>
              </a:extLst>
            </p:cNvPr>
            <p:cNvSpPr/>
            <p:nvPr/>
          </p:nvSpPr>
          <p:spPr>
            <a:xfrm>
              <a:off x="20930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2" name="Freeform: Shape 401">
              <a:extLst>
                <a:ext uri="{FF2B5EF4-FFF2-40B4-BE49-F238E27FC236}">
                  <a16:creationId xmlns:a16="http://schemas.microsoft.com/office/drawing/2014/main" id="{87DA3672-68B0-D2C6-5B42-EE40CDEEFF34}"/>
                </a:ext>
              </a:extLst>
            </p:cNvPr>
            <p:cNvSpPr/>
            <p:nvPr/>
          </p:nvSpPr>
          <p:spPr>
            <a:xfrm>
              <a:off x="2511656"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5" y="52326"/>
                    <a:pt x="52326" y="40466"/>
                    <a:pt x="52326" y="26163"/>
                  </a:cubicBezTo>
                  <a:cubicBezTo>
                    <a:pt x="52326" y="13605"/>
                    <a:pt x="43256" y="3140"/>
                    <a:pt x="31396" y="698"/>
                  </a:cubicBezTo>
                  <a:cubicBezTo>
                    <a:pt x="29652" y="349"/>
                    <a:pt x="27907" y="0"/>
                    <a:pt x="26163" y="0"/>
                  </a:cubicBezTo>
                  <a:cubicBezTo>
                    <a:pt x="11861" y="0"/>
                    <a:pt x="0" y="11861"/>
                    <a:pt x="0" y="26163"/>
                  </a:cubicBezTo>
                  <a:cubicBezTo>
                    <a:pt x="0" y="38024"/>
                    <a:pt x="7675" y="47791"/>
                    <a:pt x="18489" y="51280"/>
                  </a:cubicBezTo>
                  <a:close/>
                </a:path>
              </a:pathLst>
            </a:custGeom>
            <a:grpFill/>
            <a:ln w="3488" cap="flat">
              <a:noFill/>
              <a:prstDash val="solid"/>
              <a:miter/>
            </a:ln>
          </p:spPr>
          <p:txBody>
            <a:bodyPr rtlCol="0" anchor="ctr"/>
            <a:lstStyle/>
            <a:p>
              <a:endParaRPr lang="en-ID"/>
            </a:p>
          </p:txBody>
        </p:sp>
        <p:sp>
          <p:nvSpPr>
            <p:cNvPr id="403" name="Freeform: Shape 402">
              <a:extLst>
                <a:ext uri="{FF2B5EF4-FFF2-40B4-BE49-F238E27FC236}">
                  <a16:creationId xmlns:a16="http://schemas.microsoft.com/office/drawing/2014/main" id="{EBF1AF73-67A5-12F5-C74C-8C5E49229E2E}"/>
                </a:ext>
              </a:extLst>
            </p:cNvPr>
            <p:cNvSpPr/>
            <p:nvPr/>
          </p:nvSpPr>
          <p:spPr>
            <a:xfrm>
              <a:off x="3244223" y="3036553"/>
              <a:ext cx="52326" cy="52326"/>
            </a:xfrm>
            <a:custGeom>
              <a:avLst/>
              <a:gdLst>
                <a:gd name="connsiteX0" fmla="*/ 26163 w 52326"/>
                <a:gd name="connsiteY0" fmla="*/ 52326 h 52326"/>
                <a:gd name="connsiteX1" fmla="*/ 26163 w 52326"/>
                <a:gd name="connsiteY1" fmla="*/ 52326 h 52326"/>
                <a:gd name="connsiteX2" fmla="*/ 42210 w 52326"/>
                <a:gd name="connsiteY2" fmla="*/ 46745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2093" y="52326"/>
                    <a:pt x="38024" y="50233"/>
                    <a:pt x="42210" y="46745"/>
                  </a:cubicBezTo>
                  <a:cubicBezTo>
                    <a:pt x="48140" y="41861"/>
                    <a:pt x="52326" y="34535"/>
                    <a:pt x="52326" y="26163"/>
                  </a:cubicBez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04" name="Freeform: Shape 403">
              <a:extLst>
                <a:ext uri="{FF2B5EF4-FFF2-40B4-BE49-F238E27FC236}">
                  <a16:creationId xmlns:a16="http://schemas.microsoft.com/office/drawing/2014/main" id="{46C8EA18-3F51-4EF2-C5CE-2B2098D67F93}"/>
                </a:ext>
              </a:extLst>
            </p:cNvPr>
            <p:cNvSpPr/>
            <p:nvPr/>
          </p:nvSpPr>
          <p:spPr>
            <a:xfrm>
              <a:off x="5023313"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79"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05" name="Freeform: Shape 404">
              <a:extLst>
                <a:ext uri="{FF2B5EF4-FFF2-40B4-BE49-F238E27FC236}">
                  <a16:creationId xmlns:a16="http://schemas.microsoft.com/office/drawing/2014/main" id="{A6061220-830B-319D-62CA-CC208DDA3B5C}"/>
                </a:ext>
              </a:extLst>
            </p:cNvPr>
            <p:cNvSpPr/>
            <p:nvPr/>
          </p:nvSpPr>
          <p:spPr>
            <a:xfrm>
              <a:off x="5023313"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40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5" y="0"/>
                    <a:pt x="26163" y="0"/>
                  </a:cubicBez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6" name="Freeform: Shape 405">
              <a:extLst>
                <a:ext uri="{FF2B5EF4-FFF2-40B4-BE49-F238E27FC236}">
                  <a16:creationId xmlns:a16="http://schemas.microsoft.com/office/drawing/2014/main" id="{470A6C2B-54C7-26BC-559C-04D91F9392C3}"/>
                </a:ext>
              </a:extLst>
            </p:cNvPr>
            <p:cNvSpPr/>
            <p:nvPr/>
          </p:nvSpPr>
          <p:spPr>
            <a:xfrm>
              <a:off x="2930266"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07" name="Freeform: Shape 406">
              <a:extLst>
                <a:ext uri="{FF2B5EF4-FFF2-40B4-BE49-F238E27FC236}">
                  <a16:creationId xmlns:a16="http://schemas.microsoft.com/office/drawing/2014/main" id="{076CC033-917C-CC82-5AE9-81373ACF2F82}"/>
                </a:ext>
              </a:extLst>
            </p:cNvPr>
            <p:cNvSpPr/>
            <p:nvPr/>
          </p:nvSpPr>
          <p:spPr>
            <a:xfrm>
              <a:off x="251165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8" name="Freeform: Shape 407">
              <a:extLst>
                <a:ext uri="{FF2B5EF4-FFF2-40B4-BE49-F238E27FC236}">
                  <a16:creationId xmlns:a16="http://schemas.microsoft.com/office/drawing/2014/main" id="{CC32AD33-3BBD-D5F6-CD17-11CFBF97F6B3}"/>
                </a:ext>
              </a:extLst>
            </p:cNvPr>
            <p:cNvSpPr/>
            <p:nvPr/>
          </p:nvSpPr>
          <p:spPr>
            <a:xfrm>
              <a:off x="4186094" y="3350510"/>
              <a:ext cx="52326" cy="52326"/>
            </a:xfrm>
            <a:custGeom>
              <a:avLst/>
              <a:gdLst>
                <a:gd name="connsiteX0" fmla="*/ 26163 w 52326"/>
                <a:gd name="connsiteY0" fmla="*/ 52326 h 52326"/>
                <a:gd name="connsiteX1" fmla="*/ 26163 w 52326"/>
                <a:gd name="connsiteY1" fmla="*/ 52326 h 52326"/>
                <a:gd name="connsiteX2" fmla="*/ 36280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80" y="50233"/>
                  </a:cubicBezTo>
                  <a:cubicBezTo>
                    <a:pt x="45698" y="46396"/>
                    <a:pt x="52326" y="36977"/>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9" name="Freeform: Shape 408">
              <a:extLst>
                <a:ext uri="{FF2B5EF4-FFF2-40B4-BE49-F238E27FC236}">
                  <a16:creationId xmlns:a16="http://schemas.microsoft.com/office/drawing/2014/main" id="{D9601AE0-7AAC-59D0-852A-7A52BCF5008A}"/>
                </a:ext>
              </a:extLst>
            </p:cNvPr>
            <p:cNvSpPr/>
            <p:nvPr/>
          </p:nvSpPr>
          <p:spPr>
            <a:xfrm>
              <a:off x="502331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10" name="Freeform: Shape 409">
              <a:extLst>
                <a:ext uri="{FF2B5EF4-FFF2-40B4-BE49-F238E27FC236}">
                  <a16:creationId xmlns:a16="http://schemas.microsoft.com/office/drawing/2014/main" id="{1DF74966-84F3-D745-9954-7A10292785CF}"/>
                </a:ext>
              </a:extLst>
            </p:cNvPr>
            <p:cNvSpPr/>
            <p:nvPr/>
          </p:nvSpPr>
          <p:spPr>
            <a:xfrm>
              <a:off x="481400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1" name="Freeform: Shape 410">
              <a:extLst>
                <a:ext uri="{FF2B5EF4-FFF2-40B4-BE49-F238E27FC236}">
                  <a16:creationId xmlns:a16="http://schemas.microsoft.com/office/drawing/2014/main" id="{D424EF48-58D5-C486-15FB-4C99373AF2EE}"/>
                </a:ext>
              </a:extLst>
            </p:cNvPr>
            <p:cNvSpPr/>
            <p:nvPr/>
          </p:nvSpPr>
          <p:spPr>
            <a:xfrm>
              <a:off x="4604703"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cubicBezTo>
                    <a:pt x="26163" y="0"/>
                    <a:pt x="26163" y="0"/>
                    <a:pt x="26163" y="0"/>
                  </a:cubicBezTo>
                  <a:cubicBezTo>
                    <a:pt x="11861" y="0"/>
                    <a:pt x="0" y="11861"/>
                    <a:pt x="0" y="26163"/>
                  </a:cubicBezTo>
                  <a:cubicBezTo>
                    <a:pt x="0" y="40117"/>
                    <a:pt x="11861" y="51977"/>
                    <a:pt x="26163" y="51977"/>
                  </a:cubicBezTo>
                  <a:close/>
                </a:path>
              </a:pathLst>
            </a:custGeom>
            <a:grpFill/>
            <a:ln w="3488" cap="flat">
              <a:noFill/>
              <a:prstDash val="solid"/>
              <a:miter/>
            </a:ln>
          </p:spPr>
          <p:txBody>
            <a:bodyPr rtlCol="0" anchor="ctr"/>
            <a:lstStyle/>
            <a:p>
              <a:endParaRPr lang="en-ID"/>
            </a:p>
          </p:txBody>
        </p:sp>
        <p:sp>
          <p:nvSpPr>
            <p:cNvPr id="412" name="Freeform: Shape 411">
              <a:extLst>
                <a:ext uri="{FF2B5EF4-FFF2-40B4-BE49-F238E27FC236}">
                  <a16:creationId xmlns:a16="http://schemas.microsoft.com/office/drawing/2014/main" id="{098E5F85-9871-9B8A-1C82-27F0F6AAAE22}"/>
                </a:ext>
              </a:extLst>
            </p:cNvPr>
            <p:cNvSpPr/>
            <p:nvPr/>
          </p:nvSpPr>
          <p:spPr>
            <a:xfrm>
              <a:off x="3976789"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13" name="Freeform: Shape 412">
              <a:extLst>
                <a:ext uri="{FF2B5EF4-FFF2-40B4-BE49-F238E27FC236}">
                  <a16:creationId xmlns:a16="http://schemas.microsoft.com/office/drawing/2014/main" id="{B6CBCA44-13C5-8CD6-5150-2D2E9F188FBC}"/>
                </a:ext>
              </a:extLst>
            </p:cNvPr>
            <p:cNvSpPr/>
            <p:nvPr/>
          </p:nvSpPr>
          <p:spPr>
            <a:xfrm>
              <a:off x="512796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4" name="Freeform: Shape 413">
              <a:extLst>
                <a:ext uri="{FF2B5EF4-FFF2-40B4-BE49-F238E27FC236}">
                  <a16:creationId xmlns:a16="http://schemas.microsoft.com/office/drawing/2014/main" id="{F0AA79A7-E36C-C52D-D95A-E8582DFD16D5}"/>
                </a:ext>
              </a:extLst>
            </p:cNvPr>
            <p:cNvSpPr/>
            <p:nvPr/>
          </p:nvSpPr>
          <p:spPr>
            <a:xfrm>
              <a:off x="47093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5" name="Freeform: Shape 414">
              <a:extLst>
                <a:ext uri="{FF2B5EF4-FFF2-40B4-BE49-F238E27FC236}">
                  <a16:creationId xmlns:a16="http://schemas.microsoft.com/office/drawing/2014/main" id="{A3A836CD-EB33-5C83-1011-502B9A9FFB32}"/>
                </a:ext>
              </a:extLst>
            </p:cNvPr>
            <p:cNvSpPr/>
            <p:nvPr/>
          </p:nvSpPr>
          <p:spPr>
            <a:xfrm>
              <a:off x="408144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6" name="Freeform: Shape 415">
              <a:extLst>
                <a:ext uri="{FF2B5EF4-FFF2-40B4-BE49-F238E27FC236}">
                  <a16:creationId xmlns:a16="http://schemas.microsoft.com/office/drawing/2014/main" id="{B1DBFA10-ED95-625D-44B9-5DB89184A29B}"/>
                </a:ext>
              </a:extLst>
            </p:cNvPr>
            <p:cNvSpPr/>
            <p:nvPr/>
          </p:nvSpPr>
          <p:spPr>
            <a:xfrm>
              <a:off x="35581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7" name="Freeform: Shape 416">
              <a:extLst>
                <a:ext uri="{FF2B5EF4-FFF2-40B4-BE49-F238E27FC236}">
                  <a16:creationId xmlns:a16="http://schemas.microsoft.com/office/drawing/2014/main" id="{8EF66E55-1BC5-58C5-BDD8-A029965827EB}"/>
                </a:ext>
              </a:extLst>
            </p:cNvPr>
            <p:cNvSpPr/>
            <p:nvPr/>
          </p:nvSpPr>
          <p:spPr>
            <a:xfrm>
              <a:off x="34535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8" name="Freeform: Shape 417">
              <a:extLst>
                <a:ext uri="{FF2B5EF4-FFF2-40B4-BE49-F238E27FC236}">
                  <a16:creationId xmlns:a16="http://schemas.microsoft.com/office/drawing/2014/main" id="{D78231F0-3852-419D-F0CC-4046B8A1C93D}"/>
                </a:ext>
              </a:extLst>
            </p:cNvPr>
            <p:cNvSpPr/>
            <p:nvPr/>
          </p:nvSpPr>
          <p:spPr>
            <a:xfrm>
              <a:off x="136048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19" name="Freeform: Shape 418">
              <a:extLst>
                <a:ext uri="{FF2B5EF4-FFF2-40B4-BE49-F238E27FC236}">
                  <a16:creationId xmlns:a16="http://schemas.microsoft.com/office/drawing/2014/main" id="{2D9C2DDF-ECD2-CEE0-D1E4-EB083DAF3D97}"/>
                </a:ext>
              </a:extLst>
            </p:cNvPr>
            <p:cNvSpPr/>
            <p:nvPr/>
          </p:nvSpPr>
          <p:spPr>
            <a:xfrm rot="17550026">
              <a:off x="1151243" y="3873792"/>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420" name="Freeform: Shape 419">
              <a:extLst>
                <a:ext uri="{FF2B5EF4-FFF2-40B4-BE49-F238E27FC236}">
                  <a16:creationId xmlns:a16="http://schemas.microsoft.com/office/drawing/2014/main" id="{594435E1-13F9-DE51-2E9B-9A229FFE7D31}"/>
                </a:ext>
              </a:extLst>
            </p:cNvPr>
            <p:cNvSpPr/>
            <p:nvPr/>
          </p:nvSpPr>
          <p:spPr>
            <a:xfrm>
              <a:off x="732566"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1" name="Freeform: Shape 420">
              <a:extLst>
                <a:ext uri="{FF2B5EF4-FFF2-40B4-BE49-F238E27FC236}">
                  <a16:creationId xmlns:a16="http://schemas.microsoft.com/office/drawing/2014/main" id="{D959D3C6-BB22-5052-7C36-FD72AE797C9F}"/>
                </a:ext>
              </a:extLst>
            </p:cNvPr>
            <p:cNvSpPr/>
            <p:nvPr/>
          </p:nvSpPr>
          <p:spPr>
            <a:xfrm>
              <a:off x="313957"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22" name="Freeform: Shape 421">
              <a:extLst>
                <a:ext uri="{FF2B5EF4-FFF2-40B4-BE49-F238E27FC236}">
                  <a16:creationId xmlns:a16="http://schemas.microsoft.com/office/drawing/2014/main" id="{67D0A182-CDC1-308C-4BB0-8E63D3A451EF}"/>
                </a:ext>
              </a:extLst>
            </p:cNvPr>
            <p:cNvSpPr/>
            <p:nvPr/>
          </p:nvSpPr>
          <p:spPr>
            <a:xfrm>
              <a:off x="31395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3" name="Freeform: Shape 422">
              <a:extLst>
                <a:ext uri="{FF2B5EF4-FFF2-40B4-BE49-F238E27FC236}">
                  <a16:creationId xmlns:a16="http://schemas.microsoft.com/office/drawing/2014/main" id="{20BFCEC1-CF22-7FA7-05F0-BB24A6CC4AFD}"/>
                </a:ext>
              </a:extLst>
            </p:cNvPr>
            <p:cNvSpPr/>
            <p:nvPr/>
          </p:nvSpPr>
          <p:spPr>
            <a:xfrm>
              <a:off x="0"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4" name="Freeform: Shape 423">
              <a:extLst>
                <a:ext uri="{FF2B5EF4-FFF2-40B4-BE49-F238E27FC236}">
                  <a16:creationId xmlns:a16="http://schemas.microsoft.com/office/drawing/2014/main" id="{F68A8B33-D747-E52C-EBD1-5FA3DA583904}"/>
                </a:ext>
              </a:extLst>
            </p:cNvPr>
            <p:cNvSpPr/>
            <p:nvPr/>
          </p:nvSpPr>
          <p:spPr>
            <a:xfrm>
              <a:off x="3034918"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25" name="Freeform: Shape 424">
              <a:extLst>
                <a:ext uri="{FF2B5EF4-FFF2-40B4-BE49-F238E27FC236}">
                  <a16:creationId xmlns:a16="http://schemas.microsoft.com/office/drawing/2014/main" id="{584A2CBC-A3C5-041D-AD7A-6ADFF56002D9}"/>
                </a:ext>
              </a:extLst>
            </p:cNvPr>
            <p:cNvSpPr/>
            <p:nvPr/>
          </p:nvSpPr>
          <p:spPr>
            <a:xfrm>
              <a:off x="5546575"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lnTo>
                    <a:pt x="52326" y="26163"/>
                  </a:lnTo>
                  <a:cubicBezTo>
                    <a:pt x="52326" y="11861"/>
                    <a:pt x="4046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6" name="Freeform: Shape 425">
              <a:extLst>
                <a:ext uri="{FF2B5EF4-FFF2-40B4-BE49-F238E27FC236}">
                  <a16:creationId xmlns:a16="http://schemas.microsoft.com/office/drawing/2014/main" id="{0E29C10F-5591-A81A-2166-4CAABEC687D1}"/>
                </a:ext>
              </a:extLst>
            </p:cNvPr>
            <p:cNvSpPr/>
            <p:nvPr/>
          </p:nvSpPr>
          <p:spPr>
            <a:xfrm>
              <a:off x="732566"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6" y="52326"/>
                    <a:pt x="52326" y="40465"/>
                    <a:pt x="52326" y="26163"/>
                  </a:cubicBez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427" name="Freeform: Shape 426">
              <a:extLst>
                <a:ext uri="{FF2B5EF4-FFF2-40B4-BE49-F238E27FC236}">
                  <a16:creationId xmlns:a16="http://schemas.microsoft.com/office/drawing/2014/main" id="{3873E343-DF76-395D-7781-8E4143B85ACD}"/>
                </a:ext>
              </a:extLst>
            </p:cNvPr>
            <p:cNvSpPr/>
            <p:nvPr/>
          </p:nvSpPr>
          <p:spPr>
            <a:xfrm>
              <a:off x="5023313" y="4710991"/>
              <a:ext cx="52326" cy="52326"/>
            </a:xfrm>
            <a:custGeom>
              <a:avLst/>
              <a:gdLst>
                <a:gd name="connsiteX0" fmla="*/ 36280 w 52326"/>
                <a:gd name="connsiteY0" fmla="*/ 2093 h 52326"/>
                <a:gd name="connsiteX1" fmla="*/ 26163 w 52326"/>
                <a:gd name="connsiteY1" fmla="*/ 0 h 52326"/>
                <a:gd name="connsiteX2" fmla="*/ 16047 w 52326"/>
                <a:gd name="connsiteY2" fmla="*/ 2093 h 52326"/>
                <a:gd name="connsiteX3" fmla="*/ 0 w 52326"/>
                <a:gd name="connsiteY3" fmla="*/ 26163 h 52326"/>
                <a:gd name="connsiteX4" fmla="*/ 16047 w 52326"/>
                <a:gd name="connsiteY4" fmla="*/ 50233 h 52326"/>
                <a:gd name="connsiteX5" fmla="*/ 26163 w 52326"/>
                <a:gd name="connsiteY5" fmla="*/ 52326 h 52326"/>
                <a:gd name="connsiteX6" fmla="*/ 36280 w 52326"/>
                <a:gd name="connsiteY6" fmla="*/ 50233 h 52326"/>
                <a:gd name="connsiteX7" fmla="*/ 52326 w 52326"/>
                <a:gd name="connsiteY7" fmla="*/ 26163 h 52326"/>
                <a:gd name="connsiteX8" fmla="*/ 36280 w 52326"/>
                <a:gd name="connsiteY8"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280" y="2093"/>
                  </a:moveTo>
                  <a:cubicBezTo>
                    <a:pt x="33140" y="698"/>
                    <a:pt x="29652" y="0"/>
                    <a:pt x="26163" y="0"/>
                  </a:cubicBezTo>
                  <a:cubicBezTo>
                    <a:pt x="22675" y="0"/>
                    <a:pt x="19186" y="698"/>
                    <a:pt x="16047" y="2093"/>
                  </a:cubicBezTo>
                  <a:cubicBezTo>
                    <a:pt x="6628" y="5930"/>
                    <a:pt x="0" y="15349"/>
                    <a:pt x="0" y="26163"/>
                  </a:cubicBezTo>
                  <a:cubicBezTo>
                    <a:pt x="0" y="36977"/>
                    <a:pt x="6628" y="46396"/>
                    <a:pt x="16047" y="50233"/>
                  </a:cubicBezTo>
                  <a:cubicBezTo>
                    <a:pt x="19186" y="51628"/>
                    <a:pt x="22675" y="52326"/>
                    <a:pt x="26163" y="52326"/>
                  </a:cubicBezTo>
                  <a:cubicBezTo>
                    <a:pt x="29652" y="52326"/>
                    <a:pt x="33140" y="51628"/>
                    <a:pt x="36280" y="50233"/>
                  </a:cubicBezTo>
                  <a:cubicBezTo>
                    <a:pt x="45698" y="46396"/>
                    <a:pt x="52326" y="36977"/>
                    <a:pt x="52326" y="26163"/>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428" name="Freeform: Shape 427">
              <a:extLst>
                <a:ext uri="{FF2B5EF4-FFF2-40B4-BE49-F238E27FC236}">
                  <a16:creationId xmlns:a16="http://schemas.microsoft.com/office/drawing/2014/main" id="{79D19173-92ED-2C42-15BD-5AEEC5F4FC7B}"/>
                </a:ext>
              </a:extLst>
            </p:cNvPr>
            <p:cNvSpPr/>
            <p:nvPr/>
          </p:nvSpPr>
          <p:spPr>
            <a:xfrm>
              <a:off x="4918660"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2" y="52326"/>
                    <a:pt x="26163" y="52326"/>
                  </a:cubicBezTo>
                  <a:lnTo>
                    <a:pt x="26163" y="52326"/>
                  </a:lnTo>
                  <a:cubicBezTo>
                    <a:pt x="35931" y="52326"/>
                    <a:pt x="44652" y="46745"/>
                    <a:pt x="49187" y="38721"/>
                  </a:cubicBezTo>
                  <a:cubicBezTo>
                    <a:pt x="51279" y="34884"/>
                    <a:pt x="52326" y="30698"/>
                    <a:pt x="52326" y="26163"/>
                  </a:cubicBezTo>
                  <a:cubicBezTo>
                    <a:pt x="52326" y="11861"/>
                    <a:pt x="40465" y="0"/>
                    <a:pt x="26163" y="0"/>
                  </a:cubicBezTo>
                  <a:cubicBezTo>
                    <a:pt x="21279" y="0"/>
                    <a:pt x="16745"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429" name="Freeform: Shape 428">
              <a:extLst>
                <a:ext uri="{FF2B5EF4-FFF2-40B4-BE49-F238E27FC236}">
                  <a16:creationId xmlns:a16="http://schemas.microsoft.com/office/drawing/2014/main" id="{E0DB79FA-D4F4-74B3-395A-3217BA01965F}"/>
                </a:ext>
              </a:extLst>
            </p:cNvPr>
            <p:cNvSpPr/>
            <p:nvPr/>
          </p:nvSpPr>
          <p:spPr>
            <a:xfrm>
              <a:off x="56512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0" name="Freeform: Shape 429">
              <a:extLst>
                <a:ext uri="{FF2B5EF4-FFF2-40B4-BE49-F238E27FC236}">
                  <a16:creationId xmlns:a16="http://schemas.microsoft.com/office/drawing/2014/main" id="{22BE280A-7B7A-AB5B-AEF4-B10F418BFD03}"/>
                </a:ext>
              </a:extLst>
            </p:cNvPr>
            <p:cNvSpPr/>
            <p:nvPr/>
          </p:nvSpPr>
          <p:spPr>
            <a:xfrm>
              <a:off x="5232618"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3" y="0"/>
                    <a:pt x="21628" y="349"/>
                  </a:cubicBezTo>
                  <a:cubicBezTo>
                    <a:pt x="21279" y="349"/>
                    <a:pt x="21279" y="349"/>
                    <a:pt x="20930" y="349"/>
                  </a:cubicBezTo>
                  <a:cubicBezTo>
                    <a:pt x="9070" y="2791"/>
                    <a:pt x="0" y="13256"/>
                    <a:pt x="0" y="25814"/>
                  </a:cubicBezTo>
                  <a:cubicBezTo>
                    <a:pt x="0" y="40117"/>
                    <a:pt x="11861" y="51977"/>
                    <a:pt x="26163" y="51977"/>
                  </a:cubicBezTo>
                  <a:cubicBezTo>
                    <a:pt x="26163" y="51977"/>
                    <a:pt x="26163" y="51977"/>
                    <a:pt x="26163" y="51977"/>
                  </a:cubicBez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1" name="Freeform: Shape 430">
              <a:extLst>
                <a:ext uri="{FF2B5EF4-FFF2-40B4-BE49-F238E27FC236}">
                  <a16:creationId xmlns:a16="http://schemas.microsoft.com/office/drawing/2014/main" id="{8C345CEA-1E1C-CBEF-FD27-1E5BDBCD8CF2}"/>
                </a:ext>
              </a:extLst>
            </p:cNvPr>
            <p:cNvSpPr/>
            <p:nvPr/>
          </p:nvSpPr>
          <p:spPr>
            <a:xfrm>
              <a:off x="460470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2" name="Freeform: Shape 431">
              <a:extLst>
                <a:ext uri="{FF2B5EF4-FFF2-40B4-BE49-F238E27FC236}">
                  <a16:creationId xmlns:a16="http://schemas.microsoft.com/office/drawing/2014/main" id="{9F3FFA53-C816-12E2-21CC-6C07EE2AEB80}"/>
                </a:ext>
              </a:extLst>
            </p:cNvPr>
            <p:cNvSpPr/>
            <p:nvPr/>
          </p:nvSpPr>
          <p:spPr>
            <a:xfrm>
              <a:off x="46047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3" name="Freeform: Shape 432">
              <a:extLst>
                <a:ext uri="{FF2B5EF4-FFF2-40B4-BE49-F238E27FC236}">
                  <a16:creationId xmlns:a16="http://schemas.microsoft.com/office/drawing/2014/main" id="{79A23D0E-DC49-A9CB-ED3E-F64173739988}"/>
                </a:ext>
              </a:extLst>
            </p:cNvPr>
            <p:cNvSpPr/>
            <p:nvPr/>
          </p:nvSpPr>
          <p:spPr>
            <a:xfrm>
              <a:off x="4395399"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4" name="Freeform: Shape 433">
              <a:extLst>
                <a:ext uri="{FF2B5EF4-FFF2-40B4-BE49-F238E27FC236}">
                  <a16:creationId xmlns:a16="http://schemas.microsoft.com/office/drawing/2014/main" id="{5D497BD5-FBAA-9DD6-3598-AAB13E69FA82}"/>
                </a:ext>
              </a:extLst>
            </p:cNvPr>
            <p:cNvSpPr/>
            <p:nvPr/>
          </p:nvSpPr>
          <p:spPr>
            <a:xfrm>
              <a:off x="397678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5" name="Freeform: Shape 434">
              <a:extLst>
                <a:ext uri="{FF2B5EF4-FFF2-40B4-BE49-F238E27FC236}">
                  <a16:creationId xmlns:a16="http://schemas.microsoft.com/office/drawing/2014/main" id="{A6471476-3A01-E3F2-E2F0-6303121303B2}"/>
                </a:ext>
              </a:extLst>
            </p:cNvPr>
            <p:cNvSpPr/>
            <p:nvPr/>
          </p:nvSpPr>
          <p:spPr>
            <a:xfrm>
              <a:off x="544192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6" name="Freeform: Shape 435">
              <a:extLst>
                <a:ext uri="{FF2B5EF4-FFF2-40B4-BE49-F238E27FC236}">
                  <a16:creationId xmlns:a16="http://schemas.microsoft.com/office/drawing/2014/main" id="{117E3F2D-088A-2FC4-48EA-77384131DB7B}"/>
                </a:ext>
              </a:extLst>
            </p:cNvPr>
            <p:cNvSpPr/>
            <p:nvPr/>
          </p:nvSpPr>
          <p:spPr>
            <a:xfrm>
              <a:off x="512796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7" name="Freeform: Shape 436">
              <a:extLst>
                <a:ext uri="{FF2B5EF4-FFF2-40B4-BE49-F238E27FC236}">
                  <a16:creationId xmlns:a16="http://schemas.microsoft.com/office/drawing/2014/main" id="{190D1146-E383-905C-09FA-90C895090B39}"/>
                </a:ext>
              </a:extLst>
            </p:cNvPr>
            <p:cNvSpPr/>
            <p:nvPr/>
          </p:nvSpPr>
          <p:spPr>
            <a:xfrm>
              <a:off x="512796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8" name="Freeform: Shape 437">
              <a:extLst>
                <a:ext uri="{FF2B5EF4-FFF2-40B4-BE49-F238E27FC236}">
                  <a16:creationId xmlns:a16="http://schemas.microsoft.com/office/drawing/2014/main" id="{9A48377B-4DB7-67A3-C916-155EEFDE01ED}"/>
                </a:ext>
              </a:extLst>
            </p:cNvPr>
            <p:cNvSpPr/>
            <p:nvPr/>
          </p:nvSpPr>
          <p:spPr>
            <a:xfrm>
              <a:off x="49186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9" name="Freeform: Shape 438">
              <a:extLst>
                <a:ext uri="{FF2B5EF4-FFF2-40B4-BE49-F238E27FC236}">
                  <a16:creationId xmlns:a16="http://schemas.microsoft.com/office/drawing/2014/main" id="{49770B94-B702-1797-83D9-DDFB2E466F50}"/>
                </a:ext>
              </a:extLst>
            </p:cNvPr>
            <p:cNvSpPr/>
            <p:nvPr/>
          </p:nvSpPr>
          <p:spPr>
            <a:xfrm>
              <a:off x="3872137"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40" name="Freeform: Shape 439">
              <a:extLst>
                <a:ext uri="{FF2B5EF4-FFF2-40B4-BE49-F238E27FC236}">
                  <a16:creationId xmlns:a16="http://schemas.microsoft.com/office/drawing/2014/main" id="{8871A566-2A86-840D-73E5-0A1130B59EF5}"/>
                </a:ext>
              </a:extLst>
            </p:cNvPr>
            <p:cNvSpPr/>
            <p:nvPr/>
          </p:nvSpPr>
          <p:spPr>
            <a:xfrm>
              <a:off x="30349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1" name="Freeform: Shape 440">
              <a:extLst>
                <a:ext uri="{FF2B5EF4-FFF2-40B4-BE49-F238E27FC236}">
                  <a16:creationId xmlns:a16="http://schemas.microsoft.com/office/drawing/2014/main" id="{5C54C396-ED85-D8D1-564E-52B165601E41}"/>
                </a:ext>
              </a:extLst>
            </p:cNvPr>
            <p:cNvSpPr/>
            <p:nvPr/>
          </p:nvSpPr>
          <p:spPr>
            <a:xfrm>
              <a:off x="2930266"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2" name="Freeform: Shape 441">
              <a:extLst>
                <a:ext uri="{FF2B5EF4-FFF2-40B4-BE49-F238E27FC236}">
                  <a16:creationId xmlns:a16="http://schemas.microsoft.com/office/drawing/2014/main" id="{14DF1183-DCA9-2A7E-F9B3-9F8BF44C55E2}"/>
                </a:ext>
              </a:extLst>
            </p:cNvPr>
            <p:cNvSpPr/>
            <p:nvPr/>
          </p:nvSpPr>
          <p:spPr>
            <a:xfrm>
              <a:off x="293026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3" name="Freeform: Shape 442">
              <a:extLst>
                <a:ext uri="{FF2B5EF4-FFF2-40B4-BE49-F238E27FC236}">
                  <a16:creationId xmlns:a16="http://schemas.microsoft.com/office/drawing/2014/main" id="{8739235A-1103-1734-AE22-E60DC568654E}"/>
                </a:ext>
              </a:extLst>
            </p:cNvPr>
            <p:cNvSpPr/>
            <p:nvPr/>
          </p:nvSpPr>
          <p:spPr>
            <a:xfrm>
              <a:off x="272096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4" name="Freeform: Shape 443">
              <a:extLst>
                <a:ext uri="{FF2B5EF4-FFF2-40B4-BE49-F238E27FC236}">
                  <a16:creationId xmlns:a16="http://schemas.microsoft.com/office/drawing/2014/main" id="{11925F81-D05A-9F18-0979-C72540D29BA3}"/>
                </a:ext>
              </a:extLst>
            </p:cNvPr>
            <p:cNvSpPr/>
            <p:nvPr/>
          </p:nvSpPr>
          <p:spPr>
            <a:xfrm>
              <a:off x="2511656"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5" name="Freeform: Shape 444">
              <a:extLst>
                <a:ext uri="{FF2B5EF4-FFF2-40B4-BE49-F238E27FC236}">
                  <a16:creationId xmlns:a16="http://schemas.microsoft.com/office/drawing/2014/main" id="{36161C1E-2EB9-CEDB-EB53-35388F33510B}"/>
                </a:ext>
              </a:extLst>
            </p:cNvPr>
            <p:cNvSpPr/>
            <p:nvPr/>
          </p:nvSpPr>
          <p:spPr>
            <a:xfrm>
              <a:off x="209304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6" name="Freeform: Shape 445">
              <a:extLst>
                <a:ext uri="{FF2B5EF4-FFF2-40B4-BE49-F238E27FC236}">
                  <a16:creationId xmlns:a16="http://schemas.microsoft.com/office/drawing/2014/main" id="{DC375750-EA81-CB9C-F64A-6FB271004C09}"/>
                </a:ext>
              </a:extLst>
            </p:cNvPr>
            <p:cNvSpPr/>
            <p:nvPr/>
          </p:nvSpPr>
          <p:spPr>
            <a:xfrm>
              <a:off x="188374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7" name="Freeform: Shape 446">
              <a:extLst>
                <a:ext uri="{FF2B5EF4-FFF2-40B4-BE49-F238E27FC236}">
                  <a16:creationId xmlns:a16="http://schemas.microsoft.com/office/drawing/2014/main" id="{DF4E1C04-B767-FB47-D0DE-2749329F141F}"/>
                </a:ext>
              </a:extLst>
            </p:cNvPr>
            <p:cNvSpPr/>
            <p:nvPr/>
          </p:nvSpPr>
          <p:spPr>
            <a:xfrm>
              <a:off x="16744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8" name="Freeform: Shape 447">
              <a:extLst>
                <a:ext uri="{FF2B5EF4-FFF2-40B4-BE49-F238E27FC236}">
                  <a16:creationId xmlns:a16="http://schemas.microsoft.com/office/drawing/2014/main" id="{82581929-E099-CB5F-CE0D-0CCD67870408}"/>
                </a:ext>
              </a:extLst>
            </p:cNvPr>
            <p:cNvSpPr/>
            <p:nvPr/>
          </p:nvSpPr>
          <p:spPr>
            <a:xfrm>
              <a:off x="13604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9" name="Freeform: Shape 448">
              <a:extLst>
                <a:ext uri="{FF2B5EF4-FFF2-40B4-BE49-F238E27FC236}">
                  <a16:creationId xmlns:a16="http://schemas.microsoft.com/office/drawing/2014/main" id="{D1232FE9-84F5-A16E-8A16-634AE27DBE48}"/>
                </a:ext>
              </a:extLst>
            </p:cNvPr>
            <p:cNvSpPr/>
            <p:nvPr/>
          </p:nvSpPr>
          <p:spPr>
            <a:xfrm>
              <a:off x="136048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0" name="Freeform: Shape 449">
              <a:extLst>
                <a:ext uri="{FF2B5EF4-FFF2-40B4-BE49-F238E27FC236}">
                  <a16:creationId xmlns:a16="http://schemas.microsoft.com/office/drawing/2014/main" id="{EDED183C-59BB-1F9F-94B9-5CD161CCEED7}"/>
                </a:ext>
              </a:extLst>
            </p:cNvPr>
            <p:cNvSpPr/>
            <p:nvPr/>
          </p:nvSpPr>
          <p:spPr>
            <a:xfrm>
              <a:off x="4081442"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4" y="52326"/>
                    <a:pt x="47791" y="44652"/>
                    <a:pt x="51279" y="33838"/>
                  </a:cubicBezTo>
                  <a:cubicBezTo>
                    <a:pt x="51977" y="31396"/>
                    <a:pt x="52326" y="28605"/>
                    <a:pt x="52326" y="26163"/>
                  </a:cubicBezTo>
                  <a:cubicBezTo>
                    <a:pt x="52326" y="11861"/>
                    <a:pt x="40465" y="0"/>
                    <a:pt x="26163" y="0"/>
                  </a:cubicBezTo>
                  <a:lnTo>
                    <a:pt x="26163" y="0"/>
                  </a:lnTo>
                  <a:cubicBezTo>
                    <a:pt x="15698" y="0"/>
                    <a:pt x="6977" y="5930"/>
                    <a:pt x="2791" y="14651"/>
                  </a:cubicBezTo>
                  <a:cubicBezTo>
                    <a:pt x="1047" y="18140"/>
                    <a:pt x="0" y="2197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1" name="Freeform: Shape 450">
              <a:extLst>
                <a:ext uri="{FF2B5EF4-FFF2-40B4-BE49-F238E27FC236}">
                  <a16:creationId xmlns:a16="http://schemas.microsoft.com/office/drawing/2014/main" id="{D536FC21-E9C4-8B2C-A5E3-ADB8A2E9FC6A}"/>
                </a:ext>
              </a:extLst>
            </p:cNvPr>
            <p:cNvSpPr/>
            <p:nvPr/>
          </p:nvSpPr>
          <p:spPr>
            <a:xfrm>
              <a:off x="3244560" y="3873772"/>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452" name="Freeform: Shape 451">
              <a:extLst>
                <a:ext uri="{FF2B5EF4-FFF2-40B4-BE49-F238E27FC236}">
                  <a16:creationId xmlns:a16="http://schemas.microsoft.com/office/drawing/2014/main" id="{7226C6B7-4EA0-B587-8257-8A7D12C5B886}"/>
                </a:ext>
              </a:extLst>
            </p:cNvPr>
            <p:cNvSpPr/>
            <p:nvPr/>
          </p:nvSpPr>
          <p:spPr>
            <a:xfrm>
              <a:off x="1151175"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3" name="Freeform: Shape 452">
              <a:extLst>
                <a:ext uri="{FF2B5EF4-FFF2-40B4-BE49-F238E27FC236}">
                  <a16:creationId xmlns:a16="http://schemas.microsoft.com/office/drawing/2014/main" id="{44E94F9E-6D79-44B4-ED3B-4C8484A51A10}"/>
                </a:ext>
              </a:extLst>
            </p:cNvPr>
            <p:cNvSpPr/>
            <p:nvPr/>
          </p:nvSpPr>
          <p:spPr>
            <a:xfrm>
              <a:off x="1465133" y="293190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4" name="Freeform: Shape 453">
              <a:extLst>
                <a:ext uri="{FF2B5EF4-FFF2-40B4-BE49-F238E27FC236}">
                  <a16:creationId xmlns:a16="http://schemas.microsoft.com/office/drawing/2014/main" id="{2D00C4E5-F289-D800-45EF-CFD91C6EE198}"/>
                </a:ext>
              </a:extLst>
            </p:cNvPr>
            <p:cNvSpPr/>
            <p:nvPr/>
          </p:nvSpPr>
          <p:spPr>
            <a:xfrm>
              <a:off x="5965184"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40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5"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1" y="0"/>
                    <a:pt x="0" y="11861"/>
                    <a:pt x="0" y="26163"/>
                  </a:cubicBez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455" name="Freeform: Shape 454">
              <a:extLst>
                <a:ext uri="{FF2B5EF4-FFF2-40B4-BE49-F238E27FC236}">
                  <a16:creationId xmlns:a16="http://schemas.microsoft.com/office/drawing/2014/main" id="{16A46918-34AA-772C-AEFA-758B99675CB5}"/>
                </a:ext>
              </a:extLst>
            </p:cNvPr>
            <p:cNvSpPr/>
            <p:nvPr/>
          </p:nvSpPr>
          <p:spPr>
            <a:xfrm>
              <a:off x="460470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6" name="Freeform: Shape 455">
              <a:extLst>
                <a:ext uri="{FF2B5EF4-FFF2-40B4-BE49-F238E27FC236}">
                  <a16:creationId xmlns:a16="http://schemas.microsoft.com/office/drawing/2014/main" id="{1BC002BE-643F-9547-60E0-38F9CB32F475}"/>
                </a:ext>
              </a:extLst>
            </p:cNvPr>
            <p:cNvSpPr/>
            <p:nvPr/>
          </p:nvSpPr>
          <p:spPr>
            <a:xfrm>
              <a:off x="4395399" y="439703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57" name="Freeform: Shape 456">
              <a:extLst>
                <a:ext uri="{FF2B5EF4-FFF2-40B4-BE49-F238E27FC236}">
                  <a16:creationId xmlns:a16="http://schemas.microsoft.com/office/drawing/2014/main" id="{E3312074-0C6F-C512-0165-9E443ED75680}"/>
                </a:ext>
              </a:extLst>
            </p:cNvPr>
            <p:cNvSpPr/>
            <p:nvPr/>
          </p:nvSpPr>
          <p:spPr>
            <a:xfrm>
              <a:off x="418609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8" name="Freeform: Shape 457">
              <a:extLst>
                <a:ext uri="{FF2B5EF4-FFF2-40B4-BE49-F238E27FC236}">
                  <a16:creationId xmlns:a16="http://schemas.microsoft.com/office/drawing/2014/main" id="{79AB3EEE-873F-6AB6-9EF7-53A3C2CE2405}"/>
                </a:ext>
              </a:extLst>
            </p:cNvPr>
            <p:cNvSpPr/>
            <p:nvPr/>
          </p:nvSpPr>
          <p:spPr>
            <a:xfrm>
              <a:off x="397678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9" name="Freeform: Shape 458">
              <a:extLst>
                <a:ext uri="{FF2B5EF4-FFF2-40B4-BE49-F238E27FC236}">
                  <a16:creationId xmlns:a16="http://schemas.microsoft.com/office/drawing/2014/main" id="{4A0089D6-536C-9DC7-F073-FBCD8C6043F6}"/>
                </a:ext>
              </a:extLst>
            </p:cNvPr>
            <p:cNvSpPr/>
            <p:nvPr/>
          </p:nvSpPr>
          <p:spPr>
            <a:xfrm>
              <a:off x="5441922"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0" name="Freeform: Shape 459">
              <a:extLst>
                <a:ext uri="{FF2B5EF4-FFF2-40B4-BE49-F238E27FC236}">
                  <a16:creationId xmlns:a16="http://schemas.microsoft.com/office/drawing/2014/main" id="{C51C38A9-BFB9-6226-90D3-F9137AE0E138}"/>
                </a:ext>
              </a:extLst>
            </p:cNvPr>
            <p:cNvSpPr/>
            <p:nvPr/>
          </p:nvSpPr>
          <p:spPr>
            <a:xfrm>
              <a:off x="5127965"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1" name="Freeform: Shape 460">
              <a:extLst>
                <a:ext uri="{FF2B5EF4-FFF2-40B4-BE49-F238E27FC236}">
                  <a16:creationId xmlns:a16="http://schemas.microsoft.com/office/drawing/2014/main" id="{3F6FDD72-E97B-6FD6-9137-265108AB1304}"/>
                </a:ext>
              </a:extLst>
            </p:cNvPr>
            <p:cNvSpPr/>
            <p:nvPr/>
          </p:nvSpPr>
          <p:spPr>
            <a:xfrm>
              <a:off x="40814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2" name="Freeform: Shape 461">
              <a:extLst>
                <a:ext uri="{FF2B5EF4-FFF2-40B4-BE49-F238E27FC236}">
                  <a16:creationId xmlns:a16="http://schemas.microsoft.com/office/drawing/2014/main" id="{78923867-FE5E-8BFF-264F-53F75B6CEFDD}"/>
                </a:ext>
              </a:extLst>
            </p:cNvPr>
            <p:cNvSpPr/>
            <p:nvPr/>
          </p:nvSpPr>
          <p:spPr>
            <a:xfrm>
              <a:off x="355818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3" name="Freeform: Shape 462">
              <a:extLst>
                <a:ext uri="{FF2B5EF4-FFF2-40B4-BE49-F238E27FC236}">
                  <a16:creationId xmlns:a16="http://schemas.microsoft.com/office/drawing/2014/main" id="{4A4EC55D-1CEB-5374-2A9C-41D70D8CA80A}"/>
                </a:ext>
              </a:extLst>
            </p:cNvPr>
            <p:cNvSpPr/>
            <p:nvPr/>
          </p:nvSpPr>
          <p:spPr>
            <a:xfrm>
              <a:off x="188374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4" name="Freeform: Shape 463">
              <a:extLst>
                <a:ext uri="{FF2B5EF4-FFF2-40B4-BE49-F238E27FC236}">
                  <a16:creationId xmlns:a16="http://schemas.microsoft.com/office/drawing/2014/main" id="{DA5BB2B7-4A89-64BF-B4E7-A0100C7082ED}"/>
                </a:ext>
              </a:extLst>
            </p:cNvPr>
            <p:cNvSpPr/>
            <p:nvPr/>
          </p:nvSpPr>
          <p:spPr>
            <a:xfrm>
              <a:off x="1151175"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65" name="Freeform: Shape 464">
              <a:extLst>
                <a:ext uri="{FF2B5EF4-FFF2-40B4-BE49-F238E27FC236}">
                  <a16:creationId xmlns:a16="http://schemas.microsoft.com/office/drawing/2014/main" id="{5F4D0134-E6CF-81EB-04F2-846C702D55FF}"/>
                </a:ext>
              </a:extLst>
            </p:cNvPr>
            <p:cNvSpPr/>
            <p:nvPr/>
          </p:nvSpPr>
          <p:spPr>
            <a:xfrm>
              <a:off x="11511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6" name="Freeform: Shape 465">
              <a:extLst>
                <a:ext uri="{FF2B5EF4-FFF2-40B4-BE49-F238E27FC236}">
                  <a16:creationId xmlns:a16="http://schemas.microsoft.com/office/drawing/2014/main" id="{C294E339-5F9D-5771-1251-14B63AAC041D}"/>
                </a:ext>
              </a:extLst>
            </p:cNvPr>
            <p:cNvSpPr/>
            <p:nvPr/>
          </p:nvSpPr>
          <p:spPr>
            <a:xfrm>
              <a:off x="83721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7" name="Freeform: Shape 466">
              <a:extLst>
                <a:ext uri="{FF2B5EF4-FFF2-40B4-BE49-F238E27FC236}">
                  <a16:creationId xmlns:a16="http://schemas.microsoft.com/office/drawing/2014/main" id="{DD629288-12B9-1934-C33D-0EFC5FD4C3EE}"/>
                </a:ext>
              </a:extLst>
            </p:cNvPr>
            <p:cNvSpPr/>
            <p:nvPr/>
          </p:nvSpPr>
          <p:spPr>
            <a:xfrm>
              <a:off x="62791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8" name="Freeform: Shape 467">
              <a:extLst>
                <a:ext uri="{FF2B5EF4-FFF2-40B4-BE49-F238E27FC236}">
                  <a16:creationId xmlns:a16="http://schemas.microsoft.com/office/drawing/2014/main" id="{5EC96AEC-8823-03FE-53BF-C7A7ADB3859C}"/>
                </a:ext>
              </a:extLst>
            </p:cNvPr>
            <p:cNvSpPr/>
            <p:nvPr/>
          </p:nvSpPr>
          <p:spPr>
            <a:xfrm>
              <a:off x="62791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69" name="Freeform: Shape 468">
              <a:extLst>
                <a:ext uri="{FF2B5EF4-FFF2-40B4-BE49-F238E27FC236}">
                  <a16:creationId xmlns:a16="http://schemas.microsoft.com/office/drawing/2014/main" id="{26299F8A-DD35-9C41-3DB2-E0B5B5F9D704}"/>
                </a:ext>
              </a:extLst>
            </p:cNvPr>
            <p:cNvSpPr/>
            <p:nvPr/>
          </p:nvSpPr>
          <p:spPr>
            <a:xfrm>
              <a:off x="313957"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0" name="Freeform: Shape 469">
              <a:extLst>
                <a:ext uri="{FF2B5EF4-FFF2-40B4-BE49-F238E27FC236}">
                  <a16:creationId xmlns:a16="http://schemas.microsoft.com/office/drawing/2014/main" id="{9A95A3EE-9968-8202-9DD2-90095A44EE30}"/>
                </a:ext>
              </a:extLst>
            </p:cNvPr>
            <p:cNvSpPr/>
            <p:nvPr/>
          </p:nvSpPr>
          <p:spPr>
            <a:xfrm>
              <a:off x="313957"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1" name="Freeform: Shape 470">
              <a:extLst>
                <a:ext uri="{FF2B5EF4-FFF2-40B4-BE49-F238E27FC236}">
                  <a16:creationId xmlns:a16="http://schemas.microsoft.com/office/drawing/2014/main" id="{9439F90C-03AF-690D-6232-5EBFB530DD4A}"/>
                </a:ext>
              </a:extLst>
            </p:cNvPr>
            <p:cNvSpPr/>
            <p:nvPr/>
          </p:nvSpPr>
          <p:spPr>
            <a:xfrm>
              <a:off x="104652"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2" name="Freeform: Shape 471">
              <a:extLst>
                <a:ext uri="{FF2B5EF4-FFF2-40B4-BE49-F238E27FC236}">
                  <a16:creationId xmlns:a16="http://schemas.microsoft.com/office/drawing/2014/main" id="{96ABB46B-B34A-1F71-4FF0-F26F89B8BDF2}"/>
                </a:ext>
              </a:extLst>
            </p:cNvPr>
            <p:cNvSpPr/>
            <p:nvPr/>
          </p:nvSpPr>
          <p:spPr>
            <a:xfrm>
              <a:off x="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73" name="Freeform: Shape 472">
              <a:extLst>
                <a:ext uri="{FF2B5EF4-FFF2-40B4-BE49-F238E27FC236}">
                  <a16:creationId xmlns:a16="http://schemas.microsoft.com/office/drawing/2014/main" id="{CED77EAE-AE00-FD38-0B42-AA5FB72EF720}"/>
                </a:ext>
              </a:extLst>
            </p:cNvPr>
            <p:cNvSpPr/>
            <p:nvPr/>
          </p:nvSpPr>
          <p:spPr>
            <a:xfrm>
              <a:off x="3767484" y="4292381"/>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5" y="3140"/>
                  </a:cubicBezTo>
                  <a:cubicBezTo>
                    <a:pt x="12907" y="3488"/>
                    <a:pt x="12209" y="3837"/>
                    <a:pt x="11512" y="4535"/>
                  </a:cubicBezTo>
                  <a:cubicBezTo>
                    <a:pt x="4535" y="9070"/>
                    <a:pt x="0" y="17093"/>
                    <a:pt x="0" y="26163"/>
                  </a:cubicBezTo>
                  <a:cubicBezTo>
                    <a:pt x="0" y="40465"/>
                    <a:pt x="11861" y="52326"/>
                    <a:pt x="26163" y="52326"/>
                  </a:cubicBezTo>
                  <a:lnTo>
                    <a:pt x="26163" y="52326"/>
                  </a:ln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4" name="Freeform: Shape 473">
              <a:extLst>
                <a:ext uri="{FF2B5EF4-FFF2-40B4-BE49-F238E27FC236}">
                  <a16:creationId xmlns:a16="http://schemas.microsoft.com/office/drawing/2014/main" id="{54F08001-B9A7-06D8-2B9B-87F069D66393}"/>
                </a:ext>
              </a:extLst>
            </p:cNvPr>
            <p:cNvSpPr/>
            <p:nvPr/>
          </p:nvSpPr>
          <p:spPr>
            <a:xfrm>
              <a:off x="3558180" y="408307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26163" y="0"/>
                    <a:pt x="26163" y="0"/>
                    <a:pt x="26163" y="0"/>
                  </a:cubicBezTo>
                  <a:cubicBezTo>
                    <a:pt x="11861" y="0"/>
                    <a:pt x="0" y="11861"/>
                    <a:pt x="0" y="26163"/>
                  </a:cubicBezTo>
                  <a:cubicBezTo>
                    <a:pt x="0" y="40465"/>
                    <a:pt x="11861" y="52326"/>
                    <a:pt x="26163" y="52326"/>
                  </a:cubicBezTo>
                  <a:cubicBezTo>
                    <a:pt x="26163" y="52326"/>
                    <a:pt x="26163"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5" name="Freeform: Shape 474">
              <a:extLst>
                <a:ext uri="{FF2B5EF4-FFF2-40B4-BE49-F238E27FC236}">
                  <a16:creationId xmlns:a16="http://schemas.microsoft.com/office/drawing/2014/main" id="{EAFAF44B-A283-4FC8-A584-43DAEC32847F}"/>
                </a:ext>
              </a:extLst>
            </p:cNvPr>
            <p:cNvSpPr/>
            <p:nvPr/>
          </p:nvSpPr>
          <p:spPr>
            <a:xfrm>
              <a:off x="313957" y="3350510"/>
              <a:ext cx="52326" cy="52326"/>
            </a:xfrm>
            <a:custGeom>
              <a:avLst/>
              <a:gdLst>
                <a:gd name="connsiteX0" fmla="*/ 26163 w 52326"/>
                <a:gd name="connsiteY0" fmla="*/ 52326 h 52326"/>
                <a:gd name="connsiteX1" fmla="*/ 26163 w 52326"/>
                <a:gd name="connsiteY1" fmla="*/ 52326 h 52326"/>
                <a:gd name="connsiteX2" fmla="*/ 33838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8" y="51280"/>
                  </a:cubicBezTo>
                  <a:cubicBezTo>
                    <a:pt x="44652" y="48140"/>
                    <a:pt x="52326" y="38024"/>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6" name="Freeform: Shape 475">
              <a:extLst>
                <a:ext uri="{FF2B5EF4-FFF2-40B4-BE49-F238E27FC236}">
                  <a16:creationId xmlns:a16="http://schemas.microsoft.com/office/drawing/2014/main" id="{54FF106D-2AB6-440E-78DC-0985E31FCBBA}"/>
                </a:ext>
              </a:extLst>
            </p:cNvPr>
            <p:cNvSpPr/>
            <p:nvPr/>
          </p:nvSpPr>
          <p:spPr>
            <a:xfrm>
              <a:off x="1255828"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7" name="Freeform: Shape 476">
              <a:extLst>
                <a:ext uri="{FF2B5EF4-FFF2-40B4-BE49-F238E27FC236}">
                  <a16:creationId xmlns:a16="http://schemas.microsoft.com/office/drawing/2014/main" id="{7A105796-CB1F-CDAC-52F8-1527272A3F31}"/>
                </a:ext>
              </a:extLst>
            </p:cNvPr>
            <p:cNvSpPr/>
            <p:nvPr/>
          </p:nvSpPr>
          <p:spPr>
            <a:xfrm>
              <a:off x="52326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78" name="Freeform: Shape 477">
              <a:extLst>
                <a:ext uri="{FF2B5EF4-FFF2-40B4-BE49-F238E27FC236}">
                  <a16:creationId xmlns:a16="http://schemas.microsoft.com/office/drawing/2014/main" id="{D605E442-1830-6D27-657F-5FBE1744492C}"/>
                </a:ext>
              </a:extLst>
            </p:cNvPr>
            <p:cNvSpPr/>
            <p:nvPr/>
          </p:nvSpPr>
          <p:spPr>
            <a:xfrm>
              <a:off x="4604703"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9" name="Freeform: Shape 478">
              <a:extLst>
                <a:ext uri="{FF2B5EF4-FFF2-40B4-BE49-F238E27FC236}">
                  <a16:creationId xmlns:a16="http://schemas.microsoft.com/office/drawing/2014/main" id="{9BAE4949-E106-7671-7EF4-3FBC05806EDB}"/>
                </a:ext>
              </a:extLst>
            </p:cNvPr>
            <p:cNvSpPr/>
            <p:nvPr/>
          </p:nvSpPr>
          <p:spPr>
            <a:xfrm>
              <a:off x="41860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0" name="Freeform: Shape 479">
              <a:extLst>
                <a:ext uri="{FF2B5EF4-FFF2-40B4-BE49-F238E27FC236}">
                  <a16:creationId xmlns:a16="http://schemas.microsoft.com/office/drawing/2014/main" id="{23A18E8C-DB80-0E00-5C85-9EA1CEB48072}"/>
                </a:ext>
              </a:extLst>
            </p:cNvPr>
            <p:cNvSpPr/>
            <p:nvPr/>
          </p:nvSpPr>
          <p:spPr>
            <a:xfrm>
              <a:off x="418609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1" name="Freeform: Shape 480">
              <a:extLst>
                <a:ext uri="{FF2B5EF4-FFF2-40B4-BE49-F238E27FC236}">
                  <a16:creationId xmlns:a16="http://schemas.microsoft.com/office/drawing/2014/main" id="{892833C1-5743-639C-6D4C-0A8AE5D3CC3D}"/>
                </a:ext>
              </a:extLst>
            </p:cNvPr>
            <p:cNvSpPr/>
            <p:nvPr/>
          </p:nvSpPr>
          <p:spPr>
            <a:xfrm>
              <a:off x="376748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2" name="Freeform: Shape 481">
              <a:extLst>
                <a:ext uri="{FF2B5EF4-FFF2-40B4-BE49-F238E27FC236}">
                  <a16:creationId xmlns:a16="http://schemas.microsoft.com/office/drawing/2014/main" id="{C01E699C-0526-F63D-B2AF-A428AFD8ED5A}"/>
                </a:ext>
              </a:extLst>
            </p:cNvPr>
            <p:cNvSpPr/>
            <p:nvPr/>
          </p:nvSpPr>
          <p:spPr>
            <a:xfrm>
              <a:off x="345352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3" name="Freeform: Shape 482">
              <a:extLst>
                <a:ext uri="{FF2B5EF4-FFF2-40B4-BE49-F238E27FC236}">
                  <a16:creationId xmlns:a16="http://schemas.microsoft.com/office/drawing/2014/main" id="{D413136D-945F-128D-9AF8-FD77194C99B8}"/>
                </a:ext>
              </a:extLst>
            </p:cNvPr>
            <p:cNvSpPr/>
            <p:nvPr/>
          </p:nvSpPr>
          <p:spPr>
            <a:xfrm>
              <a:off x="3348875"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4" name="Freeform: Shape 483">
              <a:extLst>
                <a:ext uri="{FF2B5EF4-FFF2-40B4-BE49-F238E27FC236}">
                  <a16:creationId xmlns:a16="http://schemas.microsoft.com/office/drawing/2014/main" id="{7530791B-AE12-3A8F-5F09-CACDF202541C}"/>
                </a:ext>
              </a:extLst>
            </p:cNvPr>
            <p:cNvSpPr/>
            <p:nvPr/>
          </p:nvSpPr>
          <p:spPr>
            <a:xfrm>
              <a:off x="324422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5" name="Freeform: Shape 484">
              <a:extLst>
                <a:ext uri="{FF2B5EF4-FFF2-40B4-BE49-F238E27FC236}">
                  <a16:creationId xmlns:a16="http://schemas.microsoft.com/office/drawing/2014/main" id="{464CA36F-7CE5-92EF-C23E-F9558EB8C9E2}"/>
                </a:ext>
              </a:extLst>
            </p:cNvPr>
            <p:cNvSpPr/>
            <p:nvPr/>
          </p:nvSpPr>
          <p:spPr>
            <a:xfrm>
              <a:off x="30349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6" name="Freeform: Shape 485">
              <a:extLst>
                <a:ext uri="{FF2B5EF4-FFF2-40B4-BE49-F238E27FC236}">
                  <a16:creationId xmlns:a16="http://schemas.microsoft.com/office/drawing/2014/main" id="{9ED20129-000A-4139-3F59-5145BCCC0DE9}"/>
                </a:ext>
              </a:extLst>
            </p:cNvPr>
            <p:cNvSpPr/>
            <p:nvPr/>
          </p:nvSpPr>
          <p:spPr>
            <a:xfrm>
              <a:off x="30349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7" name="Freeform: Shape 486">
              <a:extLst>
                <a:ext uri="{FF2B5EF4-FFF2-40B4-BE49-F238E27FC236}">
                  <a16:creationId xmlns:a16="http://schemas.microsoft.com/office/drawing/2014/main" id="{8C4C6C0D-F147-DDA4-AE37-5BC0DBBCCF3A}"/>
                </a:ext>
              </a:extLst>
            </p:cNvPr>
            <p:cNvSpPr/>
            <p:nvPr/>
          </p:nvSpPr>
          <p:spPr>
            <a:xfrm>
              <a:off x="16744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8" name="Freeform: Shape 487">
              <a:extLst>
                <a:ext uri="{FF2B5EF4-FFF2-40B4-BE49-F238E27FC236}">
                  <a16:creationId xmlns:a16="http://schemas.microsoft.com/office/drawing/2014/main" id="{4149E090-9077-6BF2-7A56-211D507FD58F}"/>
                </a:ext>
              </a:extLst>
            </p:cNvPr>
            <p:cNvSpPr/>
            <p:nvPr/>
          </p:nvSpPr>
          <p:spPr>
            <a:xfrm>
              <a:off x="941871"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9" name="Freeform: Shape 488">
              <a:extLst>
                <a:ext uri="{FF2B5EF4-FFF2-40B4-BE49-F238E27FC236}">
                  <a16:creationId xmlns:a16="http://schemas.microsoft.com/office/drawing/2014/main" id="{41363D5F-3841-87D7-B301-56F08CB147E8}"/>
                </a:ext>
              </a:extLst>
            </p:cNvPr>
            <p:cNvSpPr/>
            <p:nvPr/>
          </p:nvSpPr>
          <p:spPr>
            <a:xfrm>
              <a:off x="94187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0" name="Freeform: Shape 489">
              <a:extLst>
                <a:ext uri="{FF2B5EF4-FFF2-40B4-BE49-F238E27FC236}">
                  <a16:creationId xmlns:a16="http://schemas.microsoft.com/office/drawing/2014/main" id="{DBB3CC84-1B3F-D3B5-3826-BE89203DF820}"/>
                </a:ext>
              </a:extLst>
            </p:cNvPr>
            <p:cNvSpPr/>
            <p:nvPr/>
          </p:nvSpPr>
          <p:spPr>
            <a:xfrm>
              <a:off x="627914"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1" name="Freeform: Shape 490">
              <a:extLst>
                <a:ext uri="{FF2B5EF4-FFF2-40B4-BE49-F238E27FC236}">
                  <a16:creationId xmlns:a16="http://schemas.microsoft.com/office/drawing/2014/main" id="{BA1C7DA7-975A-0244-50F9-079513FC1FFB}"/>
                </a:ext>
              </a:extLst>
            </p:cNvPr>
            <p:cNvSpPr/>
            <p:nvPr/>
          </p:nvSpPr>
          <p:spPr>
            <a:xfrm>
              <a:off x="104652"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2" name="Freeform: Shape 491">
              <a:extLst>
                <a:ext uri="{FF2B5EF4-FFF2-40B4-BE49-F238E27FC236}">
                  <a16:creationId xmlns:a16="http://schemas.microsoft.com/office/drawing/2014/main" id="{FC147506-5FFE-EAAF-EFA1-4FDD0571FDB0}"/>
                </a:ext>
              </a:extLst>
            </p:cNvPr>
            <p:cNvSpPr/>
            <p:nvPr/>
          </p:nvSpPr>
          <p:spPr>
            <a:xfrm>
              <a:off x="2615960" y="4606338"/>
              <a:ext cx="52370" cy="52326"/>
            </a:xfrm>
            <a:custGeom>
              <a:avLst/>
              <a:gdLst>
                <a:gd name="connsiteX0" fmla="*/ 48140 w 52370"/>
                <a:gd name="connsiteY0" fmla="*/ 11512 h 52326"/>
                <a:gd name="connsiteX1" fmla="*/ 41163 w 52370"/>
                <a:gd name="connsiteY1" fmla="*/ 4535 h 52326"/>
                <a:gd name="connsiteX2" fmla="*/ 39070 w 52370"/>
                <a:gd name="connsiteY2" fmla="*/ 3140 h 52326"/>
                <a:gd name="connsiteX3" fmla="*/ 29303 w 52370"/>
                <a:gd name="connsiteY3" fmla="*/ 0 h 52326"/>
                <a:gd name="connsiteX4" fmla="*/ 26512 w 52370"/>
                <a:gd name="connsiteY4" fmla="*/ 0 h 52326"/>
                <a:gd name="connsiteX5" fmla="*/ 23372 w 52370"/>
                <a:gd name="connsiteY5" fmla="*/ 349 h 52326"/>
                <a:gd name="connsiteX6" fmla="*/ 14651 w 52370"/>
                <a:gd name="connsiteY6" fmla="*/ 2791 h 52326"/>
                <a:gd name="connsiteX7" fmla="*/ 10116 w 52370"/>
                <a:gd name="connsiteY7" fmla="*/ 5581 h 52326"/>
                <a:gd name="connsiteX8" fmla="*/ 7674 w 52370"/>
                <a:gd name="connsiteY8" fmla="*/ 7675 h 52326"/>
                <a:gd name="connsiteX9" fmla="*/ 2442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1 w 52370"/>
                <a:gd name="connsiteY15" fmla="*/ 49187 h 52326"/>
                <a:gd name="connsiteX16" fmla="*/ 42210 w 52370"/>
                <a:gd name="connsiteY16" fmla="*/ 46745 h 52326"/>
                <a:gd name="connsiteX17" fmla="*/ 44652 w 52370"/>
                <a:gd name="connsiteY17" fmla="*/ 44652 h 52326"/>
                <a:gd name="connsiteX18" fmla="*/ 47791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5" y="4186"/>
                    <a:pt x="39768" y="3488"/>
                    <a:pt x="39070" y="3140"/>
                  </a:cubicBezTo>
                  <a:cubicBezTo>
                    <a:pt x="35931" y="1395"/>
                    <a:pt x="32791" y="349"/>
                    <a:pt x="29303" y="0"/>
                  </a:cubicBezTo>
                  <a:cubicBezTo>
                    <a:pt x="28256" y="0"/>
                    <a:pt x="27558" y="0"/>
                    <a:pt x="26512" y="0"/>
                  </a:cubicBezTo>
                  <a:cubicBezTo>
                    <a:pt x="25465" y="0"/>
                    <a:pt x="24419" y="0"/>
                    <a:pt x="23372" y="349"/>
                  </a:cubicBezTo>
                  <a:cubicBezTo>
                    <a:pt x="20233" y="698"/>
                    <a:pt x="17442" y="1744"/>
                    <a:pt x="14651" y="2791"/>
                  </a:cubicBezTo>
                  <a:cubicBezTo>
                    <a:pt x="13256" y="3488"/>
                    <a:pt x="11512" y="4535"/>
                    <a:pt x="10116" y="5581"/>
                  </a:cubicBezTo>
                  <a:cubicBezTo>
                    <a:pt x="9419" y="6279"/>
                    <a:pt x="8372" y="6977"/>
                    <a:pt x="7674" y="7675"/>
                  </a:cubicBezTo>
                  <a:cubicBezTo>
                    <a:pt x="5581" y="9768"/>
                    <a:pt x="3837" y="12558"/>
                    <a:pt x="2442" y="15349"/>
                  </a:cubicBezTo>
                  <a:cubicBezTo>
                    <a:pt x="1744" y="17093"/>
                    <a:pt x="1046" y="19186"/>
                    <a:pt x="349" y="21279"/>
                  </a:cubicBezTo>
                  <a:cubicBezTo>
                    <a:pt x="0" y="23023"/>
                    <a:pt x="0" y="24419"/>
                    <a:pt x="0" y="26163"/>
                  </a:cubicBezTo>
                  <a:lnTo>
                    <a:pt x="0" y="26163"/>
                  </a:lnTo>
                  <a:cubicBezTo>
                    <a:pt x="0" y="40465"/>
                    <a:pt x="11860" y="52326"/>
                    <a:pt x="26163" y="52326"/>
                  </a:cubicBezTo>
                  <a:cubicBezTo>
                    <a:pt x="27210" y="52326"/>
                    <a:pt x="27907" y="52326"/>
                    <a:pt x="28954" y="52326"/>
                  </a:cubicBezTo>
                  <a:cubicBezTo>
                    <a:pt x="32442" y="51977"/>
                    <a:pt x="35931" y="50931"/>
                    <a:pt x="38721" y="49187"/>
                  </a:cubicBezTo>
                  <a:cubicBezTo>
                    <a:pt x="40117" y="48489"/>
                    <a:pt x="41163" y="47791"/>
                    <a:pt x="42210" y="46745"/>
                  </a:cubicBezTo>
                  <a:cubicBezTo>
                    <a:pt x="42907" y="46047"/>
                    <a:pt x="43954" y="45349"/>
                    <a:pt x="44652" y="44652"/>
                  </a:cubicBezTo>
                  <a:cubicBezTo>
                    <a:pt x="45698" y="43605"/>
                    <a:pt x="46745" y="42210"/>
                    <a:pt x="47791"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493" name="Freeform: Shape 492">
              <a:extLst>
                <a:ext uri="{FF2B5EF4-FFF2-40B4-BE49-F238E27FC236}">
                  <a16:creationId xmlns:a16="http://schemas.microsoft.com/office/drawing/2014/main" id="{20AE7F82-9CE5-DD36-C552-56C8265829B8}"/>
                </a:ext>
              </a:extLst>
            </p:cNvPr>
            <p:cNvSpPr/>
            <p:nvPr/>
          </p:nvSpPr>
          <p:spPr>
            <a:xfrm>
              <a:off x="4709356" y="4397034"/>
              <a:ext cx="52326" cy="52326"/>
            </a:xfrm>
            <a:custGeom>
              <a:avLst/>
              <a:gdLst>
                <a:gd name="connsiteX0" fmla="*/ 26163 w 52326"/>
                <a:gd name="connsiteY0" fmla="*/ 0 h 52326"/>
                <a:gd name="connsiteX1" fmla="*/ 3140 w 52326"/>
                <a:gd name="connsiteY1" fmla="*/ 13605 h 52326"/>
                <a:gd name="connsiteX2" fmla="*/ 3140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40" y="13605"/>
                  </a:cubicBezTo>
                  <a:cubicBezTo>
                    <a:pt x="3140" y="13605"/>
                    <a:pt x="3140" y="13605"/>
                    <a:pt x="3140" y="13605"/>
                  </a:cubicBezTo>
                  <a:cubicBezTo>
                    <a:pt x="1744" y="16047"/>
                    <a:pt x="1047" y="18838"/>
                    <a:pt x="349" y="21628"/>
                  </a:cubicBezTo>
                  <a:cubicBezTo>
                    <a:pt x="0" y="23023"/>
                    <a:pt x="0" y="24419"/>
                    <a:pt x="0" y="26163"/>
                  </a:cubicBezTo>
                  <a:cubicBezTo>
                    <a:pt x="0" y="40465"/>
                    <a:pt x="11861" y="52326"/>
                    <a:pt x="26163" y="52326"/>
                  </a:cubicBezTo>
                  <a:cubicBezTo>
                    <a:pt x="35931" y="52326"/>
                    <a:pt x="44652" y="46745"/>
                    <a:pt x="49187" y="38721"/>
                  </a:cubicBezTo>
                  <a:cubicBezTo>
                    <a:pt x="51279"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4" name="Freeform: Shape 493">
              <a:extLst>
                <a:ext uri="{FF2B5EF4-FFF2-40B4-BE49-F238E27FC236}">
                  <a16:creationId xmlns:a16="http://schemas.microsoft.com/office/drawing/2014/main" id="{923B8FC5-F667-530A-533A-3CD736888D8F}"/>
                </a:ext>
              </a:extLst>
            </p:cNvPr>
            <p:cNvSpPr/>
            <p:nvPr/>
          </p:nvSpPr>
          <p:spPr>
            <a:xfrm>
              <a:off x="5546575"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4"/>
                  </a:cubicBezTo>
                  <a:cubicBezTo>
                    <a:pt x="2791" y="12558"/>
                    <a:pt x="0" y="18838"/>
                    <a:pt x="0" y="26163"/>
                  </a:cubicBezTo>
                  <a:cubicBezTo>
                    <a:pt x="0" y="40465"/>
                    <a:pt x="11861" y="52326"/>
                    <a:pt x="26163" y="52326"/>
                  </a:cubicBezTo>
                  <a:cubicBezTo>
                    <a:pt x="32442" y="52326"/>
                    <a:pt x="38373" y="50233"/>
                    <a:pt x="42908"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5" name="Freeform: Shape 494">
              <a:extLst>
                <a:ext uri="{FF2B5EF4-FFF2-40B4-BE49-F238E27FC236}">
                  <a16:creationId xmlns:a16="http://schemas.microsoft.com/office/drawing/2014/main" id="{0FB414EA-36FA-C162-3CBE-6A7DAA93E507}"/>
                </a:ext>
              </a:extLst>
            </p:cNvPr>
            <p:cNvSpPr/>
            <p:nvPr/>
          </p:nvSpPr>
          <p:spPr>
            <a:xfrm>
              <a:off x="59651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6" name="Freeform: Shape 495">
              <a:extLst>
                <a:ext uri="{FF2B5EF4-FFF2-40B4-BE49-F238E27FC236}">
                  <a16:creationId xmlns:a16="http://schemas.microsoft.com/office/drawing/2014/main" id="{AC70C635-491A-1103-FB99-83BD8B07B8AC}"/>
                </a:ext>
              </a:extLst>
            </p:cNvPr>
            <p:cNvSpPr/>
            <p:nvPr/>
          </p:nvSpPr>
          <p:spPr>
            <a:xfrm>
              <a:off x="55465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7" name="Freeform: Shape 496">
              <a:extLst>
                <a:ext uri="{FF2B5EF4-FFF2-40B4-BE49-F238E27FC236}">
                  <a16:creationId xmlns:a16="http://schemas.microsoft.com/office/drawing/2014/main" id="{B20B7767-E05D-E08B-0BC6-8C0B97AA34CE}"/>
                </a:ext>
              </a:extLst>
            </p:cNvPr>
            <p:cNvSpPr/>
            <p:nvPr/>
          </p:nvSpPr>
          <p:spPr>
            <a:xfrm>
              <a:off x="439539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8" name="Freeform: Shape 497">
              <a:extLst>
                <a:ext uri="{FF2B5EF4-FFF2-40B4-BE49-F238E27FC236}">
                  <a16:creationId xmlns:a16="http://schemas.microsoft.com/office/drawing/2014/main" id="{A337DF73-1259-4C9E-C554-7DE7203CFB8D}"/>
                </a:ext>
              </a:extLst>
            </p:cNvPr>
            <p:cNvSpPr/>
            <p:nvPr/>
          </p:nvSpPr>
          <p:spPr>
            <a:xfrm>
              <a:off x="544192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9" name="Freeform: Shape 498">
              <a:extLst>
                <a:ext uri="{FF2B5EF4-FFF2-40B4-BE49-F238E27FC236}">
                  <a16:creationId xmlns:a16="http://schemas.microsoft.com/office/drawing/2014/main" id="{237388E1-B798-BC4D-2EA8-8CE6ABE901E7}"/>
                </a:ext>
              </a:extLst>
            </p:cNvPr>
            <p:cNvSpPr/>
            <p:nvPr/>
          </p:nvSpPr>
          <p:spPr>
            <a:xfrm>
              <a:off x="387213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0" name="Freeform: Shape 499">
              <a:extLst>
                <a:ext uri="{FF2B5EF4-FFF2-40B4-BE49-F238E27FC236}">
                  <a16:creationId xmlns:a16="http://schemas.microsoft.com/office/drawing/2014/main" id="{26AF4679-8184-DE56-98D8-A5D187640245}"/>
                </a:ext>
              </a:extLst>
            </p:cNvPr>
            <p:cNvSpPr/>
            <p:nvPr/>
          </p:nvSpPr>
          <p:spPr>
            <a:xfrm>
              <a:off x="366283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1" name="Freeform: Shape 500">
              <a:extLst>
                <a:ext uri="{FF2B5EF4-FFF2-40B4-BE49-F238E27FC236}">
                  <a16:creationId xmlns:a16="http://schemas.microsoft.com/office/drawing/2014/main" id="{5049D83E-FB5D-DD02-3FCC-085CE4C202B6}"/>
                </a:ext>
              </a:extLst>
            </p:cNvPr>
            <p:cNvSpPr/>
            <p:nvPr/>
          </p:nvSpPr>
          <p:spPr>
            <a:xfrm>
              <a:off x="240700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2" name="Freeform: Shape 501">
              <a:extLst>
                <a:ext uri="{FF2B5EF4-FFF2-40B4-BE49-F238E27FC236}">
                  <a16:creationId xmlns:a16="http://schemas.microsoft.com/office/drawing/2014/main" id="{D682B333-8FBF-2912-6214-4303360553F3}"/>
                </a:ext>
              </a:extLst>
            </p:cNvPr>
            <p:cNvSpPr/>
            <p:nvPr/>
          </p:nvSpPr>
          <p:spPr>
            <a:xfrm>
              <a:off x="240700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3" name="Freeform: Shape 502">
              <a:extLst>
                <a:ext uri="{FF2B5EF4-FFF2-40B4-BE49-F238E27FC236}">
                  <a16:creationId xmlns:a16="http://schemas.microsoft.com/office/drawing/2014/main" id="{72E3398B-28E5-85F3-0E1F-0B670016CDD8}"/>
                </a:ext>
              </a:extLst>
            </p:cNvPr>
            <p:cNvSpPr/>
            <p:nvPr/>
          </p:nvSpPr>
          <p:spPr>
            <a:xfrm>
              <a:off x="18837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4" name="Freeform: Shape 503">
              <a:extLst>
                <a:ext uri="{FF2B5EF4-FFF2-40B4-BE49-F238E27FC236}">
                  <a16:creationId xmlns:a16="http://schemas.microsoft.com/office/drawing/2014/main" id="{72134AAC-EDCB-0521-FFB6-297C3F1D5F9B}"/>
                </a:ext>
              </a:extLst>
            </p:cNvPr>
            <p:cNvSpPr/>
            <p:nvPr/>
          </p:nvSpPr>
          <p:spPr>
            <a:xfrm>
              <a:off x="188374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5" name="Freeform: Shape 504">
              <a:extLst>
                <a:ext uri="{FF2B5EF4-FFF2-40B4-BE49-F238E27FC236}">
                  <a16:creationId xmlns:a16="http://schemas.microsoft.com/office/drawing/2014/main" id="{7F3617BC-BB50-5241-C691-271EAE55BB8D}"/>
                </a:ext>
              </a:extLst>
            </p:cNvPr>
            <p:cNvSpPr/>
            <p:nvPr/>
          </p:nvSpPr>
          <p:spPr>
            <a:xfrm>
              <a:off x="156978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06" name="Freeform: Shape 505">
              <a:extLst>
                <a:ext uri="{FF2B5EF4-FFF2-40B4-BE49-F238E27FC236}">
                  <a16:creationId xmlns:a16="http://schemas.microsoft.com/office/drawing/2014/main" id="{4672AF95-46D4-D2F4-5CDC-21C5588829DB}"/>
                </a:ext>
              </a:extLst>
            </p:cNvPr>
            <p:cNvSpPr/>
            <p:nvPr/>
          </p:nvSpPr>
          <p:spPr>
            <a:xfrm>
              <a:off x="125582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7" name="Freeform: Shape 506">
              <a:extLst>
                <a:ext uri="{FF2B5EF4-FFF2-40B4-BE49-F238E27FC236}">
                  <a16:creationId xmlns:a16="http://schemas.microsoft.com/office/drawing/2014/main" id="{84945E9F-6C8A-C002-7239-5DD7DFC8BAB5}"/>
                </a:ext>
              </a:extLst>
            </p:cNvPr>
            <p:cNvSpPr/>
            <p:nvPr/>
          </p:nvSpPr>
          <p:spPr>
            <a:xfrm>
              <a:off x="732566"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08" name="Freeform: Shape 507">
              <a:extLst>
                <a:ext uri="{FF2B5EF4-FFF2-40B4-BE49-F238E27FC236}">
                  <a16:creationId xmlns:a16="http://schemas.microsoft.com/office/drawing/2014/main" id="{8B5F740B-E543-8B6A-47FC-7D663BCDDA84}"/>
                </a:ext>
              </a:extLst>
            </p:cNvPr>
            <p:cNvSpPr/>
            <p:nvPr/>
          </p:nvSpPr>
          <p:spPr>
            <a:xfrm>
              <a:off x="62791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9" name="Freeform: Shape 508">
              <a:extLst>
                <a:ext uri="{FF2B5EF4-FFF2-40B4-BE49-F238E27FC236}">
                  <a16:creationId xmlns:a16="http://schemas.microsoft.com/office/drawing/2014/main" id="{9400669A-0E00-3E8F-AF7D-5C7D62DDF676}"/>
                </a:ext>
              </a:extLst>
            </p:cNvPr>
            <p:cNvSpPr/>
            <p:nvPr/>
          </p:nvSpPr>
          <p:spPr>
            <a:xfrm>
              <a:off x="41860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0" name="Freeform: Shape 509">
              <a:extLst>
                <a:ext uri="{FF2B5EF4-FFF2-40B4-BE49-F238E27FC236}">
                  <a16:creationId xmlns:a16="http://schemas.microsoft.com/office/drawing/2014/main" id="{61493174-3B20-7FF4-A829-57712840CAA9}"/>
                </a:ext>
              </a:extLst>
            </p:cNvPr>
            <p:cNvSpPr/>
            <p:nvPr/>
          </p:nvSpPr>
          <p:spPr>
            <a:xfrm>
              <a:off x="5546575"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1" name="Freeform: Shape 510">
              <a:extLst>
                <a:ext uri="{FF2B5EF4-FFF2-40B4-BE49-F238E27FC236}">
                  <a16:creationId xmlns:a16="http://schemas.microsoft.com/office/drawing/2014/main" id="{452E9AF4-9022-FE67-F93B-E12B895C876A}"/>
                </a:ext>
              </a:extLst>
            </p:cNvPr>
            <p:cNvSpPr/>
            <p:nvPr/>
          </p:nvSpPr>
          <p:spPr>
            <a:xfrm>
              <a:off x="1360480" y="3559815"/>
              <a:ext cx="52326" cy="52674"/>
            </a:xfrm>
            <a:custGeom>
              <a:avLst/>
              <a:gdLst>
                <a:gd name="connsiteX0" fmla="*/ 52326 w 52326"/>
                <a:gd name="connsiteY0" fmla="*/ 26163 h 52674"/>
                <a:gd name="connsiteX1" fmla="*/ 26163 w 52326"/>
                <a:gd name="connsiteY1" fmla="*/ 0 h 52674"/>
                <a:gd name="connsiteX2" fmla="*/ 26163 w 52326"/>
                <a:gd name="connsiteY2" fmla="*/ 0 h 52674"/>
                <a:gd name="connsiteX3" fmla="*/ 7675 w 52326"/>
                <a:gd name="connsiteY3" fmla="*/ 7675 h 52674"/>
                <a:gd name="connsiteX4" fmla="*/ 5233 w 52326"/>
                <a:gd name="connsiteY4" fmla="*/ 10814 h 52674"/>
                <a:gd name="connsiteX5" fmla="*/ 4535 w 52326"/>
                <a:gd name="connsiteY5" fmla="*/ 11861 h 52674"/>
                <a:gd name="connsiteX6" fmla="*/ 0 w 52326"/>
                <a:gd name="connsiteY6" fmla="*/ 26512 h 52674"/>
                <a:gd name="connsiteX7" fmla="*/ 26163 w 52326"/>
                <a:gd name="connsiteY7" fmla="*/ 52675 h 52674"/>
                <a:gd name="connsiteX8" fmla="*/ 46396 w 52326"/>
                <a:gd name="connsiteY8" fmla="*/ 43256 h 52674"/>
                <a:gd name="connsiteX9" fmla="*/ 52326 w 52326"/>
                <a:gd name="connsiteY9" fmla="*/ 26163 h 52674"/>
                <a:gd name="connsiteX10" fmla="*/ 52326 w 52326"/>
                <a:gd name="connsiteY10"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674">
                  <a:moveTo>
                    <a:pt x="52326" y="26163"/>
                  </a:moveTo>
                  <a:cubicBezTo>
                    <a:pt x="52326" y="11861"/>
                    <a:pt x="40466" y="0"/>
                    <a:pt x="26163" y="0"/>
                  </a:cubicBezTo>
                  <a:lnTo>
                    <a:pt x="26163" y="0"/>
                  </a:lnTo>
                  <a:cubicBezTo>
                    <a:pt x="18837" y="0"/>
                    <a:pt x="12558" y="2791"/>
                    <a:pt x="7675" y="7675"/>
                  </a:cubicBezTo>
                  <a:cubicBezTo>
                    <a:pt x="6628" y="8721"/>
                    <a:pt x="5930" y="9768"/>
                    <a:pt x="5233" y="10814"/>
                  </a:cubicBezTo>
                  <a:cubicBezTo>
                    <a:pt x="4884" y="11163"/>
                    <a:pt x="4884" y="11512"/>
                    <a:pt x="4535" y="11861"/>
                  </a:cubicBezTo>
                  <a:cubicBezTo>
                    <a:pt x="1744" y="16047"/>
                    <a:pt x="0" y="20930"/>
                    <a:pt x="0" y="26512"/>
                  </a:cubicBezTo>
                  <a:cubicBezTo>
                    <a:pt x="0" y="40814"/>
                    <a:pt x="11861" y="52675"/>
                    <a:pt x="26163" y="52675"/>
                  </a:cubicBezTo>
                  <a:cubicBezTo>
                    <a:pt x="34186" y="52675"/>
                    <a:pt x="41512" y="48838"/>
                    <a:pt x="46396" y="43256"/>
                  </a:cubicBezTo>
                  <a:cubicBezTo>
                    <a:pt x="50233" y="38373"/>
                    <a:pt x="52326" y="32442"/>
                    <a:pt x="52326" y="26163"/>
                  </a:cubicBezTo>
                  <a:lnTo>
                    <a:pt x="52326" y="26163"/>
                  </a:lnTo>
                  <a:close/>
                </a:path>
              </a:pathLst>
            </a:custGeom>
            <a:grpFill/>
            <a:ln w="3488" cap="flat">
              <a:noFill/>
              <a:prstDash val="solid"/>
              <a:miter/>
            </a:ln>
          </p:spPr>
          <p:txBody>
            <a:bodyPr rtlCol="0" anchor="ctr"/>
            <a:lstStyle/>
            <a:p>
              <a:endParaRPr lang="en-ID"/>
            </a:p>
          </p:txBody>
        </p:sp>
        <p:sp>
          <p:nvSpPr>
            <p:cNvPr id="512" name="Freeform: Shape 511">
              <a:extLst>
                <a:ext uri="{FF2B5EF4-FFF2-40B4-BE49-F238E27FC236}">
                  <a16:creationId xmlns:a16="http://schemas.microsoft.com/office/drawing/2014/main" id="{9B61ECF0-7701-B91B-0B90-2981CBEE134A}"/>
                </a:ext>
              </a:extLst>
            </p:cNvPr>
            <p:cNvSpPr/>
            <p:nvPr/>
          </p:nvSpPr>
          <p:spPr>
            <a:xfrm>
              <a:off x="627914"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3" y="52326"/>
                    <a:pt x="26163" y="52326"/>
                  </a:cubicBezTo>
                  <a:lnTo>
                    <a:pt x="26163" y="52326"/>
                  </a:lnTo>
                  <a:cubicBezTo>
                    <a:pt x="40466"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513" name="Freeform: Shape 512">
              <a:extLst>
                <a:ext uri="{FF2B5EF4-FFF2-40B4-BE49-F238E27FC236}">
                  <a16:creationId xmlns:a16="http://schemas.microsoft.com/office/drawing/2014/main" id="{17DAAA1C-274A-18D5-7B2D-87DA758A5A04}"/>
                </a:ext>
              </a:extLst>
            </p:cNvPr>
            <p:cNvSpPr/>
            <p:nvPr/>
          </p:nvSpPr>
          <p:spPr>
            <a:xfrm>
              <a:off x="533727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14" name="Freeform: Shape 513">
              <a:extLst>
                <a:ext uri="{FF2B5EF4-FFF2-40B4-BE49-F238E27FC236}">
                  <a16:creationId xmlns:a16="http://schemas.microsoft.com/office/drawing/2014/main" id="{24C71E58-504D-9142-9DFA-90835BC89802}"/>
                </a:ext>
              </a:extLst>
            </p:cNvPr>
            <p:cNvSpPr/>
            <p:nvPr/>
          </p:nvSpPr>
          <p:spPr>
            <a:xfrm>
              <a:off x="596518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5" name="Freeform: Shape 514">
              <a:extLst>
                <a:ext uri="{FF2B5EF4-FFF2-40B4-BE49-F238E27FC236}">
                  <a16:creationId xmlns:a16="http://schemas.microsoft.com/office/drawing/2014/main" id="{7B340C70-B03F-6B24-2A72-DB76F240736D}"/>
                </a:ext>
              </a:extLst>
            </p:cNvPr>
            <p:cNvSpPr/>
            <p:nvPr/>
          </p:nvSpPr>
          <p:spPr>
            <a:xfrm>
              <a:off x="56512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6" name="Freeform: Shape 515">
              <a:extLst>
                <a:ext uri="{FF2B5EF4-FFF2-40B4-BE49-F238E27FC236}">
                  <a16:creationId xmlns:a16="http://schemas.microsoft.com/office/drawing/2014/main" id="{37E1CD23-2532-BDC3-CCC6-EDDB7D24423F}"/>
                </a:ext>
              </a:extLst>
            </p:cNvPr>
            <p:cNvSpPr/>
            <p:nvPr/>
          </p:nvSpPr>
          <p:spPr>
            <a:xfrm>
              <a:off x="418609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7" name="Freeform: Shape 516">
              <a:extLst>
                <a:ext uri="{FF2B5EF4-FFF2-40B4-BE49-F238E27FC236}">
                  <a16:creationId xmlns:a16="http://schemas.microsoft.com/office/drawing/2014/main" id="{D78D6C8A-8961-FF84-7058-53986A1704BB}"/>
                </a:ext>
              </a:extLst>
            </p:cNvPr>
            <p:cNvSpPr/>
            <p:nvPr/>
          </p:nvSpPr>
          <p:spPr>
            <a:xfrm>
              <a:off x="39767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8" name="Freeform: Shape 517">
              <a:extLst>
                <a:ext uri="{FF2B5EF4-FFF2-40B4-BE49-F238E27FC236}">
                  <a16:creationId xmlns:a16="http://schemas.microsoft.com/office/drawing/2014/main" id="{29476061-F185-A03A-E2EC-B6399D3B5913}"/>
                </a:ext>
              </a:extLst>
            </p:cNvPr>
            <p:cNvSpPr/>
            <p:nvPr/>
          </p:nvSpPr>
          <p:spPr>
            <a:xfrm>
              <a:off x="5441922"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5" y="0"/>
                    <a:pt x="26163" y="0"/>
                  </a:cubicBezTo>
                  <a:lnTo>
                    <a:pt x="26163" y="0"/>
                  </a:lnTo>
                  <a:cubicBezTo>
                    <a:pt x="18838" y="0"/>
                    <a:pt x="12558" y="2791"/>
                    <a:pt x="7674"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9" name="Freeform: Shape 518">
              <a:extLst>
                <a:ext uri="{FF2B5EF4-FFF2-40B4-BE49-F238E27FC236}">
                  <a16:creationId xmlns:a16="http://schemas.microsoft.com/office/drawing/2014/main" id="{AC9007A8-D175-EC37-AF1D-67CB1A6D9AFD}"/>
                </a:ext>
              </a:extLst>
            </p:cNvPr>
            <p:cNvSpPr/>
            <p:nvPr/>
          </p:nvSpPr>
          <p:spPr>
            <a:xfrm>
              <a:off x="491866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0" name="Freeform: Shape 519">
              <a:extLst>
                <a:ext uri="{FF2B5EF4-FFF2-40B4-BE49-F238E27FC236}">
                  <a16:creationId xmlns:a16="http://schemas.microsoft.com/office/drawing/2014/main" id="{CB53013D-8285-6C34-6646-6326DC79BA8D}"/>
                </a:ext>
              </a:extLst>
            </p:cNvPr>
            <p:cNvSpPr/>
            <p:nvPr/>
          </p:nvSpPr>
          <p:spPr>
            <a:xfrm>
              <a:off x="387213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1" name="Freeform: Shape 520">
              <a:extLst>
                <a:ext uri="{FF2B5EF4-FFF2-40B4-BE49-F238E27FC236}">
                  <a16:creationId xmlns:a16="http://schemas.microsoft.com/office/drawing/2014/main" id="{C4C8E4C0-0A8D-A900-4BF8-0319427A128A}"/>
                </a:ext>
              </a:extLst>
            </p:cNvPr>
            <p:cNvSpPr/>
            <p:nvPr/>
          </p:nvSpPr>
          <p:spPr>
            <a:xfrm>
              <a:off x="355818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2" name="Freeform: Shape 521">
              <a:extLst>
                <a:ext uri="{FF2B5EF4-FFF2-40B4-BE49-F238E27FC236}">
                  <a16:creationId xmlns:a16="http://schemas.microsoft.com/office/drawing/2014/main" id="{5597F6B6-3AF9-458F-9E7A-F78433A32AB1}"/>
                </a:ext>
              </a:extLst>
            </p:cNvPr>
            <p:cNvSpPr/>
            <p:nvPr/>
          </p:nvSpPr>
          <p:spPr>
            <a:xfrm>
              <a:off x="30349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3" name="Freeform: Shape 522">
              <a:extLst>
                <a:ext uri="{FF2B5EF4-FFF2-40B4-BE49-F238E27FC236}">
                  <a16:creationId xmlns:a16="http://schemas.microsoft.com/office/drawing/2014/main" id="{B0F52B92-6D8A-2B3A-2A41-38B3BD2CE818}"/>
                </a:ext>
              </a:extLst>
            </p:cNvPr>
            <p:cNvSpPr/>
            <p:nvPr/>
          </p:nvSpPr>
          <p:spPr>
            <a:xfrm>
              <a:off x="272096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4" name="Freeform: Shape 523">
              <a:extLst>
                <a:ext uri="{FF2B5EF4-FFF2-40B4-BE49-F238E27FC236}">
                  <a16:creationId xmlns:a16="http://schemas.microsoft.com/office/drawing/2014/main" id="{89CF49BC-73CD-5431-6E47-8881BA2C37DD}"/>
                </a:ext>
              </a:extLst>
            </p:cNvPr>
            <p:cNvSpPr/>
            <p:nvPr/>
          </p:nvSpPr>
          <p:spPr>
            <a:xfrm>
              <a:off x="167443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5" name="Freeform: Shape 524">
              <a:extLst>
                <a:ext uri="{FF2B5EF4-FFF2-40B4-BE49-F238E27FC236}">
                  <a16:creationId xmlns:a16="http://schemas.microsoft.com/office/drawing/2014/main" id="{34C19626-FE21-E6B5-D947-63720105FC31}"/>
                </a:ext>
              </a:extLst>
            </p:cNvPr>
            <p:cNvSpPr/>
            <p:nvPr/>
          </p:nvSpPr>
          <p:spPr>
            <a:xfrm>
              <a:off x="146513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6" name="Freeform: Shape 525">
              <a:extLst>
                <a:ext uri="{FF2B5EF4-FFF2-40B4-BE49-F238E27FC236}">
                  <a16:creationId xmlns:a16="http://schemas.microsoft.com/office/drawing/2014/main" id="{F01CE5F8-5EEB-0DF8-B559-F143232E4E14}"/>
                </a:ext>
              </a:extLst>
            </p:cNvPr>
            <p:cNvSpPr/>
            <p:nvPr/>
          </p:nvSpPr>
          <p:spPr>
            <a:xfrm>
              <a:off x="523261"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8" y="52326"/>
                    <a:pt x="28954" y="52326"/>
                    <a:pt x="30349" y="51977"/>
                  </a:cubicBezTo>
                  <a:cubicBezTo>
                    <a:pt x="42907" y="49884"/>
                    <a:pt x="52326" y="39070"/>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7" name="Freeform: Shape 526">
              <a:extLst>
                <a:ext uri="{FF2B5EF4-FFF2-40B4-BE49-F238E27FC236}">
                  <a16:creationId xmlns:a16="http://schemas.microsoft.com/office/drawing/2014/main" id="{C3D2DC5F-8B6E-DB7B-80B2-DEBE351296A1}"/>
                </a:ext>
              </a:extLst>
            </p:cNvPr>
            <p:cNvSpPr/>
            <p:nvPr/>
          </p:nvSpPr>
          <p:spPr>
            <a:xfrm>
              <a:off x="31395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28" name="Freeform: Shape 527">
              <a:extLst>
                <a:ext uri="{FF2B5EF4-FFF2-40B4-BE49-F238E27FC236}">
                  <a16:creationId xmlns:a16="http://schemas.microsoft.com/office/drawing/2014/main" id="{41872992-9624-BE10-0E91-838EF177A277}"/>
                </a:ext>
              </a:extLst>
            </p:cNvPr>
            <p:cNvSpPr/>
            <p:nvPr/>
          </p:nvSpPr>
          <p:spPr>
            <a:xfrm>
              <a:off x="47093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lnTo>
                    <a:pt x="52326" y="26163"/>
                  </a:ln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9" name="Freeform: Shape 528">
              <a:extLst>
                <a:ext uri="{FF2B5EF4-FFF2-40B4-BE49-F238E27FC236}">
                  <a16:creationId xmlns:a16="http://schemas.microsoft.com/office/drawing/2014/main" id="{D47C86AA-328B-C698-EF7C-273B09160349}"/>
                </a:ext>
              </a:extLst>
            </p:cNvPr>
            <p:cNvSpPr/>
            <p:nvPr/>
          </p:nvSpPr>
          <p:spPr>
            <a:xfrm>
              <a:off x="4081442"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8" y="52326"/>
                    <a:pt x="26163" y="52326"/>
                  </a:cubicBezTo>
                  <a:close/>
                </a:path>
              </a:pathLst>
            </a:custGeom>
            <a:grpFill/>
            <a:ln w="3488" cap="flat">
              <a:noFill/>
              <a:prstDash val="solid"/>
              <a:miter/>
            </a:ln>
          </p:spPr>
          <p:txBody>
            <a:bodyPr rtlCol="0" anchor="ctr"/>
            <a:lstStyle/>
            <a:p>
              <a:endParaRPr lang="en-ID"/>
            </a:p>
          </p:txBody>
        </p:sp>
        <p:sp>
          <p:nvSpPr>
            <p:cNvPr id="530" name="Freeform: Shape 529">
              <a:extLst>
                <a:ext uri="{FF2B5EF4-FFF2-40B4-BE49-F238E27FC236}">
                  <a16:creationId xmlns:a16="http://schemas.microsoft.com/office/drawing/2014/main" id="{8FA600C9-62F0-FDF1-03F0-3EC47DA7395D}"/>
                </a:ext>
              </a:extLst>
            </p:cNvPr>
            <p:cNvSpPr/>
            <p:nvPr/>
          </p:nvSpPr>
          <p:spPr>
            <a:xfrm>
              <a:off x="3034918" y="2722596"/>
              <a:ext cx="52326" cy="52326"/>
            </a:xfrm>
            <a:custGeom>
              <a:avLst/>
              <a:gdLst>
                <a:gd name="connsiteX0" fmla="*/ 26163 w 52326"/>
                <a:gd name="connsiteY0" fmla="*/ 52326 h 52326"/>
                <a:gd name="connsiteX1" fmla="*/ 52326 w 52326"/>
                <a:gd name="connsiteY1" fmla="*/ 26163 h 52326"/>
                <a:gd name="connsiteX2" fmla="*/ 49187 w 52326"/>
                <a:gd name="connsiteY2" fmla="*/ 13605 h 52326"/>
                <a:gd name="connsiteX3" fmla="*/ 26163 w 52326"/>
                <a:gd name="connsiteY3" fmla="*/ 0 h 52326"/>
                <a:gd name="connsiteX4" fmla="*/ 26163 w 52326"/>
                <a:gd name="connsiteY4" fmla="*/ 0 h 52326"/>
                <a:gd name="connsiteX5" fmla="*/ 0 w 52326"/>
                <a:gd name="connsiteY5" fmla="*/ 26163 h 52326"/>
                <a:gd name="connsiteX6" fmla="*/ 3140 w 52326"/>
                <a:gd name="connsiteY6" fmla="*/ 38721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6"/>
                    <a:pt x="52326" y="26163"/>
                  </a:cubicBezTo>
                  <a:cubicBezTo>
                    <a:pt x="52326" y="21628"/>
                    <a:pt x="51280" y="17442"/>
                    <a:pt x="49187" y="13605"/>
                  </a:cubicBezTo>
                  <a:cubicBezTo>
                    <a:pt x="44652" y="5581"/>
                    <a:pt x="36280" y="0"/>
                    <a:pt x="26163" y="0"/>
                  </a:cubicBezTo>
                  <a:lnTo>
                    <a:pt x="26163" y="0"/>
                  </a:lnTo>
                  <a:cubicBezTo>
                    <a:pt x="11861" y="0"/>
                    <a:pt x="0" y="11861"/>
                    <a:pt x="0" y="26163"/>
                  </a:cubicBezTo>
                  <a:cubicBezTo>
                    <a:pt x="0" y="30698"/>
                    <a:pt x="1046" y="34884"/>
                    <a:pt x="3140" y="38721"/>
                  </a:cubicBezTo>
                  <a:cubicBezTo>
                    <a:pt x="7675" y="46745"/>
                    <a:pt x="16396" y="52326"/>
                    <a:pt x="26163" y="52326"/>
                  </a:cubicBezTo>
                  <a:close/>
                </a:path>
              </a:pathLst>
            </a:custGeom>
            <a:grpFill/>
            <a:ln w="3488" cap="flat">
              <a:noFill/>
              <a:prstDash val="solid"/>
              <a:miter/>
            </a:ln>
          </p:spPr>
          <p:txBody>
            <a:bodyPr rtlCol="0" anchor="ctr"/>
            <a:lstStyle/>
            <a:p>
              <a:endParaRPr lang="en-ID"/>
            </a:p>
          </p:txBody>
        </p:sp>
        <p:sp>
          <p:nvSpPr>
            <p:cNvPr id="531" name="Freeform: Shape 530">
              <a:extLst>
                <a:ext uri="{FF2B5EF4-FFF2-40B4-BE49-F238E27FC236}">
                  <a16:creationId xmlns:a16="http://schemas.microsoft.com/office/drawing/2014/main" id="{6AAEE6D2-11A8-25C8-8B23-15490AA56566}"/>
                </a:ext>
              </a:extLst>
            </p:cNvPr>
            <p:cNvSpPr/>
            <p:nvPr/>
          </p:nvSpPr>
          <p:spPr>
            <a:xfrm>
              <a:off x="387213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0 w 52326"/>
                <a:gd name="connsiteY6" fmla="*/ 26163 h 52326"/>
                <a:gd name="connsiteX7" fmla="*/ 3140 w 52326"/>
                <a:gd name="connsiteY7" fmla="*/ 38721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532" name="Freeform: Shape 531">
              <a:extLst>
                <a:ext uri="{FF2B5EF4-FFF2-40B4-BE49-F238E27FC236}">
                  <a16:creationId xmlns:a16="http://schemas.microsoft.com/office/drawing/2014/main" id="{E46FD368-F0F0-E783-BD6B-7EF33FD12453}"/>
                </a:ext>
              </a:extLst>
            </p:cNvPr>
            <p:cNvSpPr/>
            <p:nvPr/>
          </p:nvSpPr>
          <p:spPr>
            <a:xfrm>
              <a:off x="1883742" y="5234253"/>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33" name="Freeform: Shape 532">
              <a:extLst>
                <a:ext uri="{FF2B5EF4-FFF2-40B4-BE49-F238E27FC236}">
                  <a16:creationId xmlns:a16="http://schemas.microsoft.com/office/drawing/2014/main" id="{B46B332C-C77E-FBFF-9BB0-EBCB6CB7E528}"/>
                </a:ext>
              </a:extLst>
            </p:cNvPr>
            <p:cNvSpPr/>
            <p:nvPr/>
          </p:nvSpPr>
          <p:spPr>
            <a:xfrm>
              <a:off x="5755879"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4" name="Freeform: Shape 533">
              <a:extLst>
                <a:ext uri="{FF2B5EF4-FFF2-40B4-BE49-F238E27FC236}">
                  <a16:creationId xmlns:a16="http://schemas.microsoft.com/office/drawing/2014/main" id="{461E0517-FCCF-0955-195F-6E0A72324A09}"/>
                </a:ext>
              </a:extLst>
            </p:cNvPr>
            <p:cNvSpPr/>
            <p:nvPr/>
          </p:nvSpPr>
          <p:spPr>
            <a:xfrm>
              <a:off x="59651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5" name="Freeform: Shape 534">
              <a:extLst>
                <a:ext uri="{FF2B5EF4-FFF2-40B4-BE49-F238E27FC236}">
                  <a16:creationId xmlns:a16="http://schemas.microsoft.com/office/drawing/2014/main" id="{CC4B79E7-8697-3A47-BBB4-2517D9A72B7C}"/>
                </a:ext>
              </a:extLst>
            </p:cNvPr>
            <p:cNvSpPr/>
            <p:nvPr/>
          </p:nvSpPr>
          <p:spPr>
            <a:xfrm>
              <a:off x="55465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6" name="Freeform: Shape 535">
              <a:extLst>
                <a:ext uri="{FF2B5EF4-FFF2-40B4-BE49-F238E27FC236}">
                  <a16:creationId xmlns:a16="http://schemas.microsoft.com/office/drawing/2014/main" id="{0879F670-C084-E668-019E-274AAD28B0C3}"/>
                </a:ext>
              </a:extLst>
            </p:cNvPr>
            <p:cNvSpPr/>
            <p:nvPr/>
          </p:nvSpPr>
          <p:spPr>
            <a:xfrm>
              <a:off x="46047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7" name="Freeform: Shape 536">
              <a:extLst>
                <a:ext uri="{FF2B5EF4-FFF2-40B4-BE49-F238E27FC236}">
                  <a16:creationId xmlns:a16="http://schemas.microsoft.com/office/drawing/2014/main" id="{B43EE915-8842-8805-EB30-5694109E87E5}"/>
                </a:ext>
              </a:extLst>
            </p:cNvPr>
            <p:cNvSpPr/>
            <p:nvPr/>
          </p:nvSpPr>
          <p:spPr>
            <a:xfrm>
              <a:off x="3872137"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8" name="Freeform: Shape 537">
              <a:extLst>
                <a:ext uri="{FF2B5EF4-FFF2-40B4-BE49-F238E27FC236}">
                  <a16:creationId xmlns:a16="http://schemas.microsoft.com/office/drawing/2014/main" id="{40505B04-808E-F3E9-272F-554B00913ABA}"/>
                </a:ext>
              </a:extLst>
            </p:cNvPr>
            <p:cNvSpPr/>
            <p:nvPr/>
          </p:nvSpPr>
          <p:spPr>
            <a:xfrm>
              <a:off x="366283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9" name="Freeform: Shape 538">
              <a:extLst>
                <a:ext uri="{FF2B5EF4-FFF2-40B4-BE49-F238E27FC236}">
                  <a16:creationId xmlns:a16="http://schemas.microsoft.com/office/drawing/2014/main" id="{3C5C1E33-8E07-56B8-B572-7861CEA76FB6}"/>
                </a:ext>
              </a:extLst>
            </p:cNvPr>
            <p:cNvSpPr/>
            <p:nvPr/>
          </p:nvSpPr>
          <p:spPr>
            <a:xfrm>
              <a:off x="34535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0" name="Freeform: Shape 539">
              <a:extLst>
                <a:ext uri="{FF2B5EF4-FFF2-40B4-BE49-F238E27FC236}">
                  <a16:creationId xmlns:a16="http://schemas.microsoft.com/office/drawing/2014/main" id="{726E42C2-0965-3112-7E07-20761ED2FDA4}"/>
                </a:ext>
              </a:extLst>
            </p:cNvPr>
            <p:cNvSpPr/>
            <p:nvPr/>
          </p:nvSpPr>
          <p:spPr>
            <a:xfrm>
              <a:off x="324422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22326 w 52326"/>
                <a:gd name="connsiteY5" fmla="*/ 349 h 52326"/>
                <a:gd name="connsiteX6" fmla="*/ 18489 w 52326"/>
                <a:gd name="connsiteY6" fmla="*/ 1046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24768" y="0"/>
                    <a:pt x="23721" y="0"/>
                    <a:pt x="22326" y="349"/>
                  </a:cubicBezTo>
                  <a:cubicBezTo>
                    <a:pt x="20930" y="698"/>
                    <a:pt x="19535" y="698"/>
                    <a:pt x="18489" y="1046"/>
                  </a:cubicBezTo>
                  <a:cubicBezTo>
                    <a:pt x="7675" y="4186"/>
                    <a:pt x="0" y="14302"/>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1" name="Freeform: Shape 540">
              <a:extLst>
                <a:ext uri="{FF2B5EF4-FFF2-40B4-BE49-F238E27FC236}">
                  <a16:creationId xmlns:a16="http://schemas.microsoft.com/office/drawing/2014/main" id="{CE291C31-3646-D48E-D4BC-81A506C00C13}"/>
                </a:ext>
              </a:extLst>
            </p:cNvPr>
            <p:cNvSpPr/>
            <p:nvPr/>
          </p:nvSpPr>
          <p:spPr>
            <a:xfrm>
              <a:off x="303491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2" name="Freeform: Shape 541">
              <a:extLst>
                <a:ext uri="{FF2B5EF4-FFF2-40B4-BE49-F238E27FC236}">
                  <a16:creationId xmlns:a16="http://schemas.microsoft.com/office/drawing/2014/main" id="{5D6E5B48-BBBA-72D5-5A76-20B7239A7831}"/>
                </a:ext>
              </a:extLst>
            </p:cNvPr>
            <p:cNvSpPr/>
            <p:nvPr/>
          </p:nvSpPr>
          <p:spPr>
            <a:xfrm>
              <a:off x="293026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3" name="Freeform: Shape 542">
              <a:extLst>
                <a:ext uri="{FF2B5EF4-FFF2-40B4-BE49-F238E27FC236}">
                  <a16:creationId xmlns:a16="http://schemas.microsoft.com/office/drawing/2014/main" id="{169A232B-FB46-FFA9-23C2-E0204B672040}"/>
                </a:ext>
              </a:extLst>
            </p:cNvPr>
            <p:cNvSpPr/>
            <p:nvPr/>
          </p:nvSpPr>
          <p:spPr>
            <a:xfrm>
              <a:off x="2407004"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1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5" y="52326"/>
                    <a:pt x="52326" y="40465"/>
                    <a:pt x="52326" y="26163"/>
                  </a:cubicBezTo>
                  <a:cubicBezTo>
                    <a:pt x="52326" y="16396"/>
                    <a:pt x="46745" y="7675"/>
                    <a:pt x="38721" y="3140"/>
                  </a:cubicBezTo>
                  <a:cubicBezTo>
                    <a:pt x="34884" y="1046"/>
                    <a:pt x="30698" y="0"/>
                    <a:pt x="26163" y="0"/>
                  </a:cubicBezTo>
                  <a:cubicBezTo>
                    <a:pt x="11861"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544" name="Freeform: Shape 543">
              <a:extLst>
                <a:ext uri="{FF2B5EF4-FFF2-40B4-BE49-F238E27FC236}">
                  <a16:creationId xmlns:a16="http://schemas.microsoft.com/office/drawing/2014/main" id="{FE33F72B-C4DA-1A26-863C-3CDC119C337D}"/>
                </a:ext>
              </a:extLst>
            </p:cNvPr>
            <p:cNvSpPr/>
            <p:nvPr/>
          </p:nvSpPr>
          <p:spPr>
            <a:xfrm>
              <a:off x="230235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5" name="Freeform: Shape 544">
              <a:extLst>
                <a:ext uri="{FF2B5EF4-FFF2-40B4-BE49-F238E27FC236}">
                  <a16:creationId xmlns:a16="http://schemas.microsoft.com/office/drawing/2014/main" id="{3E87F4A0-2885-14E2-6AF2-E4BDC417CD4A}"/>
                </a:ext>
              </a:extLst>
            </p:cNvPr>
            <p:cNvSpPr/>
            <p:nvPr/>
          </p:nvSpPr>
          <p:spPr>
            <a:xfrm>
              <a:off x="188374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6" name="Freeform: Shape 545">
              <a:extLst>
                <a:ext uri="{FF2B5EF4-FFF2-40B4-BE49-F238E27FC236}">
                  <a16:creationId xmlns:a16="http://schemas.microsoft.com/office/drawing/2014/main" id="{A12DA680-0FBB-DB9A-1574-AACA66AAC7F9}"/>
                </a:ext>
              </a:extLst>
            </p:cNvPr>
            <p:cNvSpPr/>
            <p:nvPr/>
          </p:nvSpPr>
          <p:spPr>
            <a:xfrm>
              <a:off x="94187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7" name="Freeform: Shape 546">
              <a:extLst>
                <a:ext uri="{FF2B5EF4-FFF2-40B4-BE49-F238E27FC236}">
                  <a16:creationId xmlns:a16="http://schemas.microsoft.com/office/drawing/2014/main" id="{E6695364-4C36-2FB2-013D-354FD1E70734}"/>
                </a:ext>
              </a:extLst>
            </p:cNvPr>
            <p:cNvSpPr/>
            <p:nvPr/>
          </p:nvSpPr>
          <p:spPr>
            <a:xfrm>
              <a:off x="418609"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8" name="Freeform: Shape 547">
              <a:extLst>
                <a:ext uri="{FF2B5EF4-FFF2-40B4-BE49-F238E27FC236}">
                  <a16:creationId xmlns:a16="http://schemas.microsoft.com/office/drawing/2014/main" id="{36863BA5-51F2-B417-BA5A-CDEF7C74A6FE}"/>
                </a:ext>
              </a:extLst>
            </p:cNvPr>
            <p:cNvSpPr/>
            <p:nvPr/>
          </p:nvSpPr>
          <p:spPr>
            <a:xfrm>
              <a:off x="20930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49" name="Freeform: Shape 548">
              <a:extLst>
                <a:ext uri="{FF2B5EF4-FFF2-40B4-BE49-F238E27FC236}">
                  <a16:creationId xmlns:a16="http://schemas.microsoft.com/office/drawing/2014/main" id="{431E1603-369D-55EA-B055-C4C59DDB0EF9}"/>
                </a:ext>
              </a:extLst>
            </p:cNvPr>
            <p:cNvSpPr/>
            <p:nvPr/>
          </p:nvSpPr>
          <p:spPr>
            <a:xfrm>
              <a:off x="2616309" y="4710991"/>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50" name="Freeform: Shape 549">
              <a:extLst>
                <a:ext uri="{FF2B5EF4-FFF2-40B4-BE49-F238E27FC236}">
                  <a16:creationId xmlns:a16="http://schemas.microsoft.com/office/drawing/2014/main" id="{F6E5BC63-F5F9-AF13-8C38-FC0E7A92B1EA}"/>
                </a:ext>
              </a:extLst>
            </p:cNvPr>
            <p:cNvSpPr/>
            <p:nvPr/>
          </p:nvSpPr>
          <p:spPr>
            <a:xfrm>
              <a:off x="3453527" y="397842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33838 w 52326"/>
                <a:gd name="connsiteY5" fmla="*/ 1046 h 52326"/>
                <a:gd name="connsiteX6" fmla="*/ 26163 w 52326"/>
                <a:gd name="connsiteY6" fmla="*/ 0 h 52326"/>
                <a:gd name="connsiteX7" fmla="*/ 26163 w 52326"/>
                <a:gd name="connsiteY7" fmla="*/ 0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cubicBezTo>
                    <a:pt x="26163" y="52326"/>
                    <a:pt x="26163" y="52326"/>
                    <a:pt x="26163" y="52326"/>
                  </a:cubicBezTo>
                  <a:cubicBezTo>
                    <a:pt x="40465" y="52326"/>
                    <a:pt x="52326" y="40465"/>
                    <a:pt x="52326" y="26163"/>
                  </a:cubicBezTo>
                  <a:cubicBezTo>
                    <a:pt x="52326" y="14302"/>
                    <a:pt x="44652" y="4535"/>
                    <a:pt x="33838" y="1046"/>
                  </a:cubicBezTo>
                  <a:cubicBezTo>
                    <a:pt x="31396" y="349"/>
                    <a:pt x="2860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1" name="Freeform: Shape 550">
              <a:extLst>
                <a:ext uri="{FF2B5EF4-FFF2-40B4-BE49-F238E27FC236}">
                  <a16:creationId xmlns:a16="http://schemas.microsoft.com/office/drawing/2014/main" id="{4E0BD78B-F3A8-FFF1-1287-91A9769D89D1}"/>
                </a:ext>
              </a:extLst>
            </p:cNvPr>
            <p:cNvSpPr/>
            <p:nvPr/>
          </p:nvSpPr>
          <p:spPr>
            <a:xfrm>
              <a:off x="2720961" y="4187729"/>
              <a:ext cx="52326" cy="52326"/>
            </a:xfrm>
            <a:custGeom>
              <a:avLst/>
              <a:gdLst>
                <a:gd name="connsiteX0" fmla="*/ 26163 w 52326"/>
                <a:gd name="connsiteY0" fmla="*/ 0 h 52326"/>
                <a:gd name="connsiteX1" fmla="*/ 26163 w 52326"/>
                <a:gd name="connsiteY1" fmla="*/ 0 h 52326"/>
                <a:gd name="connsiteX2" fmla="*/ 7675 w 52326"/>
                <a:gd name="connsiteY2" fmla="*/ 7675 h 52326"/>
                <a:gd name="connsiteX3" fmla="*/ 0 w 52326"/>
                <a:gd name="connsiteY3" fmla="*/ 26163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8838" y="0"/>
                    <a:pt x="12558" y="2791"/>
                    <a:pt x="7675" y="7675"/>
                  </a:cubicBezTo>
                  <a:cubicBezTo>
                    <a:pt x="2791" y="12558"/>
                    <a:pt x="0" y="18838"/>
                    <a:pt x="0" y="26163"/>
                  </a:cubicBez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2" name="Freeform: Shape 551">
              <a:extLst>
                <a:ext uri="{FF2B5EF4-FFF2-40B4-BE49-F238E27FC236}">
                  <a16:creationId xmlns:a16="http://schemas.microsoft.com/office/drawing/2014/main" id="{77CB7E8E-8CB4-7718-21C7-1DAA2D9D2435}"/>
                </a:ext>
              </a:extLst>
            </p:cNvPr>
            <p:cNvSpPr/>
            <p:nvPr/>
          </p:nvSpPr>
          <p:spPr>
            <a:xfrm>
              <a:off x="554657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3" name="Freeform: Shape 552">
              <a:extLst>
                <a:ext uri="{FF2B5EF4-FFF2-40B4-BE49-F238E27FC236}">
                  <a16:creationId xmlns:a16="http://schemas.microsoft.com/office/drawing/2014/main" id="{1F2CF21D-55C2-4329-BABA-1586E1917834}"/>
                </a:ext>
              </a:extLst>
            </p:cNvPr>
            <p:cNvSpPr/>
            <p:nvPr/>
          </p:nvSpPr>
          <p:spPr>
            <a:xfrm>
              <a:off x="56512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4" name="Freeform: Shape 553">
              <a:extLst>
                <a:ext uri="{FF2B5EF4-FFF2-40B4-BE49-F238E27FC236}">
                  <a16:creationId xmlns:a16="http://schemas.microsoft.com/office/drawing/2014/main" id="{BCAA1DDE-9602-D182-098C-C869755DA190}"/>
                </a:ext>
              </a:extLst>
            </p:cNvPr>
            <p:cNvSpPr/>
            <p:nvPr/>
          </p:nvSpPr>
          <p:spPr>
            <a:xfrm>
              <a:off x="502331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5" name="Freeform: Shape 554">
              <a:extLst>
                <a:ext uri="{FF2B5EF4-FFF2-40B4-BE49-F238E27FC236}">
                  <a16:creationId xmlns:a16="http://schemas.microsoft.com/office/drawing/2014/main" id="{65743CD5-7551-AAAB-80B0-BB05BA08F38B}"/>
                </a:ext>
              </a:extLst>
            </p:cNvPr>
            <p:cNvSpPr/>
            <p:nvPr/>
          </p:nvSpPr>
          <p:spPr>
            <a:xfrm>
              <a:off x="4814008" y="4187729"/>
              <a:ext cx="51984" cy="52326"/>
            </a:xfrm>
            <a:custGeom>
              <a:avLst/>
              <a:gdLst>
                <a:gd name="connsiteX0" fmla="*/ 26163 w 51984"/>
                <a:gd name="connsiteY0" fmla="*/ 0 h 52326"/>
                <a:gd name="connsiteX1" fmla="*/ 26163 w 51984"/>
                <a:gd name="connsiteY1" fmla="*/ 0 h 52326"/>
                <a:gd name="connsiteX2" fmla="*/ 13605 w 51984"/>
                <a:gd name="connsiteY2" fmla="*/ 3140 h 52326"/>
                <a:gd name="connsiteX3" fmla="*/ 0 w 51984"/>
                <a:gd name="connsiteY3" fmla="*/ 26163 h 52326"/>
                <a:gd name="connsiteX4" fmla="*/ 26163 w 51984"/>
                <a:gd name="connsiteY4" fmla="*/ 52326 h 52326"/>
                <a:gd name="connsiteX5" fmla="*/ 36280 w 51984"/>
                <a:gd name="connsiteY5" fmla="*/ 50233 h 52326"/>
                <a:gd name="connsiteX6" fmla="*/ 38024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29652" y="52326"/>
                    <a:pt x="33140" y="51628"/>
                    <a:pt x="36280" y="50233"/>
                  </a:cubicBezTo>
                  <a:cubicBezTo>
                    <a:pt x="36977" y="49884"/>
                    <a:pt x="37326" y="49535"/>
                    <a:pt x="38024" y="49535"/>
                  </a:cubicBezTo>
                  <a:cubicBezTo>
                    <a:pt x="38024" y="49535"/>
                    <a:pt x="38373" y="49535"/>
                    <a:pt x="38373" y="49187"/>
                  </a:cubicBezTo>
                  <a:cubicBezTo>
                    <a:pt x="46396" y="44652"/>
                    <a:pt x="51977" y="36280"/>
                    <a:pt x="51977"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6" name="Freeform: Shape 555">
              <a:extLst>
                <a:ext uri="{FF2B5EF4-FFF2-40B4-BE49-F238E27FC236}">
                  <a16:creationId xmlns:a16="http://schemas.microsoft.com/office/drawing/2014/main" id="{181F5D64-3FBB-DF03-C74B-5B44A9EE5F3A}"/>
                </a:ext>
              </a:extLst>
            </p:cNvPr>
            <p:cNvSpPr/>
            <p:nvPr/>
          </p:nvSpPr>
          <p:spPr>
            <a:xfrm>
              <a:off x="4395399"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7" name="Freeform: Shape 556">
              <a:extLst>
                <a:ext uri="{FF2B5EF4-FFF2-40B4-BE49-F238E27FC236}">
                  <a16:creationId xmlns:a16="http://schemas.microsoft.com/office/drawing/2014/main" id="{B33099F1-2875-B5D0-8376-227BE7C9E445}"/>
                </a:ext>
              </a:extLst>
            </p:cNvPr>
            <p:cNvSpPr/>
            <p:nvPr/>
          </p:nvSpPr>
          <p:spPr>
            <a:xfrm>
              <a:off x="450005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8" name="Freeform: Shape 557">
              <a:extLst>
                <a:ext uri="{FF2B5EF4-FFF2-40B4-BE49-F238E27FC236}">
                  <a16:creationId xmlns:a16="http://schemas.microsoft.com/office/drawing/2014/main" id="{9EF497BC-43DC-0449-7A7E-C176D490A7F5}"/>
                </a:ext>
              </a:extLst>
            </p:cNvPr>
            <p:cNvSpPr/>
            <p:nvPr/>
          </p:nvSpPr>
          <p:spPr>
            <a:xfrm>
              <a:off x="33488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9" name="Freeform: Shape 558">
              <a:extLst>
                <a:ext uri="{FF2B5EF4-FFF2-40B4-BE49-F238E27FC236}">
                  <a16:creationId xmlns:a16="http://schemas.microsoft.com/office/drawing/2014/main" id="{FC5C02A6-2708-CC8F-ADD2-31ED747B437C}"/>
                </a:ext>
              </a:extLst>
            </p:cNvPr>
            <p:cNvSpPr/>
            <p:nvPr/>
          </p:nvSpPr>
          <p:spPr>
            <a:xfrm>
              <a:off x="324422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60" name="Freeform: Shape 559">
              <a:extLst>
                <a:ext uri="{FF2B5EF4-FFF2-40B4-BE49-F238E27FC236}">
                  <a16:creationId xmlns:a16="http://schemas.microsoft.com/office/drawing/2014/main" id="{20E7DB77-FFFE-1865-6AEA-F9C43B355F1D}"/>
                </a:ext>
              </a:extLst>
            </p:cNvPr>
            <p:cNvSpPr/>
            <p:nvPr/>
          </p:nvSpPr>
          <p:spPr>
            <a:xfrm>
              <a:off x="30349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1" name="Freeform: Shape 560">
              <a:extLst>
                <a:ext uri="{FF2B5EF4-FFF2-40B4-BE49-F238E27FC236}">
                  <a16:creationId xmlns:a16="http://schemas.microsoft.com/office/drawing/2014/main" id="{E844A845-5BB1-42D1-17FD-C081C826015F}"/>
                </a:ext>
              </a:extLst>
            </p:cNvPr>
            <p:cNvSpPr/>
            <p:nvPr/>
          </p:nvSpPr>
          <p:spPr>
            <a:xfrm>
              <a:off x="272096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2" name="Freeform: Shape 561">
              <a:extLst>
                <a:ext uri="{FF2B5EF4-FFF2-40B4-BE49-F238E27FC236}">
                  <a16:creationId xmlns:a16="http://schemas.microsoft.com/office/drawing/2014/main" id="{E6227A30-24CD-1305-AB4A-A0F7431204E2}"/>
                </a:ext>
              </a:extLst>
            </p:cNvPr>
            <p:cNvSpPr/>
            <p:nvPr/>
          </p:nvSpPr>
          <p:spPr>
            <a:xfrm>
              <a:off x="2616309"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80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1" y="52326"/>
                    <a:pt x="26163" y="52326"/>
                  </a:cubicBez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3" name="Freeform: Shape 562">
              <a:extLst>
                <a:ext uri="{FF2B5EF4-FFF2-40B4-BE49-F238E27FC236}">
                  <a16:creationId xmlns:a16="http://schemas.microsoft.com/office/drawing/2014/main" id="{9CDA80E4-852C-9562-78FF-2BCEBB430D18}"/>
                </a:ext>
              </a:extLst>
            </p:cNvPr>
            <p:cNvSpPr/>
            <p:nvPr/>
          </p:nvSpPr>
          <p:spPr>
            <a:xfrm>
              <a:off x="18837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4" name="Freeform: Shape 563">
              <a:extLst>
                <a:ext uri="{FF2B5EF4-FFF2-40B4-BE49-F238E27FC236}">
                  <a16:creationId xmlns:a16="http://schemas.microsoft.com/office/drawing/2014/main" id="{90C8892C-10E9-C7B6-A473-3F4A954F9C66}"/>
                </a:ext>
              </a:extLst>
            </p:cNvPr>
            <p:cNvSpPr/>
            <p:nvPr/>
          </p:nvSpPr>
          <p:spPr>
            <a:xfrm>
              <a:off x="125582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5" name="Freeform: Shape 564">
              <a:extLst>
                <a:ext uri="{FF2B5EF4-FFF2-40B4-BE49-F238E27FC236}">
                  <a16:creationId xmlns:a16="http://schemas.microsoft.com/office/drawing/2014/main" id="{1344CB81-EF72-5415-9192-50D95EFF57C0}"/>
                </a:ext>
              </a:extLst>
            </p:cNvPr>
            <p:cNvSpPr/>
            <p:nvPr/>
          </p:nvSpPr>
          <p:spPr>
            <a:xfrm>
              <a:off x="125582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6" name="Freeform: Shape 565">
              <a:extLst>
                <a:ext uri="{FF2B5EF4-FFF2-40B4-BE49-F238E27FC236}">
                  <a16:creationId xmlns:a16="http://schemas.microsoft.com/office/drawing/2014/main" id="{80848701-2D60-319F-94B6-0FA832B13411}"/>
                </a:ext>
              </a:extLst>
            </p:cNvPr>
            <p:cNvSpPr/>
            <p:nvPr/>
          </p:nvSpPr>
          <p:spPr>
            <a:xfrm>
              <a:off x="62791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7" name="Freeform: Shape 566">
              <a:extLst>
                <a:ext uri="{FF2B5EF4-FFF2-40B4-BE49-F238E27FC236}">
                  <a16:creationId xmlns:a16="http://schemas.microsoft.com/office/drawing/2014/main" id="{56F46A26-832A-FF26-8327-1F204F6DC9B6}"/>
                </a:ext>
              </a:extLst>
            </p:cNvPr>
            <p:cNvSpPr/>
            <p:nvPr/>
          </p:nvSpPr>
          <p:spPr>
            <a:xfrm>
              <a:off x="62791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68" name="Freeform: Shape 567">
              <a:extLst>
                <a:ext uri="{FF2B5EF4-FFF2-40B4-BE49-F238E27FC236}">
                  <a16:creationId xmlns:a16="http://schemas.microsoft.com/office/drawing/2014/main" id="{3AB39F4E-615D-12E3-1182-984FC4AEA5B9}"/>
                </a:ext>
              </a:extLst>
            </p:cNvPr>
            <p:cNvSpPr/>
            <p:nvPr/>
          </p:nvSpPr>
          <p:spPr>
            <a:xfrm>
              <a:off x="4709356" y="3350510"/>
              <a:ext cx="52674" cy="52326"/>
            </a:xfrm>
            <a:custGeom>
              <a:avLst/>
              <a:gdLst>
                <a:gd name="connsiteX0" fmla="*/ 3140 w 52674"/>
                <a:gd name="connsiteY0" fmla="*/ 38721 h 52326"/>
                <a:gd name="connsiteX1" fmla="*/ 4535 w 52674"/>
                <a:gd name="connsiteY1" fmla="*/ 40814 h 52326"/>
                <a:gd name="connsiteX2" fmla="*/ 23721 w 52674"/>
                <a:gd name="connsiteY2" fmla="*/ 52326 h 52326"/>
                <a:gd name="connsiteX3" fmla="*/ 26512 w 52674"/>
                <a:gd name="connsiteY3" fmla="*/ 52326 h 52326"/>
                <a:gd name="connsiteX4" fmla="*/ 26512 w 52674"/>
                <a:gd name="connsiteY4" fmla="*/ 52326 h 52326"/>
                <a:gd name="connsiteX5" fmla="*/ 48140 w 52674"/>
                <a:gd name="connsiteY5" fmla="*/ 40814 h 52326"/>
                <a:gd name="connsiteX6" fmla="*/ 49535 w 52674"/>
                <a:gd name="connsiteY6" fmla="*/ 38721 h 52326"/>
                <a:gd name="connsiteX7" fmla="*/ 52675 w 52674"/>
                <a:gd name="connsiteY7" fmla="*/ 28954 h 52326"/>
                <a:gd name="connsiteX8" fmla="*/ 52675 w 52674"/>
                <a:gd name="connsiteY8" fmla="*/ 26163 h 52326"/>
                <a:gd name="connsiteX9" fmla="*/ 52675 w 52674"/>
                <a:gd name="connsiteY9" fmla="*/ 23372 h 52326"/>
                <a:gd name="connsiteX10" fmla="*/ 49535 w 52674"/>
                <a:gd name="connsiteY10" fmla="*/ 13605 h 52326"/>
                <a:gd name="connsiteX11" fmla="*/ 48140 w 52674"/>
                <a:gd name="connsiteY11" fmla="*/ 11512 h 52326"/>
                <a:gd name="connsiteX12" fmla="*/ 26512 w 52674"/>
                <a:gd name="connsiteY12" fmla="*/ 0 h 52326"/>
                <a:gd name="connsiteX13" fmla="*/ 26512 w 52674"/>
                <a:gd name="connsiteY13" fmla="*/ 0 h 52326"/>
                <a:gd name="connsiteX14" fmla="*/ 23721 w 52674"/>
                <a:gd name="connsiteY14" fmla="*/ 0 h 52326"/>
                <a:gd name="connsiteX15" fmla="*/ 4535 w 52674"/>
                <a:gd name="connsiteY15" fmla="*/ 11512 h 52326"/>
                <a:gd name="connsiteX16" fmla="*/ 3140 w 52674"/>
                <a:gd name="connsiteY16" fmla="*/ 13605 h 52326"/>
                <a:gd name="connsiteX17" fmla="*/ 0 w 52674"/>
                <a:gd name="connsiteY17" fmla="*/ 23372 h 52326"/>
                <a:gd name="connsiteX18" fmla="*/ 0 w 52674"/>
                <a:gd name="connsiteY18" fmla="*/ 26163 h 52326"/>
                <a:gd name="connsiteX19" fmla="*/ 0 w 52674"/>
                <a:gd name="connsiteY19" fmla="*/ 28954 h 52326"/>
                <a:gd name="connsiteX20" fmla="*/ 3140 w 52674"/>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4" h="52326">
                  <a:moveTo>
                    <a:pt x="3140" y="38721"/>
                  </a:moveTo>
                  <a:cubicBezTo>
                    <a:pt x="3488" y="39419"/>
                    <a:pt x="3837"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40" y="13605"/>
                  </a:cubicBezTo>
                  <a:cubicBezTo>
                    <a:pt x="1395" y="16744"/>
                    <a:pt x="349" y="19884"/>
                    <a:pt x="0" y="23372"/>
                  </a:cubicBezTo>
                  <a:cubicBezTo>
                    <a:pt x="0" y="24419"/>
                    <a:pt x="0" y="25117"/>
                    <a:pt x="0" y="26163"/>
                  </a:cubicBezTo>
                  <a:cubicBezTo>
                    <a:pt x="0" y="27210"/>
                    <a:pt x="0" y="27907"/>
                    <a:pt x="0" y="28954"/>
                  </a:cubicBezTo>
                  <a:cubicBezTo>
                    <a:pt x="349" y="32442"/>
                    <a:pt x="1395" y="35582"/>
                    <a:pt x="3140" y="38721"/>
                  </a:cubicBezTo>
                  <a:close/>
                </a:path>
              </a:pathLst>
            </a:custGeom>
            <a:grpFill/>
            <a:ln w="3488" cap="flat">
              <a:noFill/>
              <a:prstDash val="solid"/>
              <a:miter/>
            </a:ln>
          </p:spPr>
          <p:txBody>
            <a:bodyPr rtlCol="0" anchor="ctr"/>
            <a:lstStyle/>
            <a:p>
              <a:endParaRPr lang="en-ID"/>
            </a:p>
          </p:txBody>
        </p:sp>
        <p:sp>
          <p:nvSpPr>
            <p:cNvPr id="569" name="Freeform: Shape 568">
              <a:extLst>
                <a:ext uri="{FF2B5EF4-FFF2-40B4-BE49-F238E27FC236}">
                  <a16:creationId xmlns:a16="http://schemas.microsoft.com/office/drawing/2014/main" id="{91E5C2A3-1EA8-1A07-1791-5FC6441816D1}"/>
                </a:ext>
              </a:extLst>
            </p:cNvPr>
            <p:cNvSpPr/>
            <p:nvPr/>
          </p:nvSpPr>
          <p:spPr>
            <a:xfrm>
              <a:off x="596518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0" name="Freeform: Shape 569">
              <a:extLst>
                <a:ext uri="{FF2B5EF4-FFF2-40B4-BE49-F238E27FC236}">
                  <a16:creationId xmlns:a16="http://schemas.microsoft.com/office/drawing/2014/main" id="{F7FDC01F-A547-4A30-8724-0D97BF3AFCF2}"/>
                </a:ext>
              </a:extLst>
            </p:cNvPr>
            <p:cNvSpPr/>
            <p:nvPr/>
          </p:nvSpPr>
          <p:spPr>
            <a:xfrm>
              <a:off x="554657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1" name="Freeform: Shape 570">
              <a:extLst>
                <a:ext uri="{FF2B5EF4-FFF2-40B4-BE49-F238E27FC236}">
                  <a16:creationId xmlns:a16="http://schemas.microsoft.com/office/drawing/2014/main" id="{54CCDDB0-D3CA-DC5C-0BED-C7382F1DD08E}"/>
                </a:ext>
              </a:extLst>
            </p:cNvPr>
            <p:cNvSpPr/>
            <p:nvPr/>
          </p:nvSpPr>
          <p:spPr>
            <a:xfrm>
              <a:off x="502331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2" name="Freeform: Shape 571">
              <a:extLst>
                <a:ext uri="{FF2B5EF4-FFF2-40B4-BE49-F238E27FC236}">
                  <a16:creationId xmlns:a16="http://schemas.microsoft.com/office/drawing/2014/main" id="{361126A4-36AD-5E93-15D1-8F5A9C19A6AD}"/>
                </a:ext>
              </a:extLst>
            </p:cNvPr>
            <p:cNvSpPr/>
            <p:nvPr/>
          </p:nvSpPr>
          <p:spPr>
            <a:xfrm>
              <a:off x="397678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3" name="Freeform: Shape 572">
              <a:extLst>
                <a:ext uri="{FF2B5EF4-FFF2-40B4-BE49-F238E27FC236}">
                  <a16:creationId xmlns:a16="http://schemas.microsoft.com/office/drawing/2014/main" id="{0DA44001-66A3-D1A0-C521-F21642CA8503}"/>
                </a:ext>
              </a:extLst>
            </p:cNvPr>
            <p:cNvSpPr/>
            <p:nvPr/>
          </p:nvSpPr>
          <p:spPr>
            <a:xfrm>
              <a:off x="40814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4" name="Freeform: Shape 573">
              <a:extLst>
                <a:ext uri="{FF2B5EF4-FFF2-40B4-BE49-F238E27FC236}">
                  <a16:creationId xmlns:a16="http://schemas.microsoft.com/office/drawing/2014/main" id="{2956A32C-A94F-A3D0-21A1-C623390E5696}"/>
                </a:ext>
              </a:extLst>
            </p:cNvPr>
            <p:cNvSpPr/>
            <p:nvPr/>
          </p:nvSpPr>
          <p:spPr>
            <a:xfrm>
              <a:off x="355818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75" name="Freeform: Shape 574">
              <a:extLst>
                <a:ext uri="{FF2B5EF4-FFF2-40B4-BE49-F238E27FC236}">
                  <a16:creationId xmlns:a16="http://schemas.microsoft.com/office/drawing/2014/main" id="{4FBC3B5F-45D8-548B-61F6-1C744F2FFB0E}"/>
                </a:ext>
              </a:extLst>
            </p:cNvPr>
            <p:cNvSpPr/>
            <p:nvPr/>
          </p:nvSpPr>
          <p:spPr>
            <a:xfrm>
              <a:off x="334887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6" name="Freeform: Shape 575">
              <a:extLst>
                <a:ext uri="{FF2B5EF4-FFF2-40B4-BE49-F238E27FC236}">
                  <a16:creationId xmlns:a16="http://schemas.microsoft.com/office/drawing/2014/main" id="{5859CF8A-3706-B82C-1BBD-1BBBA498BA7D}"/>
                </a:ext>
              </a:extLst>
            </p:cNvPr>
            <p:cNvSpPr/>
            <p:nvPr/>
          </p:nvSpPr>
          <p:spPr>
            <a:xfrm>
              <a:off x="230235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7" name="Freeform: Shape 576">
              <a:extLst>
                <a:ext uri="{FF2B5EF4-FFF2-40B4-BE49-F238E27FC236}">
                  <a16:creationId xmlns:a16="http://schemas.microsoft.com/office/drawing/2014/main" id="{11E797A6-7D84-8EBC-9439-F2E6AC2C9CE6}"/>
                </a:ext>
              </a:extLst>
            </p:cNvPr>
            <p:cNvSpPr/>
            <p:nvPr/>
          </p:nvSpPr>
          <p:spPr>
            <a:xfrm>
              <a:off x="209304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8" name="Freeform: Shape 577">
              <a:extLst>
                <a:ext uri="{FF2B5EF4-FFF2-40B4-BE49-F238E27FC236}">
                  <a16:creationId xmlns:a16="http://schemas.microsoft.com/office/drawing/2014/main" id="{52AD4734-1094-61E1-AFD9-F49B4C7052C8}"/>
                </a:ext>
              </a:extLst>
            </p:cNvPr>
            <p:cNvSpPr/>
            <p:nvPr/>
          </p:nvSpPr>
          <p:spPr>
            <a:xfrm>
              <a:off x="41860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9" name="Freeform: Shape 578">
              <a:extLst>
                <a:ext uri="{FF2B5EF4-FFF2-40B4-BE49-F238E27FC236}">
                  <a16:creationId xmlns:a16="http://schemas.microsoft.com/office/drawing/2014/main" id="{D49EB326-A417-B81D-12FA-E81601F32DA3}"/>
                </a:ext>
              </a:extLst>
            </p:cNvPr>
            <p:cNvSpPr/>
            <p:nvPr/>
          </p:nvSpPr>
          <p:spPr>
            <a:xfrm>
              <a:off x="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80" name="Freeform: Shape 579">
              <a:extLst>
                <a:ext uri="{FF2B5EF4-FFF2-40B4-BE49-F238E27FC236}">
                  <a16:creationId xmlns:a16="http://schemas.microsoft.com/office/drawing/2014/main" id="{5BD42B2F-C220-9A3E-BEC7-CF9EDC392F5D}"/>
                </a:ext>
              </a:extLst>
            </p:cNvPr>
            <p:cNvSpPr/>
            <p:nvPr/>
          </p:nvSpPr>
          <p:spPr>
            <a:xfrm>
              <a:off x="4709356" y="261794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1" name="Freeform: Shape 580">
              <a:extLst>
                <a:ext uri="{FF2B5EF4-FFF2-40B4-BE49-F238E27FC236}">
                  <a16:creationId xmlns:a16="http://schemas.microsoft.com/office/drawing/2014/main" id="{83E7B750-5C5A-146D-6D89-FDD35B61A3B9}"/>
                </a:ext>
              </a:extLst>
            </p:cNvPr>
            <p:cNvSpPr/>
            <p:nvPr/>
          </p:nvSpPr>
          <p:spPr>
            <a:xfrm>
              <a:off x="4290746" y="4606338"/>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51629 w 52326"/>
                <a:gd name="connsiteY4" fmla="*/ 20930 h 52326"/>
                <a:gd name="connsiteX5" fmla="*/ 26163 w 52326"/>
                <a:gd name="connsiteY5" fmla="*/ 0 h 52326"/>
                <a:gd name="connsiteX6" fmla="*/ 0 w 52326"/>
                <a:gd name="connsiteY6" fmla="*/ 26163 h 52326"/>
                <a:gd name="connsiteX7" fmla="*/ 0 w 52326"/>
                <a:gd name="connsiteY7" fmla="*/ 26163 h 52326"/>
                <a:gd name="connsiteX8" fmla="*/ 1047 w 52326"/>
                <a:gd name="connsiteY8" fmla="*/ 33838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721"/>
                    <a:pt x="3140" y="38373"/>
                  </a:cubicBezTo>
                  <a:cubicBezTo>
                    <a:pt x="7674" y="46745"/>
                    <a:pt x="16395" y="52326"/>
                    <a:pt x="26163" y="52326"/>
                  </a:cubicBez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28954"/>
                    <a:pt x="349" y="31396"/>
                    <a:pt x="1047" y="33838"/>
                  </a:cubicBezTo>
                  <a:cubicBezTo>
                    <a:pt x="1744" y="35582"/>
                    <a:pt x="2442" y="36977"/>
                    <a:pt x="3140" y="38373"/>
                  </a:cubicBezTo>
                  <a:close/>
                </a:path>
              </a:pathLst>
            </a:custGeom>
            <a:grpFill/>
            <a:ln w="3488" cap="flat">
              <a:noFill/>
              <a:prstDash val="solid"/>
              <a:miter/>
            </a:ln>
          </p:spPr>
          <p:txBody>
            <a:bodyPr rtlCol="0" anchor="ctr"/>
            <a:lstStyle/>
            <a:p>
              <a:endParaRPr lang="en-ID"/>
            </a:p>
          </p:txBody>
        </p:sp>
        <p:sp>
          <p:nvSpPr>
            <p:cNvPr id="582" name="Freeform: Shape 581">
              <a:extLst>
                <a:ext uri="{FF2B5EF4-FFF2-40B4-BE49-F238E27FC236}">
                  <a16:creationId xmlns:a16="http://schemas.microsoft.com/office/drawing/2014/main" id="{D6D0A95D-460E-CEAC-4046-B94A6B91A798}"/>
                </a:ext>
              </a:extLst>
            </p:cNvPr>
            <p:cNvSpPr/>
            <p:nvPr/>
          </p:nvSpPr>
          <p:spPr>
            <a:xfrm>
              <a:off x="4081442" y="4397034"/>
              <a:ext cx="52326" cy="52326"/>
            </a:xfrm>
            <a:custGeom>
              <a:avLst/>
              <a:gdLst>
                <a:gd name="connsiteX0" fmla="*/ 36977 w 52326"/>
                <a:gd name="connsiteY0" fmla="*/ 2442 h 52326"/>
                <a:gd name="connsiteX1" fmla="*/ 29303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7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7" y="2442"/>
                  </a:moveTo>
                  <a:cubicBezTo>
                    <a:pt x="34535" y="1395"/>
                    <a:pt x="31744" y="698"/>
                    <a:pt x="29303" y="349"/>
                  </a:cubicBezTo>
                  <a:cubicBezTo>
                    <a:pt x="28256" y="349"/>
                    <a:pt x="27210" y="0"/>
                    <a:pt x="26163" y="0"/>
                  </a:cubicBez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5698"/>
                    <a:pt x="46047" y="6628"/>
                    <a:pt x="36977" y="2442"/>
                  </a:cubicBezTo>
                  <a:close/>
                </a:path>
              </a:pathLst>
            </a:custGeom>
            <a:grpFill/>
            <a:ln w="3488" cap="flat">
              <a:noFill/>
              <a:prstDash val="solid"/>
              <a:miter/>
            </a:ln>
          </p:spPr>
          <p:txBody>
            <a:bodyPr rtlCol="0" anchor="ctr"/>
            <a:lstStyle/>
            <a:p>
              <a:endParaRPr lang="en-ID"/>
            </a:p>
          </p:txBody>
        </p:sp>
        <p:sp>
          <p:nvSpPr>
            <p:cNvPr id="583" name="Freeform: Shape 582">
              <a:extLst>
                <a:ext uri="{FF2B5EF4-FFF2-40B4-BE49-F238E27FC236}">
                  <a16:creationId xmlns:a16="http://schemas.microsoft.com/office/drawing/2014/main" id="{44393F9A-DEDC-7BDF-3D4D-DF7F2D700267}"/>
                </a:ext>
              </a:extLst>
            </p:cNvPr>
            <p:cNvSpPr/>
            <p:nvPr/>
          </p:nvSpPr>
          <p:spPr>
            <a:xfrm>
              <a:off x="533727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84" name="Freeform: Shape 583">
              <a:extLst>
                <a:ext uri="{FF2B5EF4-FFF2-40B4-BE49-F238E27FC236}">
                  <a16:creationId xmlns:a16="http://schemas.microsoft.com/office/drawing/2014/main" id="{5E27F350-93A8-4692-C53D-358A1A61F673}"/>
                </a:ext>
              </a:extLst>
            </p:cNvPr>
            <p:cNvSpPr/>
            <p:nvPr/>
          </p:nvSpPr>
          <p:spPr>
            <a:xfrm>
              <a:off x="5546575"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85" name="Freeform: Shape 584">
              <a:extLst>
                <a:ext uri="{FF2B5EF4-FFF2-40B4-BE49-F238E27FC236}">
                  <a16:creationId xmlns:a16="http://schemas.microsoft.com/office/drawing/2014/main" id="{061D99BB-4E67-89B5-BBC1-FE9D65CB66C4}"/>
                </a:ext>
              </a:extLst>
            </p:cNvPr>
            <p:cNvSpPr/>
            <p:nvPr/>
          </p:nvSpPr>
          <p:spPr>
            <a:xfrm>
              <a:off x="37674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6" name="Freeform: Shape 585">
              <a:extLst>
                <a:ext uri="{FF2B5EF4-FFF2-40B4-BE49-F238E27FC236}">
                  <a16:creationId xmlns:a16="http://schemas.microsoft.com/office/drawing/2014/main" id="{CA2409F4-FD56-8A3D-0796-43DE3D8B81E1}"/>
                </a:ext>
              </a:extLst>
            </p:cNvPr>
            <p:cNvSpPr/>
            <p:nvPr/>
          </p:nvSpPr>
          <p:spPr>
            <a:xfrm>
              <a:off x="544192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7" name="Freeform: Shape 586">
              <a:extLst>
                <a:ext uri="{FF2B5EF4-FFF2-40B4-BE49-F238E27FC236}">
                  <a16:creationId xmlns:a16="http://schemas.microsoft.com/office/drawing/2014/main" id="{8DF0A114-D882-C087-55BB-6B6AC3E339D6}"/>
                </a:ext>
              </a:extLst>
            </p:cNvPr>
            <p:cNvSpPr/>
            <p:nvPr/>
          </p:nvSpPr>
          <p:spPr>
            <a:xfrm>
              <a:off x="5127965" y="3141206"/>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1628 w 52326"/>
                <a:gd name="connsiteY8" fmla="*/ 349 h 52326"/>
                <a:gd name="connsiteX9" fmla="*/ 20930 w 52326"/>
                <a:gd name="connsiteY9" fmla="*/ 349 h 52326"/>
                <a:gd name="connsiteX10" fmla="*/ 0 w 52326"/>
                <a:gd name="connsiteY10" fmla="*/ 25814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lnTo>
                    <a:pt x="26163" y="52326"/>
                  </a:lnTo>
                  <a:cubicBezTo>
                    <a:pt x="40465" y="52326"/>
                    <a:pt x="52326" y="40465"/>
                    <a:pt x="52326" y="26163"/>
                  </a:cubicBezTo>
                  <a:lnTo>
                    <a:pt x="52326" y="26163"/>
                  </a:lnTo>
                  <a:cubicBezTo>
                    <a:pt x="52326" y="11861"/>
                    <a:pt x="40465" y="0"/>
                    <a:pt x="26163" y="0"/>
                  </a:cubicBezTo>
                  <a:lnTo>
                    <a:pt x="26163" y="0"/>
                  </a:lnTo>
                  <a:lnTo>
                    <a:pt x="26163" y="0"/>
                  </a:lnTo>
                  <a:cubicBezTo>
                    <a:pt x="24419" y="0"/>
                    <a:pt x="23023" y="0"/>
                    <a:pt x="21628" y="349"/>
                  </a:cubicBezTo>
                  <a:cubicBezTo>
                    <a:pt x="21279" y="349"/>
                    <a:pt x="21279" y="349"/>
                    <a:pt x="20930" y="349"/>
                  </a:cubicBezTo>
                  <a:cubicBezTo>
                    <a:pt x="9070" y="2791"/>
                    <a:pt x="0" y="13256"/>
                    <a:pt x="0" y="25814"/>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88" name="Freeform: Shape 587">
              <a:extLst>
                <a:ext uri="{FF2B5EF4-FFF2-40B4-BE49-F238E27FC236}">
                  <a16:creationId xmlns:a16="http://schemas.microsoft.com/office/drawing/2014/main" id="{8F5AA9BD-DD11-9C9C-FE49-63434D474640}"/>
                </a:ext>
              </a:extLst>
            </p:cNvPr>
            <p:cNvSpPr/>
            <p:nvPr/>
          </p:nvSpPr>
          <p:spPr>
            <a:xfrm>
              <a:off x="408144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9" name="Freeform: Shape 588">
              <a:extLst>
                <a:ext uri="{FF2B5EF4-FFF2-40B4-BE49-F238E27FC236}">
                  <a16:creationId xmlns:a16="http://schemas.microsoft.com/office/drawing/2014/main" id="{946C28EE-DBC7-559A-98C7-7D23007699F4}"/>
                </a:ext>
              </a:extLst>
            </p:cNvPr>
            <p:cNvSpPr/>
            <p:nvPr/>
          </p:nvSpPr>
          <p:spPr>
            <a:xfrm>
              <a:off x="387213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0" name="Freeform: Shape 589">
              <a:extLst>
                <a:ext uri="{FF2B5EF4-FFF2-40B4-BE49-F238E27FC236}">
                  <a16:creationId xmlns:a16="http://schemas.microsoft.com/office/drawing/2014/main" id="{FCFF8C3E-D0BD-8D60-5F8E-7037D64C8962}"/>
                </a:ext>
              </a:extLst>
            </p:cNvPr>
            <p:cNvSpPr/>
            <p:nvPr/>
          </p:nvSpPr>
          <p:spPr>
            <a:xfrm>
              <a:off x="387213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1" name="Freeform: Shape 590">
              <a:extLst>
                <a:ext uri="{FF2B5EF4-FFF2-40B4-BE49-F238E27FC236}">
                  <a16:creationId xmlns:a16="http://schemas.microsoft.com/office/drawing/2014/main" id="{FB8AA7C8-55F6-A40E-32C1-2A5E1F3F6D32}"/>
                </a:ext>
              </a:extLst>
            </p:cNvPr>
            <p:cNvSpPr/>
            <p:nvPr/>
          </p:nvSpPr>
          <p:spPr>
            <a:xfrm>
              <a:off x="293026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2" name="Freeform: Shape 591">
              <a:extLst>
                <a:ext uri="{FF2B5EF4-FFF2-40B4-BE49-F238E27FC236}">
                  <a16:creationId xmlns:a16="http://schemas.microsoft.com/office/drawing/2014/main" id="{01DD362B-9588-25CE-480A-D99AA28D23BB}"/>
                </a:ext>
              </a:extLst>
            </p:cNvPr>
            <p:cNvSpPr/>
            <p:nvPr/>
          </p:nvSpPr>
          <p:spPr>
            <a:xfrm>
              <a:off x="28256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3" name="Freeform: Shape 592">
              <a:extLst>
                <a:ext uri="{FF2B5EF4-FFF2-40B4-BE49-F238E27FC236}">
                  <a16:creationId xmlns:a16="http://schemas.microsoft.com/office/drawing/2014/main" id="{EFE5F8AF-7462-360C-5763-5469C3AFCDAE}"/>
                </a:ext>
              </a:extLst>
            </p:cNvPr>
            <p:cNvSpPr/>
            <p:nvPr/>
          </p:nvSpPr>
          <p:spPr>
            <a:xfrm>
              <a:off x="251165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4" name="Freeform: Shape 593">
              <a:extLst>
                <a:ext uri="{FF2B5EF4-FFF2-40B4-BE49-F238E27FC236}">
                  <a16:creationId xmlns:a16="http://schemas.microsoft.com/office/drawing/2014/main" id="{3E031690-503D-0D2D-7AC7-F3776F5968F3}"/>
                </a:ext>
              </a:extLst>
            </p:cNvPr>
            <p:cNvSpPr/>
            <p:nvPr/>
          </p:nvSpPr>
          <p:spPr>
            <a:xfrm>
              <a:off x="25116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5" name="Freeform: Shape 594">
              <a:extLst>
                <a:ext uri="{FF2B5EF4-FFF2-40B4-BE49-F238E27FC236}">
                  <a16:creationId xmlns:a16="http://schemas.microsoft.com/office/drawing/2014/main" id="{3AD6C16E-5ABE-EA88-6DD7-4659397DF461}"/>
                </a:ext>
              </a:extLst>
            </p:cNvPr>
            <p:cNvSpPr/>
            <p:nvPr/>
          </p:nvSpPr>
          <p:spPr>
            <a:xfrm>
              <a:off x="240700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6" name="Freeform: Shape 595">
              <a:extLst>
                <a:ext uri="{FF2B5EF4-FFF2-40B4-BE49-F238E27FC236}">
                  <a16:creationId xmlns:a16="http://schemas.microsoft.com/office/drawing/2014/main" id="{3B84C11F-6419-207C-86E4-E8F83317311E}"/>
                </a:ext>
              </a:extLst>
            </p:cNvPr>
            <p:cNvSpPr/>
            <p:nvPr/>
          </p:nvSpPr>
          <p:spPr>
            <a:xfrm>
              <a:off x="167443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7" name="Freeform: Shape 596">
              <a:extLst>
                <a:ext uri="{FF2B5EF4-FFF2-40B4-BE49-F238E27FC236}">
                  <a16:creationId xmlns:a16="http://schemas.microsoft.com/office/drawing/2014/main" id="{1BAC3890-6E22-0020-D8BA-492CA0C707E0}"/>
                </a:ext>
              </a:extLst>
            </p:cNvPr>
            <p:cNvSpPr/>
            <p:nvPr/>
          </p:nvSpPr>
          <p:spPr>
            <a:xfrm>
              <a:off x="125582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8" name="Freeform: Shape 597">
              <a:extLst>
                <a:ext uri="{FF2B5EF4-FFF2-40B4-BE49-F238E27FC236}">
                  <a16:creationId xmlns:a16="http://schemas.microsoft.com/office/drawing/2014/main" id="{8D566C89-B68B-D772-701D-94AB5792C827}"/>
                </a:ext>
              </a:extLst>
            </p:cNvPr>
            <p:cNvSpPr/>
            <p:nvPr/>
          </p:nvSpPr>
          <p:spPr>
            <a:xfrm>
              <a:off x="627914"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9" name="Freeform: Shape 598">
              <a:extLst>
                <a:ext uri="{FF2B5EF4-FFF2-40B4-BE49-F238E27FC236}">
                  <a16:creationId xmlns:a16="http://schemas.microsoft.com/office/drawing/2014/main" id="{65C708A3-05B7-4233-E71D-E58C92F44FA4}"/>
                </a:ext>
              </a:extLst>
            </p:cNvPr>
            <p:cNvSpPr/>
            <p:nvPr/>
          </p:nvSpPr>
          <p:spPr>
            <a:xfrm>
              <a:off x="57558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0" name="Freeform: Shape 599">
              <a:extLst>
                <a:ext uri="{FF2B5EF4-FFF2-40B4-BE49-F238E27FC236}">
                  <a16:creationId xmlns:a16="http://schemas.microsoft.com/office/drawing/2014/main" id="{BEE6926E-8088-74A1-4103-2D8755BC9464}"/>
                </a:ext>
              </a:extLst>
            </p:cNvPr>
            <p:cNvSpPr/>
            <p:nvPr/>
          </p:nvSpPr>
          <p:spPr>
            <a:xfrm>
              <a:off x="4709356" y="3873772"/>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1861 w 52326"/>
                <a:gd name="connsiteY4" fmla="*/ 47094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5"/>
                  </a:cubicBezTo>
                  <a:cubicBezTo>
                    <a:pt x="2791" y="12558"/>
                    <a:pt x="0" y="18838"/>
                    <a:pt x="0" y="26163"/>
                  </a:cubicBezTo>
                  <a:cubicBezTo>
                    <a:pt x="0" y="40465"/>
                    <a:pt x="11861" y="52326"/>
                    <a:pt x="26163" y="52326"/>
                  </a:cubicBezTo>
                  <a:cubicBezTo>
                    <a:pt x="32093" y="52326"/>
                    <a:pt x="37326" y="50233"/>
                    <a:pt x="41861" y="47094"/>
                  </a:cubicBezTo>
                  <a:cubicBezTo>
                    <a:pt x="48140" y="42210"/>
                    <a:pt x="52326" y="3488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01" name="Freeform: Shape 600">
              <a:extLst>
                <a:ext uri="{FF2B5EF4-FFF2-40B4-BE49-F238E27FC236}">
                  <a16:creationId xmlns:a16="http://schemas.microsoft.com/office/drawing/2014/main" id="{4B4EFD58-A0FB-86BA-3B0B-2B8B04180A16}"/>
                </a:ext>
              </a:extLst>
            </p:cNvPr>
            <p:cNvSpPr/>
            <p:nvPr/>
          </p:nvSpPr>
          <p:spPr>
            <a:xfrm>
              <a:off x="2093047" y="5024948"/>
              <a:ext cx="51987" cy="52326"/>
            </a:xfrm>
            <a:custGeom>
              <a:avLst/>
              <a:gdLst>
                <a:gd name="connsiteX0" fmla="*/ 31396 w 51987"/>
                <a:gd name="connsiteY0" fmla="*/ 698 h 52326"/>
                <a:gd name="connsiteX1" fmla="*/ 26163 w 51987"/>
                <a:gd name="connsiteY1" fmla="*/ 0 h 52326"/>
                <a:gd name="connsiteX2" fmla="*/ 26163 w 51987"/>
                <a:gd name="connsiteY2" fmla="*/ 0 h 52326"/>
                <a:gd name="connsiteX3" fmla="*/ 26163 w 51987"/>
                <a:gd name="connsiteY3" fmla="*/ 0 h 52326"/>
                <a:gd name="connsiteX4" fmla="*/ 0 w 51987"/>
                <a:gd name="connsiteY4" fmla="*/ 26163 h 52326"/>
                <a:gd name="connsiteX5" fmla="*/ 13605 w 51987"/>
                <a:gd name="connsiteY5" fmla="*/ 49187 h 52326"/>
                <a:gd name="connsiteX6" fmla="*/ 13954 w 51987"/>
                <a:gd name="connsiteY6" fmla="*/ 49535 h 52326"/>
                <a:gd name="connsiteX7" fmla="*/ 15698 w 51987"/>
                <a:gd name="connsiteY7" fmla="*/ 50233 h 52326"/>
                <a:gd name="connsiteX8" fmla="*/ 25814 w 51987"/>
                <a:gd name="connsiteY8" fmla="*/ 52326 h 52326"/>
                <a:gd name="connsiteX9" fmla="*/ 31047 w 51987"/>
                <a:gd name="connsiteY9" fmla="*/ 51629 h 52326"/>
                <a:gd name="connsiteX10" fmla="*/ 38024 w 51987"/>
                <a:gd name="connsiteY10" fmla="*/ 49187 h 52326"/>
                <a:gd name="connsiteX11" fmla="*/ 38373 w 51987"/>
                <a:gd name="connsiteY11" fmla="*/ 49187 h 52326"/>
                <a:gd name="connsiteX12" fmla="*/ 51977 w 51987"/>
                <a:gd name="connsiteY12" fmla="*/ 26163 h 52326"/>
                <a:gd name="connsiteX13" fmla="*/ 51977 w 51987"/>
                <a:gd name="connsiteY13" fmla="*/ 26163 h 52326"/>
                <a:gd name="connsiteX14" fmla="*/ 31396 w 51987"/>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7" h="52326">
                  <a:moveTo>
                    <a:pt x="31396" y="698"/>
                  </a:moveTo>
                  <a:cubicBezTo>
                    <a:pt x="29652" y="349"/>
                    <a:pt x="27907" y="0"/>
                    <a:pt x="26163" y="0"/>
                  </a:cubicBezTo>
                  <a:cubicBezTo>
                    <a:pt x="26163" y="0"/>
                    <a:pt x="26163" y="0"/>
                    <a:pt x="26163" y="0"/>
                  </a:cubicBezTo>
                  <a:cubicBezTo>
                    <a:pt x="26163" y="0"/>
                    <a:pt x="26163" y="0"/>
                    <a:pt x="26163" y="0"/>
                  </a:cubicBezTo>
                  <a:cubicBezTo>
                    <a:pt x="11861" y="0"/>
                    <a:pt x="0" y="11861"/>
                    <a:pt x="0" y="26163"/>
                  </a:cubicBezTo>
                  <a:cubicBezTo>
                    <a:pt x="0" y="35931"/>
                    <a:pt x="5581" y="44652"/>
                    <a:pt x="13605" y="49187"/>
                  </a:cubicBezTo>
                  <a:cubicBezTo>
                    <a:pt x="13605" y="49187"/>
                    <a:pt x="13954" y="49187"/>
                    <a:pt x="13954" y="49535"/>
                  </a:cubicBezTo>
                  <a:cubicBezTo>
                    <a:pt x="14651" y="49884"/>
                    <a:pt x="15000" y="50233"/>
                    <a:pt x="15698" y="50233"/>
                  </a:cubicBezTo>
                  <a:cubicBezTo>
                    <a:pt x="18838" y="51629"/>
                    <a:pt x="22326" y="52326"/>
                    <a:pt x="25814" y="52326"/>
                  </a:cubicBezTo>
                  <a:cubicBezTo>
                    <a:pt x="27559" y="52326"/>
                    <a:pt x="29303" y="51977"/>
                    <a:pt x="31047" y="51629"/>
                  </a:cubicBezTo>
                  <a:cubicBezTo>
                    <a:pt x="33489" y="51279"/>
                    <a:pt x="35931" y="50233"/>
                    <a:pt x="38024" y="49187"/>
                  </a:cubicBezTo>
                  <a:cubicBezTo>
                    <a:pt x="38024"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602" name="Freeform: Shape 601">
              <a:extLst>
                <a:ext uri="{FF2B5EF4-FFF2-40B4-BE49-F238E27FC236}">
                  <a16:creationId xmlns:a16="http://schemas.microsoft.com/office/drawing/2014/main" id="{E275C83A-05BF-2DAD-A528-8CC0BC6BD9EC}"/>
                </a:ext>
              </a:extLst>
            </p:cNvPr>
            <p:cNvSpPr/>
            <p:nvPr/>
          </p:nvSpPr>
          <p:spPr>
            <a:xfrm>
              <a:off x="35581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03" name="Freeform: Shape 602">
              <a:extLst>
                <a:ext uri="{FF2B5EF4-FFF2-40B4-BE49-F238E27FC236}">
                  <a16:creationId xmlns:a16="http://schemas.microsoft.com/office/drawing/2014/main" id="{B50B24BC-C3FA-0356-D371-1BDDB947000D}"/>
                </a:ext>
              </a:extLst>
            </p:cNvPr>
            <p:cNvSpPr/>
            <p:nvPr/>
          </p:nvSpPr>
          <p:spPr>
            <a:xfrm>
              <a:off x="376748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4" name="Freeform: Shape 603">
              <a:extLst>
                <a:ext uri="{FF2B5EF4-FFF2-40B4-BE49-F238E27FC236}">
                  <a16:creationId xmlns:a16="http://schemas.microsoft.com/office/drawing/2014/main" id="{82C61B89-ACD7-D0EB-111C-930B811B6B92}"/>
                </a:ext>
              </a:extLst>
            </p:cNvPr>
            <p:cNvSpPr/>
            <p:nvPr/>
          </p:nvSpPr>
          <p:spPr>
            <a:xfrm>
              <a:off x="3348875"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5" name="Freeform: Shape 604">
              <a:extLst>
                <a:ext uri="{FF2B5EF4-FFF2-40B4-BE49-F238E27FC236}">
                  <a16:creationId xmlns:a16="http://schemas.microsoft.com/office/drawing/2014/main" id="{1EC16D30-0EAA-9717-E132-F3995610261D}"/>
                </a:ext>
              </a:extLst>
            </p:cNvPr>
            <p:cNvSpPr/>
            <p:nvPr/>
          </p:nvSpPr>
          <p:spPr>
            <a:xfrm>
              <a:off x="324422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6" name="Freeform: Shape 605">
              <a:extLst>
                <a:ext uri="{FF2B5EF4-FFF2-40B4-BE49-F238E27FC236}">
                  <a16:creationId xmlns:a16="http://schemas.microsoft.com/office/drawing/2014/main" id="{730AC0C9-DC38-B842-092A-1F74E9CBE0AA}"/>
                </a:ext>
              </a:extLst>
            </p:cNvPr>
            <p:cNvSpPr/>
            <p:nvPr/>
          </p:nvSpPr>
          <p:spPr>
            <a:xfrm>
              <a:off x="3034918"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7" name="Freeform: Shape 606">
              <a:extLst>
                <a:ext uri="{FF2B5EF4-FFF2-40B4-BE49-F238E27FC236}">
                  <a16:creationId xmlns:a16="http://schemas.microsoft.com/office/drawing/2014/main" id="{F33CF9CA-C598-1E09-AE4C-131EFFDD9F27}"/>
                </a:ext>
              </a:extLst>
            </p:cNvPr>
            <p:cNvSpPr/>
            <p:nvPr/>
          </p:nvSpPr>
          <p:spPr>
            <a:xfrm>
              <a:off x="261630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8" name="Freeform: Shape 607">
              <a:extLst>
                <a:ext uri="{FF2B5EF4-FFF2-40B4-BE49-F238E27FC236}">
                  <a16:creationId xmlns:a16="http://schemas.microsoft.com/office/drawing/2014/main" id="{C6334A04-FE39-4F4C-1026-27E133A7F4EA}"/>
                </a:ext>
              </a:extLst>
            </p:cNvPr>
            <p:cNvSpPr/>
            <p:nvPr/>
          </p:nvSpPr>
          <p:spPr>
            <a:xfrm>
              <a:off x="2511307" y="3350510"/>
              <a:ext cx="52326" cy="52326"/>
            </a:xfrm>
            <a:custGeom>
              <a:avLst/>
              <a:gdLst>
                <a:gd name="connsiteX0" fmla="*/ 13256 w 52326"/>
                <a:gd name="connsiteY0" fmla="*/ 48838 h 52326"/>
                <a:gd name="connsiteX1" fmla="*/ 14651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1 w 52326"/>
                <a:gd name="connsiteY6" fmla="*/ 3140 h 52326"/>
                <a:gd name="connsiteX7" fmla="*/ 38373 w 52326"/>
                <a:gd name="connsiteY7" fmla="*/ 3140 h 52326"/>
                <a:gd name="connsiteX8" fmla="*/ 36279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2" y="49535"/>
                    <a:pt x="14651" y="49535"/>
                  </a:cubicBezTo>
                  <a:cubicBezTo>
                    <a:pt x="16744" y="50582"/>
                    <a:pt x="18837" y="51280"/>
                    <a:pt x="20930" y="51628"/>
                  </a:cubicBezTo>
                  <a:cubicBezTo>
                    <a:pt x="22675" y="51977"/>
                    <a:pt x="24419" y="52326"/>
                    <a:pt x="26163" y="52326"/>
                  </a:cubicBezTo>
                  <a:lnTo>
                    <a:pt x="26163" y="52326"/>
                  </a:lnTo>
                  <a:cubicBezTo>
                    <a:pt x="40465" y="52326"/>
                    <a:pt x="52326" y="40465"/>
                    <a:pt x="52326" y="26163"/>
                  </a:cubicBezTo>
                  <a:cubicBezTo>
                    <a:pt x="52326" y="16396"/>
                    <a:pt x="46745" y="7675"/>
                    <a:pt x="38721" y="3140"/>
                  </a:cubicBezTo>
                  <a:cubicBezTo>
                    <a:pt x="38721" y="3140"/>
                    <a:pt x="38373" y="3140"/>
                    <a:pt x="38373" y="3140"/>
                  </a:cubicBezTo>
                  <a:cubicBezTo>
                    <a:pt x="37675" y="2791"/>
                    <a:pt x="36977" y="2442"/>
                    <a:pt x="36279" y="2093"/>
                  </a:cubicBezTo>
                  <a:cubicBezTo>
                    <a:pt x="33140" y="698"/>
                    <a:pt x="29652" y="0"/>
                    <a:pt x="26163" y="0"/>
                  </a:cubicBezTo>
                  <a:cubicBezTo>
                    <a:pt x="11860" y="0"/>
                    <a:pt x="0" y="11861"/>
                    <a:pt x="0" y="26163"/>
                  </a:cubicBezTo>
                  <a:cubicBezTo>
                    <a:pt x="349" y="35931"/>
                    <a:pt x="5581" y="44303"/>
                    <a:pt x="13256" y="48838"/>
                  </a:cubicBezTo>
                  <a:close/>
                </a:path>
              </a:pathLst>
            </a:custGeom>
            <a:grpFill/>
            <a:ln w="3488" cap="flat">
              <a:noFill/>
              <a:prstDash val="solid"/>
              <a:miter/>
            </a:ln>
          </p:spPr>
          <p:txBody>
            <a:bodyPr rtlCol="0" anchor="ctr"/>
            <a:lstStyle/>
            <a:p>
              <a:endParaRPr lang="en-ID"/>
            </a:p>
          </p:txBody>
        </p:sp>
        <p:sp>
          <p:nvSpPr>
            <p:cNvPr id="609" name="Freeform: Shape 608">
              <a:extLst>
                <a:ext uri="{FF2B5EF4-FFF2-40B4-BE49-F238E27FC236}">
                  <a16:creationId xmlns:a16="http://schemas.microsoft.com/office/drawing/2014/main" id="{405C925F-345A-32FF-EFC4-B00F5676467F}"/>
                </a:ext>
              </a:extLst>
            </p:cNvPr>
            <p:cNvSpPr/>
            <p:nvPr/>
          </p:nvSpPr>
          <p:spPr>
            <a:xfrm>
              <a:off x="240700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0" name="Freeform: Shape 609">
              <a:extLst>
                <a:ext uri="{FF2B5EF4-FFF2-40B4-BE49-F238E27FC236}">
                  <a16:creationId xmlns:a16="http://schemas.microsoft.com/office/drawing/2014/main" id="{3316E7FC-426B-5F16-6319-1318179AE077}"/>
                </a:ext>
              </a:extLst>
            </p:cNvPr>
            <p:cNvSpPr/>
            <p:nvPr/>
          </p:nvSpPr>
          <p:spPr>
            <a:xfrm>
              <a:off x="240700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1" name="Freeform: Shape 610">
              <a:extLst>
                <a:ext uri="{FF2B5EF4-FFF2-40B4-BE49-F238E27FC236}">
                  <a16:creationId xmlns:a16="http://schemas.microsoft.com/office/drawing/2014/main" id="{78C94ECF-735F-AF18-FFB6-F8F9C1B8CF4B}"/>
                </a:ext>
              </a:extLst>
            </p:cNvPr>
            <p:cNvSpPr/>
            <p:nvPr/>
          </p:nvSpPr>
          <p:spPr>
            <a:xfrm>
              <a:off x="2302351"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1" y="0"/>
                    <a:pt x="0" y="11861"/>
                    <a:pt x="0" y="26163"/>
                  </a:cubicBezTo>
                  <a:cubicBezTo>
                    <a:pt x="0" y="31744"/>
                    <a:pt x="1744" y="36628"/>
                    <a:pt x="4535" y="40814"/>
                  </a:cubicBezTo>
                  <a:cubicBezTo>
                    <a:pt x="9070" y="47791"/>
                    <a:pt x="17093" y="52326"/>
                    <a:pt x="26163" y="52326"/>
                  </a:cubicBezTo>
                  <a:cubicBezTo>
                    <a:pt x="40465" y="52326"/>
                    <a:pt x="52326" y="40465"/>
                    <a:pt x="52326" y="26163"/>
                  </a:cubicBezTo>
                  <a:lnTo>
                    <a:pt x="52326" y="26163"/>
                  </a:ln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612" name="Freeform: Shape 611">
              <a:extLst>
                <a:ext uri="{FF2B5EF4-FFF2-40B4-BE49-F238E27FC236}">
                  <a16:creationId xmlns:a16="http://schemas.microsoft.com/office/drawing/2014/main" id="{70B406BE-2550-ACC5-F99D-D0B197B368E5}"/>
                </a:ext>
              </a:extLst>
            </p:cNvPr>
            <p:cNvSpPr/>
            <p:nvPr/>
          </p:nvSpPr>
          <p:spPr>
            <a:xfrm>
              <a:off x="230235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3" name="Freeform: Shape 612">
              <a:extLst>
                <a:ext uri="{FF2B5EF4-FFF2-40B4-BE49-F238E27FC236}">
                  <a16:creationId xmlns:a16="http://schemas.microsoft.com/office/drawing/2014/main" id="{9CE03C2D-574F-D58C-13FD-970251E325FB}"/>
                </a:ext>
              </a:extLst>
            </p:cNvPr>
            <p:cNvSpPr/>
            <p:nvPr/>
          </p:nvSpPr>
          <p:spPr>
            <a:xfrm>
              <a:off x="94187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4" name="Freeform: Shape 613">
              <a:extLst>
                <a:ext uri="{FF2B5EF4-FFF2-40B4-BE49-F238E27FC236}">
                  <a16:creationId xmlns:a16="http://schemas.microsoft.com/office/drawing/2014/main" id="{D5115648-EDB0-53E7-F329-AAFF2F7804BD}"/>
                </a:ext>
              </a:extLst>
            </p:cNvPr>
            <p:cNvSpPr/>
            <p:nvPr/>
          </p:nvSpPr>
          <p:spPr>
            <a:xfrm>
              <a:off x="837218"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5" name="Freeform: Shape 614">
              <a:extLst>
                <a:ext uri="{FF2B5EF4-FFF2-40B4-BE49-F238E27FC236}">
                  <a16:creationId xmlns:a16="http://schemas.microsoft.com/office/drawing/2014/main" id="{ED4463E3-36E7-3D95-89A0-AF708FF21E04}"/>
                </a:ext>
              </a:extLst>
            </p:cNvPr>
            <p:cNvSpPr/>
            <p:nvPr/>
          </p:nvSpPr>
          <p:spPr>
            <a:xfrm>
              <a:off x="62791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6" name="Freeform: Shape 615">
              <a:extLst>
                <a:ext uri="{FF2B5EF4-FFF2-40B4-BE49-F238E27FC236}">
                  <a16:creationId xmlns:a16="http://schemas.microsoft.com/office/drawing/2014/main" id="{30276629-1502-4CF7-242D-C58946B20C13}"/>
                </a:ext>
              </a:extLst>
            </p:cNvPr>
            <p:cNvSpPr/>
            <p:nvPr/>
          </p:nvSpPr>
          <p:spPr>
            <a:xfrm>
              <a:off x="418609"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7" name="Freeform: Shape 616">
              <a:extLst>
                <a:ext uri="{FF2B5EF4-FFF2-40B4-BE49-F238E27FC236}">
                  <a16:creationId xmlns:a16="http://schemas.microsoft.com/office/drawing/2014/main" id="{BD1B0AFF-8B89-4AD6-FFD4-7715A8DB72F6}"/>
                </a:ext>
              </a:extLst>
            </p:cNvPr>
            <p:cNvSpPr/>
            <p:nvPr/>
          </p:nvSpPr>
          <p:spPr>
            <a:xfrm>
              <a:off x="3453527"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7"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2326"/>
                    <a:pt x="51628" y="18838"/>
                    <a:pt x="50233" y="15698"/>
                  </a:cubicBezTo>
                  <a:close/>
                </a:path>
              </a:pathLst>
            </a:custGeom>
            <a:grpFill/>
            <a:ln w="3488" cap="flat">
              <a:noFill/>
              <a:prstDash val="solid"/>
              <a:miter/>
            </a:ln>
          </p:spPr>
          <p:txBody>
            <a:bodyPr rtlCol="0" anchor="ctr"/>
            <a:lstStyle/>
            <a:p>
              <a:endParaRPr lang="en-ID"/>
            </a:p>
          </p:txBody>
        </p:sp>
        <p:sp>
          <p:nvSpPr>
            <p:cNvPr id="618" name="Freeform: Shape 617">
              <a:extLst>
                <a:ext uri="{FF2B5EF4-FFF2-40B4-BE49-F238E27FC236}">
                  <a16:creationId xmlns:a16="http://schemas.microsoft.com/office/drawing/2014/main" id="{07C98B2E-9C5D-C3AE-66DB-19C69E1E6BF9}"/>
                </a:ext>
              </a:extLst>
            </p:cNvPr>
            <p:cNvSpPr/>
            <p:nvPr/>
          </p:nvSpPr>
          <p:spPr>
            <a:xfrm>
              <a:off x="4709356"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19" name="Freeform: Shape 618">
              <a:extLst>
                <a:ext uri="{FF2B5EF4-FFF2-40B4-BE49-F238E27FC236}">
                  <a16:creationId xmlns:a16="http://schemas.microsoft.com/office/drawing/2014/main" id="{5D9002C8-CC28-6A25-7306-5F135972BDBF}"/>
                </a:ext>
              </a:extLst>
            </p:cNvPr>
            <p:cNvSpPr/>
            <p:nvPr/>
          </p:nvSpPr>
          <p:spPr>
            <a:xfrm>
              <a:off x="2093047" y="5129252"/>
              <a:ext cx="52326" cy="52326"/>
            </a:xfrm>
            <a:custGeom>
              <a:avLst/>
              <a:gdLst>
                <a:gd name="connsiteX0" fmla="*/ 38721 w 52326"/>
                <a:gd name="connsiteY0" fmla="*/ 3488 h 52326"/>
                <a:gd name="connsiteX1" fmla="*/ 38721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5 w 52326"/>
                <a:gd name="connsiteY5" fmla="*/ 49187 h 52326"/>
                <a:gd name="connsiteX6" fmla="*/ 26163 w 52326"/>
                <a:gd name="connsiteY6" fmla="*/ 52326 h 52326"/>
                <a:gd name="connsiteX7" fmla="*/ 52326 w 52326"/>
                <a:gd name="connsiteY7" fmla="*/ 26163 h 52326"/>
                <a:gd name="connsiteX8" fmla="*/ 38721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1" y="3488"/>
                  </a:moveTo>
                  <a:cubicBezTo>
                    <a:pt x="38373" y="3488"/>
                    <a:pt x="38373" y="3488"/>
                    <a:pt x="38721" y="3488"/>
                  </a:cubicBezTo>
                  <a:cubicBezTo>
                    <a:pt x="36280" y="2093"/>
                    <a:pt x="33838" y="1395"/>
                    <a:pt x="31396" y="698"/>
                  </a:cubicBezTo>
                  <a:cubicBezTo>
                    <a:pt x="29652" y="349"/>
                    <a:pt x="27907" y="0"/>
                    <a:pt x="26163" y="0"/>
                  </a:cubicBezTo>
                  <a:cubicBezTo>
                    <a:pt x="11861" y="0"/>
                    <a:pt x="0" y="11861"/>
                    <a:pt x="0" y="26163"/>
                  </a:cubicBezTo>
                  <a:cubicBezTo>
                    <a:pt x="0" y="35930"/>
                    <a:pt x="5581" y="44651"/>
                    <a:pt x="13605" y="49187"/>
                  </a:cubicBezTo>
                  <a:cubicBezTo>
                    <a:pt x="17442" y="51279"/>
                    <a:pt x="21628" y="52326"/>
                    <a:pt x="26163" y="52326"/>
                  </a:cubicBezTo>
                  <a:cubicBezTo>
                    <a:pt x="40465" y="52326"/>
                    <a:pt x="52326" y="40465"/>
                    <a:pt x="52326" y="26163"/>
                  </a:cubicBezTo>
                  <a:cubicBezTo>
                    <a:pt x="52326" y="16744"/>
                    <a:pt x="46745" y="8023"/>
                    <a:pt x="38721" y="3488"/>
                  </a:cubicBezTo>
                  <a:close/>
                </a:path>
              </a:pathLst>
            </a:custGeom>
            <a:grpFill/>
            <a:ln w="3488" cap="flat">
              <a:noFill/>
              <a:prstDash val="solid"/>
              <a:miter/>
            </a:ln>
          </p:spPr>
          <p:txBody>
            <a:bodyPr rtlCol="0" anchor="ctr"/>
            <a:lstStyle/>
            <a:p>
              <a:endParaRPr lang="en-ID"/>
            </a:p>
          </p:txBody>
        </p:sp>
        <p:sp>
          <p:nvSpPr>
            <p:cNvPr id="620" name="Freeform: Shape 619">
              <a:extLst>
                <a:ext uri="{FF2B5EF4-FFF2-40B4-BE49-F238E27FC236}">
                  <a16:creationId xmlns:a16="http://schemas.microsoft.com/office/drawing/2014/main" id="{4A0D47C5-3D7C-5A71-F554-2345B94A369C}"/>
                </a:ext>
              </a:extLst>
            </p:cNvPr>
            <p:cNvSpPr/>
            <p:nvPr/>
          </p:nvSpPr>
          <p:spPr>
            <a:xfrm>
              <a:off x="334887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cubicBezTo>
                    <a:pt x="52326" y="26163"/>
                    <a:pt x="52326" y="26163"/>
                    <a:pt x="52326" y="26163"/>
                  </a:cubicBezTo>
                  <a:lnTo>
                    <a:pt x="52326" y="26163"/>
                  </a:lnTo>
                  <a:cubicBezTo>
                    <a:pt x="52326" y="11861"/>
                    <a:pt x="40465" y="0"/>
                    <a:pt x="26163" y="0"/>
                  </a:cubicBez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1" name="Freeform: Shape 620">
              <a:extLst>
                <a:ext uri="{FF2B5EF4-FFF2-40B4-BE49-F238E27FC236}">
                  <a16:creationId xmlns:a16="http://schemas.microsoft.com/office/drawing/2014/main" id="{832D0D35-EAF4-DA6B-055A-842FBF592558}"/>
                </a:ext>
              </a:extLst>
            </p:cNvPr>
            <p:cNvSpPr/>
            <p:nvPr/>
          </p:nvSpPr>
          <p:spPr>
            <a:xfrm>
              <a:off x="4081442"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1"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2" y="52326"/>
                    <a:pt x="26163" y="52326"/>
                  </a:cubicBezTo>
                  <a:cubicBezTo>
                    <a:pt x="40465"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622" name="Freeform: Shape 621">
              <a:extLst>
                <a:ext uri="{FF2B5EF4-FFF2-40B4-BE49-F238E27FC236}">
                  <a16:creationId xmlns:a16="http://schemas.microsoft.com/office/drawing/2014/main" id="{417634D1-0652-B5B6-4463-1C60F1CEED6B}"/>
                </a:ext>
              </a:extLst>
            </p:cNvPr>
            <p:cNvSpPr/>
            <p:nvPr/>
          </p:nvSpPr>
          <p:spPr>
            <a:xfrm>
              <a:off x="533727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3" name="Freeform: Shape 622">
              <a:extLst>
                <a:ext uri="{FF2B5EF4-FFF2-40B4-BE49-F238E27FC236}">
                  <a16:creationId xmlns:a16="http://schemas.microsoft.com/office/drawing/2014/main" id="{FED26078-77B8-8522-2DC4-F89FB89B3087}"/>
                </a:ext>
              </a:extLst>
            </p:cNvPr>
            <p:cNvSpPr/>
            <p:nvPr/>
          </p:nvSpPr>
          <p:spPr>
            <a:xfrm>
              <a:off x="5965184"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5" y="0"/>
                    <a:pt x="26163" y="0"/>
                  </a:cubicBezTo>
                  <a:cubicBezTo>
                    <a:pt x="18838" y="0"/>
                    <a:pt x="12558" y="2791"/>
                    <a:pt x="7674"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4" name="Freeform: Shape 623">
              <a:extLst>
                <a:ext uri="{FF2B5EF4-FFF2-40B4-BE49-F238E27FC236}">
                  <a16:creationId xmlns:a16="http://schemas.microsoft.com/office/drawing/2014/main" id="{35E4A022-AC4C-4A1F-E078-8B2CFE87D249}"/>
                </a:ext>
              </a:extLst>
            </p:cNvPr>
            <p:cNvSpPr/>
            <p:nvPr/>
          </p:nvSpPr>
          <p:spPr>
            <a:xfrm>
              <a:off x="596518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5" name="Freeform: Shape 624">
              <a:extLst>
                <a:ext uri="{FF2B5EF4-FFF2-40B4-BE49-F238E27FC236}">
                  <a16:creationId xmlns:a16="http://schemas.microsoft.com/office/drawing/2014/main" id="{9EBC0670-37DA-F80E-6CF4-9820D945EFCA}"/>
                </a:ext>
              </a:extLst>
            </p:cNvPr>
            <p:cNvSpPr/>
            <p:nvPr/>
          </p:nvSpPr>
          <p:spPr>
            <a:xfrm>
              <a:off x="523261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6" name="Freeform: Shape 625">
              <a:extLst>
                <a:ext uri="{FF2B5EF4-FFF2-40B4-BE49-F238E27FC236}">
                  <a16:creationId xmlns:a16="http://schemas.microsoft.com/office/drawing/2014/main" id="{236BD94E-C7C8-0901-7A4C-C9B6A85E36C8}"/>
                </a:ext>
              </a:extLst>
            </p:cNvPr>
            <p:cNvSpPr/>
            <p:nvPr/>
          </p:nvSpPr>
          <p:spPr>
            <a:xfrm>
              <a:off x="523261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7" name="Freeform: Shape 626">
              <a:extLst>
                <a:ext uri="{FF2B5EF4-FFF2-40B4-BE49-F238E27FC236}">
                  <a16:creationId xmlns:a16="http://schemas.microsoft.com/office/drawing/2014/main" id="{1CE03A93-92CC-506A-B71D-BE0DDF215D3F}"/>
                </a:ext>
              </a:extLst>
            </p:cNvPr>
            <p:cNvSpPr/>
            <p:nvPr/>
          </p:nvSpPr>
          <p:spPr>
            <a:xfrm>
              <a:off x="502331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8" name="Freeform: Shape 627">
              <a:extLst>
                <a:ext uri="{FF2B5EF4-FFF2-40B4-BE49-F238E27FC236}">
                  <a16:creationId xmlns:a16="http://schemas.microsoft.com/office/drawing/2014/main" id="{6619F83A-3554-9DD0-9F05-F7A1BD4357A3}"/>
                </a:ext>
              </a:extLst>
            </p:cNvPr>
            <p:cNvSpPr/>
            <p:nvPr/>
          </p:nvSpPr>
          <p:spPr>
            <a:xfrm>
              <a:off x="481400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9" name="Freeform: Shape 628">
              <a:extLst>
                <a:ext uri="{FF2B5EF4-FFF2-40B4-BE49-F238E27FC236}">
                  <a16:creationId xmlns:a16="http://schemas.microsoft.com/office/drawing/2014/main" id="{46F59E22-B61D-31F8-F8FF-091BE404F05D}"/>
                </a:ext>
              </a:extLst>
            </p:cNvPr>
            <p:cNvSpPr/>
            <p:nvPr/>
          </p:nvSpPr>
          <p:spPr>
            <a:xfrm>
              <a:off x="460470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0" name="Freeform: Shape 629">
              <a:extLst>
                <a:ext uri="{FF2B5EF4-FFF2-40B4-BE49-F238E27FC236}">
                  <a16:creationId xmlns:a16="http://schemas.microsoft.com/office/drawing/2014/main" id="{63AB9D80-CD02-9832-DCF9-A2FA98D8917B}"/>
                </a:ext>
              </a:extLst>
            </p:cNvPr>
            <p:cNvSpPr/>
            <p:nvPr/>
          </p:nvSpPr>
          <p:spPr>
            <a:xfrm>
              <a:off x="4395399"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1" name="Freeform: Shape 630">
              <a:extLst>
                <a:ext uri="{FF2B5EF4-FFF2-40B4-BE49-F238E27FC236}">
                  <a16:creationId xmlns:a16="http://schemas.microsoft.com/office/drawing/2014/main" id="{482C1351-6E31-F252-998D-6BB921D8C283}"/>
                </a:ext>
              </a:extLst>
            </p:cNvPr>
            <p:cNvSpPr/>
            <p:nvPr/>
          </p:nvSpPr>
          <p:spPr>
            <a:xfrm>
              <a:off x="4395399"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2" name="Freeform: Shape 631">
              <a:extLst>
                <a:ext uri="{FF2B5EF4-FFF2-40B4-BE49-F238E27FC236}">
                  <a16:creationId xmlns:a16="http://schemas.microsoft.com/office/drawing/2014/main" id="{E35E8EFA-B458-3D79-9960-6E0D824AC88E}"/>
                </a:ext>
              </a:extLst>
            </p:cNvPr>
            <p:cNvSpPr/>
            <p:nvPr/>
          </p:nvSpPr>
          <p:spPr>
            <a:xfrm>
              <a:off x="4186094" y="4606338"/>
              <a:ext cx="52326" cy="52326"/>
            </a:xfrm>
            <a:custGeom>
              <a:avLst/>
              <a:gdLst>
                <a:gd name="connsiteX0" fmla="*/ 50233 w 52326"/>
                <a:gd name="connsiteY0" fmla="*/ 16047 h 52326"/>
                <a:gd name="connsiteX1" fmla="*/ 26163 w 52326"/>
                <a:gd name="connsiteY1" fmla="*/ 0 h 52326"/>
                <a:gd name="connsiteX2" fmla="*/ 2093 w 52326"/>
                <a:gd name="connsiteY2" fmla="*/ 16047 h 52326"/>
                <a:gd name="connsiteX3" fmla="*/ 349 w 52326"/>
                <a:gd name="connsiteY3" fmla="*/ 22675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0233 w 52326"/>
                <a:gd name="connsiteY8" fmla="*/ 16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0233" y="16047"/>
                  </a:moveTo>
                  <a:cubicBezTo>
                    <a:pt x="46396" y="6628"/>
                    <a:pt x="36977" y="0"/>
                    <a:pt x="26163" y="0"/>
                  </a:cubicBezTo>
                  <a:cubicBezTo>
                    <a:pt x="15349" y="0"/>
                    <a:pt x="5930" y="6628"/>
                    <a:pt x="2093" y="16047"/>
                  </a:cubicBezTo>
                  <a:cubicBezTo>
                    <a:pt x="1047" y="18140"/>
                    <a:pt x="698" y="20582"/>
                    <a:pt x="349" y="22675"/>
                  </a:cubicBezTo>
                  <a:cubicBezTo>
                    <a:pt x="349" y="23721"/>
                    <a:pt x="0" y="25117"/>
                    <a:pt x="0" y="26163"/>
                  </a:cubicBezTo>
                  <a:lnTo>
                    <a:pt x="0" y="26163"/>
                  </a:lnTo>
                  <a:cubicBezTo>
                    <a:pt x="0" y="40465"/>
                    <a:pt x="11861" y="52326"/>
                    <a:pt x="26163" y="52326"/>
                  </a:cubicBezTo>
                  <a:cubicBezTo>
                    <a:pt x="40465" y="52326"/>
                    <a:pt x="52326" y="40465"/>
                    <a:pt x="52326" y="26163"/>
                  </a:cubicBezTo>
                  <a:cubicBezTo>
                    <a:pt x="52326" y="22675"/>
                    <a:pt x="51629" y="19186"/>
                    <a:pt x="50233" y="16047"/>
                  </a:cubicBezTo>
                  <a:close/>
                </a:path>
              </a:pathLst>
            </a:custGeom>
            <a:grpFill/>
            <a:ln w="3488" cap="flat">
              <a:noFill/>
              <a:prstDash val="solid"/>
              <a:miter/>
            </a:ln>
          </p:spPr>
          <p:txBody>
            <a:bodyPr rtlCol="0" anchor="ctr"/>
            <a:lstStyle/>
            <a:p>
              <a:endParaRPr lang="en-ID"/>
            </a:p>
          </p:txBody>
        </p:sp>
        <p:sp>
          <p:nvSpPr>
            <p:cNvPr id="633" name="Freeform: Shape 632">
              <a:extLst>
                <a:ext uri="{FF2B5EF4-FFF2-40B4-BE49-F238E27FC236}">
                  <a16:creationId xmlns:a16="http://schemas.microsoft.com/office/drawing/2014/main" id="{6794A934-5C66-97C4-E8C0-DE6474FF3441}"/>
                </a:ext>
              </a:extLst>
            </p:cNvPr>
            <p:cNvSpPr/>
            <p:nvPr/>
          </p:nvSpPr>
          <p:spPr>
            <a:xfrm>
              <a:off x="544192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4" name="Freeform: Shape 633">
              <a:extLst>
                <a:ext uri="{FF2B5EF4-FFF2-40B4-BE49-F238E27FC236}">
                  <a16:creationId xmlns:a16="http://schemas.microsoft.com/office/drawing/2014/main" id="{C3DFD57A-CAC4-186B-7F41-A3EF9B7F8FA0}"/>
                </a:ext>
              </a:extLst>
            </p:cNvPr>
            <p:cNvSpPr/>
            <p:nvPr/>
          </p:nvSpPr>
          <p:spPr>
            <a:xfrm>
              <a:off x="544192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5" name="Freeform: Shape 634">
              <a:extLst>
                <a:ext uri="{FF2B5EF4-FFF2-40B4-BE49-F238E27FC236}">
                  <a16:creationId xmlns:a16="http://schemas.microsoft.com/office/drawing/2014/main" id="{4E653169-2FE2-C24E-82E2-873C4047A59C}"/>
                </a:ext>
              </a:extLst>
            </p:cNvPr>
            <p:cNvSpPr/>
            <p:nvPr/>
          </p:nvSpPr>
          <p:spPr>
            <a:xfrm>
              <a:off x="512796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36" name="Freeform: Shape 635">
              <a:extLst>
                <a:ext uri="{FF2B5EF4-FFF2-40B4-BE49-F238E27FC236}">
                  <a16:creationId xmlns:a16="http://schemas.microsoft.com/office/drawing/2014/main" id="{C8E891EA-D90F-9D4C-70B3-27C54792AE90}"/>
                </a:ext>
              </a:extLst>
            </p:cNvPr>
            <p:cNvSpPr/>
            <p:nvPr/>
          </p:nvSpPr>
          <p:spPr>
            <a:xfrm>
              <a:off x="512796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7" name="Freeform: Shape 636">
              <a:extLst>
                <a:ext uri="{FF2B5EF4-FFF2-40B4-BE49-F238E27FC236}">
                  <a16:creationId xmlns:a16="http://schemas.microsoft.com/office/drawing/2014/main" id="{791E3EFD-4B5C-BE66-9253-BD77D7984953}"/>
                </a:ext>
              </a:extLst>
            </p:cNvPr>
            <p:cNvSpPr/>
            <p:nvPr/>
          </p:nvSpPr>
          <p:spPr>
            <a:xfrm>
              <a:off x="4081442"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38" name="Freeform: Shape 637">
              <a:extLst>
                <a:ext uri="{FF2B5EF4-FFF2-40B4-BE49-F238E27FC236}">
                  <a16:creationId xmlns:a16="http://schemas.microsoft.com/office/drawing/2014/main" id="{4AD4AF84-8CCB-DD71-20E1-9BE79EE5A694}"/>
                </a:ext>
              </a:extLst>
            </p:cNvPr>
            <p:cNvSpPr/>
            <p:nvPr/>
          </p:nvSpPr>
          <p:spPr>
            <a:xfrm>
              <a:off x="272096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9" name="Freeform: Shape 638">
              <a:extLst>
                <a:ext uri="{FF2B5EF4-FFF2-40B4-BE49-F238E27FC236}">
                  <a16:creationId xmlns:a16="http://schemas.microsoft.com/office/drawing/2014/main" id="{A2048DE9-B068-000A-752D-707704787339}"/>
                </a:ext>
              </a:extLst>
            </p:cNvPr>
            <p:cNvSpPr/>
            <p:nvPr/>
          </p:nvSpPr>
          <p:spPr>
            <a:xfrm>
              <a:off x="240700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0" name="Freeform: Shape 639">
              <a:extLst>
                <a:ext uri="{FF2B5EF4-FFF2-40B4-BE49-F238E27FC236}">
                  <a16:creationId xmlns:a16="http://schemas.microsoft.com/office/drawing/2014/main" id="{F227E672-1F7C-FA15-047D-C5A24CD58930}"/>
                </a:ext>
              </a:extLst>
            </p:cNvPr>
            <p:cNvSpPr/>
            <p:nvPr/>
          </p:nvSpPr>
          <p:spPr>
            <a:xfrm>
              <a:off x="209304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1" name="Freeform: Shape 640">
              <a:extLst>
                <a:ext uri="{FF2B5EF4-FFF2-40B4-BE49-F238E27FC236}">
                  <a16:creationId xmlns:a16="http://schemas.microsoft.com/office/drawing/2014/main" id="{2EACAAB6-4B31-F51C-1962-2634DD37B016}"/>
                </a:ext>
              </a:extLst>
            </p:cNvPr>
            <p:cNvSpPr/>
            <p:nvPr/>
          </p:nvSpPr>
          <p:spPr>
            <a:xfrm>
              <a:off x="18837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2" name="Freeform: Shape 641">
              <a:extLst>
                <a:ext uri="{FF2B5EF4-FFF2-40B4-BE49-F238E27FC236}">
                  <a16:creationId xmlns:a16="http://schemas.microsoft.com/office/drawing/2014/main" id="{17B607A5-863E-67E4-F9C0-2B38DD6B6A34}"/>
                </a:ext>
              </a:extLst>
            </p:cNvPr>
            <p:cNvSpPr/>
            <p:nvPr/>
          </p:nvSpPr>
          <p:spPr>
            <a:xfrm>
              <a:off x="16744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3" name="Freeform: Shape 642">
              <a:extLst>
                <a:ext uri="{FF2B5EF4-FFF2-40B4-BE49-F238E27FC236}">
                  <a16:creationId xmlns:a16="http://schemas.microsoft.com/office/drawing/2014/main" id="{0E07E378-03E1-6B39-0B67-97F79F1E6037}"/>
                </a:ext>
              </a:extLst>
            </p:cNvPr>
            <p:cNvSpPr/>
            <p:nvPr/>
          </p:nvSpPr>
          <p:spPr>
            <a:xfrm>
              <a:off x="13604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4" name="Freeform: Shape 643">
              <a:extLst>
                <a:ext uri="{FF2B5EF4-FFF2-40B4-BE49-F238E27FC236}">
                  <a16:creationId xmlns:a16="http://schemas.microsoft.com/office/drawing/2014/main" id="{FC7710BF-9C15-A778-5C2D-367AA520649C}"/>
                </a:ext>
              </a:extLst>
            </p:cNvPr>
            <p:cNvSpPr/>
            <p:nvPr/>
          </p:nvSpPr>
          <p:spPr>
            <a:xfrm>
              <a:off x="941871"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5" name="Freeform: Shape 644">
              <a:extLst>
                <a:ext uri="{FF2B5EF4-FFF2-40B4-BE49-F238E27FC236}">
                  <a16:creationId xmlns:a16="http://schemas.microsoft.com/office/drawing/2014/main" id="{3B44821F-BFAF-E4F8-410F-1BC24DB25C6C}"/>
                </a:ext>
              </a:extLst>
            </p:cNvPr>
            <p:cNvSpPr/>
            <p:nvPr/>
          </p:nvSpPr>
          <p:spPr>
            <a:xfrm>
              <a:off x="94187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6" name="Freeform: Shape 645">
              <a:extLst>
                <a:ext uri="{FF2B5EF4-FFF2-40B4-BE49-F238E27FC236}">
                  <a16:creationId xmlns:a16="http://schemas.microsoft.com/office/drawing/2014/main" id="{35FDAAD0-6586-44DB-4E2A-548EE6A7BE94}"/>
                </a:ext>
              </a:extLst>
            </p:cNvPr>
            <p:cNvSpPr/>
            <p:nvPr/>
          </p:nvSpPr>
          <p:spPr>
            <a:xfrm>
              <a:off x="837218"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6"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47" name="Freeform: Shape 646">
              <a:extLst>
                <a:ext uri="{FF2B5EF4-FFF2-40B4-BE49-F238E27FC236}">
                  <a16:creationId xmlns:a16="http://schemas.microsoft.com/office/drawing/2014/main" id="{E42C13F0-36D8-88F0-E0D8-4FAFA473DA1B}"/>
                </a:ext>
              </a:extLst>
            </p:cNvPr>
            <p:cNvSpPr/>
            <p:nvPr/>
          </p:nvSpPr>
          <p:spPr>
            <a:xfrm>
              <a:off x="0"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48" name="Freeform: Shape 647">
              <a:extLst>
                <a:ext uri="{FF2B5EF4-FFF2-40B4-BE49-F238E27FC236}">
                  <a16:creationId xmlns:a16="http://schemas.microsoft.com/office/drawing/2014/main" id="{7323993A-32EA-379C-E5E3-54535767A328}"/>
                </a:ext>
              </a:extLst>
            </p:cNvPr>
            <p:cNvSpPr/>
            <p:nvPr/>
          </p:nvSpPr>
          <p:spPr>
            <a:xfrm>
              <a:off x="2616309" y="4292381"/>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8" y="52326"/>
                    <a:pt x="26163" y="52326"/>
                  </a:cubicBezTo>
                  <a:cubicBezTo>
                    <a:pt x="40465"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649" name="Freeform: Shape 648">
              <a:extLst>
                <a:ext uri="{FF2B5EF4-FFF2-40B4-BE49-F238E27FC236}">
                  <a16:creationId xmlns:a16="http://schemas.microsoft.com/office/drawing/2014/main" id="{CB95E668-D1E4-B013-FAB8-CCD9F228101A}"/>
                </a:ext>
              </a:extLst>
            </p:cNvPr>
            <p:cNvSpPr/>
            <p:nvPr/>
          </p:nvSpPr>
          <p:spPr>
            <a:xfrm>
              <a:off x="5441922"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1" y="52326"/>
                    <a:pt x="26163" y="52326"/>
                  </a:cubicBez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650" name="Freeform: Shape 649">
              <a:extLst>
                <a:ext uri="{FF2B5EF4-FFF2-40B4-BE49-F238E27FC236}">
                  <a16:creationId xmlns:a16="http://schemas.microsoft.com/office/drawing/2014/main" id="{E89466AB-19DB-8CE7-E08F-59CA4369127A}"/>
                </a:ext>
              </a:extLst>
            </p:cNvPr>
            <p:cNvSpPr/>
            <p:nvPr/>
          </p:nvSpPr>
          <p:spPr>
            <a:xfrm>
              <a:off x="5860532" y="4920296"/>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20930 w 52326"/>
                <a:gd name="connsiteY5" fmla="*/ 51629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1" y="0"/>
                    <a:pt x="0" y="11861"/>
                    <a:pt x="0" y="26163"/>
                  </a:cubicBezTo>
                  <a:lnTo>
                    <a:pt x="0" y="26163"/>
                  </a:lnTo>
                  <a:cubicBezTo>
                    <a:pt x="0" y="38721"/>
                    <a:pt x="9070" y="49187"/>
                    <a:pt x="20930" y="51629"/>
                  </a:cubicBezTo>
                  <a:cubicBezTo>
                    <a:pt x="22675" y="51977"/>
                    <a:pt x="24419"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1" name="Freeform: Shape 650">
              <a:extLst>
                <a:ext uri="{FF2B5EF4-FFF2-40B4-BE49-F238E27FC236}">
                  <a16:creationId xmlns:a16="http://schemas.microsoft.com/office/drawing/2014/main" id="{263D6C27-D1D4-52E6-1280-7FAC06A084FA}"/>
                </a:ext>
              </a:extLst>
            </p:cNvPr>
            <p:cNvSpPr/>
            <p:nvPr/>
          </p:nvSpPr>
          <p:spPr>
            <a:xfrm>
              <a:off x="4081442"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52" name="Freeform: Shape 651">
              <a:extLst>
                <a:ext uri="{FF2B5EF4-FFF2-40B4-BE49-F238E27FC236}">
                  <a16:creationId xmlns:a16="http://schemas.microsoft.com/office/drawing/2014/main" id="{58E1492E-6E6B-9168-E6E1-3D276895FAD2}"/>
                </a:ext>
              </a:extLst>
            </p:cNvPr>
            <p:cNvSpPr/>
            <p:nvPr/>
          </p:nvSpPr>
          <p:spPr>
            <a:xfrm>
              <a:off x="575587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3" name="Freeform: Shape 652">
              <a:extLst>
                <a:ext uri="{FF2B5EF4-FFF2-40B4-BE49-F238E27FC236}">
                  <a16:creationId xmlns:a16="http://schemas.microsoft.com/office/drawing/2014/main" id="{CAA4D2B7-2335-65EF-78D0-EBA2CA4620B1}"/>
                </a:ext>
              </a:extLst>
            </p:cNvPr>
            <p:cNvSpPr/>
            <p:nvPr/>
          </p:nvSpPr>
          <p:spPr>
            <a:xfrm>
              <a:off x="596518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4" name="Freeform: Shape 653">
              <a:extLst>
                <a:ext uri="{FF2B5EF4-FFF2-40B4-BE49-F238E27FC236}">
                  <a16:creationId xmlns:a16="http://schemas.microsoft.com/office/drawing/2014/main" id="{94D6FE02-2CF5-99EA-24DA-02197DDD88E8}"/>
                </a:ext>
              </a:extLst>
            </p:cNvPr>
            <p:cNvSpPr/>
            <p:nvPr/>
          </p:nvSpPr>
          <p:spPr>
            <a:xfrm>
              <a:off x="554657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5" name="Freeform: Shape 654">
              <a:extLst>
                <a:ext uri="{FF2B5EF4-FFF2-40B4-BE49-F238E27FC236}">
                  <a16:creationId xmlns:a16="http://schemas.microsoft.com/office/drawing/2014/main" id="{23925FF4-B8BF-2475-C854-F5A1955C12B6}"/>
                </a:ext>
              </a:extLst>
            </p:cNvPr>
            <p:cNvSpPr/>
            <p:nvPr/>
          </p:nvSpPr>
          <p:spPr>
            <a:xfrm>
              <a:off x="56512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6" name="Freeform: Shape 655">
              <a:extLst>
                <a:ext uri="{FF2B5EF4-FFF2-40B4-BE49-F238E27FC236}">
                  <a16:creationId xmlns:a16="http://schemas.microsoft.com/office/drawing/2014/main" id="{D08B7AF8-7340-2B1B-E9ED-52A87B24CF1E}"/>
                </a:ext>
              </a:extLst>
            </p:cNvPr>
            <p:cNvSpPr/>
            <p:nvPr/>
          </p:nvSpPr>
          <p:spPr>
            <a:xfrm>
              <a:off x="5232618"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7" name="Freeform: Shape 656">
              <a:extLst>
                <a:ext uri="{FF2B5EF4-FFF2-40B4-BE49-F238E27FC236}">
                  <a16:creationId xmlns:a16="http://schemas.microsoft.com/office/drawing/2014/main" id="{EE0AA163-8DED-DB1D-D9EE-FFD4ECFE3901}"/>
                </a:ext>
              </a:extLst>
            </p:cNvPr>
            <p:cNvSpPr/>
            <p:nvPr/>
          </p:nvSpPr>
          <p:spPr>
            <a:xfrm>
              <a:off x="418609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8" name="Freeform: Shape 657">
              <a:extLst>
                <a:ext uri="{FF2B5EF4-FFF2-40B4-BE49-F238E27FC236}">
                  <a16:creationId xmlns:a16="http://schemas.microsoft.com/office/drawing/2014/main" id="{2C9EDA15-DE62-F8BE-BCEF-9DB375CF6775}"/>
                </a:ext>
              </a:extLst>
            </p:cNvPr>
            <p:cNvSpPr/>
            <p:nvPr/>
          </p:nvSpPr>
          <p:spPr>
            <a:xfrm>
              <a:off x="544192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9" name="Freeform: Shape 658">
              <a:extLst>
                <a:ext uri="{FF2B5EF4-FFF2-40B4-BE49-F238E27FC236}">
                  <a16:creationId xmlns:a16="http://schemas.microsoft.com/office/drawing/2014/main" id="{CEE62A1F-BC17-4FE7-2E96-379043280578}"/>
                </a:ext>
              </a:extLst>
            </p:cNvPr>
            <p:cNvSpPr/>
            <p:nvPr/>
          </p:nvSpPr>
          <p:spPr>
            <a:xfrm>
              <a:off x="470935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60" name="Freeform: Shape 659">
              <a:extLst>
                <a:ext uri="{FF2B5EF4-FFF2-40B4-BE49-F238E27FC236}">
                  <a16:creationId xmlns:a16="http://schemas.microsoft.com/office/drawing/2014/main" id="{A6BE40A2-B351-EF97-B8A0-E155B1CFE322}"/>
                </a:ext>
              </a:extLst>
            </p:cNvPr>
            <p:cNvSpPr/>
            <p:nvPr/>
          </p:nvSpPr>
          <p:spPr>
            <a:xfrm>
              <a:off x="4290746" y="4920296"/>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26163 w 52326"/>
                <a:gd name="connsiteY8"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61" name="Freeform: Shape 660">
              <a:extLst>
                <a:ext uri="{FF2B5EF4-FFF2-40B4-BE49-F238E27FC236}">
                  <a16:creationId xmlns:a16="http://schemas.microsoft.com/office/drawing/2014/main" id="{8F87AC1D-3F55-8545-4FDF-9B63FC005C0D}"/>
                </a:ext>
              </a:extLst>
            </p:cNvPr>
            <p:cNvSpPr/>
            <p:nvPr/>
          </p:nvSpPr>
          <p:spPr>
            <a:xfrm>
              <a:off x="282561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2" name="Freeform: Shape 661">
              <a:extLst>
                <a:ext uri="{FF2B5EF4-FFF2-40B4-BE49-F238E27FC236}">
                  <a16:creationId xmlns:a16="http://schemas.microsoft.com/office/drawing/2014/main" id="{FC2F495C-91BE-EE7C-66D4-A7B8E5FFA705}"/>
                </a:ext>
              </a:extLst>
            </p:cNvPr>
            <p:cNvSpPr/>
            <p:nvPr/>
          </p:nvSpPr>
          <p:spPr>
            <a:xfrm>
              <a:off x="272096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3" name="Freeform: Shape 662">
              <a:extLst>
                <a:ext uri="{FF2B5EF4-FFF2-40B4-BE49-F238E27FC236}">
                  <a16:creationId xmlns:a16="http://schemas.microsoft.com/office/drawing/2014/main" id="{90A9284D-AB08-5048-2443-2FBF08246F16}"/>
                </a:ext>
              </a:extLst>
            </p:cNvPr>
            <p:cNvSpPr/>
            <p:nvPr/>
          </p:nvSpPr>
          <p:spPr>
            <a:xfrm>
              <a:off x="251165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4" name="Freeform: Shape 663">
              <a:extLst>
                <a:ext uri="{FF2B5EF4-FFF2-40B4-BE49-F238E27FC236}">
                  <a16:creationId xmlns:a16="http://schemas.microsoft.com/office/drawing/2014/main" id="{A7B3FDC2-778E-7FF2-42ED-9F26382DDAA5}"/>
                </a:ext>
              </a:extLst>
            </p:cNvPr>
            <p:cNvSpPr/>
            <p:nvPr/>
          </p:nvSpPr>
          <p:spPr>
            <a:xfrm>
              <a:off x="19883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5" name="Freeform: Shape 664">
              <a:extLst>
                <a:ext uri="{FF2B5EF4-FFF2-40B4-BE49-F238E27FC236}">
                  <a16:creationId xmlns:a16="http://schemas.microsoft.com/office/drawing/2014/main" id="{AED24AA7-F2F3-26F7-C381-501D2A314C32}"/>
                </a:ext>
              </a:extLst>
            </p:cNvPr>
            <p:cNvSpPr/>
            <p:nvPr/>
          </p:nvSpPr>
          <p:spPr>
            <a:xfrm>
              <a:off x="1255828" y="4187729"/>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6" name="Freeform: Shape 665">
              <a:extLst>
                <a:ext uri="{FF2B5EF4-FFF2-40B4-BE49-F238E27FC236}">
                  <a16:creationId xmlns:a16="http://schemas.microsoft.com/office/drawing/2014/main" id="{B98E3DAA-BBAC-9408-7015-B8F5F5BDBE3F}"/>
                </a:ext>
              </a:extLst>
            </p:cNvPr>
            <p:cNvSpPr/>
            <p:nvPr/>
          </p:nvSpPr>
          <p:spPr>
            <a:xfrm>
              <a:off x="104652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7" name="Freeform: Shape 666">
              <a:extLst>
                <a:ext uri="{FF2B5EF4-FFF2-40B4-BE49-F238E27FC236}">
                  <a16:creationId xmlns:a16="http://schemas.microsoft.com/office/drawing/2014/main" id="{896173A7-F307-1730-C73C-DE014BA52F6E}"/>
                </a:ext>
              </a:extLst>
            </p:cNvPr>
            <p:cNvSpPr/>
            <p:nvPr/>
          </p:nvSpPr>
          <p:spPr>
            <a:xfrm>
              <a:off x="313957"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8" name="Freeform: Shape 667">
              <a:extLst>
                <a:ext uri="{FF2B5EF4-FFF2-40B4-BE49-F238E27FC236}">
                  <a16:creationId xmlns:a16="http://schemas.microsoft.com/office/drawing/2014/main" id="{B73A2FC6-5FBA-C74E-F079-BB77DB8156C5}"/>
                </a:ext>
              </a:extLst>
            </p:cNvPr>
            <p:cNvSpPr/>
            <p:nvPr/>
          </p:nvSpPr>
          <p:spPr>
            <a:xfrm>
              <a:off x="20930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69" name="Freeform: Shape 668">
              <a:extLst>
                <a:ext uri="{FF2B5EF4-FFF2-40B4-BE49-F238E27FC236}">
                  <a16:creationId xmlns:a16="http://schemas.microsoft.com/office/drawing/2014/main" id="{9A1298E9-5CD3-AFC7-5CAE-6FD98AA71662}"/>
                </a:ext>
              </a:extLst>
            </p:cNvPr>
            <p:cNvSpPr/>
            <p:nvPr/>
          </p:nvSpPr>
          <p:spPr>
            <a:xfrm>
              <a:off x="104652"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0" name="Freeform: Shape 669">
              <a:extLst>
                <a:ext uri="{FF2B5EF4-FFF2-40B4-BE49-F238E27FC236}">
                  <a16:creationId xmlns:a16="http://schemas.microsoft.com/office/drawing/2014/main" id="{25F136B6-7696-71D8-149E-3DE54FB9A9FD}"/>
                </a:ext>
              </a:extLst>
            </p:cNvPr>
            <p:cNvSpPr/>
            <p:nvPr/>
          </p:nvSpPr>
          <p:spPr>
            <a:xfrm>
              <a:off x="56512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1" name="Freeform: Shape 670">
              <a:extLst>
                <a:ext uri="{FF2B5EF4-FFF2-40B4-BE49-F238E27FC236}">
                  <a16:creationId xmlns:a16="http://schemas.microsoft.com/office/drawing/2014/main" id="{4611DA61-6376-D398-7BFC-D1159448A9F4}"/>
                </a:ext>
              </a:extLst>
            </p:cNvPr>
            <p:cNvSpPr/>
            <p:nvPr/>
          </p:nvSpPr>
          <p:spPr>
            <a:xfrm>
              <a:off x="2825613" y="4920296"/>
              <a:ext cx="52326" cy="52326"/>
            </a:xfrm>
            <a:custGeom>
              <a:avLst/>
              <a:gdLst>
                <a:gd name="connsiteX0" fmla="*/ 26163 w 52326"/>
                <a:gd name="connsiteY0" fmla="*/ 52326 h 52326"/>
                <a:gd name="connsiteX1" fmla="*/ 51280 w 52326"/>
                <a:gd name="connsiteY1" fmla="*/ 33837 h 52326"/>
                <a:gd name="connsiteX2" fmla="*/ 52326 w 52326"/>
                <a:gd name="connsiteY2" fmla="*/ 26163 h 52326"/>
                <a:gd name="connsiteX3" fmla="*/ 26163 w 52326"/>
                <a:gd name="connsiteY3" fmla="*/ 0 h 52326"/>
                <a:gd name="connsiteX4" fmla="*/ 1046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4" y="52326"/>
                    <a:pt x="47791" y="44652"/>
                    <a:pt x="51280" y="33837"/>
                  </a:cubicBezTo>
                  <a:cubicBezTo>
                    <a:pt x="51977" y="31396"/>
                    <a:pt x="52326" y="28605"/>
                    <a:pt x="52326" y="26163"/>
                  </a:cubicBez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2" name="Freeform: Shape 671">
              <a:extLst>
                <a:ext uri="{FF2B5EF4-FFF2-40B4-BE49-F238E27FC236}">
                  <a16:creationId xmlns:a16="http://schemas.microsoft.com/office/drawing/2014/main" id="{95DD4EB4-F1CA-9CAA-61F7-DE09C2145BFE}"/>
                </a:ext>
              </a:extLst>
            </p:cNvPr>
            <p:cNvSpPr/>
            <p:nvPr/>
          </p:nvSpPr>
          <p:spPr>
            <a:xfrm>
              <a:off x="6069488" y="4606338"/>
              <a:ext cx="52674" cy="52326"/>
            </a:xfrm>
            <a:custGeom>
              <a:avLst/>
              <a:gdLst>
                <a:gd name="connsiteX0" fmla="*/ 26512 w 52674"/>
                <a:gd name="connsiteY0" fmla="*/ 52326 h 52326"/>
                <a:gd name="connsiteX1" fmla="*/ 26512 w 52674"/>
                <a:gd name="connsiteY1" fmla="*/ 52326 h 52326"/>
                <a:gd name="connsiteX2" fmla="*/ 45001 w 52674"/>
                <a:gd name="connsiteY2" fmla="*/ 44652 h 52326"/>
                <a:gd name="connsiteX3" fmla="*/ 51628 w 52674"/>
                <a:gd name="connsiteY3" fmla="*/ 33838 h 52326"/>
                <a:gd name="connsiteX4" fmla="*/ 52675 w 52674"/>
                <a:gd name="connsiteY4" fmla="*/ 26163 h 52326"/>
                <a:gd name="connsiteX5" fmla="*/ 52675 w 52674"/>
                <a:gd name="connsiteY5" fmla="*/ 23372 h 52326"/>
                <a:gd name="connsiteX6" fmla="*/ 29303 w 52674"/>
                <a:gd name="connsiteY6" fmla="*/ 0 h 52326"/>
                <a:gd name="connsiteX7" fmla="*/ 26512 w 52674"/>
                <a:gd name="connsiteY7" fmla="*/ 0 h 52326"/>
                <a:gd name="connsiteX8" fmla="*/ 23023 w 52674"/>
                <a:gd name="connsiteY8" fmla="*/ 349 h 52326"/>
                <a:gd name="connsiteX9" fmla="*/ 22326 w 52674"/>
                <a:gd name="connsiteY9" fmla="*/ 349 h 52326"/>
                <a:gd name="connsiteX10" fmla="*/ 15698 w 52674"/>
                <a:gd name="connsiteY10" fmla="*/ 2442 h 52326"/>
                <a:gd name="connsiteX11" fmla="*/ 15000 w 52674"/>
                <a:gd name="connsiteY11" fmla="*/ 2791 h 52326"/>
                <a:gd name="connsiteX12" fmla="*/ 9767 w 52674"/>
                <a:gd name="connsiteY12" fmla="*/ 6279 h 52326"/>
                <a:gd name="connsiteX13" fmla="*/ 9070 w 52674"/>
                <a:gd name="connsiteY13" fmla="*/ 6977 h 52326"/>
                <a:gd name="connsiteX14" fmla="*/ 7674 w 52674"/>
                <a:gd name="connsiteY14" fmla="*/ 8372 h 52326"/>
                <a:gd name="connsiteX15" fmla="*/ 6977 w 52674"/>
                <a:gd name="connsiteY15" fmla="*/ 9070 h 52326"/>
                <a:gd name="connsiteX16" fmla="*/ 5581 w 52674"/>
                <a:gd name="connsiteY16" fmla="*/ 10465 h 52326"/>
                <a:gd name="connsiteX17" fmla="*/ 4884 w 52674"/>
                <a:gd name="connsiteY17" fmla="*/ 11163 h 52326"/>
                <a:gd name="connsiteX18" fmla="*/ 3488 w 52674"/>
                <a:gd name="connsiteY18" fmla="*/ 13605 h 52326"/>
                <a:gd name="connsiteX19" fmla="*/ 3488 w 52674"/>
                <a:gd name="connsiteY19" fmla="*/ 13605 h 52326"/>
                <a:gd name="connsiteX20" fmla="*/ 2093 w 52674"/>
                <a:gd name="connsiteY20" fmla="*/ 16396 h 52326"/>
                <a:gd name="connsiteX21" fmla="*/ 1744 w 52674"/>
                <a:gd name="connsiteY21" fmla="*/ 17093 h 52326"/>
                <a:gd name="connsiteX22" fmla="*/ 1046 w 52674"/>
                <a:gd name="connsiteY22" fmla="*/ 19186 h 52326"/>
                <a:gd name="connsiteX23" fmla="*/ 698 w 52674"/>
                <a:gd name="connsiteY23" fmla="*/ 20233 h 52326"/>
                <a:gd name="connsiteX24" fmla="*/ 349 w 52674"/>
                <a:gd name="connsiteY24" fmla="*/ 22326 h 52326"/>
                <a:gd name="connsiteX25" fmla="*/ 349 w 52674"/>
                <a:gd name="connsiteY25" fmla="*/ 23372 h 52326"/>
                <a:gd name="connsiteX26" fmla="*/ 0 w 52674"/>
                <a:gd name="connsiteY26" fmla="*/ 26512 h 52326"/>
                <a:gd name="connsiteX27" fmla="*/ 0 w 52674"/>
                <a:gd name="connsiteY27" fmla="*/ 26512 h 52326"/>
                <a:gd name="connsiteX28" fmla="*/ 26512 w 52674"/>
                <a:gd name="connsiteY2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674" h="52326">
                  <a:moveTo>
                    <a:pt x="26512" y="52326"/>
                  </a:moveTo>
                  <a:lnTo>
                    <a:pt x="26512" y="52326"/>
                  </a:lnTo>
                  <a:cubicBezTo>
                    <a:pt x="33837" y="52326"/>
                    <a:pt x="40117" y="49535"/>
                    <a:pt x="45001" y="44652"/>
                  </a:cubicBezTo>
                  <a:cubicBezTo>
                    <a:pt x="47791" y="41861"/>
                    <a:pt x="50233" y="38024"/>
                    <a:pt x="51628" y="33838"/>
                  </a:cubicBezTo>
                  <a:cubicBezTo>
                    <a:pt x="52326" y="31396"/>
                    <a:pt x="52675" y="28605"/>
                    <a:pt x="52675" y="26163"/>
                  </a:cubicBezTo>
                  <a:cubicBezTo>
                    <a:pt x="52675" y="25117"/>
                    <a:pt x="52675" y="24419"/>
                    <a:pt x="52675" y="23372"/>
                  </a:cubicBezTo>
                  <a:cubicBezTo>
                    <a:pt x="51279" y="11163"/>
                    <a:pt x="41512" y="1395"/>
                    <a:pt x="29303" y="0"/>
                  </a:cubicBezTo>
                  <a:cubicBezTo>
                    <a:pt x="28256" y="0"/>
                    <a:pt x="27559" y="0"/>
                    <a:pt x="26512" y="0"/>
                  </a:cubicBezTo>
                  <a:cubicBezTo>
                    <a:pt x="25465" y="0"/>
                    <a:pt x="24070" y="0"/>
                    <a:pt x="23023" y="349"/>
                  </a:cubicBezTo>
                  <a:cubicBezTo>
                    <a:pt x="22675" y="349"/>
                    <a:pt x="22326" y="349"/>
                    <a:pt x="22326" y="349"/>
                  </a:cubicBezTo>
                  <a:cubicBezTo>
                    <a:pt x="19884" y="698"/>
                    <a:pt x="17791" y="1395"/>
                    <a:pt x="15698" y="2442"/>
                  </a:cubicBezTo>
                  <a:cubicBezTo>
                    <a:pt x="15349" y="2442"/>
                    <a:pt x="15349" y="2791"/>
                    <a:pt x="15000" y="2791"/>
                  </a:cubicBezTo>
                  <a:cubicBezTo>
                    <a:pt x="13256" y="3837"/>
                    <a:pt x="11512" y="4884"/>
                    <a:pt x="9767" y="6279"/>
                  </a:cubicBezTo>
                  <a:cubicBezTo>
                    <a:pt x="9419" y="6628"/>
                    <a:pt x="9419" y="6628"/>
                    <a:pt x="9070" y="6977"/>
                  </a:cubicBezTo>
                  <a:cubicBezTo>
                    <a:pt x="8721" y="7326"/>
                    <a:pt x="8023" y="8023"/>
                    <a:pt x="7674" y="8372"/>
                  </a:cubicBezTo>
                  <a:cubicBezTo>
                    <a:pt x="7326" y="8721"/>
                    <a:pt x="7326" y="8721"/>
                    <a:pt x="6977" y="9070"/>
                  </a:cubicBezTo>
                  <a:cubicBezTo>
                    <a:pt x="6628" y="9419"/>
                    <a:pt x="6279" y="10116"/>
                    <a:pt x="5581" y="10465"/>
                  </a:cubicBezTo>
                  <a:cubicBezTo>
                    <a:pt x="5233" y="10814"/>
                    <a:pt x="5233" y="10814"/>
                    <a:pt x="4884" y="11163"/>
                  </a:cubicBezTo>
                  <a:cubicBezTo>
                    <a:pt x="4186" y="11861"/>
                    <a:pt x="3837" y="12907"/>
                    <a:pt x="3488" y="13605"/>
                  </a:cubicBezTo>
                  <a:cubicBezTo>
                    <a:pt x="3488" y="13605"/>
                    <a:pt x="3488" y="13605"/>
                    <a:pt x="3488" y="13605"/>
                  </a:cubicBezTo>
                  <a:cubicBezTo>
                    <a:pt x="3140" y="14302"/>
                    <a:pt x="2790" y="15349"/>
                    <a:pt x="2093" y="16396"/>
                  </a:cubicBezTo>
                  <a:cubicBezTo>
                    <a:pt x="2093" y="16744"/>
                    <a:pt x="1744" y="17093"/>
                    <a:pt x="1744" y="17093"/>
                  </a:cubicBezTo>
                  <a:cubicBezTo>
                    <a:pt x="1395" y="17791"/>
                    <a:pt x="1395" y="18489"/>
                    <a:pt x="1046" y="19186"/>
                  </a:cubicBezTo>
                  <a:cubicBezTo>
                    <a:pt x="1046" y="19535"/>
                    <a:pt x="698" y="19884"/>
                    <a:pt x="698" y="20233"/>
                  </a:cubicBezTo>
                  <a:cubicBezTo>
                    <a:pt x="698" y="20930"/>
                    <a:pt x="349" y="21628"/>
                    <a:pt x="349" y="22326"/>
                  </a:cubicBezTo>
                  <a:cubicBezTo>
                    <a:pt x="349" y="22675"/>
                    <a:pt x="349" y="23023"/>
                    <a:pt x="349" y="23372"/>
                  </a:cubicBezTo>
                  <a:cubicBezTo>
                    <a:pt x="349" y="24419"/>
                    <a:pt x="0" y="25465"/>
                    <a:pt x="0" y="26512"/>
                  </a:cubicBezTo>
                  <a:cubicBezTo>
                    <a:pt x="0" y="26512"/>
                    <a:pt x="0" y="26512"/>
                    <a:pt x="0" y="26512"/>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673" name="Freeform: Shape 672">
              <a:extLst>
                <a:ext uri="{FF2B5EF4-FFF2-40B4-BE49-F238E27FC236}">
                  <a16:creationId xmlns:a16="http://schemas.microsoft.com/office/drawing/2014/main" id="{D89A317B-204C-3AD4-DD2A-AF23C74FCBF5}"/>
                </a:ext>
              </a:extLst>
            </p:cNvPr>
            <p:cNvSpPr/>
            <p:nvPr/>
          </p:nvSpPr>
          <p:spPr>
            <a:xfrm>
              <a:off x="4709356"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4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5" y="52326"/>
                    <a:pt x="52326" y="40465"/>
                    <a:pt x="52326" y="26163"/>
                  </a:cubicBezTo>
                  <a:cubicBezTo>
                    <a:pt x="52326" y="16047"/>
                    <a:pt x="46396" y="7326"/>
                    <a:pt x="38024" y="2791"/>
                  </a:cubicBezTo>
                  <a:cubicBezTo>
                    <a:pt x="34535" y="1046"/>
                    <a:pt x="30349" y="0"/>
                    <a:pt x="26163" y="0"/>
                  </a:cubicBezTo>
                  <a:lnTo>
                    <a:pt x="26163" y="0"/>
                  </a:lnTo>
                  <a:cubicBezTo>
                    <a:pt x="11861"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4" name="Freeform: Shape 673">
              <a:extLst>
                <a:ext uri="{FF2B5EF4-FFF2-40B4-BE49-F238E27FC236}">
                  <a16:creationId xmlns:a16="http://schemas.microsoft.com/office/drawing/2014/main" id="{4B76A08E-48C8-FC7A-B01C-73DE5BA71C87}"/>
                </a:ext>
              </a:extLst>
            </p:cNvPr>
            <p:cNvSpPr/>
            <p:nvPr/>
          </p:nvSpPr>
          <p:spPr>
            <a:xfrm>
              <a:off x="533727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5" name="Freeform: Shape 674">
              <a:extLst>
                <a:ext uri="{FF2B5EF4-FFF2-40B4-BE49-F238E27FC236}">
                  <a16:creationId xmlns:a16="http://schemas.microsoft.com/office/drawing/2014/main" id="{D8ECB1B5-EC00-5F2E-2BA8-ABF1B8584425}"/>
                </a:ext>
              </a:extLst>
            </p:cNvPr>
            <p:cNvSpPr/>
            <p:nvPr/>
          </p:nvSpPr>
          <p:spPr>
            <a:xfrm>
              <a:off x="50233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6" name="Freeform: Shape 675">
              <a:extLst>
                <a:ext uri="{FF2B5EF4-FFF2-40B4-BE49-F238E27FC236}">
                  <a16:creationId xmlns:a16="http://schemas.microsoft.com/office/drawing/2014/main" id="{CB243276-2F70-692B-B8F4-D2E2CA091ECB}"/>
                </a:ext>
              </a:extLst>
            </p:cNvPr>
            <p:cNvSpPr/>
            <p:nvPr/>
          </p:nvSpPr>
          <p:spPr>
            <a:xfrm>
              <a:off x="481400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7" name="Freeform: Shape 676">
              <a:extLst>
                <a:ext uri="{FF2B5EF4-FFF2-40B4-BE49-F238E27FC236}">
                  <a16:creationId xmlns:a16="http://schemas.microsoft.com/office/drawing/2014/main" id="{6D769031-FB82-A48D-65C0-0C31FA048455}"/>
                </a:ext>
              </a:extLst>
            </p:cNvPr>
            <p:cNvSpPr/>
            <p:nvPr/>
          </p:nvSpPr>
          <p:spPr>
            <a:xfrm>
              <a:off x="4395399"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78" name="Freeform: Shape 677">
              <a:extLst>
                <a:ext uri="{FF2B5EF4-FFF2-40B4-BE49-F238E27FC236}">
                  <a16:creationId xmlns:a16="http://schemas.microsoft.com/office/drawing/2014/main" id="{43147205-32F6-9242-3C8A-A4F1A3EE0156}"/>
                </a:ext>
              </a:extLst>
            </p:cNvPr>
            <p:cNvSpPr/>
            <p:nvPr/>
          </p:nvSpPr>
          <p:spPr>
            <a:xfrm>
              <a:off x="3872137"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5"/>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9" name="Freeform: Shape 678">
              <a:extLst>
                <a:ext uri="{FF2B5EF4-FFF2-40B4-BE49-F238E27FC236}">
                  <a16:creationId xmlns:a16="http://schemas.microsoft.com/office/drawing/2014/main" id="{2C424E23-CE18-2ABB-BA67-E86CD1556D35}"/>
                </a:ext>
              </a:extLst>
            </p:cNvPr>
            <p:cNvSpPr/>
            <p:nvPr/>
          </p:nvSpPr>
          <p:spPr>
            <a:xfrm>
              <a:off x="355818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80" name="Freeform: Shape 679">
              <a:extLst>
                <a:ext uri="{FF2B5EF4-FFF2-40B4-BE49-F238E27FC236}">
                  <a16:creationId xmlns:a16="http://schemas.microsoft.com/office/drawing/2014/main" id="{E1BB897F-C4CC-0B66-B433-05F378C3D368}"/>
                </a:ext>
              </a:extLst>
            </p:cNvPr>
            <p:cNvSpPr/>
            <p:nvPr/>
          </p:nvSpPr>
          <p:spPr>
            <a:xfrm>
              <a:off x="35581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1" name="Freeform: Shape 680">
              <a:extLst>
                <a:ext uri="{FF2B5EF4-FFF2-40B4-BE49-F238E27FC236}">
                  <a16:creationId xmlns:a16="http://schemas.microsoft.com/office/drawing/2014/main" id="{3DD63133-3CB2-9EFF-C3D8-C179CF1BEC9E}"/>
                </a:ext>
              </a:extLst>
            </p:cNvPr>
            <p:cNvSpPr/>
            <p:nvPr/>
          </p:nvSpPr>
          <p:spPr>
            <a:xfrm>
              <a:off x="324422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2" name="Freeform: Shape 681">
              <a:extLst>
                <a:ext uri="{FF2B5EF4-FFF2-40B4-BE49-F238E27FC236}">
                  <a16:creationId xmlns:a16="http://schemas.microsoft.com/office/drawing/2014/main" id="{66A81945-A5BE-DD9D-D326-4ED7BFBF2373}"/>
                </a:ext>
              </a:extLst>
            </p:cNvPr>
            <p:cNvSpPr/>
            <p:nvPr/>
          </p:nvSpPr>
          <p:spPr>
            <a:xfrm>
              <a:off x="272096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3" name="Freeform: Shape 682">
              <a:extLst>
                <a:ext uri="{FF2B5EF4-FFF2-40B4-BE49-F238E27FC236}">
                  <a16:creationId xmlns:a16="http://schemas.microsoft.com/office/drawing/2014/main" id="{47A007E7-B547-6DD9-1869-C167CC3489D0}"/>
                </a:ext>
              </a:extLst>
            </p:cNvPr>
            <p:cNvSpPr/>
            <p:nvPr/>
          </p:nvSpPr>
          <p:spPr>
            <a:xfrm>
              <a:off x="167443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4" name="Freeform: Shape 683">
              <a:extLst>
                <a:ext uri="{FF2B5EF4-FFF2-40B4-BE49-F238E27FC236}">
                  <a16:creationId xmlns:a16="http://schemas.microsoft.com/office/drawing/2014/main" id="{879A4D9C-4DAF-5ACC-AE99-3E2059DA0A40}"/>
                </a:ext>
              </a:extLst>
            </p:cNvPr>
            <p:cNvSpPr/>
            <p:nvPr/>
          </p:nvSpPr>
          <p:spPr>
            <a:xfrm rot="17550026">
              <a:off x="1151257" y="4501713"/>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685" name="Freeform: Shape 684">
              <a:extLst>
                <a:ext uri="{FF2B5EF4-FFF2-40B4-BE49-F238E27FC236}">
                  <a16:creationId xmlns:a16="http://schemas.microsoft.com/office/drawing/2014/main" id="{3B59298D-66E5-C728-5356-BFAE2A7C6B4B}"/>
                </a:ext>
              </a:extLst>
            </p:cNvPr>
            <p:cNvSpPr/>
            <p:nvPr/>
          </p:nvSpPr>
          <p:spPr>
            <a:xfrm>
              <a:off x="837218"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6" name="Freeform: Shape 685">
              <a:extLst>
                <a:ext uri="{FF2B5EF4-FFF2-40B4-BE49-F238E27FC236}">
                  <a16:creationId xmlns:a16="http://schemas.microsoft.com/office/drawing/2014/main" id="{2CEA0F88-C9A5-F7A9-1577-710D617250E5}"/>
                </a:ext>
              </a:extLst>
            </p:cNvPr>
            <p:cNvSpPr/>
            <p:nvPr/>
          </p:nvSpPr>
          <p:spPr>
            <a:xfrm>
              <a:off x="418609"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8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6" y="52326"/>
                    <a:pt x="52326" y="40465"/>
                    <a:pt x="52326" y="26163"/>
                  </a:cubicBezTo>
                  <a:cubicBezTo>
                    <a:pt x="52326" y="14302"/>
                    <a:pt x="44652" y="4535"/>
                    <a:pt x="33838" y="1047"/>
                  </a:cubicBezTo>
                  <a:cubicBezTo>
                    <a:pt x="32442" y="698"/>
                    <a:pt x="31396" y="349"/>
                    <a:pt x="30000" y="349"/>
                  </a:cubicBezTo>
                  <a:cubicBezTo>
                    <a:pt x="28605" y="0"/>
                    <a:pt x="27558"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7" name="Freeform: Shape 686">
              <a:extLst>
                <a:ext uri="{FF2B5EF4-FFF2-40B4-BE49-F238E27FC236}">
                  <a16:creationId xmlns:a16="http://schemas.microsoft.com/office/drawing/2014/main" id="{EA80F5A7-6130-16D2-19F7-DC8C7E092706}"/>
                </a:ext>
              </a:extLst>
            </p:cNvPr>
            <p:cNvSpPr/>
            <p:nvPr/>
          </p:nvSpPr>
          <p:spPr>
            <a:xfrm>
              <a:off x="1674437"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5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1" y="0"/>
                    <a:pt x="0" y="11861"/>
                    <a:pt x="0" y="26163"/>
                  </a:cubicBezTo>
                  <a:cubicBezTo>
                    <a:pt x="0" y="33489"/>
                    <a:pt x="2791" y="39768"/>
                    <a:pt x="7675"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688" name="Freeform: Shape 687">
              <a:extLst>
                <a:ext uri="{FF2B5EF4-FFF2-40B4-BE49-F238E27FC236}">
                  <a16:creationId xmlns:a16="http://schemas.microsoft.com/office/drawing/2014/main" id="{95220630-5D9D-2FF6-2B43-BEE5B18D8269}"/>
                </a:ext>
              </a:extLst>
            </p:cNvPr>
            <p:cNvSpPr/>
            <p:nvPr/>
          </p:nvSpPr>
          <p:spPr>
            <a:xfrm>
              <a:off x="4395399"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89" name="Freeform: Shape 688">
              <a:extLst>
                <a:ext uri="{FF2B5EF4-FFF2-40B4-BE49-F238E27FC236}">
                  <a16:creationId xmlns:a16="http://schemas.microsoft.com/office/drawing/2014/main" id="{9BC4497C-AA39-6A48-2B49-C38433702C8F}"/>
                </a:ext>
              </a:extLst>
            </p:cNvPr>
            <p:cNvSpPr/>
            <p:nvPr/>
          </p:nvSpPr>
          <p:spPr>
            <a:xfrm>
              <a:off x="1182571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0" name="Freeform: Shape 689">
              <a:extLst>
                <a:ext uri="{FF2B5EF4-FFF2-40B4-BE49-F238E27FC236}">
                  <a16:creationId xmlns:a16="http://schemas.microsoft.com/office/drawing/2014/main" id="{09F71D3F-D156-5EF8-C95B-DA21CEC41879}"/>
                </a:ext>
              </a:extLst>
            </p:cNvPr>
            <p:cNvSpPr/>
            <p:nvPr/>
          </p:nvSpPr>
          <p:spPr>
            <a:xfrm>
              <a:off x="117210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1" name="Freeform: Shape 690">
              <a:extLst>
                <a:ext uri="{FF2B5EF4-FFF2-40B4-BE49-F238E27FC236}">
                  <a16:creationId xmlns:a16="http://schemas.microsoft.com/office/drawing/2014/main" id="{A9B43793-6A85-0993-A2D4-817F64D55EC1}"/>
                </a:ext>
              </a:extLst>
            </p:cNvPr>
            <p:cNvSpPr/>
            <p:nvPr/>
          </p:nvSpPr>
          <p:spPr>
            <a:xfrm>
              <a:off x="1109315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2" name="Freeform: Shape 691">
              <a:extLst>
                <a:ext uri="{FF2B5EF4-FFF2-40B4-BE49-F238E27FC236}">
                  <a16:creationId xmlns:a16="http://schemas.microsoft.com/office/drawing/2014/main" id="{84489A42-0FC3-7CB9-CDC2-713A03329B45}"/>
                </a:ext>
              </a:extLst>
            </p:cNvPr>
            <p:cNvSpPr/>
            <p:nvPr/>
          </p:nvSpPr>
          <p:spPr>
            <a:xfrm>
              <a:off x="10465236"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93" name="Freeform: Shape 692">
              <a:extLst>
                <a:ext uri="{FF2B5EF4-FFF2-40B4-BE49-F238E27FC236}">
                  <a16:creationId xmlns:a16="http://schemas.microsoft.com/office/drawing/2014/main" id="{3C1D7ACE-079F-3B43-EDA3-AC969B3DF3DC}"/>
                </a:ext>
              </a:extLst>
            </p:cNvPr>
            <p:cNvSpPr/>
            <p:nvPr/>
          </p:nvSpPr>
          <p:spPr>
            <a:xfrm>
              <a:off x="1098849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4" name="Freeform: Shape 693">
              <a:extLst>
                <a:ext uri="{FF2B5EF4-FFF2-40B4-BE49-F238E27FC236}">
                  <a16:creationId xmlns:a16="http://schemas.microsoft.com/office/drawing/2014/main" id="{2D27CDDC-27C6-930C-451B-0954257B9BF9}"/>
                </a:ext>
              </a:extLst>
            </p:cNvPr>
            <p:cNvSpPr/>
            <p:nvPr/>
          </p:nvSpPr>
          <p:spPr>
            <a:xfrm>
              <a:off x="93140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5" name="Freeform: Shape 694">
              <a:extLst>
                <a:ext uri="{FF2B5EF4-FFF2-40B4-BE49-F238E27FC236}">
                  <a16:creationId xmlns:a16="http://schemas.microsoft.com/office/drawing/2014/main" id="{302E7F09-C3B3-D04D-40FB-DB22E34CBA17}"/>
                </a:ext>
              </a:extLst>
            </p:cNvPr>
            <p:cNvSpPr/>
            <p:nvPr/>
          </p:nvSpPr>
          <p:spPr>
            <a:xfrm>
              <a:off x="910475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6" name="Freeform: Shape 695">
              <a:extLst>
                <a:ext uri="{FF2B5EF4-FFF2-40B4-BE49-F238E27FC236}">
                  <a16:creationId xmlns:a16="http://schemas.microsoft.com/office/drawing/2014/main" id="{40DD7564-8939-F537-6B92-A0EED6936E9F}"/>
                </a:ext>
              </a:extLst>
            </p:cNvPr>
            <p:cNvSpPr/>
            <p:nvPr/>
          </p:nvSpPr>
          <p:spPr>
            <a:xfrm>
              <a:off x="91047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7" name="Freeform: Shape 696">
              <a:extLst>
                <a:ext uri="{FF2B5EF4-FFF2-40B4-BE49-F238E27FC236}">
                  <a16:creationId xmlns:a16="http://schemas.microsoft.com/office/drawing/2014/main" id="{0E58DAA2-C879-2F07-69AE-6BCAE4230B06}"/>
                </a:ext>
              </a:extLst>
            </p:cNvPr>
            <p:cNvSpPr/>
            <p:nvPr/>
          </p:nvSpPr>
          <p:spPr>
            <a:xfrm>
              <a:off x="8895450"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698" name="Freeform: Shape 697">
              <a:extLst>
                <a:ext uri="{FF2B5EF4-FFF2-40B4-BE49-F238E27FC236}">
                  <a16:creationId xmlns:a16="http://schemas.microsoft.com/office/drawing/2014/main" id="{D4B9F65F-B357-8D72-4BBF-B8C230DEEDA5}"/>
                </a:ext>
              </a:extLst>
            </p:cNvPr>
            <p:cNvSpPr/>
            <p:nvPr/>
          </p:nvSpPr>
          <p:spPr>
            <a:xfrm rot="21046898">
              <a:off x="8581673" y="5443462"/>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699" name="Freeform: Shape 698">
              <a:extLst>
                <a:ext uri="{FF2B5EF4-FFF2-40B4-BE49-F238E27FC236}">
                  <a16:creationId xmlns:a16="http://schemas.microsoft.com/office/drawing/2014/main" id="{B7FB2CDF-8E7C-9BDD-EA86-B0ADE9680C12}"/>
                </a:ext>
              </a:extLst>
            </p:cNvPr>
            <p:cNvSpPr/>
            <p:nvPr/>
          </p:nvSpPr>
          <p:spPr>
            <a:xfrm>
              <a:off x="858149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0" name="Freeform: Shape 699">
              <a:extLst>
                <a:ext uri="{FF2B5EF4-FFF2-40B4-BE49-F238E27FC236}">
                  <a16:creationId xmlns:a16="http://schemas.microsoft.com/office/drawing/2014/main" id="{F75C5D94-A589-96D3-503E-EAD14BAE26F8}"/>
                </a:ext>
              </a:extLst>
            </p:cNvPr>
            <p:cNvSpPr/>
            <p:nvPr/>
          </p:nvSpPr>
          <p:spPr>
            <a:xfrm>
              <a:off x="8162884"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701" name="Freeform: Shape 700">
              <a:extLst>
                <a:ext uri="{FF2B5EF4-FFF2-40B4-BE49-F238E27FC236}">
                  <a16:creationId xmlns:a16="http://schemas.microsoft.com/office/drawing/2014/main" id="{852B9750-BAC2-C8D9-5BF8-A37EBB9003AC}"/>
                </a:ext>
              </a:extLst>
            </p:cNvPr>
            <p:cNvSpPr/>
            <p:nvPr/>
          </p:nvSpPr>
          <p:spPr>
            <a:xfrm>
              <a:off x="6907055"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02" name="Freeform: Shape 701">
              <a:extLst>
                <a:ext uri="{FF2B5EF4-FFF2-40B4-BE49-F238E27FC236}">
                  <a16:creationId xmlns:a16="http://schemas.microsoft.com/office/drawing/2014/main" id="{82DA202D-E865-BD47-A851-EC10643DDFF6}"/>
                </a:ext>
              </a:extLst>
            </p:cNvPr>
            <p:cNvSpPr/>
            <p:nvPr/>
          </p:nvSpPr>
          <p:spPr>
            <a:xfrm>
              <a:off x="648844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3" name="Freeform: Shape 702">
              <a:extLst>
                <a:ext uri="{FF2B5EF4-FFF2-40B4-BE49-F238E27FC236}">
                  <a16:creationId xmlns:a16="http://schemas.microsoft.com/office/drawing/2014/main" id="{2DA241F0-5862-32C6-4E4E-1A81936A5D06}"/>
                </a:ext>
              </a:extLst>
            </p:cNvPr>
            <p:cNvSpPr/>
            <p:nvPr/>
          </p:nvSpPr>
          <p:spPr>
            <a:xfrm>
              <a:off x="61744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4" name="Freeform: Shape 703">
              <a:extLst>
                <a:ext uri="{FF2B5EF4-FFF2-40B4-BE49-F238E27FC236}">
                  <a16:creationId xmlns:a16="http://schemas.microsoft.com/office/drawing/2014/main" id="{38640A50-C111-7781-A53C-7010EA42BD77}"/>
                </a:ext>
              </a:extLst>
            </p:cNvPr>
            <p:cNvSpPr/>
            <p:nvPr/>
          </p:nvSpPr>
          <p:spPr>
            <a:xfrm>
              <a:off x="8162884" y="5234601"/>
              <a:ext cx="52006" cy="52326"/>
            </a:xfrm>
            <a:custGeom>
              <a:avLst/>
              <a:gdLst>
                <a:gd name="connsiteX0" fmla="*/ 44652 w 52006"/>
                <a:gd name="connsiteY0" fmla="*/ 7326 h 52326"/>
                <a:gd name="connsiteX1" fmla="*/ 31396 w 52006"/>
                <a:gd name="connsiteY1" fmla="*/ 349 h 52326"/>
                <a:gd name="connsiteX2" fmla="*/ 30698 w 52006"/>
                <a:gd name="connsiteY2" fmla="*/ 349 h 52326"/>
                <a:gd name="connsiteX3" fmla="*/ 26163 w 52006"/>
                <a:gd name="connsiteY3" fmla="*/ 0 h 52326"/>
                <a:gd name="connsiteX4" fmla="*/ 26163 w 52006"/>
                <a:gd name="connsiteY4" fmla="*/ 0 h 52326"/>
                <a:gd name="connsiteX5" fmla="*/ 26163 w 52006"/>
                <a:gd name="connsiteY5" fmla="*/ 0 h 52326"/>
                <a:gd name="connsiteX6" fmla="*/ 0 w 52006"/>
                <a:gd name="connsiteY6" fmla="*/ 26163 h 52326"/>
                <a:gd name="connsiteX7" fmla="*/ 13604 w 52006"/>
                <a:gd name="connsiteY7" fmla="*/ 49187 h 52326"/>
                <a:gd name="connsiteX8" fmla="*/ 13954 w 52006"/>
                <a:gd name="connsiteY8" fmla="*/ 49536 h 52326"/>
                <a:gd name="connsiteX9" fmla="*/ 15698 w 52006"/>
                <a:gd name="connsiteY9" fmla="*/ 50233 h 52326"/>
                <a:gd name="connsiteX10" fmla="*/ 25814 w 52006"/>
                <a:gd name="connsiteY10" fmla="*/ 52326 h 52326"/>
                <a:gd name="connsiteX11" fmla="*/ 51977 w 52006"/>
                <a:gd name="connsiteY11" fmla="*/ 26163 h 52326"/>
                <a:gd name="connsiteX12" fmla="*/ 44652 w 52006"/>
                <a:gd name="connsiteY12" fmla="*/ 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006" h="52326">
                  <a:moveTo>
                    <a:pt x="44652" y="7326"/>
                  </a:moveTo>
                  <a:cubicBezTo>
                    <a:pt x="41163" y="3837"/>
                    <a:pt x="36628" y="1395"/>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35931"/>
                    <a:pt x="5582" y="44652"/>
                    <a:pt x="13604" y="49187"/>
                  </a:cubicBezTo>
                  <a:cubicBezTo>
                    <a:pt x="13604" y="49187"/>
                    <a:pt x="13954" y="49187"/>
                    <a:pt x="13954" y="49536"/>
                  </a:cubicBezTo>
                  <a:cubicBezTo>
                    <a:pt x="14651" y="49884"/>
                    <a:pt x="15000" y="50233"/>
                    <a:pt x="15698" y="50233"/>
                  </a:cubicBezTo>
                  <a:cubicBezTo>
                    <a:pt x="18837" y="51629"/>
                    <a:pt x="22325" y="52326"/>
                    <a:pt x="25814" y="52326"/>
                  </a:cubicBezTo>
                  <a:cubicBezTo>
                    <a:pt x="40117" y="52326"/>
                    <a:pt x="51977" y="40465"/>
                    <a:pt x="51977" y="26163"/>
                  </a:cubicBezTo>
                  <a:cubicBezTo>
                    <a:pt x="52326" y="18489"/>
                    <a:pt x="49535" y="12209"/>
                    <a:pt x="44652" y="7326"/>
                  </a:cubicBezTo>
                  <a:close/>
                </a:path>
              </a:pathLst>
            </a:custGeom>
            <a:grpFill/>
            <a:ln w="3488" cap="flat">
              <a:noFill/>
              <a:prstDash val="solid"/>
              <a:miter/>
            </a:ln>
          </p:spPr>
          <p:txBody>
            <a:bodyPr rtlCol="0" anchor="ctr"/>
            <a:lstStyle/>
            <a:p>
              <a:endParaRPr lang="en-ID"/>
            </a:p>
          </p:txBody>
        </p:sp>
        <p:sp>
          <p:nvSpPr>
            <p:cNvPr id="705" name="Freeform: Shape 704">
              <a:extLst>
                <a:ext uri="{FF2B5EF4-FFF2-40B4-BE49-F238E27FC236}">
                  <a16:creationId xmlns:a16="http://schemas.microsoft.com/office/drawing/2014/main" id="{FA9B146C-D17E-CC59-DDC5-E1233B9650A0}"/>
                </a:ext>
              </a:extLst>
            </p:cNvPr>
            <p:cNvSpPr/>
            <p:nvPr/>
          </p:nvSpPr>
          <p:spPr>
            <a:xfrm>
              <a:off x="11616412" y="5443557"/>
              <a:ext cx="52326" cy="52326"/>
            </a:xfrm>
            <a:custGeom>
              <a:avLst/>
              <a:gdLst>
                <a:gd name="connsiteX0" fmla="*/ 26163 w 52326"/>
                <a:gd name="connsiteY0" fmla="*/ 52326 h 52326"/>
                <a:gd name="connsiteX1" fmla="*/ 26163 w 52326"/>
                <a:gd name="connsiteY1" fmla="*/ 52326 h 52326"/>
                <a:gd name="connsiteX2" fmla="*/ 30001 w 52326"/>
                <a:gd name="connsiteY2" fmla="*/ 51977 h 52326"/>
                <a:gd name="connsiteX3" fmla="*/ 33837 w 52326"/>
                <a:gd name="connsiteY3" fmla="*/ 51279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7558" y="52326"/>
                    <a:pt x="28605" y="52326"/>
                    <a:pt x="30001" y="51977"/>
                  </a:cubicBezTo>
                  <a:cubicBezTo>
                    <a:pt x="31396" y="51629"/>
                    <a:pt x="32791" y="51629"/>
                    <a:pt x="33837" y="51279"/>
                  </a:cubicBezTo>
                  <a:cubicBezTo>
                    <a:pt x="44652" y="48140"/>
                    <a:pt x="52326" y="38024"/>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6" name="Freeform: Shape 705">
              <a:extLst>
                <a:ext uri="{FF2B5EF4-FFF2-40B4-BE49-F238E27FC236}">
                  <a16:creationId xmlns:a16="http://schemas.microsoft.com/office/drawing/2014/main" id="{54B91762-E8FF-237C-BCB5-19C5E04752EF}"/>
                </a:ext>
              </a:extLst>
            </p:cNvPr>
            <p:cNvSpPr/>
            <p:nvPr/>
          </p:nvSpPr>
          <p:spPr>
            <a:xfrm>
              <a:off x="1182571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7" name="Freeform: Shape 706">
              <a:extLst>
                <a:ext uri="{FF2B5EF4-FFF2-40B4-BE49-F238E27FC236}">
                  <a16:creationId xmlns:a16="http://schemas.microsoft.com/office/drawing/2014/main" id="{3353529A-54F2-6D46-D63E-4553E71B3D27}"/>
                </a:ext>
              </a:extLst>
            </p:cNvPr>
            <p:cNvSpPr/>
            <p:nvPr/>
          </p:nvSpPr>
          <p:spPr>
            <a:xfrm>
              <a:off x="1140710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8" name="Freeform: Shape 707">
              <a:extLst>
                <a:ext uri="{FF2B5EF4-FFF2-40B4-BE49-F238E27FC236}">
                  <a16:creationId xmlns:a16="http://schemas.microsoft.com/office/drawing/2014/main" id="{1E96D8BD-61DD-534E-2998-25F0862B2517}"/>
                </a:ext>
              </a:extLst>
            </p:cNvPr>
            <p:cNvSpPr/>
            <p:nvPr/>
          </p:nvSpPr>
          <p:spPr>
            <a:xfrm>
              <a:off x="12035021"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9" name="Freeform: Shape 708">
              <a:extLst>
                <a:ext uri="{FF2B5EF4-FFF2-40B4-BE49-F238E27FC236}">
                  <a16:creationId xmlns:a16="http://schemas.microsoft.com/office/drawing/2014/main" id="{6ED49372-051B-6B76-0463-62FDBE40E6FC}"/>
                </a:ext>
              </a:extLst>
            </p:cNvPr>
            <p:cNvSpPr/>
            <p:nvPr/>
          </p:nvSpPr>
          <p:spPr>
            <a:xfrm>
              <a:off x="1172106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10" name="Freeform: Shape 709">
              <a:extLst>
                <a:ext uri="{FF2B5EF4-FFF2-40B4-BE49-F238E27FC236}">
                  <a16:creationId xmlns:a16="http://schemas.microsoft.com/office/drawing/2014/main" id="{59193053-1088-8B3B-B328-0DDE202C0879}"/>
                </a:ext>
              </a:extLst>
            </p:cNvPr>
            <p:cNvSpPr/>
            <p:nvPr/>
          </p:nvSpPr>
          <p:spPr>
            <a:xfrm>
              <a:off x="110931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1" name="Freeform: Shape 710">
              <a:extLst>
                <a:ext uri="{FF2B5EF4-FFF2-40B4-BE49-F238E27FC236}">
                  <a16:creationId xmlns:a16="http://schemas.microsoft.com/office/drawing/2014/main" id="{64E718E3-6C0C-B86A-9DAC-6F0FDCE1A124}"/>
                </a:ext>
              </a:extLst>
            </p:cNvPr>
            <p:cNvSpPr/>
            <p:nvPr/>
          </p:nvSpPr>
          <p:spPr>
            <a:xfrm>
              <a:off x="1109315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12" name="Freeform: Shape 711">
              <a:extLst>
                <a:ext uri="{FF2B5EF4-FFF2-40B4-BE49-F238E27FC236}">
                  <a16:creationId xmlns:a16="http://schemas.microsoft.com/office/drawing/2014/main" id="{ADD31E25-9543-DE5D-5C00-E0A587160C37}"/>
                </a:ext>
              </a:extLst>
            </p:cNvPr>
            <p:cNvSpPr/>
            <p:nvPr/>
          </p:nvSpPr>
          <p:spPr>
            <a:xfrm>
              <a:off x="1025593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3" name="Freeform: Shape 712">
              <a:extLst>
                <a:ext uri="{FF2B5EF4-FFF2-40B4-BE49-F238E27FC236}">
                  <a16:creationId xmlns:a16="http://schemas.microsoft.com/office/drawing/2014/main" id="{E7A612BE-D319-59A0-A7FA-BF83DD74929A}"/>
                </a:ext>
              </a:extLst>
            </p:cNvPr>
            <p:cNvSpPr/>
            <p:nvPr/>
          </p:nvSpPr>
          <p:spPr>
            <a:xfrm>
              <a:off x="1151175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14" name="Freeform: Shape 713">
              <a:extLst>
                <a:ext uri="{FF2B5EF4-FFF2-40B4-BE49-F238E27FC236}">
                  <a16:creationId xmlns:a16="http://schemas.microsoft.com/office/drawing/2014/main" id="{4083FB31-C50D-94CD-EC67-40F36E39030D}"/>
                </a:ext>
              </a:extLst>
            </p:cNvPr>
            <p:cNvSpPr/>
            <p:nvPr/>
          </p:nvSpPr>
          <p:spPr>
            <a:xfrm>
              <a:off x="1151175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5" name="Freeform: Shape 714">
              <a:extLst>
                <a:ext uri="{FF2B5EF4-FFF2-40B4-BE49-F238E27FC236}">
                  <a16:creationId xmlns:a16="http://schemas.microsoft.com/office/drawing/2014/main" id="{7FEFB919-25B1-CFC9-74E3-376FC8AD9B18}"/>
                </a:ext>
              </a:extLst>
            </p:cNvPr>
            <p:cNvSpPr/>
            <p:nvPr/>
          </p:nvSpPr>
          <p:spPr>
            <a:xfrm>
              <a:off x="994197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6" name="Freeform: Shape 715">
              <a:extLst>
                <a:ext uri="{FF2B5EF4-FFF2-40B4-BE49-F238E27FC236}">
                  <a16:creationId xmlns:a16="http://schemas.microsoft.com/office/drawing/2014/main" id="{F44CB9AF-A3E6-0CA4-3F2D-3513870DCEFB}"/>
                </a:ext>
              </a:extLst>
            </p:cNvPr>
            <p:cNvSpPr/>
            <p:nvPr/>
          </p:nvSpPr>
          <p:spPr>
            <a:xfrm>
              <a:off x="8790798"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7" name="Freeform: Shape 716">
              <a:extLst>
                <a:ext uri="{FF2B5EF4-FFF2-40B4-BE49-F238E27FC236}">
                  <a16:creationId xmlns:a16="http://schemas.microsoft.com/office/drawing/2014/main" id="{E2C0FF0C-6CB6-ECD4-CDC5-A80252150E10}"/>
                </a:ext>
              </a:extLst>
            </p:cNvPr>
            <p:cNvSpPr/>
            <p:nvPr/>
          </p:nvSpPr>
          <p:spPr>
            <a:xfrm rot="21046898">
              <a:off x="8581645" y="3873656"/>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18" name="Freeform: Shape 717">
              <a:extLst>
                <a:ext uri="{FF2B5EF4-FFF2-40B4-BE49-F238E27FC236}">
                  <a16:creationId xmlns:a16="http://schemas.microsoft.com/office/drawing/2014/main" id="{6D8668A2-4C3C-A6A1-F93F-9C94B061C5AE}"/>
                </a:ext>
              </a:extLst>
            </p:cNvPr>
            <p:cNvSpPr/>
            <p:nvPr/>
          </p:nvSpPr>
          <p:spPr>
            <a:xfrm>
              <a:off x="847684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9" name="Freeform: Shape 718">
              <a:extLst>
                <a:ext uri="{FF2B5EF4-FFF2-40B4-BE49-F238E27FC236}">
                  <a16:creationId xmlns:a16="http://schemas.microsoft.com/office/drawing/2014/main" id="{33A44236-C4E5-F694-CBA1-8B739DE75FEC}"/>
                </a:ext>
              </a:extLst>
            </p:cNvPr>
            <p:cNvSpPr/>
            <p:nvPr/>
          </p:nvSpPr>
          <p:spPr>
            <a:xfrm>
              <a:off x="7953579"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20" name="Freeform: Shape 719">
              <a:extLst>
                <a:ext uri="{FF2B5EF4-FFF2-40B4-BE49-F238E27FC236}">
                  <a16:creationId xmlns:a16="http://schemas.microsoft.com/office/drawing/2014/main" id="{6E7FCE1D-573A-C8AA-EE0F-52FBB331FF5E}"/>
                </a:ext>
              </a:extLst>
            </p:cNvPr>
            <p:cNvSpPr/>
            <p:nvPr/>
          </p:nvSpPr>
          <p:spPr>
            <a:xfrm>
              <a:off x="743031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1" name="Freeform: Shape 720">
              <a:extLst>
                <a:ext uri="{FF2B5EF4-FFF2-40B4-BE49-F238E27FC236}">
                  <a16:creationId xmlns:a16="http://schemas.microsoft.com/office/drawing/2014/main" id="{FF418DA6-092B-4EE9-9CF6-67F525C6E837}"/>
                </a:ext>
              </a:extLst>
            </p:cNvPr>
            <p:cNvSpPr/>
            <p:nvPr/>
          </p:nvSpPr>
          <p:spPr>
            <a:xfrm>
              <a:off x="743031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2" name="Freeform: Shape 721">
              <a:extLst>
                <a:ext uri="{FF2B5EF4-FFF2-40B4-BE49-F238E27FC236}">
                  <a16:creationId xmlns:a16="http://schemas.microsoft.com/office/drawing/2014/main" id="{03E81308-45B6-EAB0-47F2-DE1A5A787B02}"/>
                </a:ext>
              </a:extLst>
            </p:cNvPr>
            <p:cNvSpPr/>
            <p:nvPr/>
          </p:nvSpPr>
          <p:spPr>
            <a:xfrm>
              <a:off x="7430317"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3" name="Freeform: Shape 722">
              <a:extLst>
                <a:ext uri="{FF2B5EF4-FFF2-40B4-BE49-F238E27FC236}">
                  <a16:creationId xmlns:a16="http://schemas.microsoft.com/office/drawing/2014/main" id="{1EA07B27-4782-8D95-9778-3BD3B1551011}"/>
                </a:ext>
              </a:extLst>
            </p:cNvPr>
            <p:cNvSpPr/>
            <p:nvPr/>
          </p:nvSpPr>
          <p:spPr>
            <a:xfrm>
              <a:off x="732566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4" name="Freeform: Shape 723">
              <a:extLst>
                <a:ext uri="{FF2B5EF4-FFF2-40B4-BE49-F238E27FC236}">
                  <a16:creationId xmlns:a16="http://schemas.microsoft.com/office/drawing/2014/main" id="{05C53B3C-575C-84BA-E0ED-899CF664C3F0}"/>
                </a:ext>
              </a:extLst>
            </p:cNvPr>
            <p:cNvSpPr/>
            <p:nvPr/>
          </p:nvSpPr>
          <p:spPr>
            <a:xfrm>
              <a:off x="711636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25" name="Freeform: Shape 724">
              <a:extLst>
                <a:ext uri="{FF2B5EF4-FFF2-40B4-BE49-F238E27FC236}">
                  <a16:creationId xmlns:a16="http://schemas.microsoft.com/office/drawing/2014/main" id="{1FB03859-359D-4BED-2DD7-BDB76AC0F10B}"/>
                </a:ext>
              </a:extLst>
            </p:cNvPr>
            <p:cNvSpPr/>
            <p:nvPr/>
          </p:nvSpPr>
          <p:spPr>
            <a:xfrm>
              <a:off x="10883845" y="4292381"/>
              <a:ext cx="52326" cy="52326"/>
            </a:xfrm>
            <a:custGeom>
              <a:avLst/>
              <a:gdLst>
                <a:gd name="connsiteX0" fmla="*/ 26163 w 52326"/>
                <a:gd name="connsiteY0" fmla="*/ 52326 h 52326"/>
                <a:gd name="connsiteX1" fmla="*/ 52326 w 52326"/>
                <a:gd name="connsiteY1" fmla="*/ 26163 h 52326"/>
                <a:gd name="connsiteX2" fmla="*/ 52326 w 52326"/>
                <a:gd name="connsiteY2" fmla="*/ 23372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5117"/>
                    <a:pt x="52326" y="24419"/>
                    <a:pt x="52326" y="23372"/>
                  </a:cubicBezTo>
                  <a:cubicBezTo>
                    <a:pt x="50931" y="10116"/>
                    <a:pt x="39768" y="0"/>
                    <a:pt x="26163" y="0"/>
                  </a:cubicBezTo>
                  <a:cubicBezTo>
                    <a:pt x="11860" y="0"/>
                    <a:pt x="0" y="11861"/>
                    <a:pt x="0" y="26163"/>
                  </a:cubicBezTo>
                  <a:cubicBezTo>
                    <a:pt x="0" y="27210"/>
                    <a:pt x="0" y="27907"/>
                    <a:pt x="0" y="28954"/>
                  </a:cubicBezTo>
                  <a:cubicBezTo>
                    <a:pt x="1395" y="41861"/>
                    <a:pt x="12559" y="52326"/>
                    <a:pt x="26163" y="52326"/>
                  </a:cubicBezTo>
                  <a:close/>
                </a:path>
              </a:pathLst>
            </a:custGeom>
            <a:grpFill/>
            <a:ln w="3488" cap="flat">
              <a:noFill/>
              <a:prstDash val="solid"/>
              <a:miter/>
            </a:ln>
          </p:spPr>
          <p:txBody>
            <a:bodyPr rtlCol="0" anchor="ctr"/>
            <a:lstStyle/>
            <a:p>
              <a:endParaRPr lang="en-ID"/>
            </a:p>
          </p:txBody>
        </p:sp>
        <p:sp>
          <p:nvSpPr>
            <p:cNvPr id="726" name="Freeform: Shape 725">
              <a:extLst>
                <a:ext uri="{FF2B5EF4-FFF2-40B4-BE49-F238E27FC236}">
                  <a16:creationId xmlns:a16="http://schemas.microsoft.com/office/drawing/2014/main" id="{0A228F59-A773-A9E7-BA9C-48CD4969B101}"/>
                </a:ext>
              </a:extLst>
            </p:cNvPr>
            <p:cNvSpPr/>
            <p:nvPr/>
          </p:nvSpPr>
          <p:spPr>
            <a:xfrm>
              <a:off x="910475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7" name="Freeform: Shape 726">
              <a:extLst>
                <a:ext uri="{FF2B5EF4-FFF2-40B4-BE49-F238E27FC236}">
                  <a16:creationId xmlns:a16="http://schemas.microsoft.com/office/drawing/2014/main" id="{37D25525-307C-200C-F818-1829CDD452E3}"/>
                </a:ext>
              </a:extLst>
            </p:cNvPr>
            <p:cNvSpPr/>
            <p:nvPr/>
          </p:nvSpPr>
          <p:spPr>
            <a:xfrm>
              <a:off x="9941974"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8" name="Freeform: Shape 727">
              <a:extLst>
                <a:ext uri="{FF2B5EF4-FFF2-40B4-BE49-F238E27FC236}">
                  <a16:creationId xmlns:a16="http://schemas.microsoft.com/office/drawing/2014/main" id="{9221DF1D-9CE5-6ADC-4597-FEC7492B4086}"/>
                </a:ext>
              </a:extLst>
            </p:cNvPr>
            <p:cNvSpPr/>
            <p:nvPr/>
          </p:nvSpPr>
          <p:spPr>
            <a:xfrm>
              <a:off x="1182571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9" name="Freeform: Shape 728">
              <a:extLst>
                <a:ext uri="{FF2B5EF4-FFF2-40B4-BE49-F238E27FC236}">
                  <a16:creationId xmlns:a16="http://schemas.microsoft.com/office/drawing/2014/main" id="{A126A89A-516E-1725-1675-E72B88EB87F5}"/>
                </a:ext>
              </a:extLst>
            </p:cNvPr>
            <p:cNvSpPr/>
            <p:nvPr/>
          </p:nvSpPr>
          <p:spPr>
            <a:xfrm>
              <a:off x="11407107" y="5129600"/>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7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7"/>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0" name="Freeform: Shape 729">
              <a:extLst>
                <a:ext uri="{FF2B5EF4-FFF2-40B4-BE49-F238E27FC236}">
                  <a16:creationId xmlns:a16="http://schemas.microsoft.com/office/drawing/2014/main" id="{253C2618-9A56-DBE8-7179-FA204C63ACFF}"/>
                </a:ext>
              </a:extLst>
            </p:cNvPr>
            <p:cNvSpPr/>
            <p:nvPr/>
          </p:nvSpPr>
          <p:spPr>
            <a:xfrm>
              <a:off x="120350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1" name="Freeform: Shape 730">
              <a:extLst>
                <a:ext uri="{FF2B5EF4-FFF2-40B4-BE49-F238E27FC236}">
                  <a16:creationId xmlns:a16="http://schemas.microsoft.com/office/drawing/2014/main" id="{BA41C6C8-1682-BE30-1DAD-6FC9FB44CEB9}"/>
                </a:ext>
              </a:extLst>
            </p:cNvPr>
            <p:cNvSpPr/>
            <p:nvPr/>
          </p:nvSpPr>
          <p:spPr>
            <a:xfrm>
              <a:off x="11616412"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32" name="Freeform: Shape 731">
              <a:extLst>
                <a:ext uri="{FF2B5EF4-FFF2-40B4-BE49-F238E27FC236}">
                  <a16:creationId xmlns:a16="http://schemas.microsoft.com/office/drawing/2014/main" id="{799425D2-505D-1401-7F50-1BDD0F8CD701}"/>
                </a:ext>
              </a:extLst>
            </p:cNvPr>
            <p:cNvSpPr/>
            <p:nvPr/>
          </p:nvSpPr>
          <p:spPr>
            <a:xfrm>
              <a:off x="1213967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3" name="Freeform: Shape 732">
              <a:extLst>
                <a:ext uri="{FF2B5EF4-FFF2-40B4-BE49-F238E27FC236}">
                  <a16:creationId xmlns:a16="http://schemas.microsoft.com/office/drawing/2014/main" id="{2B4E4441-DDC6-37F3-4784-AE8F7A7FD119}"/>
                </a:ext>
              </a:extLst>
            </p:cNvPr>
            <p:cNvSpPr/>
            <p:nvPr/>
          </p:nvSpPr>
          <p:spPr>
            <a:xfrm>
              <a:off x="1109315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4" name="Freeform: Shape 733">
              <a:extLst>
                <a:ext uri="{FF2B5EF4-FFF2-40B4-BE49-F238E27FC236}">
                  <a16:creationId xmlns:a16="http://schemas.microsoft.com/office/drawing/2014/main" id="{B0DDC637-182A-5C59-1064-1FDC08DBBD3F}"/>
                </a:ext>
              </a:extLst>
            </p:cNvPr>
            <p:cNvSpPr/>
            <p:nvPr/>
          </p:nvSpPr>
          <p:spPr>
            <a:xfrm>
              <a:off x="10465236"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5" name="Freeform: Shape 734">
              <a:extLst>
                <a:ext uri="{FF2B5EF4-FFF2-40B4-BE49-F238E27FC236}">
                  <a16:creationId xmlns:a16="http://schemas.microsoft.com/office/drawing/2014/main" id="{8C82BEF4-B2E6-A35C-08E3-29018615010C}"/>
                </a:ext>
              </a:extLst>
            </p:cNvPr>
            <p:cNvSpPr/>
            <p:nvPr/>
          </p:nvSpPr>
          <p:spPr>
            <a:xfrm>
              <a:off x="10465236" y="533890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6" name="Freeform: Shape 735">
              <a:extLst>
                <a:ext uri="{FF2B5EF4-FFF2-40B4-BE49-F238E27FC236}">
                  <a16:creationId xmlns:a16="http://schemas.microsoft.com/office/drawing/2014/main" id="{B2AE4625-C55F-4CFA-F49D-92C6B3CEA2BD}"/>
                </a:ext>
              </a:extLst>
            </p:cNvPr>
            <p:cNvSpPr/>
            <p:nvPr/>
          </p:nvSpPr>
          <p:spPr>
            <a:xfrm>
              <a:off x="11197802" y="5443557"/>
              <a:ext cx="52675" cy="52326"/>
            </a:xfrm>
            <a:custGeom>
              <a:avLst/>
              <a:gdLst>
                <a:gd name="connsiteX0" fmla="*/ 26163 w 52675"/>
                <a:gd name="connsiteY0" fmla="*/ 0 h 52326"/>
                <a:gd name="connsiteX1" fmla="*/ 0 w 52675"/>
                <a:gd name="connsiteY1" fmla="*/ 26163 h 52326"/>
                <a:gd name="connsiteX2" fmla="*/ 26163 w 52675"/>
                <a:gd name="connsiteY2" fmla="*/ 52326 h 52326"/>
                <a:gd name="connsiteX3" fmla="*/ 29652 w 52675"/>
                <a:gd name="connsiteY3" fmla="*/ 51977 h 52326"/>
                <a:gd name="connsiteX4" fmla="*/ 36628 w 52675"/>
                <a:gd name="connsiteY4" fmla="*/ 50233 h 52326"/>
                <a:gd name="connsiteX5" fmla="*/ 42558 w 52675"/>
                <a:gd name="connsiteY5" fmla="*/ 46745 h 52326"/>
                <a:gd name="connsiteX6" fmla="*/ 45000 w 52675"/>
                <a:gd name="connsiteY6" fmla="*/ 44652 h 52326"/>
                <a:gd name="connsiteX7" fmla="*/ 52675 w 52675"/>
                <a:gd name="connsiteY7" fmla="*/ 26163 h 52326"/>
                <a:gd name="connsiteX8" fmla="*/ 26163 w 52675"/>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5" h="52326">
                  <a:moveTo>
                    <a:pt x="26163" y="0"/>
                  </a:moveTo>
                  <a:cubicBezTo>
                    <a:pt x="11860" y="0"/>
                    <a:pt x="0" y="11861"/>
                    <a:pt x="0" y="26163"/>
                  </a:cubicBezTo>
                  <a:cubicBezTo>
                    <a:pt x="0" y="40465"/>
                    <a:pt x="11860" y="52326"/>
                    <a:pt x="26163" y="52326"/>
                  </a:cubicBezTo>
                  <a:cubicBezTo>
                    <a:pt x="27210" y="52326"/>
                    <a:pt x="28256" y="52326"/>
                    <a:pt x="29652" y="51977"/>
                  </a:cubicBezTo>
                  <a:cubicBezTo>
                    <a:pt x="32093" y="51629"/>
                    <a:pt x="34535" y="50931"/>
                    <a:pt x="36628" y="50233"/>
                  </a:cubicBezTo>
                  <a:cubicBezTo>
                    <a:pt x="38722" y="49187"/>
                    <a:pt x="40814" y="48140"/>
                    <a:pt x="42558" y="46745"/>
                  </a:cubicBezTo>
                  <a:cubicBezTo>
                    <a:pt x="43256" y="46047"/>
                    <a:pt x="44303" y="45349"/>
                    <a:pt x="45000" y="44652"/>
                  </a:cubicBezTo>
                  <a:cubicBezTo>
                    <a:pt x="49884" y="39768"/>
                    <a:pt x="52675" y="33489"/>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7" name="Freeform: Shape 736">
              <a:extLst>
                <a:ext uri="{FF2B5EF4-FFF2-40B4-BE49-F238E27FC236}">
                  <a16:creationId xmlns:a16="http://schemas.microsoft.com/office/drawing/2014/main" id="{F71D1A0D-9572-6887-804E-C4333256EEBE}"/>
                </a:ext>
              </a:extLst>
            </p:cNvPr>
            <p:cNvSpPr/>
            <p:nvPr/>
          </p:nvSpPr>
          <p:spPr>
            <a:xfrm>
              <a:off x="1098849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8" name="Freeform: Shape 737">
              <a:extLst>
                <a:ext uri="{FF2B5EF4-FFF2-40B4-BE49-F238E27FC236}">
                  <a16:creationId xmlns:a16="http://schemas.microsoft.com/office/drawing/2014/main" id="{34B3836C-FEE1-C48F-FFD3-F262D4E9DA25}"/>
                </a:ext>
              </a:extLst>
            </p:cNvPr>
            <p:cNvSpPr/>
            <p:nvPr/>
          </p:nvSpPr>
          <p:spPr>
            <a:xfrm>
              <a:off x="9941974"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739" name="Freeform: Shape 738">
              <a:extLst>
                <a:ext uri="{FF2B5EF4-FFF2-40B4-BE49-F238E27FC236}">
                  <a16:creationId xmlns:a16="http://schemas.microsoft.com/office/drawing/2014/main" id="{D1A8544A-6474-1A72-07FC-040898166808}"/>
                </a:ext>
              </a:extLst>
            </p:cNvPr>
            <p:cNvSpPr/>
            <p:nvPr/>
          </p:nvSpPr>
          <p:spPr>
            <a:xfrm>
              <a:off x="95233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0" name="Freeform: Shape 739">
              <a:extLst>
                <a:ext uri="{FF2B5EF4-FFF2-40B4-BE49-F238E27FC236}">
                  <a16:creationId xmlns:a16="http://schemas.microsoft.com/office/drawing/2014/main" id="{8F9847CC-9B32-B55A-EEF2-89445585A3D6}"/>
                </a:ext>
              </a:extLst>
            </p:cNvPr>
            <p:cNvSpPr/>
            <p:nvPr/>
          </p:nvSpPr>
          <p:spPr>
            <a:xfrm>
              <a:off x="931406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41" name="Freeform: Shape 740">
              <a:extLst>
                <a:ext uri="{FF2B5EF4-FFF2-40B4-BE49-F238E27FC236}">
                  <a16:creationId xmlns:a16="http://schemas.microsoft.com/office/drawing/2014/main" id="{E597B5B2-C864-A80A-0432-C91AF5272316}"/>
                </a:ext>
              </a:extLst>
            </p:cNvPr>
            <p:cNvSpPr/>
            <p:nvPr/>
          </p:nvSpPr>
          <p:spPr>
            <a:xfrm>
              <a:off x="837218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2" name="Freeform: Shape 741">
              <a:extLst>
                <a:ext uri="{FF2B5EF4-FFF2-40B4-BE49-F238E27FC236}">
                  <a16:creationId xmlns:a16="http://schemas.microsoft.com/office/drawing/2014/main" id="{6A9B3DE2-6AFF-6738-5B0D-14A0DF1B3A49}"/>
                </a:ext>
              </a:extLst>
            </p:cNvPr>
            <p:cNvSpPr/>
            <p:nvPr/>
          </p:nvSpPr>
          <p:spPr>
            <a:xfrm>
              <a:off x="753496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3" name="Freeform: Shape 742">
              <a:extLst>
                <a:ext uri="{FF2B5EF4-FFF2-40B4-BE49-F238E27FC236}">
                  <a16:creationId xmlns:a16="http://schemas.microsoft.com/office/drawing/2014/main" id="{3F5F6FA8-0088-0503-9CC9-35150F395024}"/>
                </a:ext>
              </a:extLst>
            </p:cNvPr>
            <p:cNvSpPr/>
            <p:nvPr/>
          </p:nvSpPr>
          <p:spPr>
            <a:xfrm>
              <a:off x="701170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44" name="Freeform: Shape 743">
              <a:extLst>
                <a:ext uri="{FF2B5EF4-FFF2-40B4-BE49-F238E27FC236}">
                  <a16:creationId xmlns:a16="http://schemas.microsoft.com/office/drawing/2014/main" id="{A1312CE7-B56C-8E1D-D1CF-C57045CB0B19}"/>
                </a:ext>
              </a:extLst>
            </p:cNvPr>
            <p:cNvSpPr/>
            <p:nvPr/>
          </p:nvSpPr>
          <p:spPr>
            <a:xfrm>
              <a:off x="7430317" y="3873772"/>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745" name="Freeform: Shape 744">
              <a:extLst>
                <a:ext uri="{FF2B5EF4-FFF2-40B4-BE49-F238E27FC236}">
                  <a16:creationId xmlns:a16="http://schemas.microsoft.com/office/drawing/2014/main" id="{5323E11E-ECAE-FEB4-E608-413F70BD3550}"/>
                </a:ext>
              </a:extLst>
            </p:cNvPr>
            <p:cNvSpPr/>
            <p:nvPr/>
          </p:nvSpPr>
          <p:spPr>
            <a:xfrm>
              <a:off x="86861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6" name="Freeform: Shape 745">
              <a:extLst>
                <a:ext uri="{FF2B5EF4-FFF2-40B4-BE49-F238E27FC236}">
                  <a16:creationId xmlns:a16="http://schemas.microsoft.com/office/drawing/2014/main" id="{D2AC2743-6AEB-458F-3578-2D018DC7C58C}"/>
                </a:ext>
              </a:extLst>
            </p:cNvPr>
            <p:cNvSpPr/>
            <p:nvPr/>
          </p:nvSpPr>
          <p:spPr>
            <a:xfrm>
              <a:off x="12139324" y="3769120"/>
              <a:ext cx="52326" cy="52326"/>
            </a:xfrm>
            <a:custGeom>
              <a:avLst/>
              <a:gdLst>
                <a:gd name="connsiteX0" fmla="*/ 26512 w 52326"/>
                <a:gd name="connsiteY0" fmla="*/ 52326 h 52326"/>
                <a:gd name="connsiteX1" fmla="*/ 41163 w 52326"/>
                <a:gd name="connsiteY1" fmla="*/ 47791 h 52326"/>
                <a:gd name="connsiteX2" fmla="*/ 41513 w 52326"/>
                <a:gd name="connsiteY2" fmla="*/ 47442 h 52326"/>
                <a:gd name="connsiteX3" fmla="*/ 42908 w 52326"/>
                <a:gd name="connsiteY3" fmla="*/ 46396 h 52326"/>
                <a:gd name="connsiteX4" fmla="*/ 52326 w 52326"/>
                <a:gd name="connsiteY4" fmla="*/ 26163 h 52326"/>
                <a:gd name="connsiteX5" fmla="*/ 26163 w 52326"/>
                <a:gd name="connsiteY5" fmla="*/ 0 h 52326"/>
                <a:gd name="connsiteX6" fmla="*/ 11512 w 52326"/>
                <a:gd name="connsiteY6" fmla="*/ 4535 h 52326"/>
                <a:gd name="connsiteX7" fmla="*/ 0 w 52326"/>
                <a:gd name="connsiteY7" fmla="*/ 26163 h 52326"/>
                <a:gd name="connsiteX8" fmla="*/ 26512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512" y="52326"/>
                  </a:moveTo>
                  <a:cubicBezTo>
                    <a:pt x="32094" y="52326"/>
                    <a:pt x="36978" y="50582"/>
                    <a:pt x="41163" y="47791"/>
                  </a:cubicBezTo>
                  <a:cubicBezTo>
                    <a:pt x="41163" y="47791"/>
                    <a:pt x="41513" y="47442"/>
                    <a:pt x="41513" y="47442"/>
                  </a:cubicBezTo>
                  <a:cubicBezTo>
                    <a:pt x="42210" y="47094"/>
                    <a:pt x="42559" y="46745"/>
                    <a:pt x="42908" y="46396"/>
                  </a:cubicBezTo>
                  <a:cubicBezTo>
                    <a:pt x="48838" y="41512"/>
                    <a:pt x="52326" y="34186"/>
                    <a:pt x="52326" y="26163"/>
                  </a:cubicBezTo>
                  <a:cubicBezTo>
                    <a:pt x="52326" y="11861"/>
                    <a:pt x="40466" y="0"/>
                    <a:pt x="26163" y="0"/>
                  </a:cubicBezTo>
                  <a:cubicBezTo>
                    <a:pt x="20582" y="0"/>
                    <a:pt x="15698" y="1744"/>
                    <a:pt x="11512" y="4535"/>
                  </a:cubicBezTo>
                  <a:cubicBezTo>
                    <a:pt x="4535" y="9070"/>
                    <a:pt x="0" y="17093"/>
                    <a:pt x="0" y="26163"/>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747" name="Freeform: Shape 746">
              <a:extLst>
                <a:ext uri="{FF2B5EF4-FFF2-40B4-BE49-F238E27FC236}">
                  <a16:creationId xmlns:a16="http://schemas.microsoft.com/office/drawing/2014/main" id="{FDA2C7DB-FA6E-F680-7081-6A45EC790703}"/>
                </a:ext>
              </a:extLst>
            </p:cNvPr>
            <p:cNvSpPr/>
            <p:nvPr/>
          </p:nvSpPr>
          <p:spPr>
            <a:xfrm>
              <a:off x="1098849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48" name="Freeform: Shape 747">
              <a:extLst>
                <a:ext uri="{FF2B5EF4-FFF2-40B4-BE49-F238E27FC236}">
                  <a16:creationId xmlns:a16="http://schemas.microsoft.com/office/drawing/2014/main" id="{0B413E5E-CDB2-B7C9-8AED-D13A83258E62}"/>
                </a:ext>
              </a:extLst>
            </p:cNvPr>
            <p:cNvSpPr/>
            <p:nvPr/>
          </p:nvSpPr>
          <p:spPr>
            <a:xfrm>
              <a:off x="8895450"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49" name="Freeform: Shape 748">
              <a:extLst>
                <a:ext uri="{FF2B5EF4-FFF2-40B4-BE49-F238E27FC236}">
                  <a16:creationId xmlns:a16="http://schemas.microsoft.com/office/drawing/2014/main" id="{DF7226B1-7378-3DCF-C01D-EF561FC5228D}"/>
                </a:ext>
              </a:extLst>
            </p:cNvPr>
            <p:cNvSpPr/>
            <p:nvPr/>
          </p:nvSpPr>
          <p:spPr>
            <a:xfrm>
              <a:off x="837218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50" name="Freeform: Shape 749">
              <a:extLst>
                <a:ext uri="{FF2B5EF4-FFF2-40B4-BE49-F238E27FC236}">
                  <a16:creationId xmlns:a16="http://schemas.microsoft.com/office/drawing/2014/main" id="{3E5D1A8C-C976-7AC3-E7DF-A5096ADB7F99}"/>
                </a:ext>
              </a:extLst>
            </p:cNvPr>
            <p:cNvSpPr/>
            <p:nvPr/>
          </p:nvSpPr>
          <p:spPr>
            <a:xfrm>
              <a:off x="8162884"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1" name="Freeform: Shape 750">
              <a:extLst>
                <a:ext uri="{FF2B5EF4-FFF2-40B4-BE49-F238E27FC236}">
                  <a16:creationId xmlns:a16="http://schemas.microsoft.com/office/drawing/2014/main" id="{B6DF65A1-27BE-3C1D-1F73-ABC6CEE1EBF7}"/>
                </a:ext>
              </a:extLst>
            </p:cNvPr>
            <p:cNvSpPr/>
            <p:nvPr/>
          </p:nvSpPr>
          <p:spPr>
            <a:xfrm>
              <a:off x="743031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2" name="Freeform: Shape 751">
              <a:extLst>
                <a:ext uri="{FF2B5EF4-FFF2-40B4-BE49-F238E27FC236}">
                  <a16:creationId xmlns:a16="http://schemas.microsoft.com/office/drawing/2014/main" id="{8D9ED25A-6BA6-167A-9FEC-DDF75165BB4D}"/>
                </a:ext>
              </a:extLst>
            </p:cNvPr>
            <p:cNvSpPr/>
            <p:nvPr/>
          </p:nvSpPr>
          <p:spPr>
            <a:xfrm>
              <a:off x="7011708"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3" name="Freeform: Shape 752">
              <a:extLst>
                <a:ext uri="{FF2B5EF4-FFF2-40B4-BE49-F238E27FC236}">
                  <a16:creationId xmlns:a16="http://schemas.microsoft.com/office/drawing/2014/main" id="{E504B9AE-11EB-BA7E-7648-DBF70739BDF4}"/>
                </a:ext>
              </a:extLst>
            </p:cNvPr>
            <p:cNvSpPr/>
            <p:nvPr/>
          </p:nvSpPr>
          <p:spPr>
            <a:xfrm>
              <a:off x="690705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4" name="Freeform: Shape 753">
              <a:extLst>
                <a:ext uri="{FF2B5EF4-FFF2-40B4-BE49-F238E27FC236}">
                  <a16:creationId xmlns:a16="http://schemas.microsoft.com/office/drawing/2014/main" id="{ABAE226F-68DA-7B4F-2FAA-ED0B28EE3B4F}"/>
                </a:ext>
              </a:extLst>
            </p:cNvPr>
            <p:cNvSpPr/>
            <p:nvPr/>
          </p:nvSpPr>
          <p:spPr>
            <a:xfrm>
              <a:off x="6697751"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5" name="Freeform: Shape 754">
              <a:extLst>
                <a:ext uri="{FF2B5EF4-FFF2-40B4-BE49-F238E27FC236}">
                  <a16:creationId xmlns:a16="http://schemas.microsoft.com/office/drawing/2014/main" id="{4F5245B7-B315-CF60-EBD9-ED4B8AAB34DD}"/>
                </a:ext>
              </a:extLst>
            </p:cNvPr>
            <p:cNvSpPr/>
            <p:nvPr/>
          </p:nvSpPr>
          <p:spPr>
            <a:xfrm>
              <a:off x="648844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56" name="Freeform: Shape 755">
              <a:extLst>
                <a:ext uri="{FF2B5EF4-FFF2-40B4-BE49-F238E27FC236}">
                  <a16:creationId xmlns:a16="http://schemas.microsoft.com/office/drawing/2014/main" id="{E11E0520-E11A-143B-936E-FB4572E5D00D}"/>
                </a:ext>
              </a:extLst>
            </p:cNvPr>
            <p:cNvSpPr/>
            <p:nvPr/>
          </p:nvSpPr>
          <p:spPr>
            <a:xfrm>
              <a:off x="6383793"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7" name="Freeform: Shape 756">
              <a:extLst>
                <a:ext uri="{FF2B5EF4-FFF2-40B4-BE49-F238E27FC236}">
                  <a16:creationId xmlns:a16="http://schemas.microsoft.com/office/drawing/2014/main" id="{44C32236-74C2-FCD5-6175-C553344F6B93}"/>
                </a:ext>
              </a:extLst>
            </p:cNvPr>
            <p:cNvSpPr/>
            <p:nvPr/>
          </p:nvSpPr>
          <p:spPr>
            <a:xfrm>
              <a:off x="6383793"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8" name="Freeform: Shape 757">
              <a:extLst>
                <a:ext uri="{FF2B5EF4-FFF2-40B4-BE49-F238E27FC236}">
                  <a16:creationId xmlns:a16="http://schemas.microsoft.com/office/drawing/2014/main" id="{C1F269DE-1A06-69B8-63CC-7AE756C8DBD2}"/>
                </a:ext>
              </a:extLst>
            </p:cNvPr>
            <p:cNvSpPr/>
            <p:nvPr/>
          </p:nvSpPr>
          <p:spPr>
            <a:xfrm>
              <a:off x="6070534" y="4188078"/>
              <a:ext cx="52326" cy="52675"/>
            </a:xfrm>
            <a:custGeom>
              <a:avLst/>
              <a:gdLst>
                <a:gd name="connsiteX0" fmla="*/ 50582 w 52326"/>
                <a:gd name="connsiteY0" fmla="*/ 18140 h 52675"/>
                <a:gd name="connsiteX1" fmla="*/ 50582 w 52326"/>
                <a:gd name="connsiteY1" fmla="*/ 18140 h 52675"/>
                <a:gd name="connsiteX2" fmla="*/ 50233 w 52326"/>
                <a:gd name="connsiteY2" fmla="*/ 17093 h 52675"/>
                <a:gd name="connsiteX3" fmla="*/ 48838 w 52326"/>
                <a:gd name="connsiteY3" fmla="*/ 13605 h 52675"/>
                <a:gd name="connsiteX4" fmla="*/ 48838 w 52326"/>
                <a:gd name="connsiteY4" fmla="*/ 13605 h 52675"/>
                <a:gd name="connsiteX5" fmla="*/ 48838 w 52326"/>
                <a:gd name="connsiteY5" fmla="*/ 13605 h 52675"/>
                <a:gd name="connsiteX6" fmla="*/ 47094 w 52326"/>
                <a:gd name="connsiteY6" fmla="*/ 10814 h 52675"/>
                <a:gd name="connsiteX7" fmla="*/ 46396 w 52326"/>
                <a:gd name="connsiteY7" fmla="*/ 10116 h 52675"/>
                <a:gd name="connsiteX8" fmla="*/ 45001 w 52326"/>
                <a:gd name="connsiteY8" fmla="*/ 8372 h 52675"/>
                <a:gd name="connsiteX9" fmla="*/ 44303 w 52326"/>
                <a:gd name="connsiteY9" fmla="*/ 7675 h 52675"/>
                <a:gd name="connsiteX10" fmla="*/ 42210 w 52326"/>
                <a:gd name="connsiteY10" fmla="*/ 5582 h 52675"/>
                <a:gd name="connsiteX11" fmla="*/ 41861 w 52326"/>
                <a:gd name="connsiteY11" fmla="*/ 5233 h 52675"/>
                <a:gd name="connsiteX12" fmla="*/ 39768 w 52326"/>
                <a:gd name="connsiteY12" fmla="*/ 3837 h 52675"/>
                <a:gd name="connsiteX13" fmla="*/ 39070 w 52326"/>
                <a:gd name="connsiteY13" fmla="*/ 3488 h 52675"/>
                <a:gd name="connsiteX14" fmla="*/ 36628 w 52326"/>
                <a:gd name="connsiteY14" fmla="*/ 2442 h 52675"/>
                <a:gd name="connsiteX15" fmla="*/ 36280 w 52326"/>
                <a:gd name="connsiteY15" fmla="*/ 2093 h 52675"/>
                <a:gd name="connsiteX16" fmla="*/ 33489 w 52326"/>
                <a:gd name="connsiteY16" fmla="*/ 1047 h 52675"/>
                <a:gd name="connsiteX17" fmla="*/ 32791 w 52326"/>
                <a:gd name="connsiteY17" fmla="*/ 698 h 52675"/>
                <a:gd name="connsiteX18" fmla="*/ 30349 w 52326"/>
                <a:gd name="connsiteY18" fmla="*/ 349 h 52675"/>
                <a:gd name="connsiteX19" fmla="*/ 29303 w 52326"/>
                <a:gd name="connsiteY19" fmla="*/ 349 h 52675"/>
                <a:gd name="connsiteX20" fmla="*/ 26163 w 52326"/>
                <a:gd name="connsiteY20" fmla="*/ 0 h 52675"/>
                <a:gd name="connsiteX21" fmla="*/ 7675 w 52326"/>
                <a:gd name="connsiteY21" fmla="*/ 7675 h 52675"/>
                <a:gd name="connsiteX22" fmla="*/ 3140 w 52326"/>
                <a:gd name="connsiteY22" fmla="*/ 13605 h 52675"/>
                <a:gd name="connsiteX23" fmla="*/ 0 w 52326"/>
                <a:gd name="connsiteY23" fmla="*/ 23372 h 52675"/>
                <a:gd name="connsiteX24" fmla="*/ 0 w 52326"/>
                <a:gd name="connsiteY24" fmla="*/ 26163 h 52675"/>
                <a:gd name="connsiteX25" fmla="*/ 0 w 52326"/>
                <a:gd name="connsiteY25" fmla="*/ 28954 h 52675"/>
                <a:gd name="connsiteX26" fmla="*/ 2093 w 52326"/>
                <a:gd name="connsiteY26" fmla="*/ 36628 h 52675"/>
                <a:gd name="connsiteX27" fmla="*/ 23024 w 52326"/>
                <a:gd name="connsiteY27" fmla="*/ 52326 h 52675"/>
                <a:gd name="connsiteX28" fmla="*/ 26163 w 52326"/>
                <a:gd name="connsiteY28" fmla="*/ 52675 h 52675"/>
                <a:gd name="connsiteX29" fmla="*/ 28954 w 52326"/>
                <a:gd name="connsiteY29" fmla="*/ 52675 h 52675"/>
                <a:gd name="connsiteX30" fmla="*/ 50233 w 52326"/>
                <a:gd name="connsiteY30" fmla="*/ 36977 h 52675"/>
                <a:gd name="connsiteX31" fmla="*/ 52326 w 52326"/>
                <a:gd name="connsiteY31" fmla="*/ 29303 h 52675"/>
                <a:gd name="connsiteX32" fmla="*/ 52326 w 52326"/>
                <a:gd name="connsiteY32" fmla="*/ 26512 h 52675"/>
                <a:gd name="connsiteX33" fmla="*/ 51977 w 52326"/>
                <a:gd name="connsiteY33" fmla="*/ 23024 h 52675"/>
                <a:gd name="connsiteX34" fmla="*/ 51977 w 52326"/>
                <a:gd name="connsiteY34" fmla="*/ 22326 h 52675"/>
                <a:gd name="connsiteX35" fmla="*/ 50582 w 52326"/>
                <a:gd name="connsiteY35" fmla="*/ 18140 h 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326" h="52675">
                  <a:moveTo>
                    <a:pt x="50582" y="18140"/>
                  </a:moveTo>
                  <a:cubicBezTo>
                    <a:pt x="50582" y="18140"/>
                    <a:pt x="50582" y="18140"/>
                    <a:pt x="50582" y="18140"/>
                  </a:cubicBezTo>
                  <a:cubicBezTo>
                    <a:pt x="50582" y="17791"/>
                    <a:pt x="50233" y="17442"/>
                    <a:pt x="50233" y="17093"/>
                  </a:cubicBezTo>
                  <a:cubicBezTo>
                    <a:pt x="49884" y="16047"/>
                    <a:pt x="49187" y="14651"/>
                    <a:pt x="48838" y="13605"/>
                  </a:cubicBezTo>
                  <a:cubicBezTo>
                    <a:pt x="48838" y="13605"/>
                    <a:pt x="48838" y="13605"/>
                    <a:pt x="48838" y="13605"/>
                  </a:cubicBezTo>
                  <a:cubicBezTo>
                    <a:pt x="48838" y="13605"/>
                    <a:pt x="48838" y="13605"/>
                    <a:pt x="48838" y="13605"/>
                  </a:cubicBezTo>
                  <a:cubicBezTo>
                    <a:pt x="48489" y="12558"/>
                    <a:pt x="47792" y="11861"/>
                    <a:pt x="47094" y="10814"/>
                  </a:cubicBezTo>
                  <a:cubicBezTo>
                    <a:pt x="47094" y="10465"/>
                    <a:pt x="46745" y="10465"/>
                    <a:pt x="46396" y="10116"/>
                  </a:cubicBezTo>
                  <a:cubicBezTo>
                    <a:pt x="46047" y="9419"/>
                    <a:pt x="45349" y="8721"/>
                    <a:pt x="45001" y="8372"/>
                  </a:cubicBezTo>
                  <a:cubicBezTo>
                    <a:pt x="44652" y="8024"/>
                    <a:pt x="44652" y="8024"/>
                    <a:pt x="44303" y="7675"/>
                  </a:cubicBezTo>
                  <a:cubicBezTo>
                    <a:pt x="43605" y="6977"/>
                    <a:pt x="42908" y="6279"/>
                    <a:pt x="42210" y="5582"/>
                  </a:cubicBezTo>
                  <a:cubicBezTo>
                    <a:pt x="42210" y="5582"/>
                    <a:pt x="41861" y="5233"/>
                    <a:pt x="41861" y="5233"/>
                  </a:cubicBezTo>
                  <a:cubicBezTo>
                    <a:pt x="41163" y="4535"/>
                    <a:pt x="40466" y="4186"/>
                    <a:pt x="39768" y="3837"/>
                  </a:cubicBezTo>
                  <a:cubicBezTo>
                    <a:pt x="39419" y="3837"/>
                    <a:pt x="39419" y="3488"/>
                    <a:pt x="39070" y="3488"/>
                  </a:cubicBezTo>
                  <a:cubicBezTo>
                    <a:pt x="38373" y="3140"/>
                    <a:pt x="37675" y="2791"/>
                    <a:pt x="36628" y="2442"/>
                  </a:cubicBezTo>
                  <a:cubicBezTo>
                    <a:pt x="36628" y="2442"/>
                    <a:pt x="36280" y="2442"/>
                    <a:pt x="36280" y="2093"/>
                  </a:cubicBezTo>
                  <a:cubicBezTo>
                    <a:pt x="35233" y="1744"/>
                    <a:pt x="34187" y="1395"/>
                    <a:pt x="33489" y="1047"/>
                  </a:cubicBezTo>
                  <a:cubicBezTo>
                    <a:pt x="33140" y="1047"/>
                    <a:pt x="33140" y="1047"/>
                    <a:pt x="32791" y="698"/>
                  </a:cubicBezTo>
                  <a:cubicBezTo>
                    <a:pt x="32094" y="349"/>
                    <a:pt x="31047" y="349"/>
                    <a:pt x="30349" y="349"/>
                  </a:cubicBezTo>
                  <a:cubicBezTo>
                    <a:pt x="30001" y="349"/>
                    <a:pt x="29652" y="349"/>
                    <a:pt x="29303" y="349"/>
                  </a:cubicBezTo>
                  <a:cubicBezTo>
                    <a:pt x="28256" y="349"/>
                    <a:pt x="27210" y="0"/>
                    <a:pt x="26163" y="0"/>
                  </a:cubicBezTo>
                  <a:cubicBezTo>
                    <a:pt x="18838" y="0"/>
                    <a:pt x="12559" y="2791"/>
                    <a:pt x="7675" y="7675"/>
                  </a:cubicBezTo>
                  <a:cubicBezTo>
                    <a:pt x="5931"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047" y="34187"/>
                    <a:pt x="2093" y="36628"/>
                  </a:cubicBezTo>
                  <a:cubicBezTo>
                    <a:pt x="5582" y="45001"/>
                    <a:pt x="13605" y="51280"/>
                    <a:pt x="23024" y="52326"/>
                  </a:cubicBezTo>
                  <a:cubicBezTo>
                    <a:pt x="24070" y="52326"/>
                    <a:pt x="25117" y="52675"/>
                    <a:pt x="26163" y="52675"/>
                  </a:cubicBezTo>
                  <a:cubicBezTo>
                    <a:pt x="27210" y="52675"/>
                    <a:pt x="27907" y="52675"/>
                    <a:pt x="28954" y="52675"/>
                  </a:cubicBezTo>
                  <a:cubicBezTo>
                    <a:pt x="38722" y="51629"/>
                    <a:pt x="46745" y="45349"/>
                    <a:pt x="50233" y="36977"/>
                  </a:cubicBezTo>
                  <a:cubicBezTo>
                    <a:pt x="51280" y="34535"/>
                    <a:pt x="51977" y="32093"/>
                    <a:pt x="52326" y="29303"/>
                  </a:cubicBezTo>
                  <a:cubicBezTo>
                    <a:pt x="52326" y="28256"/>
                    <a:pt x="52326" y="27559"/>
                    <a:pt x="52326" y="26512"/>
                  </a:cubicBezTo>
                  <a:cubicBezTo>
                    <a:pt x="52326" y="25466"/>
                    <a:pt x="52326" y="24070"/>
                    <a:pt x="51977" y="23024"/>
                  </a:cubicBezTo>
                  <a:cubicBezTo>
                    <a:pt x="51977" y="22675"/>
                    <a:pt x="51977" y="22326"/>
                    <a:pt x="51977" y="22326"/>
                  </a:cubicBezTo>
                  <a:cubicBezTo>
                    <a:pt x="50931" y="20233"/>
                    <a:pt x="50931" y="19186"/>
                    <a:pt x="50582" y="18140"/>
                  </a:cubicBezTo>
                  <a:close/>
                </a:path>
              </a:pathLst>
            </a:custGeom>
            <a:grpFill/>
            <a:ln w="3488" cap="flat">
              <a:noFill/>
              <a:prstDash val="solid"/>
              <a:miter/>
            </a:ln>
          </p:spPr>
          <p:txBody>
            <a:bodyPr rtlCol="0" anchor="ctr"/>
            <a:lstStyle/>
            <a:p>
              <a:endParaRPr lang="en-ID"/>
            </a:p>
          </p:txBody>
        </p:sp>
        <p:sp>
          <p:nvSpPr>
            <p:cNvPr id="759" name="Freeform: Shape 758">
              <a:extLst>
                <a:ext uri="{FF2B5EF4-FFF2-40B4-BE49-F238E27FC236}">
                  <a16:creationId xmlns:a16="http://schemas.microsoft.com/office/drawing/2014/main" id="{519FDBF8-9110-2AF2-0289-C8B1779CE31E}"/>
                </a:ext>
              </a:extLst>
            </p:cNvPr>
            <p:cNvSpPr/>
            <p:nvPr/>
          </p:nvSpPr>
          <p:spPr>
            <a:xfrm>
              <a:off x="9104057" y="2513291"/>
              <a:ext cx="53023" cy="52326"/>
            </a:xfrm>
            <a:custGeom>
              <a:avLst/>
              <a:gdLst>
                <a:gd name="connsiteX0" fmla="*/ 12209 w 53023"/>
                <a:gd name="connsiteY0" fmla="*/ 47791 h 52326"/>
                <a:gd name="connsiteX1" fmla="*/ 26861 w 53023"/>
                <a:gd name="connsiteY1" fmla="*/ 52326 h 52326"/>
                <a:gd name="connsiteX2" fmla="*/ 26861 w 53023"/>
                <a:gd name="connsiteY2" fmla="*/ 52326 h 52326"/>
                <a:gd name="connsiteX3" fmla="*/ 41512 w 53023"/>
                <a:gd name="connsiteY3" fmla="*/ 47791 h 52326"/>
                <a:gd name="connsiteX4" fmla="*/ 53024 w 53023"/>
                <a:gd name="connsiteY4" fmla="*/ 26163 h 52326"/>
                <a:gd name="connsiteX5" fmla="*/ 53024 w 53023"/>
                <a:gd name="connsiteY5" fmla="*/ 26163 h 52326"/>
                <a:gd name="connsiteX6" fmla="*/ 52675 w 53023"/>
                <a:gd name="connsiteY6" fmla="*/ 23024 h 52326"/>
                <a:gd name="connsiteX7" fmla="*/ 49884 w 53023"/>
                <a:gd name="connsiteY7" fmla="*/ 13605 h 52326"/>
                <a:gd name="connsiteX8" fmla="*/ 47791 w 53023"/>
                <a:gd name="connsiteY8" fmla="*/ 10465 h 52326"/>
                <a:gd name="connsiteX9" fmla="*/ 36977 w 53023"/>
                <a:gd name="connsiteY9" fmla="*/ 2093 h 52326"/>
                <a:gd name="connsiteX10" fmla="*/ 30000 w 53023"/>
                <a:gd name="connsiteY10" fmla="*/ 349 h 52326"/>
                <a:gd name="connsiteX11" fmla="*/ 26511 w 53023"/>
                <a:gd name="connsiteY11" fmla="*/ 0 h 52326"/>
                <a:gd name="connsiteX12" fmla="*/ 26511 w 53023"/>
                <a:gd name="connsiteY12" fmla="*/ 0 h 52326"/>
                <a:gd name="connsiteX13" fmla="*/ 23721 w 53023"/>
                <a:gd name="connsiteY13" fmla="*/ 0 h 52326"/>
                <a:gd name="connsiteX14" fmla="*/ 4535 w 53023"/>
                <a:gd name="connsiteY14" fmla="*/ 11512 h 52326"/>
                <a:gd name="connsiteX15" fmla="*/ 3139 w 53023"/>
                <a:gd name="connsiteY15" fmla="*/ 13605 h 52326"/>
                <a:gd name="connsiteX16" fmla="*/ 0 w 53023"/>
                <a:gd name="connsiteY16" fmla="*/ 23372 h 52326"/>
                <a:gd name="connsiteX17" fmla="*/ 0 w 53023"/>
                <a:gd name="connsiteY17" fmla="*/ 26163 h 52326"/>
                <a:gd name="connsiteX18" fmla="*/ 12209 w 53023"/>
                <a:gd name="connsiteY18" fmla="*/ 4779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23" h="52326">
                  <a:moveTo>
                    <a:pt x="12209" y="47791"/>
                  </a:moveTo>
                  <a:cubicBezTo>
                    <a:pt x="16395" y="50582"/>
                    <a:pt x="21279" y="52326"/>
                    <a:pt x="26861" y="52326"/>
                  </a:cubicBezTo>
                  <a:lnTo>
                    <a:pt x="26861" y="52326"/>
                  </a:lnTo>
                  <a:cubicBezTo>
                    <a:pt x="32442" y="52326"/>
                    <a:pt x="37326" y="50582"/>
                    <a:pt x="41512" y="47791"/>
                  </a:cubicBezTo>
                  <a:cubicBezTo>
                    <a:pt x="48489" y="43256"/>
                    <a:pt x="53024" y="35233"/>
                    <a:pt x="53024" y="26163"/>
                  </a:cubicBezTo>
                  <a:lnTo>
                    <a:pt x="53024" y="26163"/>
                  </a:lnTo>
                  <a:cubicBezTo>
                    <a:pt x="53024" y="25117"/>
                    <a:pt x="53024" y="24070"/>
                    <a:pt x="52675" y="23024"/>
                  </a:cubicBezTo>
                  <a:cubicBezTo>
                    <a:pt x="52326" y="19535"/>
                    <a:pt x="51279" y="16396"/>
                    <a:pt x="49884" y="13605"/>
                  </a:cubicBezTo>
                  <a:cubicBezTo>
                    <a:pt x="49186" y="12558"/>
                    <a:pt x="48489" y="11512"/>
                    <a:pt x="47791" y="10465"/>
                  </a:cubicBezTo>
                  <a:cubicBezTo>
                    <a:pt x="45000" y="6628"/>
                    <a:pt x="41512" y="3837"/>
                    <a:pt x="36977" y="2093"/>
                  </a:cubicBezTo>
                  <a:cubicBezTo>
                    <a:pt x="34884" y="1046"/>
                    <a:pt x="32442" y="698"/>
                    <a:pt x="30000" y="349"/>
                  </a:cubicBezTo>
                  <a:cubicBezTo>
                    <a:pt x="28954" y="349"/>
                    <a:pt x="27558" y="0"/>
                    <a:pt x="26511" y="0"/>
                  </a:cubicBezTo>
                  <a:lnTo>
                    <a:pt x="26511" y="0"/>
                  </a:lnTo>
                  <a:cubicBezTo>
                    <a:pt x="25466" y="0"/>
                    <a:pt x="24767" y="0"/>
                    <a:pt x="23721" y="0"/>
                  </a:cubicBezTo>
                  <a:cubicBezTo>
                    <a:pt x="15698" y="698"/>
                    <a:pt x="9069" y="5233"/>
                    <a:pt x="4535" y="11512"/>
                  </a:cubicBezTo>
                  <a:cubicBezTo>
                    <a:pt x="4186" y="12209"/>
                    <a:pt x="3488" y="12907"/>
                    <a:pt x="3139" y="13605"/>
                  </a:cubicBezTo>
                  <a:cubicBezTo>
                    <a:pt x="1395" y="16744"/>
                    <a:pt x="348" y="19884"/>
                    <a:pt x="0" y="23372"/>
                  </a:cubicBezTo>
                  <a:cubicBezTo>
                    <a:pt x="0" y="24419"/>
                    <a:pt x="0" y="25117"/>
                    <a:pt x="0" y="26163"/>
                  </a:cubicBezTo>
                  <a:cubicBezTo>
                    <a:pt x="698" y="35233"/>
                    <a:pt x="5233" y="43256"/>
                    <a:pt x="12209" y="47791"/>
                  </a:cubicBezTo>
                  <a:close/>
                </a:path>
              </a:pathLst>
            </a:custGeom>
            <a:grpFill/>
            <a:ln w="3488" cap="flat">
              <a:noFill/>
              <a:prstDash val="solid"/>
              <a:miter/>
            </a:ln>
          </p:spPr>
          <p:txBody>
            <a:bodyPr rtlCol="0" anchor="ctr"/>
            <a:lstStyle/>
            <a:p>
              <a:endParaRPr lang="en-ID"/>
            </a:p>
          </p:txBody>
        </p:sp>
        <p:sp>
          <p:nvSpPr>
            <p:cNvPr id="760" name="Freeform: Shape 759">
              <a:extLst>
                <a:ext uri="{FF2B5EF4-FFF2-40B4-BE49-F238E27FC236}">
                  <a16:creationId xmlns:a16="http://schemas.microsoft.com/office/drawing/2014/main" id="{CA030E8E-2DC5-171A-473E-DE216562CBB4}"/>
                </a:ext>
              </a:extLst>
            </p:cNvPr>
            <p:cNvSpPr/>
            <p:nvPr/>
          </p:nvSpPr>
          <p:spPr>
            <a:xfrm>
              <a:off x="9314060" y="4292381"/>
              <a:ext cx="52326" cy="52326"/>
            </a:xfrm>
            <a:custGeom>
              <a:avLst/>
              <a:gdLst>
                <a:gd name="connsiteX0" fmla="*/ 26163 w 52326"/>
                <a:gd name="connsiteY0" fmla="*/ 0 h 52326"/>
                <a:gd name="connsiteX1" fmla="*/ 26163 w 52326"/>
                <a:gd name="connsiteY1" fmla="*/ 0 h 52326"/>
                <a:gd name="connsiteX2" fmla="*/ 22675 w 52326"/>
                <a:gd name="connsiteY2" fmla="*/ 349 h 52326"/>
                <a:gd name="connsiteX3" fmla="*/ 16047 w 52326"/>
                <a:gd name="connsiteY3" fmla="*/ 2093 h 52326"/>
                <a:gd name="connsiteX4" fmla="*/ 7674 w 52326"/>
                <a:gd name="connsiteY4" fmla="*/ 7675 h 52326"/>
                <a:gd name="connsiteX5" fmla="*/ 0 w 52326"/>
                <a:gd name="connsiteY5" fmla="*/ 26163 h 52326"/>
                <a:gd name="connsiteX6" fmla="*/ 26163 w 52326"/>
                <a:gd name="connsiteY6" fmla="*/ 52326 h 52326"/>
                <a:gd name="connsiteX7" fmla="*/ 36628 w 52326"/>
                <a:gd name="connsiteY7" fmla="*/ 50233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5116" y="0"/>
                    <a:pt x="23721" y="0"/>
                    <a:pt x="22675" y="349"/>
                  </a:cubicBezTo>
                  <a:cubicBezTo>
                    <a:pt x="20233" y="698"/>
                    <a:pt x="18140" y="1395"/>
                    <a:pt x="16047" y="2093"/>
                  </a:cubicBezTo>
                  <a:cubicBezTo>
                    <a:pt x="12907" y="3488"/>
                    <a:pt x="10116" y="5233"/>
                    <a:pt x="7674" y="7675"/>
                  </a:cubicBezTo>
                  <a:cubicBezTo>
                    <a:pt x="2791" y="12558"/>
                    <a:pt x="0" y="18838"/>
                    <a:pt x="0" y="26163"/>
                  </a:cubicBezTo>
                  <a:cubicBezTo>
                    <a:pt x="0" y="40465"/>
                    <a:pt x="11860" y="52326"/>
                    <a:pt x="26163" y="52326"/>
                  </a:cubicBezTo>
                  <a:cubicBezTo>
                    <a:pt x="30001" y="52326"/>
                    <a:pt x="33489" y="51628"/>
                    <a:pt x="36628" y="50233"/>
                  </a:cubicBezTo>
                  <a:cubicBezTo>
                    <a:pt x="45699" y="46047"/>
                    <a:pt x="52326" y="3697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1" name="Freeform: Shape 760">
              <a:extLst>
                <a:ext uri="{FF2B5EF4-FFF2-40B4-BE49-F238E27FC236}">
                  <a16:creationId xmlns:a16="http://schemas.microsoft.com/office/drawing/2014/main" id="{F711B770-0F0E-BBFE-9821-68CF84FE9699}"/>
                </a:ext>
              </a:extLst>
            </p:cNvPr>
            <p:cNvSpPr/>
            <p:nvPr/>
          </p:nvSpPr>
          <p:spPr>
            <a:xfrm>
              <a:off x="9314397" y="3978424"/>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762" name="Freeform: Shape 761">
              <a:extLst>
                <a:ext uri="{FF2B5EF4-FFF2-40B4-BE49-F238E27FC236}">
                  <a16:creationId xmlns:a16="http://schemas.microsoft.com/office/drawing/2014/main" id="{B5B74E2E-8E5B-57D7-8E3C-D139D1906178}"/>
                </a:ext>
              </a:extLst>
            </p:cNvPr>
            <p:cNvSpPr/>
            <p:nvPr/>
          </p:nvSpPr>
          <p:spPr>
            <a:xfrm>
              <a:off x="11197802" y="5338905"/>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3139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3139" y="13605"/>
                    <a:pt x="3139" y="13954"/>
                    <a:pt x="3139" y="13954"/>
                  </a:cubicBezTo>
                  <a:cubicBezTo>
                    <a:pt x="2791" y="14651"/>
                    <a:pt x="2442" y="15349"/>
                    <a:pt x="2093" y="16047"/>
                  </a:cubicBezTo>
                  <a:cubicBezTo>
                    <a:pt x="698" y="19186"/>
                    <a:pt x="0" y="22675"/>
                    <a:pt x="0" y="26163"/>
                  </a:cubicBezTo>
                  <a:cubicBezTo>
                    <a:pt x="0" y="40465"/>
                    <a:pt x="11860" y="52326"/>
                    <a:pt x="26163" y="52326"/>
                  </a:cubicBez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3" name="Freeform: Shape 762">
              <a:extLst>
                <a:ext uri="{FF2B5EF4-FFF2-40B4-BE49-F238E27FC236}">
                  <a16:creationId xmlns:a16="http://schemas.microsoft.com/office/drawing/2014/main" id="{5D912A10-23BF-CD87-CB2B-71E7A18BED84}"/>
                </a:ext>
              </a:extLst>
            </p:cNvPr>
            <p:cNvSpPr/>
            <p:nvPr/>
          </p:nvSpPr>
          <p:spPr>
            <a:xfrm>
              <a:off x="8162884"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4" name="Freeform: Shape 763">
              <a:extLst>
                <a:ext uri="{FF2B5EF4-FFF2-40B4-BE49-F238E27FC236}">
                  <a16:creationId xmlns:a16="http://schemas.microsoft.com/office/drawing/2014/main" id="{53DB4BCD-726A-EA58-689D-D701F6300A71}"/>
                </a:ext>
              </a:extLst>
            </p:cNvPr>
            <p:cNvSpPr/>
            <p:nvPr/>
          </p:nvSpPr>
          <p:spPr>
            <a:xfrm>
              <a:off x="1213967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5" name="Freeform: Shape 764">
              <a:extLst>
                <a:ext uri="{FF2B5EF4-FFF2-40B4-BE49-F238E27FC236}">
                  <a16:creationId xmlns:a16="http://schemas.microsoft.com/office/drawing/2014/main" id="{E71E6A23-5AF0-9FE5-C057-20369DEE64B2}"/>
                </a:ext>
              </a:extLst>
            </p:cNvPr>
            <p:cNvSpPr/>
            <p:nvPr/>
          </p:nvSpPr>
          <p:spPr>
            <a:xfrm>
              <a:off x="10674540" y="4187729"/>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6" name="Freeform: Shape 765">
              <a:extLst>
                <a:ext uri="{FF2B5EF4-FFF2-40B4-BE49-F238E27FC236}">
                  <a16:creationId xmlns:a16="http://schemas.microsoft.com/office/drawing/2014/main" id="{FAA729CA-6B99-E98A-A543-5E5493AF7E0F}"/>
                </a:ext>
              </a:extLst>
            </p:cNvPr>
            <p:cNvSpPr/>
            <p:nvPr/>
          </p:nvSpPr>
          <p:spPr>
            <a:xfrm>
              <a:off x="11930369" y="5338905"/>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67" name="Freeform: Shape 766">
              <a:extLst>
                <a:ext uri="{FF2B5EF4-FFF2-40B4-BE49-F238E27FC236}">
                  <a16:creationId xmlns:a16="http://schemas.microsoft.com/office/drawing/2014/main" id="{D2D42905-788D-36D3-FB66-7BFB69832EF3}"/>
                </a:ext>
              </a:extLst>
            </p:cNvPr>
            <p:cNvSpPr/>
            <p:nvPr/>
          </p:nvSpPr>
          <p:spPr>
            <a:xfrm>
              <a:off x="1151175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8" name="Freeform: Shape 767">
              <a:extLst>
                <a:ext uri="{FF2B5EF4-FFF2-40B4-BE49-F238E27FC236}">
                  <a16:creationId xmlns:a16="http://schemas.microsoft.com/office/drawing/2014/main" id="{49C5D89A-B448-2631-52A2-215849C616D9}"/>
                </a:ext>
              </a:extLst>
            </p:cNvPr>
            <p:cNvSpPr/>
            <p:nvPr/>
          </p:nvSpPr>
          <p:spPr>
            <a:xfrm>
              <a:off x="11197802" y="3036553"/>
              <a:ext cx="52326" cy="52326"/>
            </a:xfrm>
            <a:custGeom>
              <a:avLst/>
              <a:gdLst>
                <a:gd name="connsiteX0" fmla="*/ 18489 w 52326"/>
                <a:gd name="connsiteY0" fmla="*/ 51280 h 52326"/>
                <a:gd name="connsiteX1" fmla="*/ 22325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5" y="51977"/>
                  </a:cubicBezTo>
                  <a:cubicBezTo>
                    <a:pt x="23721" y="52326"/>
                    <a:pt x="24768" y="52326"/>
                    <a:pt x="26163" y="52326"/>
                  </a:cubicBez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69" name="Freeform: Shape 768">
              <a:extLst>
                <a:ext uri="{FF2B5EF4-FFF2-40B4-BE49-F238E27FC236}">
                  <a16:creationId xmlns:a16="http://schemas.microsoft.com/office/drawing/2014/main" id="{5BE806CD-31EE-7E84-91C2-F12855724712}"/>
                </a:ext>
              </a:extLst>
            </p:cNvPr>
            <p:cNvSpPr/>
            <p:nvPr/>
          </p:nvSpPr>
          <p:spPr>
            <a:xfrm>
              <a:off x="1119780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70" name="Freeform: Shape 769">
              <a:extLst>
                <a:ext uri="{FF2B5EF4-FFF2-40B4-BE49-F238E27FC236}">
                  <a16:creationId xmlns:a16="http://schemas.microsoft.com/office/drawing/2014/main" id="{7EF2E131-38B8-B169-E429-75D5D0EB0124}"/>
                </a:ext>
              </a:extLst>
            </p:cNvPr>
            <p:cNvSpPr/>
            <p:nvPr/>
          </p:nvSpPr>
          <p:spPr>
            <a:xfrm>
              <a:off x="931406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1" name="Freeform: Shape 770">
              <a:extLst>
                <a:ext uri="{FF2B5EF4-FFF2-40B4-BE49-F238E27FC236}">
                  <a16:creationId xmlns:a16="http://schemas.microsoft.com/office/drawing/2014/main" id="{FCACC950-9A83-4ED4-B2B9-A3456BCD194F}"/>
                </a:ext>
              </a:extLst>
            </p:cNvPr>
            <p:cNvSpPr/>
            <p:nvPr/>
          </p:nvSpPr>
          <p:spPr>
            <a:xfrm rot="21046898">
              <a:off x="8581643" y="376900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72" name="Freeform: Shape 771">
              <a:extLst>
                <a:ext uri="{FF2B5EF4-FFF2-40B4-BE49-F238E27FC236}">
                  <a16:creationId xmlns:a16="http://schemas.microsoft.com/office/drawing/2014/main" id="{C26F2916-C873-C9D4-D416-3A90C0E4513A}"/>
                </a:ext>
              </a:extLst>
            </p:cNvPr>
            <p:cNvSpPr/>
            <p:nvPr/>
          </p:nvSpPr>
          <p:spPr>
            <a:xfrm>
              <a:off x="7744274" y="3978773"/>
              <a:ext cx="52326" cy="52326"/>
            </a:xfrm>
            <a:custGeom>
              <a:avLst/>
              <a:gdLst>
                <a:gd name="connsiteX0" fmla="*/ 40814 w 52326"/>
                <a:gd name="connsiteY0" fmla="*/ 4186 h 52326"/>
                <a:gd name="connsiteX1" fmla="*/ 37675 w 52326"/>
                <a:gd name="connsiteY1" fmla="*/ 2442 h 52326"/>
                <a:gd name="connsiteX2" fmla="*/ 33837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2" y="3140"/>
                    <a:pt x="37675" y="2442"/>
                  </a:cubicBezTo>
                  <a:cubicBezTo>
                    <a:pt x="36279" y="1744"/>
                    <a:pt x="35233" y="1395"/>
                    <a:pt x="33837" y="1047"/>
                  </a:cubicBezTo>
                  <a:cubicBezTo>
                    <a:pt x="31396" y="349"/>
                    <a:pt x="2860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773" name="Freeform: Shape 772">
              <a:extLst>
                <a:ext uri="{FF2B5EF4-FFF2-40B4-BE49-F238E27FC236}">
                  <a16:creationId xmlns:a16="http://schemas.microsoft.com/office/drawing/2014/main" id="{50C1DECA-2A2D-8842-4874-AD9755C66F07}"/>
                </a:ext>
              </a:extLst>
            </p:cNvPr>
            <p:cNvSpPr/>
            <p:nvPr/>
          </p:nvSpPr>
          <p:spPr>
            <a:xfrm>
              <a:off x="701170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4" name="Freeform: Shape 773">
              <a:extLst>
                <a:ext uri="{FF2B5EF4-FFF2-40B4-BE49-F238E27FC236}">
                  <a16:creationId xmlns:a16="http://schemas.microsoft.com/office/drawing/2014/main" id="{54A1756A-C321-BDE8-2DFD-0E6F68D1CD8D}"/>
                </a:ext>
              </a:extLst>
            </p:cNvPr>
            <p:cNvSpPr/>
            <p:nvPr/>
          </p:nvSpPr>
          <p:spPr>
            <a:xfrm>
              <a:off x="680240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75" name="Freeform: Shape 774">
              <a:extLst>
                <a:ext uri="{FF2B5EF4-FFF2-40B4-BE49-F238E27FC236}">
                  <a16:creationId xmlns:a16="http://schemas.microsoft.com/office/drawing/2014/main" id="{22650915-8E21-A977-1F02-F9102DA90361}"/>
                </a:ext>
              </a:extLst>
            </p:cNvPr>
            <p:cNvSpPr/>
            <p:nvPr/>
          </p:nvSpPr>
          <p:spPr>
            <a:xfrm>
              <a:off x="6069836" y="3873772"/>
              <a:ext cx="52326" cy="52674"/>
            </a:xfrm>
            <a:custGeom>
              <a:avLst/>
              <a:gdLst>
                <a:gd name="connsiteX0" fmla="*/ 52326 w 52326"/>
                <a:gd name="connsiteY0" fmla="*/ 23372 h 52674"/>
                <a:gd name="connsiteX1" fmla="*/ 49187 w 52326"/>
                <a:gd name="connsiteY1" fmla="*/ 13605 h 52674"/>
                <a:gd name="connsiteX2" fmla="*/ 38721 w 52326"/>
                <a:gd name="connsiteY2" fmla="*/ 3140 h 52674"/>
                <a:gd name="connsiteX3" fmla="*/ 28954 w 52326"/>
                <a:gd name="connsiteY3" fmla="*/ 0 h 52674"/>
                <a:gd name="connsiteX4" fmla="*/ 26163 w 52326"/>
                <a:gd name="connsiteY4" fmla="*/ 0 h 52674"/>
                <a:gd name="connsiteX5" fmla="*/ 7674 w 52326"/>
                <a:gd name="connsiteY5" fmla="*/ 7675 h 52674"/>
                <a:gd name="connsiteX6" fmla="*/ 3140 w 52326"/>
                <a:gd name="connsiteY6" fmla="*/ 13605 h 52674"/>
                <a:gd name="connsiteX7" fmla="*/ 0 w 52326"/>
                <a:gd name="connsiteY7" fmla="*/ 23372 h 52674"/>
                <a:gd name="connsiteX8" fmla="*/ 0 w 52326"/>
                <a:gd name="connsiteY8" fmla="*/ 26163 h 52674"/>
                <a:gd name="connsiteX9" fmla="*/ 0 w 52326"/>
                <a:gd name="connsiteY9" fmla="*/ 28954 h 52674"/>
                <a:gd name="connsiteX10" fmla="*/ 2093 w 52326"/>
                <a:gd name="connsiteY10" fmla="*/ 36628 h 52674"/>
                <a:gd name="connsiteX11" fmla="*/ 23023 w 52326"/>
                <a:gd name="connsiteY11" fmla="*/ 52326 h 52674"/>
                <a:gd name="connsiteX12" fmla="*/ 26163 w 52326"/>
                <a:gd name="connsiteY12" fmla="*/ 52675 h 52674"/>
                <a:gd name="connsiteX13" fmla="*/ 28954 w 52326"/>
                <a:gd name="connsiteY13" fmla="*/ 52675 h 52674"/>
                <a:gd name="connsiteX14" fmla="*/ 50233 w 52326"/>
                <a:gd name="connsiteY14" fmla="*/ 36977 h 52674"/>
                <a:gd name="connsiteX15" fmla="*/ 52326 w 52326"/>
                <a:gd name="connsiteY15" fmla="*/ 29303 h 52674"/>
                <a:gd name="connsiteX16" fmla="*/ 52326 w 52326"/>
                <a:gd name="connsiteY16" fmla="*/ 26512 h 52674"/>
                <a:gd name="connsiteX17" fmla="*/ 52326 w 52326"/>
                <a:gd name="connsiteY17" fmla="*/ 23372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326" h="52674">
                  <a:moveTo>
                    <a:pt x="52326" y="23372"/>
                  </a:moveTo>
                  <a:cubicBezTo>
                    <a:pt x="51977" y="19884"/>
                    <a:pt x="50931" y="16396"/>
                    <a:pt x="49187" y="13605"/>
                  </a:cubicBezTo>
                  <a:cubicBezTo>
                    <a:pt x="46745" y="9070"/>
                    <a:pt x="43256" y="5581"/>
                    <a:pt x="38721" y="3140"/>
                  </a:cubicBezTo>
                  <a:cubicBezTo>
                    <a:pt x="35582" y="1395"/>
                    <a:pt x="32442" y="349"/>
                    <a:pt x="28954" y="0"/>
                  </a:cubicBezTo>
                  <a:cubicBezTo>
                    <a:pt x="27907" y="0"/>
                    <a:pt x="27210" y="0"/>
                    <a:pt x="26163" y="0"/>
                  </a:cubicBezTo>
                  <a:cubicBezTo>
                    <a:pt x="18838" y="0"/>
                    <a:pt x="12558" y="2791"/>
                    <a:pt x="7674" y="7675"/>
                  </a:cubicBezTo>
                  <a:cubicBezTo>
                    <a:pt x="5930" y="9419"/>
                    <a:pt x="4535" y="11512"/>
                    <a:pt x="3140" y="13605"/>
                  </a:cubicBezTo>
                  <a:cubicBezTo>
                    <a:pt x="1395" y="16744"/>
                    <a:pt x="349" y="19884"/>
                    <a:pt x="0" y="23372"/>
                  </a:cubicBezTo>
                  <a:cubicBezTo>
                    <a:pt x="0" y="24419"/>
                    <a:pt x="0" y="25117"/>
                    <a:pt x="0" y="26163"/>
                  </a:cubicBezTo>
                  <a:cubicBezTo>
                    <a:pt x="0" y="27210"/>
                    <a:pt x="0" y="27907"/>
                    <a:pt x="0" y="28954"/>
                  </a:cubicBezTo>
                  <a:cubicBezTo>
                    <a:pt x="349" y="31744"/>
                    <a:pt x="1047" y="34186"/>
                    <a:pt x="2093" y="36628"/>
                  </a:cubicBezTo>
                  <a:cubicBezTo>
                    <a:pt x="5581" y="45001"/>
                    <a:pt x="13605" y="51280"/>
                    <a:pt x="23023" y="52326"/>
                  </a:cubicBezTo>
                  <a:cubicBezTo>
                    <a:pt x="24070" y="52326"/>
                    <a:pt x="25116" y="52675"/>
                    <a:pt x="26163" y="52675"/>
                  </a:cubicBezTo>
                  <a:cubicBezTo>
                    <a:pt x="27210" y="52675"/>
                    <a:pt x="27907" y="52675"/>
                    <a:pt x="28954" y="52675"/>
                  </a:cubicBezTo>
                  <a:cubicBezTo>
                    <a:pt x="38721" y="51628"/>
                    <a:pt x="46745" y="45349"/>
                    <a:pt x="50233" y="36977"/>
                  </a:cubicBezTo>
                  <a:cubicBezTo>
                    <a:pt x="51279" y="34535"/>
                    <a:pt x="51977" y="32093"/>
                    <a:pt x="52326" y="29303"/>
                  </a:cubicBezTo>
                  <a:cubicBezTo>
                    <a:pt x="52326" y="28256"/>
                    <a:pt x="52326" y="27559"/>
                    <a:pt x="52326" y="26512"/>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776" name="Freeform: Shape 775">
              <a:extLst>
                <a:ext uri="{FF2B5EF4-FFF2-40B4-BE49-F238E27FC236}">
                  <a16:creationId xmlns:a16="http://schemas.microsoft.com/office/drawing/2014/main" id="{946A1D5A-C6D7-99EA-AB3C-92E2AB9E2BD7}"/>
                </a:ext>
              </a:extLst>
            </p:cNvPr>
            <p:cNvSpPr/>
            <p:nvPr/>
          </p:nvSpPr>
          <p:spPr>
            <a:xfrm>
              <a:off x="6069836" y="3664467"/>
              <a:ext cx="51977" cy="52326"/>
            </a:xfrm>
            <a:custGeom>
              <a:avLst/>
              <a:gdLst>
                <a:gd name="connsiteX0" fmla="*/ 38721 w 51977"/>
                <a:gd name="connsiteY0" fmla="*/ 3140 h 52326"/>
                <a:gd name="connsiteX1" fmla="*/ 28954 w 51977"/>
                <a:gd name="connsiteY1" fmla="*/ 0 h 52326"/>
                <a:gd name="connsiteX2" fmla="*/ 26163 w 51977"/>
                <a:gd name="connsiteY2" fmla="*/ 0 h 52326"/>
                <a:gd name="connsiteX3" fmla="*/ 22675 w 51977"/>
                <a:gd name="connsiteY3" fmla="*/ 349 h 52326"/>
                <a:gd name="connsiteX4" fmla="*/ 21977 w 51977"/>
                <a:gd name="connsiteY4" fmla="*/ 349 h 52326"/>
                <a:gd name="connsiteX5" fmla="*/ 15000 w 51977"/>
                <a:gd name="connsiteY5" fmla="*/ 2442 h 52326"/>
                <a:gd name="connsiteX6" fmla="*/ 14302 w 51977"/>
                <a:gd name="connsiteY6" fmla="*/ 2791 h 52326"/>
                <a:gd name="connsiteX7" fmla="*/ 11163 w 51977"/>
                <a:gd name="connsiteY7" fmla="*/ 4535 h 52326"/>
                <a:gd name="connsiteX8" fmla="*/ 10814 w 51977"/>
                <a:gd name="connsiteY8" fmla="*/ 4884 h 52326"/>
                <a:gd name="connsiteX9" fmla="*/ 8372 w 51977"/>
                <a:gd name="connsiteY9" fmla="*/ 6977 h 52326"/>
                <a:gd name="connsiteX10" fmla="*/ 8024 w 51977"/>
                <a:gd name="connsiteY10" fmla="*/ 7326 h 52326"/>
                <a:gd name="connsiteX11" fmla="*/ 5581 w 51977"/>
                <a:gd name="connsiteY11" fmla="*/ 10116 h 52326"/>
                <a:gd name="connsiteX12" fmla="*/ 5233 w 51977"/>
                <a:gd name="connsiteY12" fmla="*/ 10814 h 52326"/>
                <a:gd name="connsiteX13" fmla="*/ 3488 w 51977"/>
                <a:gd name="connsiteY13" fmla="*/ 13954 h 52326"/>
                <a:gd name="connsiteX14" fmla="*/ 3140 w 51977"/>
                <a:gd name="connsiteY14" fmla="*/ 14302 h 52326"/>
                <a:gd name="connsiteX15" fmla="*/ 1744 w 51977"/>
                <a:gd name="connsiteY15" fmla="*/ 17442 h 52326"/>
                <a:gd name="connsiteX16" fmla="*/ 1395 w 51977"/>
                <a:gd name="connsiteY16" fmla="*/ 18140 h 52326"/>
                <a:gd name="connsiteX17" fmla="*/ 349 w 51977"/>
                <a:gd name="connsiteY17" fmla="*/ 21628 h 52326"/>
                <a:gd name="connsiteX18" fmla="*/ 349 w 51977"/>
                <a:gd name="connsiteY18" fmla="*/ 22326 h 52326"/>
                <a:gd name="connsiteX19" fmla="*/ 0 w 51977"/>
                <a:gd name="connsiteY19" fmla="*/ 26163 h 52326"/>
                <a:gd name="connsiteX20" fmla="*/ 0 w 51977"/>
                <a:gd name="connsiteY20" fmla="*/ 26163 h 52326"/>
                <a:gd name="connsiteX21" fmla="*/ 26163 w 51977"/>
                <a:gd name="connsiteY21" fmla="*/ 52326 h 52326"/>
                <a:gd name="connsiteX22" fmla="*/ 31396 w 51977"/>
                <a:gd name="connsiteY22" fmla="*/ 51628 h 52326"/>
                <a:gd name="connsiteX23" fmla="*/ 33837 w 51977"/>
                <a:gd name="connsiteY23" fmla="*/ 50931 h 52326"/>
                <a:gd name="connsiteX24" fmla="*/ 34535 w 51977"/>
                <a:gd name="connsiteY24" fmla="*/ 50582 h 52326"/>
                <a:gd name="connsiteX25" fmla="*/ 36280 w 51977"/>
                <a:gd name="connsiteY25" fmla="*/ 49884 h 52326"/>
                <a:gd name="connsiteX26" fmla="*/ 36977 w 51977"/>
                <a:gd name="connsiteY26" fmla="*/ 49535 h 52326"/>
                <a:gd name="connsiteX27" fmla="*/ 38373 w 51977"/>
                <a:gd name="connsiteY27" fmla="*/ 48838 h 52326"/>
                <a:gd name="connsiteX28" fmla="*/ 39070 w 51977"/>
                <a:gd name="connsiteY28" fmla="*/ 48489 h 52326"/>
                <a:gd name="connsiteX29" fmla="*/ 40465 w 51977"/>
                <a:gd name="connsiteY29" fmla="*/ 47791 h 52326"/>
                <a:gd name="connsiteX30" fmla="*/ 41163 w 51977"/>
                <a:gd name="connsiteY30" fmla="*/ 47442 h 52326"/>
                <a:gd name="connsiteX31" fmla="*/ 42210 w 51977"/>
                <a:gd name="connsiteY31" fmla="*/ 46396 h 52326"/>
                <a:gd name="connsiteX32" fmla="*/ 42908 w 51977"/>
                <a:gd name="connsiteY32" fmla="*/ 45698 h 52326"/>
                <a:gd name="connsiteX33" fmla="*/ 43954 w 51977"/>
                <a:gd name="connsiteY33" fmla="*/ 44652 h 52326"/>
                <a:gd name="connsiteX34" fmla="*/ 44652 w 51977"/>
                <a:gd name="connsiteY34" fmla="*/ 44303 h 52326"/>
                <a:gd name="connsiteX35" fmla="*/ 47791 w 51977"/>
                <a:gd name="connsiteY35" fmla="*/ 40814 h 52326"/>
                <a:gd name="connsiteX36" fmla="*/ 48140 w 51977"/>
                <a:gd name="connsiteY36" fmla="*/ 40117 h 52326"/>
                <a:gd name="connsiteX37" fmla="*/ 48838 w 51977"/>
                <a:gd name="connsiteY37" fmla="*/ 38721 h 52326"/>
                <a:gd name="connsiteX38" fmla="*/ 49187 w 51977"/>
                <a:gd name="connsiteY38" fmla="*/ 38024 h 52326"/>
                <a:gd name="connsiteX39" fmla="*/ 49884 w 51977"/>
                <a:gd name="connsiteY39" fmla="*/ 36628 h 52326"/>
                <a:gd name="connsiteX40" fmla="*/ 50233 w 51977"/>
                <a:gd name="connsiteY40" fmla="*/ 35582 h 52326"/>
                <a:gd name="connsiteX41" fmla="*/ 50582 w 51977"/>
                <a:gd name="connsiteY41" fmla="*/ 34186 h 52326"/>
                <a:gd name="connsiteX42" fmla="*/ 50931 w 51977"/>
                <a:gd name="connsiteY42" fmla="*/ 33140 h 52326"/>
                <a:gd name="connsiteX43" fmla="*/ 51279 w 51977"/>
                <a:gd name="connsiteY43" fmla="*/ 31744 h 52326"/>
                <a:gd name="connsiteX44" fmla="*/ 51629 w 51977"/>
                <a:gd name="connsiteY44" fmla="*/ 30698 h 52326"/>
                <a:gd name="connsiteX45" fmla="*/ 51977 w 51977"/>
                <a:gd name="connsiteY45" fmla="*/ 28954 h 52326"/>
                <a:gd name="connsiteX46" fmla="*/ 51977 w 51977"/>
                <a:gd name="connsiteY46" fmla="*/ 28256 h 52326"/>
                <a:gd name="connsiteX47" fmla="*/ 51977 w 51977"/>
                <a:gd name="connsiteY47" fmla="*/ 25814 h 52326"/>
                <a:gd name="connsiteX48" fmla="*/ 51977 w 51977"/>
                <a:gd name="connsiteY48" fmla="*/ 23023 h 52326"/>
                <a:gd name="connsiteX49" fmla="*/ 48838 w 51977"/>
                <a:gd name="connsiteY49" fmla="*/ 13256 h 52326"/>
                <a:gd name="connsiteX50" fmla="*/ 38721 w 51977"/>
                <a:gd name="connsiteY50"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977" h="52326">
                  <a:moveTo>
                    <a:pt x="38721" y="3140"/>
                  </a:moveTo>
                  <a:cubicBezTo>
                    <a:pt x="35582" y="1395"/>
                    <a:pt x="32442" y="349"/>
                    <a:pt x="28954" y="0"/>
                  </a:cubicBezTo>
                  <a:cubicBezTo>
                    <a:pt x="27907" y="0"/>
                    <a:pt x="27210" y="0"/>
                    <a:pt x="26163" y="0"/>
                  </a:cubicBezTo>
                  <a:cubicBezTo>
                    <a:pt x="25116" y="0"/>
                    <a:pt x="23721" y="0"/>
                    <a:pt x="22675" y="349"/>
                  </a:cubicBezTo>
                  <a:cubicBezTo>
                    <a:pt x="22326" y="349"/>
                    <a:pt x="21977" y="349"/>
                    <a:pt x="21977" y="349"/>
                  </a:cubicBezTo>
                  <a:cubicBezTo>
                    <a:pt x="19535" y="698"/>
                    <a:pt x="17442" y="1395"/>
                    <a:pt x="15000" y="2442"/>
                  </a:cubicBezTo>
                  <a:cubicBezTo>
                    <a:pt x="14651" y="2442"/>
                    <a:pt x="14651" y="2791"/>
                    <a:pt x="14302" y="2791"/>
                  </a:cubicBezTo>
                  <a:cubicBezTo>
                    <a:pt x="13256" y="3488"/>
                    <a:pt x="12209" y="3837"/>
                    <a:pt x="11163" y="4535"/>
                  </a:cubicBezTo>
                  <a:cubicBezTo>
                    <a:pt x="11163" y="4535"/>
                    <a:pt x="10814" y="4884"/>
                    <a:pt x="10814" y="4884"/>
                  </a:cubicBezTo>
                  <a:cubicBezTo>
                    <a:pt x="9768" y="5581"/>
                    <a:pt x="9070" y="6279"/>
                    <a:pt x="8372" y="6977"/>
                  </a:cubicBezTo>
                  <a:cubicBezTo>
                    <a:pt x="8372" y="6977"/>
                    <a:pt x="8024" y="7326"/>
                    <a:pt x="8024" y="7326"/>
                  </a:cubicBezTo>
                  <a:cubicBezTo>
                    <a:pt x="7326" y="8023"/>
                    <a:pt x="6279" y="9070"/>
                    <a:pt x="5581" y="10116"/>
                  </a:cubicBezTo>
                  <a:cubicBezTo>
                    <a:pt x="5581" y="10465"/>
                    <a:pt x="5233" y="10465"/>
                    <a:pt x="5233" y="10814"/>
                  </a:cubicBezTo>
                  <a:cubicBezTo>
                    <a:pt x="4535" y="11861"/>
                    <a:pt x="3837" y="12907"/>
                    <a:pt x="3488" y="13954"/>
                  </a:cubicBezTo>
                  <a:cubicBezTo>
                    <a:pt x="3488" y="13954"/>
                    <a:pt x="3488" y="14302"/>
                    <a:pt x="3140" y="14302"/>
                  </a:cubicBezTo>
                  <a:cubicBezTo>
                    <a:pt x="2791" y="15349"/>
                    <a:pt x="2093" y="16396"/>
                    <a:pt x="1744" y="17442"/>
                  </a:cubicBezTo>
                  <a:cubicBezTo>
                    <a:pt x="1744" y="17791"/>
                    <a:pt x="1744" y="17791"/>
                    <a:pt x="1395" y="18140"/>
                  </a:cubicBezTo>
                  <a:cubicBezTo>
                    <a:pt x="1047" y="19186"/>
                    <a:pt x="698" y="20582"/>
                    <a:pt x="349" y="21628"/>
                  </a:cubicBezTo>
                  <a:cubicBezTo>
                    <a:pt x="349" y="21977"/>
                    <a:pt x="349" y="22326"/>
                    <a:pt x="349" y="22326"/>
                  </a:cubicBezTo>
                  <a:cubicBezTo>
                    <a:pt x="0" y="23721"/>
                    <a:pt x="0" y="24768"/>
                    <a:pt x="0" y="26163"/>
                  </a:cubicBezTo>
                  <a:cubicBezTo>
                    <a:pt x="0" y="26163"/>
                    <a:pt x="0" y="26163"/>
                    <a:pt x="0" y="26163"/>
                  </a:cubicBezTo>
                  <a:cubicBezTo>
                    <a:pt x="0" y="40465"/>
                    <a:pt x="11861" y="52326"/>
                    <a:pt x="26163" y="52326"/>
                  </a:cubicBezTo>
                  <a:cubicBezTo>
                    <a:pt x="27907" y="52326"/>
                    <a:pt x="29652" y="51977"/>
                    <a:pt x="31396" y="51628"/>
                  </a:cubicBezTo>
                  <a:cubicBezTo>
                    <a:pt x="32093" y="51628"/>
                    <a:pt x="33140" y="51280"/>
                    <a:pt x="33837" y="50931"/>
                  </a:cubicBezTo>
                  <a:cubicBezTo>
                    <a:pt x="34187" y="50931"/>
                    <a:pt x="34187" y="50931"/>
                    <a:pt x="34535" y="50582"/>
                  </a:cubicBezTo>
                  <a:cubicBezTo>
                    <a:pt x="35233" y="50233"/>
                    <a:pt x="35582" y="50233"/>
                    <a:pt x="36280" y="49884"/>
                  </a:cubicBezTo>
                  <a:cubicBezTo>
                    <a:pt x="36628" y="49884"/>
                    <a:pt x="36977" y="49535"/>
                    <a:pt x="36977" y="49535"/>
                  </a:cubicBezTo>
                  <a:cubicBezTo>
                    <a:pt x="37326" y="49187"/>
                    <a:pt x="38024" y="49187"/>
                    <a:pt x="38373" y="48838"/>
                  </a:cubicBezTo>
                  <a:cubicBezTo>
                    <a:pt x="38721" y="48838"/>
                    <a:pt x="39070" y="48489"/>
                    <a:pt x="39070" y="48489"/>
                  </a:cubicBezTo>
                  <a:cubicBezTo>
                    <a:pt x="39419" y="48140"/>
                    <a:pt x="39768" y="48140"/>
                    <a:pt x="40465" y="47791"/>
                  </a:cubicBezTo>
                  <a:cubicBezTo>
                    <a:pt x="40814" y="47791"/>
                    <a:pt x="40814" y="47442"/>
                    <a:pt x="41163" y="47442"/>
                  </a:cubicBezTo>
                  <a:cubicBezTo>
                    <a:pt x="41512" y="47094"/>
                    <a:pt x="41861" y="46745"/>
                    <a:pt x="42210" y="46396"/>
                  </a:cubicBezTo>
                  <a:cubicBezTo>
                    <a:pt x="42558" y="46047"/>
                    <a:pt x="42558" y="46047"/>
                    <a:pt x="42908" y="45698"/>
                  </a:cubicBezTo>
                  <a:cubicBezTo>
                    <a:pt x="43256" y="45349"/>
                    <a:pt x="43605" y="45001"/>
                    <a:pt x="43954" y="44652"/>
                  </a:cubicBezTo>
                  <a:cubicBezTo>
                    <a:pt x="44303" y="44652"/>
                    <a:pt x="44303" y="44303"/>
                    <a:pt x="44652" y="44303"/>
                  </a:cubicBezTo>
                  <a:cubicBezTo>
                    <a:pt x="45698" y="43256"/>
                    <a:pt x="46745" y="41861"/>
                    <a:pt x="47791" y="40814"/>
                  </a:cubicBezTo>
                  <a:cubicBezTo>
                    <a:pt x="47791" y="40465"/>
                    <a:pt x="48140" y="40465"/>
                    <a:pt x="48140" y="40117"/>
                  </a:cubicBezTo>
                  <a:cubicBezTo>
                    <a:pt x="48489" y="39768"/>
                    <a:pt x="48838" y="39070"/>
                    <a:pt x="48838" y="38721"/>
                  </a:cubicBezTo>
                  <a:cubicBezTo>
                    <a:pt x="48838" y="38373"/>
                    <a:pt x="49187" y="38024"/>
                    <a:pt x="49187" y="38024"/>
                  </a:cubicBezTo>
                  <a:cubicBezTo>
                    <a:pt x="49535" y="37675"/>
                    <a:pt x="49535" y="36977"/>
                    <a:pt x="49884" y="36628"/>
                  </a:cubicBezTo>
                  <a:cubicBezTo>
                    <a:pt x="49884" y="36280"/>
                    <a:pt x="50233" y="35931"/>
                    <a:pt x="50233" y="35582"/>
                  </a:cubicBezTo>
                  <a:cubicBezTo>
                    <a:pt x="50582" y="35233"/>
                    <a:pt x="50582" y="34535"/>
                    <a:pt x="50582" y="34186"/>
                  </a:cubicBezTo>
                  <a:cubicBezTo>
                    <a:pt x="50582" y="33838"/>
                    <a:pt x="50931" y="33489"/>
                    <a:pt x="50931" y="33140"/>
                  </a:cubicBezTo>
                  <a:cubicBezTo>
                    <a:pt x="50931" y="32791"/>
                    <a:pt x="51279" y="32093"/>
                    <a:pt x="51279" y="31744"/>
                  </a:cubicBezTo>
                  <a:cubicBezTo>
                    <a:pt x="51279" y="31396"/>
                    <a:pt x="51279" y="31047"/>
                    <a:pt x="51629" y="30698"/>
                  </a:cubicBezTo>
                  <a:cubicBezTo>
                    <a:pt x="51629" y="30000"/>
                    <a:pt x="51977" y="29652"/>
                    <a:pt x="51977" y="28954"/>
                  </a:cubicBezTo>
                  <a:cubicBezTo>
                    <a:pt x="51977" y="28605"/>
                    <a:pt x="51977" y="28256"/>
                    <a:pt x="51977" y="28256"/>
                  </a:cubicBezTo>
                  <a:cubicBezTo>
                    <a:pt x="51977" y="27559"/>
                    <a:pt x="51977" y="26512"/>
                    <a:pt x="51977" y="25814"/>
                  </a:cubicBezTo>
                  <a:cubicBezTo>
                    <a:pt x="51977" y="24768"/>
                    <a:pt x="51977" y="24070"/>
                    <a:pt x="51977" y="23023"/>
                  </a:cubicBezTo>
                  <a:cubicBezTo>
                    <a:pt x="51629" y="19535"/>
                    <a:pt x="50582" y="16047"/>
                    <a:pt x="48838" y="13256"/>
                  </a:cubicBezTo>
                  <a:cubicBezTo>
                    <a:pt x="46745" y="9419"/>
                    <a:pt x="43256" y="5581"/>
                    <a:pt x="38721" y="3140"/>
                  </a:cubicBezTo>
                  <a:close/>
                </a:path>
              </a:pathLst>
            </a:custGeom>
            <a:grpFill/>
            <a:ln w="3488" cap="flat">
              <a:noFill/>
              <a:prstDash val="solid"/>
              <a:miter/>
            </a:ln>
          </p:spPr>
          <p:txBody>
            <a:bodyPr rtlCol="0" anchor="ctr"/>
            <a:lstStyle/>
            <a:p>
              <a:endParaRPr lang="en-ID"/>
            </a:p>
          </p:txBody>
        </p:sp>
        <p:sp>
          <p:nvSpPr>
            <p:cNvPr id="777" name="Freeform: Shape 776">
              <a:extLst>
                <a:ext uri="{FF2B5EF4-FFF2-40B4-BE49-F238E27FC236}">
                  <a16:creationId xmlns:a16="http://schemas.microsoft.com/office/drawing/2014/main" id="{77E9C288-9D0E-4A9C-FE06-7D5F98979E4E}"/>
                </a:ext>
              </a:extLst>
            </p:cNvPr>
            <p:cNvSpPr/>
            <p:nvPr/>
          </p:nvSpPr>
          <p:spPr>
            <a:xfrm>
              <a:off x="9837321" y="5234253"/>
              <a:ext cx="52326" cy="52326"/>
            </a:xfrm>
            <a:custGeom>
              <a:avLst/>
              <a:gdLst>
                <a:gd name="connsiteX0" fmla="*/ 26163 w 52326"/>
                <a:gd name="connsiteY0" fmla="*/ 0 h 52326"/>
                <a:gd name="connsiteX1" fmla="*/ 0 w 52326"/>
                <a:gd name="connsiteY1" fmla="*/ 26163 h 52326"/>
                <a:gd name="connsiteX2" fmla="*/ 5930 w 52326"/>
                <a:gd name="connsiteY2" fmla="*/ 42908 h 52326"/>
                <a:gd name="connsiteX3" fmla="*/ 26163 w 52326"/>
                <a:gd name="connsiteY3" fmla="*/ 52326 h 52326"/>
                <a:gd name="connsiteX4" fmla="*/ 52326 w 52326"/>
                <a:gd name="connsiteY4" fmla="*/ 26163 h 52326"/>
                <a:gd name="connsiteX5" fmla="*/ 46396 w 52326"/>
                <a:gd name="connsiteY5" fmla="*/ 9419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778" name="Freeform: Shape 777">
              <a:extLst>
                <a:ext uri="{FF2B5EF4-FFF2-40B4-BE49-F238E27FC236}">
                  <a16:creationId xmlns:a16="http://schemas.microsoft.com/office/drawing/2014/main" id="{1CAF936F-E0B8-E20B-AEE7-0BDAD6466B10}"/>
                </a:ext>
              </a:extLst>
            </p:cNvPr>
            <p:cNvSpPr/>
            <p:nvPr/>
          </p:nvSpPr>
          <p:spPr>
            <a:xfrm>
              <a:off x="11721064"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79" name="Freeform: Shape 778">
              <a:extLst>
                <a:ext uri="{FF2B5EF4-FFF2-40B4-BE49-F238E27FC236}">
                  <a16:creationId xmlns:a16="http://schemas.microsoft.com/office/drawing/2014/main" id="{C8EAB8FD-593E-1C5A-8AB4-0A694B25A623}"/>
                </a:ext>
              </a:extLst>
            </p:cNvPr>
            <p:cNvSpPr/>
            <p:nvPr/>
          </p:nvSpPr>
          <p:spPr>
            <a:xfrm>
              <a:off x="1130245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0" name="Freeform: Shape 779">
              <a:extLst>
                <a:ext uri="{FF2B5EF4-FFF2-40B4-BE49-F238E27FC236}">
                  <a16:creationId xmlns:a16="http://schemas.microsoft.com/office/drawing/2014/main" id="{D32B9DB4-BC1A-CFC6-DF8A-7582B0373C88}"/>
                </a:ext>
              </a:extLst>
            </p:cNvPr>
            <p:cNvSpPr/>
            <p:nvPr/>
          </p:nvSpPr>
          <p:spPr>
            <a:xfrm>
              <a:off x="9314060" y="5234253"/>
              <a:ext cx="52326" cy="52326"/>
            </a:xfrm>
            <a:custGeom>
              <a:avLst/>
              <a:gdLst>
                <a:gd name="connsiteX0" fmla="*/ 44652 w 52326"/>
                <a:gd name="connsiteY0" fmla="*/ 7674 h 52326"/>
                <a:gd name="connsiteX1" fmla="*/ 26163 w 52326"/>
                <a:gd name="connsiteY1" fmla="*/ 0 h 52326"/>
                <a:gd name="connsiteX2" fmla="*/ 3139 w 52326"/>
                <a:gd name="connsiteY2" fmla="*/ 13605 h 52326"/>
                <a:gd name="connsiteX3" fmla="*/ 0 w 52326"/>
                <a:gd name="connsiteY3" fmla="*/ 26163 h 52326"/>
                <a:gd name="connsiteX4" fmla="*/ 26163 w 52326"/>
                <a:gd name="connsiteY4" fmla="*/ 52326 h 52326"/>
                <a:gd name="connsiteX5" fmla="*/ 26163 w 52326"/>
                <a:gd name="connsiteY5" fmla="*/ 52326 h 52326"/>
                <a:gd name="connsiteX6" fmla="*/ 42908 w 52326"/>
                <a:gd name="connsiteY6" fmla="*/ 46396 h 52326"/>
                <a:gd name="connsiteX7" fmla="*/ 52326 w 52326"/>
                <a:gd name="connsiteY7" fmla="*/ 26163 h 52326"/>
                <a:gd name="connsiteX8" fmla="*/ 44652 w 52326"/>
                <a:gd name="connsiteY8" fmla="*/ 7674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4652" y="7674"/>
                  </a:moveTo>
                  <a:cubicBezTo>
                    <a:pt x="39768" y="2791"/>
                    <a:pt x="33489" y="0"/>
                    <a:pt x="26163" y="0"/>
                  </a:cubicBezTo>
                  <a:cubicBezTo>
                    <a:pt x="16395" y="0"/>
                    <a:pt x="7674" y="5581"/>
                    <a:pt x="3139" y="13605"/>
                  </a:cubicBezTo>
                  <a:cubicBezTo>
                    <a:pt x="1047" y="17442"/>
                    <a:pt x="0" y="21628"/>
                    <a:pt x="0" y="26163"/>
                  </a:cubicBezTo>
                  <a:cubicBezTo>
                    <a:pt x="0" y="40465"/>
                    <a:pt x="11860" y="52326"/>
                    <a:pt x="26163" y="52326"/>
                  </a:cubicBezTo>
                  <a:lnTo>
                    <a:pt x="26163" y="52326"/>
                  </a:lnTo>
                  <a:cubicBezTo>
                    <a:pt x="32442" y="52326"/>
                    <a:pt x="38373" y="50233"/>
                    <a:pt x="42908" y="46396"/>
                  </a:cubicBezTo>
                  <a:cubicBezTo>
                    <a:pt x="48838" y="41512"/>
                    <a:pt x="52326" y="34187"/>
                    <a:pt x="52326" y="26163"/>
                  </a:cubicBezTo>
                  <a:cubicBezTo>
                    <a:pt x="52326" y="18838"/>
                    <a:pt x="49535" y="12558"/>
                    <a:pt x="44652" y="7674"/>
                  </a:cubicBezTo>
                  <a:close/>
                </a:path>
              </a:pathLst>
            </a:custGeom>
            <a:grpFill/>
            <a:ln w="3488" cap="flat">
              <a:noFill/>
              <a:prstDash val="solid"/>
              <a:miter/>
            </a:ln>
          </p:spPr>
          <p:txBody>
            <a:bodyPr rtlCol="0" anchor="ctr"/>
            <a:lstStyle/>
            <a:p>
              <a:endParaRPr lang="en-ID"/>
            </a:p>
          </p:txBody>
        </p:sp>
        <p:sp>
          <p:nvSpPr>
            <p:cNvPr id="781" name="Freeform: Shape 780">
              <a:extLst>
                <a:ext uri="{FF2B5EF4-FFF2-40B4-BE49-F238E27FC236}">
                  <a16:creationId xmlns:a16="http://schemas.microsoft.com/office/drawing/2014/main" id="{F667A397-EFC3-2D1A-F778-5769D15916B7}"/>
                </a:ext>
              </a:extLst>
            </p:cNvPr>
            <p:cNvSpPr/>
            <p:nvPr/>
          </p:nvSpPr>
          <p:spPr>
            <a:xfrm>
              <a:off x="1140710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2" name="Freeform: Shape 781">
              <a:extLst>
                <a:ext uri="{FF2B5EF4-FFF2-40B4-BE49-F238E27FC236}">
                  <a16:creationId xmlns:a16="http://schemas.microsoft.com/office/drawing/2014/main" id="{F21B5E29-4844-A957-58C8-0887DD9E5A7C}"/>
                </a:ext>
              </a:extLst>
            </p:cNvPr>
            <p:cNvSpPr/>
            <p:nvPr/>
          </p:nvSpPr>
          <p:spPr>
            <a:xfrm>
              <a:off x="1140710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3" name="Freeform: Shape 782">
              <a:extLst>
                <a:ext uri="{FF2B5EF4-FFF2-40B4-BE49-F238E27FC236}">
                  <a16:creationId xmlns:a16="http://schemas.microsoft.com/office/drawing/2014/main" id="{893400D5-B81C-8781-F838-B45C2D5ED704}"/>
                </a:ext>
              </a:extLst>
            </p:cNvPr>
            <p:cNvSpPr/>
            <p:nvPr/>
          </p:nvSpPr>
          <p:spPr>
            <a:xfrm>
              <a:off x="1140710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84" name="Freeform: Shape 783">
              <a:extLst>
                <a:ext uri="{FF2B5EF4-FFF2-40B4-BE49-F238E27FC236}">
                  <a16:creationId xmlns:a16="http://schemas.microsoft.com/office/drawing/2014/main" id="{0E32D381-226E-91D7-BFDA-C67CEB7A4BED}"/>
                </a:ext>
              </a:extLst>
            </p:cNvPr>
            <p:cNvSpPr/>
            <p:nvPr/>
          </p:nvSpPr>
          <p:spPr>
            <a:xfrm>
              <a:off x="11616412"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85" name="Freeform: Shape 784">
              <a:extLst>
                <a:ext uri="{FF2B5EF4-FFF2-40B4-BE49-F238E27FC236}">
                  <a16:creationId xmlns:a16="http://schemas.microsoft.com/office/drawing/2014/main" id="{45F0A389-AFB8-7513-6396-0B82150A285D}"/>
                </a:ext>
              </a:extLst>
            </p:cNvPr>
            <p:cNvSpPr/>
            <p:nvPr/>
          </p:nvSpPr>
          <p:spPr>
            <a:xfrm>
              <a:off x="1130245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6" name="Freeform: Shape 785">
              <a:extLst>
                <a:ext uri="{FF2B5EF4-FFF2-40B4-BE49-F238E27FC236}">
                  <a16:creationId xmlns:a16="http://schemas.microsoft.com/office/drawing/2014/main" id="{9D858190-9D89-70C7-F1CD-4ED9CE36B725}"/>
                </a:ext>
              </a:extLst>
            </p:cNvPr>
            <p:cNvSpPr/>
            <p:nvPr/>
          </p:nvSpPr>
          <p:spPr>
            <a:xfrm>
              <a:off x="10674540" y="4083077"/>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87" name="Freeform: Shape 786">
              <a:extLst>
                <a:ext uri="{FF2B5EF4-FFF2-40B4-BE49-F238E27FC236}">
                  <a16:creationId xmlns:a16="http://schemas.microsoft.com/office/drawing/2014/main" id="{7464B355-5039-BC8F-AC15-0FBA0ACAC971}"/>
                </a:ext>
              </a:extLst>
            </p:cNvPr>
            <p:cNvSpPr/>
            <p:nvPr/>
          </p:nvSpPr>
          <p:spPr>
            <a:xfrm>
              <a:off x="1067454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8" name="Freeform: Shape 787">
              <a:extLst>
                <a:ext uri="{FF2B5EF4-FFF2-40B4-BE49-F238E27FC236}">
                  <a16:creationId xmlns:a16="http://schemas.microsoft.com/office/drawing/2014/main" id="{37008326-C150-3913-501F-539ACAC615A5}"/>
                </a:ext>
              </a:extLst>
            </p:cNvPr>
            <p:cNvSpPr/>
            <p:nvPr/>
          </p:nvSpPr>
          <p:spPr>
            <a:xfrm>
              <a:off x="1046523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89" name="Freeform: Shape 788">
              <a:extLst>
                <a:ext uri="{FF2B5EF4-FFF2-40B4-BE49-F238E27FC236}">
                  <a16:creationId xmlns:a16="http://schemas.microsoft.com/office/drawing/2014/main" id="{0662D77B-5204-EF95-6CD0-5D661EDB286B}"/>
                </a:ext>
              </a:extLst>
            </p:cNvPr>
            <p:cNvSpPr/>
            <p:nvPr/>
          </p:nvSpPr>
          <p:spPr>
            <a:xfrm>
              <a:off x="1046523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0" name="Freeform: Shape 789">
              <a:extLst>
                <a:ext uri="{FF2B5EF4-FFF2-40B4-BE49-F238E27FC236}">
                  <a16:creationId xmlns:a16="http://schemas.microsoft.com/office/drawing/2014/main" id="{4B11D779-A5FC-4D69-A8A0-D6B8D966ADC8}"/>
                </a:ext>
              </a:extLst>
            </p:cNvPr>
            <p:cNvSpPr/>
            <p:nvPr/>
          </p:nvSpPr>
          <p:spPr>
            <a:xfrm>
              <a:off x="1025593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1" name="Freeform: Shape 790">
              <a:extLst>
                <a:ext uri="{FF2B5EF4-FFF2-40B4-BE49-F238E27FC236}">
                  <a16:creationId xmlns:a16="http://schemas.microsoft.com/office/drawing/2014/main" id="{C425297F-4689-66D8-C2EE-1A230039A2C2}"/>
                </a:ext>
              </a:extLst>
            </p:cNvPr>
            <p:cNvSpPr/>
            <p:nvPr/>
          </p:nvSpPr>
          <p:spPr>
            <a:xfrm>
              <a:off x="1119780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92" name="Freeform: Shape 791">
              <a:extLst>
                <a:ext uri="{FF2B5EF4-FFF2-40B4-BE49-F238E27FC236}">
                  <a16:creationId xmlns:a16="http://schemas.microsoft.com/office/drawing/2014/main" id="{201FB4D3-9977-725E-0695-C4C40DC2402D}"/>
                </a:ext>
              </a:extLst>
            </p:cNvPr>
            <p:cNvSpPr/>
            <p:nvPr/>
          </p:nvSpPr>
          <p:spPr>
            <a:xfrm>
              <a:off x="99419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3" name="Freeform: Shape 792">
              <a:extLst>
                <a:ext uri="{FF2B5EF4-FFF2-40B4-BE49-F238E27FC236}">
                  <a16:creationId xmlns:a16="http://schemas.microsoft.com/office/drawing/2014/main" id="{F90CB90D-11CB-CA4F-0636-8BCF1D2CE84A}"/>
                </a:ext>
              </a:extLst>
            </p:cNvPr>
            <p:cNvSpPr/>
            <p:nvPr/>
          </p:nvSpPr>
          <p:spPr>
            <a:xfrm>
              <a:off x="97326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4" name="Freeform: Shape 793">
              <a:extLst>
                <a:ext uri="{FF2B5EF4-FFF2-40B4-BE49-F238E27FC236}">
                  <a16:creationId xmlns:a16="http://schemas.microsoft.com/office/drawing/2014/main" id="{AF455F83-A8B2-4195-295E-8F4A3ACCF274}"/>
                </a:ext>
              </a:extLst>
            </p:cNvPr>
            <p:cNvSpPr/>
            <p:nvPr/>
          </p:nvSpPr>
          <p:spPr>
            <a:xfrm>
              <a:off x="900010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5" name="Freeform: Shape 794">
              <a:extLst>
                <a:ext uri="{FF2B5EF4-FFF2-40B4-BE49-F238E27FC236}">
                  <a16:creationId xmlns:a16="http://schemas.microsoft.com/office/drawing/2014/main" id="{C86178B5-C238-2D97-0FF5-10ABD3027F0E}"/>
                </a:ext>
              </a:extLst>
            </p:cNvPr>
            <p:cNvSpPr/>
            <p:nvPr/>
          </p:nvSpPr>
          <p:spPr>
            <a:xfrm>
              <a:off x="75349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6" name="Freeform: Shape 795">
              <a:extLst>
                <a:ext uri="{FF2B5EF4-FFF2-40B4-BE49-F238E27FC236}">
                  <a16:creationId xmlns:a16="http://schemas.microsoft.com/office/drawing/2014/main" id="{56A83ACC-0B56-BCF6-C6F1-D71F55A4AB19}"/>
                </a:ext>
              </a:extLst>
            </p:cNvPr>
            <p:cNvSpPr/>
            <p:nvPr/>
          </p:nvSpPr>
          <p:spPr>
            <a:xfrm>
              <a:off x="75349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7" name="Freeform: Shape 796">
              <a:extLst>
                <a:ext uri="{FF2B5EF4-FFF2-40B4-BE49-F238E27FC236}">
                  <a16:creationId xmlns:a16="http://schemas.microsoft.com/office/drawing/2014/main" id="{AF1FE319-758C-E0DD-7413-2C8BF53F37BE}"/>
                </a:ext>
              </a:extLst>
            </p:cNvPr>
            <p:cNvSpPr/>
            <p:nvPr/>
          </p:nvSpPr>
          <p:spPr>
            <a:xfrm rot="17550026">
              <a:off x="7221181" y="3978330"/>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798" name="Freeform: Shape 797">
              <a:extLst>
                <a:ext uri="{FF2B5EF4-FFF2-40B4-BE49-F238E27FC236}">
                  <a16:creationId xmlns:a16="http://schemas.microsoft.com/office/drawing/2014/main" id="{1C755552-63F3-DE1E-4747-14567323D987}"/>
                </a:ext>
              </a:extLst>
            </p:cNvPr>
            <p:cNvSpPr/>
            <p:nvPr/>
          </p:nvSpPr>
          <p:spPr>
            <a:xfrm>
              <a:off x="701170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99" name="Freeform: Shape 798">
              <a:extLst>
                <a:ext uri="{FF2B5EF4-FFF2-40B4-BE49-F238E27FC236}">
                  <a16:creationId xmlns:a16="http://schemas.microsoft.com/office/drawing/2014/main" id="{4A513110-747A-34F3-AE29-8CDE71DA8C1C}"/>
                </a:ext>
              </a:extLst>
            </p:cNvPr>
            <p:cNvSpPr/>
            <p:nvPr/>
          </p:nvSpPr>
          <p:spPr>
            <a:xfrm>
              <a:off x="6907055"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00" name="Freeform: Shape 799">
              <a:extLst>
                <a:ext uri="{FF2B5EF4-FFF2-40B4-BE49-F238E27FC236}">
                  <a16:creationId xmlns:a16="http://schemas.microsoft.com/office/drawing/2014/main" id="{F70D3FF0-F355-56B1-644E-E7EC7A58C370}"/>
                </a:ext>
              </a:extLst>
            </p:cNvPr>
            <p:cNvSpPr/>
            <p:nvPr/>
          </p:nvSpPr>
          <p:spPr>
            <a:xfrm>
              <a:off x="680240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1" name="Freeform: Shape 800">
              <a:extLst>
                <a:ext uri="{FF2B5EF4-FFF2-40B4-BE49-F238E27FC236}">
                  <a16:creationId xmlns:a16="http://schemas.microsoft.com/office/drawing/2014/main" id="{531E6EC6-1C97-B30C-16D1-3153C9614ECC}"/>
                </a:ext>
              </a:extLst>
            </p:cNvPr>
            <p:cNvSpPr/>
            <p:nvPr/>
          </p:nvSpPr>
          <p:spPr>
            <a:xfrm>
              <a:off x="617448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2" name="Freeform: Shape 801">
              <a:extLst>
                <a:ext uri="{FF2B5EF4-FFF2-40B4-BE49-F238E27FC236}">
                  <a16:creationId xmlns:a16="http://schemas.microsoft.com/office/drawing/2014/main" id="{A1B4E852-537B-04C3-3F9A-ACCB2A75B5B3}"/>
                </a:ext>
              </a:extLst>
            </p:cNvPr>
            <p:cNvSpPr/>
            <p:nvPr/>
          </p:nvSpPr>
          <p:spPr>
            <a:xfrm>
              <a:off x="9104755" y="3664816"/>
              <a:ext cx="52326" cy="51977"/>
            </a:xfrm>
            <a:custGeom>
              <a:avLst/>
              <a:gdLst>
                <a:gd name="connsiteX0" fmla="*/ 26163 w 52326"/>
                <a:gd name="connsiteY0" fmla="*/ 51977 h 51977"/>
                <a:gd name="connsiteX1" fmla="*/ 33837 w 52326"/>
                <a:gd name="connsiteY1" fmla="*/ 50931 h 51977"/>
                <a:gd name="connsiteX2" fmla="*/ 35931 w 52326"/>
                <a:gd name="connsiteY2" fmla="*/ 50233 h 51977"/>
                <a:gd name="connsiteX3" fmla="*/ 36279 w 52326"/>
                <a:gd name="connsiteY3" fmla="*/ 50233 h 51977"/>
                <a:gd name="connsiteX4" fmla="*/ 52326 w 52326"/>
                <a:gd name="connsiteY4" fmla="*/ 26163 h 51977"/>
                <a:gd name="connsiteX5" fmla="*/ 26163 w 52326"/>
                <a:gd name="connsiteY5" fmla="*/ 0 h 51977"/>
                <a:gd name="connsiteX6" fmla="*/ 18489 w 52326"/>
                <a:gd name="connsiteY6" fmla="*/ 1047 h 51977"/>
                <a:gd name="connsiteX7" fmla="*/ 13954 w 52326"/>
                <a:gd name="connsiteY7" fmla="*/ 2791 h 51977"/>
                <a:gd name="connsiteX8" fmla="*/ 13604 w 52326"/>
                <a:gd name="connsiteY8" fmla="*/ 2791 h 51977"/>
                <a:gd name="connsiteX9" fmla="*/ 0 w 52326"/>
                <a:gd name="connsiteY9" fmla="*/ 25814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8954" y="51977"/>
                    <a:pt x="31396" y="51629"/>
                    <a:pt x="33837" y="50931"/>
                  </a:cubicBezTo>
                  <a:cubicBezTo>
                    <a:pt x="34535" y="50582"/>
                    <a:pt x="35233" y="50582"/>
                    <a:pt x="35931" y="50233"/>
                  </a:cubicBezTo>
                  <a:cubicBezTo>
                    <a:pt x="35931" y="50233"/>
                    <a:pt x="36279" y="50233"/>
                    <a:pt x="36279" y="50233"/>
                  </a:cubicBezTo>
                  <a:cubicBezTo>
                    <a:pt x="45699" y="46396"/>
                    <a:pt x="52326" y="36977"/>
                    <a:pt x="52326" y="26163"/>
                  </a:cubicBezTo>
                  <a:cubicBezTo>
                    <a:pt x="52326" y="11861"/>
                    <a:pt x="40466" y="0"/>
                    <a:pt x="26163" y="0"/>
                  </a:cubicBezTo>
                  <a:cubicBezTo>
                    <a:pt x="23372" y="0"/>
                    <a:pt x="20930" y="349"/>
                    <a:pt x="18489" y="1047"/>
                  </a:cubicBezTo>
                  <a:cubicBezTo>
                    <a:pt x="17093" y="1395"/>
                    <a:pt x="15349" y="2093"/>
                    <a:pt x="13954" y="2791"/>
                  </a:cubicBezTo>
                  <a:cubicBezTo>
                    <a:pt x="13954" y="2791"/>
                    <a:pt x="13954" y="2791"/>
                    <a:pt x="13604" y="2791"/>
                  </a:cubicBezTo>
                  <a:cubicBezTo>
                    <a:pt x="5582" y="7326"/>
                    <a:pt x="0" y="15698"/>
                    <a:pt x="0" y="25814"/>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803" name="Freeform: Shape 802">
              <a:extLst>
                <a:ext uri="{FF2B5EF4-FFF2-40B4-BE49-F238E27FC236}">
                  <a16:creationId xmlns:a16="http://schemas.microsoft.com/office/drawing/2014/main" id="{F90E7174-D314-19D1-AE1F-EDBF85EFB1EA}"/>
                </a:ext>
              </a:extLst>
            </p:cNvPr>
            <p:cNvSpPr/>
            <p:nvPr/>
          </p:nvSpPr>
          <p:spPr>
            <a:xfrm>
              <a:off x="7848927"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04" name="Freeform: Shape 803">
              <a:extLst>
                <a:ext uri="{FF2B5EF4-FFF2-40B4-BE49-F238E27FC236}">
                  <a16:creationId xmlns:a16="http://schemas.microsoft.com/office/drawing/2014/main" id="{E5366F70-F6FA-7069-598E-C58FC16CF378}"/>
                </a:ext>
              </a:extLst>
            </p:cNvPr>
            <p:cNvSpPr/>
            <p:nvPr/>
          </p:nvSpPr>
          <p:spPr>
            <a:xfrm>
              <a:off x="7325665" y="4815643"/>
              <a:ext cx="52326" cy="52326"/>
            </a:xfrm>
            <a:custGeom>
              <a:avLst/>
              <a:gdLst>
                <a:gd name="connsiteX0" fmla="*/ 38722 w 52326"/>
                <a:gd name="connsiteY0" fmla="*/ 3140 h 52326"/>
                <a:gd name="connsiteX1" fmla="*/ 26163 w 52326"/>
                <a:gd name="connsiteY1" fmla="*/ 0 h 52326"/>
                <a:gd name="connsiteX2" fmla="*/ 0 w 52326"/>
                <a:gd name="connsiteY2" fmla="*/ 26163 h 52326"/>
                <a:gd name="connsiteX3" fmla="*/ 13604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2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2" y="3140"/>
                  </a:moveTo>
                  <a:cubicBezTo>
                    <a:pt x="34884" y="1046"/>
                    <a:pt x="30698" y="0"/>
                    <a:pt x="26163" y="0"/>
                  </a:cubicBezTo>
                  <a:cubicBezTo>
                    <a:pt x="11860" y="0"/>
                    <a:pt x="0" y="11861"/>
                    <a:pt x="0" y="26163"/>
                  </a:cubicBezTo>
                  <a:cubicBezTo>
                    <a:pt x="0" y="35931"/>
                    <a:pt x="5582" y="44652"/>
                    <a:pt x="13604" y="49187"/>
                  </a:cubicBezTo>
                  <a:cubicBezTo>
                    <a:pt x="17442" y="51280"/>
                    <a:pt x="21628" y="52326"/>
                    <a:pt x="26163" y="52326"/>
                  </a:cubicBezTo>
                  <a:lnTo>
                    <a:pt x="26163" y="52326"/>
                  </a:lnTo>
                  <a:cubicBezTo>
                    <a:pt x="40466" y="52326"/>
                    <a:pt x="52326" y="40465"/>
                    <a:pt x="52326" y="26163"/>
                  </a:cubicBezTo>
                  <a:cubicBezTo>
                    <a:pt x="52326" y="16396"/>
                    <a:pt x="46744" y="7675"/>
                    <a:pt x="38722" y="3140"/>
                  </a:cubicBezTo>
                  <a:close/>
                </a:path>
              </a:pathLst>
            </a:custGeom>
            <a:grpFill/>
            <a:ln w="3488" cap="flat">
              <a:noFill/>
              <a:prstDash val="solid"/>
              <a:miter/>
            </a:ln>
          </p:spPr>
          <p:txBody>
            <a:bodyPr rtlCol="0" anchor="ctr"/>
            <a:lstStyle/>
            <a:p>
              <a:endParaRPr lang="en-ID"/>
            </a:p>
          </p:txBody>
        </p:sp>
        <p:sp>
          <p:nvSpPr>
            <p:cNvPr id="805" name="Freeform: Shape 804">
              <a:extLst>
                <a:ext uri="{FF2B5EF4-FFF2-40B4-BE49-F238E27FC236}">
                  <a16:creationId xmlns:a16="http://schemas.microsoft.com/office/drawing/2014/main" id="{190C03A9-3D57-3586-F3E8-0D491732E7E3}"/>
                </a:ext>
              </a:extLst>
            </p:cNvPr>
            <p:cNvSpPr/>
            <p:nvPr/>
          </p:nvSpPr>
          <p:spPr>
            <a:xfrm>
              <a:off x="1182571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6" name="Freeform: Shape 805">
              <a:extLst>
                <a:ext uri="{FF2B5EF4-FFF2-40B4-BE49-F238E27FC236}">
                  <a16:creationId xmlns:a16="http://schemas.microsoft.com/office/drawing/2014/main" id="{CAEB916F-83D3-7207-76FF-08870B021B4A}"/>
                </a:ext>
              </a:extLst>
            </p:cNvPr>
            <p:cNvSpPr/>
            <p:nvPr/>
          </p:nvSpPr>
          <p:spPr>
            <a:xfrm>
              <a:off x="1067454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7" name="Freeform: Shape 806">
              <a:extLst>
                <a:ext uri="{FF2B5EF4-FFF2-40B4-BE49-F238E27FC236}">
                  <a16:creationId xmlns:a16="http://schemas.microsoft.com/office/drawing/2014/main" id="{C42C9C1C-BF47-A1EF-92F5-E47DFD065C0D}"/>
                </a:ext>
              </a:extLst>
            </p:cNvPr>
            <p:cNvSpPr/>
            <p:nvPr/>
          </p:nvSpPr>
          <p:spPr>
            <a:xfrm>
              <a:off x="11197802"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08" name="Freeform: Shape 807">
              <a:extLst>
                <a:ext uri="{FF2B5EF4-FFF2-40B4-BE49-F238E27FC236}">
                  <a16:creationId xmlns:a16="http://schemas.microsoft.com/office/drawing/2014/main" id="{8C9D54F2-7600-2959-6F17-6705260F1B4A}"/>
                </a:ext>
              </a:extLst>
            </p:cNvPr>
            <p:cNvSpPr/>
            <p:nvPr/>
          </p:nvSpPr>
          <p:spPr>
            <a:xfrm>
              <a:off x="1098849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9" name="Freeform: Shape 808">
              <a:extLst>
                <a:ext uri="{FF2B5EF4-FFF2-40B4-BE49-F238E27FC236}">
                  <a16:creationId xmlns:a16="http://schemas.microsoft.com/office/drawing/2014/main" id="{5EFE13DC-BDF1-5178-DB2C-FD4242248AE7}"/>
                </a:ext>
              </a:extLst>
            </p:cNvPr>
            <p:cNvSpPr/>
            <p:nvPr/>
          </p:nvSpPr>
          <p:spPr>
            <a:xfrm>
              <a:off x="1077919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0" name="Freeform: Shape 809">
              <a:extLst>
                <a:ext uri="{FF2B5EF4-FFF2-40B4-BE49-F238E27FC236}">
                  <a16:creationId xmlns:a16="http://schemas.microsoft.com/office/drawing/2014/main" id="{793AA410-8186-83F3-2F2A-6A22B2AEA6AA}"/>
                </a:ext>
              </a:extLst>
            </p:cNvPr>
            <p:cNvSpPr/>
            <p:nvPr/>
          </p:nvSpPr>
          <p:spPr>
            <a:xfrm>
              <a:off x="9941974" y="230398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11" name="Freeform: Shape 810">
              <a:extLst>
                <a:ext uri="{FF2B5EF4-FFF2-40B4-BE49-F238E27FC236}">
                  <a16:creationId xmlns:a16="http://schemas.microsoft.com/office/drawing/2014/main" id="{348C0281-51D7-481F-D2BE-33B1699B4225}"/>
                </a:ext>
              </a:extLst>
            </p:cNvPr>
            <p:cNvSpPr/>
            <p:nvPr/>
          </p:nvSpPr>
          <p:spPr>
            <a:xfrm>
              <a:off x="9104755"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9" y="46396"/>
                    <a:pt x="49884" y="37326"/>
                  </a:cubicBezTo>
                  <a:cubicBezTo>
                    <a:pt x="50931" y="34884"/>
                    <a:pt x="51629" y="32442"/>
                    <a:pt x="51977" y="29652"/>
                  </a:cubicBezTo>
                  <a:cubicBezTo>
                    <a:pt x="51977" y="28605"/>
                    <a:pt x="52326" y="27558"/>
                    <a:pt x="52326" y="26163"/>
                  </a:cubicBezTo>
                  <a:cubicBezTo>
                    <a:pt x="52326" y="11860"/>
                    <a:pt x="40466" y="0"/>
                    <a:pt x="26163" y="0"/>
                  </a:cubicBezTo>
                  <a:lnTo>
                    <a:pt x="26163" y="0"/>
                  </a:lnTo>
                  <a:cubicBezTo>
                    <a:pt x="15349" y="0"/>
                    <a:pt x="5930" y="6628"/>
                    <a:pt x="2093" y="16047"/>
                  </a:cubicBezTo>
                  <a:cubicBezTo>
                    <a:pt x="1047" y="18140"/>
                    <a:pt x="698" y="20582"/>
                    <a:pt x="349" y="22675"/>
                  </a:cubicBezTo>
                  <a:cubicBezTo>
                    <a:pt x="349" y="23721"/>
                    <a:pt x="0" y="25116"/>
                    <a:pt x="0" y="26163"/>
                  </a:cubicBezTo>
                  <a:cubicBezTo>
                    <a:pt x="0" y="40814"/>
                    <a:pt x="11860" y="52675"/>
                    <a:pt x="26163" y="52675"/>
                  </a:cubicBezTo>
                  <a:close/>
                </a:path>
              </a:pathLst>
            </a:custGeom>
            <a:grpFill/>
            <a:ln w="3488" cap="flat">
              <a:noFill/>
              <a:prstDash val="solid"/>
              <a:miter/>
            </a:ln>
          </p:spPr>
          <p:txBody>
            <a:bodyPr rtlCol="0" anchor="ctr"/>
            <a:lstStyle/>
            <a:p>
              <a:endParaRPr lang="en-ID"/>
            </a:p>
          </p:txBody>
        </p:sp>
        <p:sp>
          <p:nvSpPr>
            <p:cNvPr id="812" name="Freeform: Shape 811">
              <a:extLst>
                <a:ext uri="{FF2B5EF4-FFF2-40B4-BE49-F238E27FC236}">
                  <a16:creationId xmlns:a16="http://schemas.microsoft.com/office/drawing/2014/main" id="{2F0069C6-6E98-737F-D9F7-562FDABC3FCC}"/>
                </a:ext>
              </a:extLst>
            </p:cNvPr>
            <p:cNvSpPr/>
            <p:nvPr/>
          </p:nvSpPr>
          <p:spPr>
            <a:xfrm>
              <a:off x="88954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3" name="Freeform: Shape 812">
              <a:extLst>
                <a:ext uri="{FF2B5EF4-FFF2-40B4-BE49-F238E27FC236}">
                  <a16:creationId xmlns:a16="http://schemas.microsoft.com/office/drawing/2014/main" id="{1AA91B65-CE80-07A7-DC27-97A6352B8A57}"/>
                </a:ext>
              </a:extLst>
            </p:cNvPr>
            <p:cNvSpPr/>
            <p:nvPr/>
          </p:nvSpPr>
          <p:spPr>
            <a:xfrm>
              <a:off x="837218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14" name="Freeform: Shape 813">
              <a:extLst>
                <a:ext uri="{FF2B5EF4-FFF2-40B4-BE49-F238E27FC236}">
                  <a16:creationId xmlns:a16="http://schemas.microsoft.com/office/drawing/2014/main" id="{9CB0124E-207F-495B-9962-6490475EE78D}"/>
                </a:ext>
              </a:extLst>
            </p:cNvPr>
            <p:cNvSpPr/>
            <p:nvPr/>
          </p:nvSpPr>
          <p:spPr>
            <a:xfrm>
              <a:off x="78489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5" name="Freeform: Shape 814">
              <a:extLst>
                <a:ext uri="{FF2B5EF4-FFF2-40B4-BE49-F238E27FC236}">
                  <a16:creationId xmlns:a16="http://schemas.microsoft.com/office/drawing/2014/main" id="{0DD66EDF-ABCD-0321-1D5F-A653B3A512E1}"/>
                </a:ext>
              </a:extLst>
            </p:cNvPr>
            <p:cNvSpPr/>
            <p:nvPr/>
          </p:nvSpPr>
          <p:spPr>
            <a:xfrm>
              <a:off x="627914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16" name="Freeform: Shape 815">
              <a:extLst>
                <a:ext uri="{FF2B5EF4-FFF2-40B4-BE49-F238E27FC236}">
                  <a16:creationId xmlns:a16="http://schemas.microsoft.com/office/drawing/2014/main" id="{B59C65F8-7952-B70C-D9E6-3E88225AFF05}"/>
                </a:ext>
              </a:extLst>
            </p:cNvPr>
            <p:cNvSpPr/>
            <p:nvPr/>
          </p:nvSpPr>
          <p:spPr>
            <a:xfrm>
              <a:off x="6069139" y="2932250"/>
              <a:ext cx="52326" cy="52326"/>
            </a:xfrm>
            <a:custGeom>
              <a:avLst/>
              <a:gdLst>
                <a:gd name="connsiteX0" fmla="*/ 698 w 52326"/>
                <a:gd name="connsiteY0" fmla="*/ 28605 h 52326"/>
                <a:gd name="connsiteX1" fmla="*/ 18837 w 52326"/>
                <a:gd name="connsiteY1" fmla="*/ 50931 h 52326"/>
                <a:gd name="connsiteX2" fmla="*/ 21279 w 52326"/>
                <a:gd name="connsiteY2" fmla="*/ 51628 h 52326"/>
                <a:gd name="connsiteX3" fmla="*/ 26512 w 52326"/>
                <a:gd name="connsiteY3" fmla="*/ 52326 h 52326"/>
                <a:gd name="connsiteX4" fmla="*/ 26512 w 52326"/>
                <a:gd name="connsiteY4" fmla="*/ 52326 h 52326"/>
                <a:gd name="connsiteX5" fmla="*/ 36628 w 52326"/>
                <a:gd name="connsiteY5" fmla="*/ 50233 h 52326"/>
                <a:gd name="connsiteX6" fmla="*/ 52326 w 52326"/>
                <a:gd name="connsiteY6" fmla="*/ 28954 h 52326"/>
                <a:gd name="connsiteX7" fmla="*/ 52326 w 52326"/>
                <a:gd name="connsiteY7" fmla="*/ 26163 h 52326"/>
                <a:gd name="connsiteX8" fmla="*/ 26163 w 52326"/>
                <a:gd name="connsiteY8" fmla="*/ 0 h 52326"/>
                <a:gd name="connsiteX9" fmla="*/ 26163 w 52326"/>
                <a:gd name="connsiteY9" fmla="*/ 0 h 52326"/>
                <a:gd name="connsiteX10" fmla="*/ 20930 w 52326"/>
                <a:gd name="connsiteY10" fmla="*/ 698 h 52326"/>
                <a:gd name="connsiteX11" fmla="*/ 18488 w 52326"/>
                <a:gd name="connsiteY11" fmla="*/ 1395 h 52326"/>
                <a:gd name="connsiteX12" fmla="*/ 2093 w 52326"/>
                <a:gd name="connsiteY12" fmla="*/ 16047 h 52326"/>
                <a:gd name="connsiteX13" fmla="*/ 0 w 52326"/>
                <a:gd name="connsiteY13" fmla="*/ 26163 h 52326"/>
                <a:gd name="connsiteX14" fmla="*/ 698 w 52326"/>
                <a:gd name="connsiteY14"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326" h="52326">
                  <a:moveTo>
                    <a:pt x="698" y="28605"/>
                  </a:moveTo>
                  <a:cubicBezTo>
                    <a:pt x="1744" y="39070"/>
                    <a:pt x="9070" y="47791"/>
                    <a:pt x="18837" y="50931"/>
                  </a:cubicBezTo>
                  <a:cubicBezTo>
                    <a:pt x="19535" y="51280"/>
                    <a:pt x="20581" y="51280"/>
                    <a:pt x="21279" y="51628"/>
                  </a:cubicBezTo>
                  <a:cubicBezTo>
                    <a:pt x="23023" y="51977"/>
                    <a:pt x="24768" y="52326"/>
                    <a:pt x="26512" y="52326"/>
                  </a:cubicBezTo>
                  <a:lnTo>
                    <a:pt x="26512" y="52326"/>
                  </a:lnTo>
                  <a:cubicBezTo>
                    <a:pt x="30000" y="52326"/>
                    <a:pt x="33489" y="51628"/>
                    <a:pt x="36628" y="50233"/>
                  </a:cubicBezTo>
                  <a:cubicBezTo>
                    <a:pt x="45349" y="46745"/>
                    <a:pt x="51628" y="38373"/>
                    <a:pt x="52326" y="28954"/>
                  </a:cubicBezTo>
                  <a:cubicBezTo>
                    <a:pt x="52326" y="27907"/>
                    <a:pt x="52326" y="27210"/>
                    <a:pt x="52326" y="26163"/>
                  </a:cubicBezTo>
                  <a:cubicBezTo>
                    <a:pt x="52326" y="11861"/>
                    <a:pt x="40465" y="0"/>
                    <a:pt x="26163" y="0"/>
                  </a:cubicBezTo>
                  <a:lnTo>
                    <a:pt x="26163" y="0"/>
                  </a:lnTo>
                  <a:cubicBezTo>
                    <a:pt x="24419" y="0"/>
                    <a:pt x="22675" y="349"/>
                    <a:pt x="20930" y="698"/>
                  </a:cubicBezTo>
                  <a:cubicBezTo>
                    <a:pt x="20233" y="698"/>
                    <a:pt x="19186" y="1046"/>
                    <a:pt x="18488" y="1395"/>
                  </a:cubicBezTo>
                  <a:cubicBezTo>
                    <a:pt x="11163" y="3837"/>
                    <a:pt x="5233" y="9070"/>
                    <a:pt x="2093" y="16047"/>
                  </a:cubicBezTo>
                  <a:cubicBezTo>
                    <a:pt x="698" y="19186"/>
                    <a:pt x="0" y="22675"/>
                    <a:pt x="0" y="26163"/>
                  </a:cubicBezTo>
                  <a:cubicBezTo>
                    <a:pt x="698" y="26861"/>
                    <a:pt x="698" y="27558"/>
                    <a:pt x="698" y="28605"/>
                  </a:cubicBezTo>
                  <a:close/>
                </a:path>
              </a:pathLst>
            </a:custGeom>
            <a:grpFill/>
            <a:ln w="3488" cap="flat">
              <a:noFill/>
              <a:prstDash val="solid"/>
              <a:miter/>
            </a:ln>
          </p:spPr>
          <p:txBody>
            <a:bodyPr rtlCol="0" anchor="ctr"/>
            <a:lstStyle/>
            <a:p>
              <a:endParaRPr lang="en-ID"/>
            </a:p>
          </p:txBody>
        </p:sp>
        <p:sp>
          <p:nvSpPr>
            <p:cNvPr id="817" name="Freeform: Shape 816">
              <a:extLst>
                <a:ext uri="{FF2B5EF4-FFF2-40B4-BE49-F238E27FC236}">
                  <a16:creationId xmlns:a16="http://schemas.microsoft.com/office/drawing/2014/main" id="{471E3B7D-8E16-3260-377B-BB3661D7E287}"/>
                </a:ext>
              </a:extLst>
            </p:cNvPr>
            <p:cNvSpPr/>
            <p:nvPr/>
          </p:nvSpPr>
          <p:spPr>
            <a:xfrm>
              <a:off x="1119780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8" name="Freeform: Shape 817">
              <a:extLst>
                <a:ext uri="{FF2B5EF4-FFF2-40B4-BE49-F238E27FC236}">
                  <a16:creationId xmlns:a16="http://schemas.microsoft.com/office/drawing/2014/main" id="{E9C2B813-E9DC-60CF-B312-EC9DA18E5AA6}"/>
                </a:ext>
              </a:extLst>
            </p:cNvPr>
            <p:cNvSpPr/>
            <p:nvPr/>
          </p:nvSpPr>
          <p:spPr>
            <a:xfrm>
              <a:off x="11197802"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2" y="0"/>
                    <a:pt x="26163" y="0"/>
                  </a:cubicBezTo>
                  <a:cubicBezTo>
                    <a:pt x="11860" y="0"/>
                    <a:pt x="0" y="11861"/>
                    <a:pt x="0" y="26163"/>
                  </a:cubicBezTo>
                  <a:cubicBezTo>
                    <a:pt x="0" y="27210"/>
                    <a:pt x="0" y="27907"/>
                    <a:pt x="0" y="28954"/>
                  </a:cubicBezTo>
                  <a:cubicBezTo>
                    <a:pt x="1395" y="42210"/>
                    <a:pt x="12559" y="52326"/>
                    <a:pt x="26163" y="52326"/>
                  </a:cubicBezTo>
                  <a:cubicBezTo>
                    <a:pt x="40466"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819" name="Freeform: Shape 818">
              <a:extLst>
                <a:ext uri="{FF2B5EF4-FFF2-40B4-BE49-F238E27FC236}">
                  <a16:creationId xmlns:a16="http://schemas.microsoft.com/office/drawing/2014/main" id="{8E0BA288-8068-4D09-5348-DC47D8E14447}"/>
                </a:ext>
              </a:extLst>
            </p:cNvPr>
            <p:cNvSpPr/>
            <p:nvPr/>
          </p:nvSpPr>
          <p:spPr>
            <a:xfrm>
              <a:off x="8581493"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6" y="0"/>
                    <a:pt x="26163" y="0"/>
                  </a:cubicBezTo>
                  <a:cubicBezTo>
                    <a:pt x="11860" y="0"/>
                    <a:pt x="0" y="11861"/>
                    <a:pt x="0" y="26163"/>
                  </a:cubicBezTo>
                  <a:cubicBezTo>
                    <a:pt x="0" y="26163"/>
                    <a:pt x="0" y="26163"/>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20" name="Freeform: Shape 819">
              <a:extLst>
                <a:ext uri="{FF2B5EF4-FFF2-40B4-BE49-F238E27FC236}">
                  <a16:creationId xmlns:a16="http://schemas.microsoft.com/office/drawing/2014/main" id="{18814129-985B-6D2A-3F67-32489F674B28}"/>
                </a:ext>
              </a:extLst>
            </p:cNvPr>
            <p:cNvSpPr/>
            <p:nvPr/>
          </p:nvSpPr>
          <p:spPr>
            <a:xfrm>
              <a:off x="1130245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1" name="Freeform: Shape 820">
              <a:extLst>
                <a:ext uri="{FF2B5EF4-FFF2-40B4-BE49-F238E27FC236}">
                  <a16:creationId xmlns:a16="http://schemas.microsoft.com/office/drawing/2014/main" id="{413BA08D-C2BE-268B-79C1-A0156444F742}"/>
                </a:ext>
              </a:extLst>
            </p:cNvPr>
            <p:cNvSpPr/>
            <p:nvPr/>
          </p:nvSpPr>
          <p:spPr>
            <a:xfrm>
              <a:off x="1025593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22" name="Freeform: Shape 821">
              <a:extLst>
                <a:ext uri="{FF2B5EF4-FFF2-40B4-BE49-F238E27FC236}">
                  <a16:creationId xmlns:a16="http://schemas.microsoft.com/office/drawing/2014/main" id="{4082981A-6DD3-AC24-2485-7382F4217905}"/>
                </a:ext>
              </a:extLst>
            </p:cNvPr>
            <p:cNvSpPr/>
            <p:nvPr/>
          </p:nvSpPr>
          <p:spPr>
            <a:xfrm>
              <a:off x="11930369" y="544355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23" name="Freeform: Shape 822">
              <a:extLst>
                <a:ext uri="{FF2B5EF4-FFF2-40B4-BE49-F238E27FC236}">
                  <a16:creationId xmlns:a16="http://schemas.microsoft.com/office/drawing/2014/main" id="{0E2DE415-34FF-B479-4A01-5907C13B23CA}"/>
                </a:ext>
              </a:extLst>
            </p:cNvPr>
            <p:cNvSpPr/>
            <p:nvPr/>
          </p:nvSpPr>
          <p:spPr>
            <a:xfrm>
              <a:off x="10151278"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824" name="Freeform: Shape 823">
              <a:extLst>
                <a:ext uri="{FF2B5EF4-FFF2-40B4-BE49-F238E27FC236}">
                  <a16:creationId xmlns:a16="http://schemas.microsoft.com/office/drawing/2014/main" id="{67723BFB-C269-E9A6-17FB-270BF118DFC9}"/>
                </a:ext>
              </a:extLst>
            </p:cNvPr>
            <p:cNvSpPr/>
            <p:nvPr/>
          </p:nvSpPr>
          <p:spPr>
            <a:xfrm>
              <a:off x="97326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5" name="Freeform: Shape 824">
              <a:extLst>
                <a:ext uri="{FF2B5EF4-FFF2-40B4-BE49-F238E27FC236}">
                  <a16:creationId xmlns:a16="http://schemas.microsoft.com/office/drawing/2014/main" id="{DC791377-94C5-9B84-503B-645BE660F256}"/>
                </a:ext>
              </a:extLst>
            </p:cNvPr>
            <p:cNvSpPr/>
            <p:nvPr/>
          </p:nvSpPr>
          <p:spPr>
            <a:xfrm>
              <a:off x="879079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6" name="Freeform: Shape 825">
              <a:extLst>
                <a:ext uri="{FF2B5EF4-FFF2-40B4-BE49-F238E27FC236}">
                  <a16:creationId xmlns:a16="http://schemas.microsoft.com/office/drawing/2014/main" id="{30986D3B-00AC-6D4D-6121-74A17E4C56CA}"/>
                </a:ext>
              </a:extLst>
            </p:cNvPr>
            <p:cNvSpPr/>
            <p:nvPr/>
          </p:nvSpPr>
          <p:spPr>
            <a:xfrm>
              <a:off x="8162884" y="5443557"/>
              <a:ext cx="52326" cy="52326"/>
            </a:xfrm>
            <a:custGeom>
              <a:avLst/>
              <a:gdLst>
                <a:gd name="connsiteX0" fmla="*/ 33837 w 52326"/>
                <a:gd name="connsiteY0" fmla="*/ 1047 h 52326"/>
                <a:gd name="connsiteX1" fmla="*/ 30001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1" y="349"/>
                  </a:cubicBezTo>
                  <a:cubicBezTo>
                    <a:pt x="28605" y="0"/>
                    <a:pt x="27558" y="0"/>
                    <a:pt x="26163" y="0"/>
                  </a:cubicBezTo>
                  <a:cubicBezTo>
                    <a:pt x="11860" y="0"/>
                    <a:pt x="0" y="11861"/>
                    <a:pt x="0" y="26163"/>
                  </a:cubicBezTo>
                  <a:cubicBezTo>
                    <a:pt x="0" y="40465"/>
                    <a:pt x="11860" y="52326"/>
                    <a:pt x="26163" y="52326"/>
                  </a:cubicBezTo>
                  <a:cubicBezTo>
                    <a:pt x="40466"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827" name="Freeform: Shape 826">
              <a:extLst>
                <a:ext uri="{FF2B5EF4-FFF2-40B4-BE49-F238E27FC236}">
                  <a16:creationId xmlns:a16="http://schemas.microsoft.com/office/drawing/2014/main" id="{49E1E205-C5EA-D1AC-A72B-08D970E476B8}"/>
                </a:ext>
              </a:extLst>
            </p:cNvPr>
            <p:cNvSpPr/>
            <p:nvPr/>
          </p:nvSpPr>
          <p:spPr>
            <a:xfrm>
              <a:off x="7953579" y="4606338"/>
              <a:ext cx="51990" cy="52326"/>
            </a:xfrm>
            <a:custGeom>
              <a:avLst/>
              <a:gdLst>
                <a:gd name="connsiteX0" fmla="*/ 36628 w 51990"/>
                <a:gd name="connsiteY0" fmla="*/ 2093 h 52326"/>
                <a:gd name="connsiteX1" fmla="*/ 26163 w 51990"/>
                <a:gd name="connsiteY1" fmla="*/ 0 h 52326"/>
                <a:gd name="connsiteX2" fmla="*/ 0 w 51990"/>
                <a:gd name="connsiteY2" fmla="*/ 26163 h 52326"/>
                <a:gd name="connsiteX3" fmla="*/ 0 w 51990"/>
                <a:gd name="connsiteY3" fmla="*/ 26163 h 52326"/>
                <a:gd name="connsiteX4" fmla="*/ 13604 w 51990"/>
                <a:gd name="connsiteY4" fmla="*/ 49187 h 52326"/>
                <a:gd name="connsiteX5" fmla="*/ 13604 w 51990"/>
                <a:gd name="connsiteY5" fmla="*/ 49187 h 52326"/>
                <a:gd name="connsiteX6" fmla="*/ 20581 w 51990"/>
                <a:gd name="connsiteY6" fmla="*/ 51628 h 52326"/>
                <a:gd name="connsiteX7" fmla="*/ 25814 w 51990"/>
                <a:gd name="connsiteY7" fmla="*/ 52326 h 52326"/>
                <a:gd name="connsiteX8" fmla="*/ 51977 w 51990"/>
                <a:gd name="connsiteY8" fmla="*/ 26163 h 52326"/>
                <a:gd name="connsiteX9" fmla="*/ 36628 w 51990"/>
                <a:gd name="connsiteY9"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90" h="52326">
                  <a:moveTo>
                    <a:pt x="36628" y="2093"/>
                  </a:moveTo>
                  <a:cubicBezTo>
                    <a:pt x="33489" y="698"/>
                    <a:pt x="30001" y="0"/>
                    <a:pt x="26163" y="0"/>
                  </a:cubicBezTo>
                  <a:cubicBezTo>
                    <a:pt x="11860" y="0"/>
                    <a:pt x="0" y="11861"/>
                    <a:pt x="0" y="26163"/>
                  </a:cubicBezTo>
                  <a:lnTo>
                    <a:pt x="0" y="26163"/>
                  </a:lnTo>
                  <a:cubicBezTo>
                    <a:pt x="0" y="35931"/>
                    <a:pt x="5582" y="44652"/>
                    <a:pt x="13604" y="49187"/>
                  </a:cubicBezTo>
                  <a:cubicBezTo>
                    <a:pt x="13604" y="49187"/>
                    <a:pt x="13604" y="49187"/>
                    <a:pt x="13604" y="49187"/>
                  </a:cubicBezTo>
                  <a:cubicBezTo>
                    <a:pt x="15698" y="50233"/>
                    <a:pt x="18140" y="51280"/>
                    <a:pt x="20581" y="51628"/>
                  </a:cubicBezTo>
                  <a:cubicBezTo>
                    <a:pt x="22325" y="51977"/>
                    <a:pt x="24070" y="52326"/>
                    <a:pt x="25814" y="52326"/>
                  </a:cubicBezTo>
                  <a:cubicBezTo>
                    <a:pt x="40117" y="52326"/>
                    <a:pt x="51977" y="40465"/>
                    <a:pt x="51977" y="26163"/>
                  </a:cubicBezTo>
                  <a:cubicBezTo>
                    <a:pt x="52326" y="15349"/>
                    <a:pt x="46047" y="6279"/>
                    <a:pt x="36628" y="2093"/>
                  </a:cubicBezTo>
                  <a:close/>
                </a:path>
              </a:pathLst>
            </a:custGeom>
            <a:grpFill/>
            <a:ln w="3488" cap="flat">
              <a:noFill/>
              <a:prstDash val="solid"/>
              <a:miter/>
            </a:ln>
          </p:spPr>
          <p:txBody>
            <a:bodyPr rtlCol="0" anchor="ctr"/>
            <a:lstStyle/>
            <a:p>
              <a:endParaRPr lang="en-ID"/>
            </a:p>
          </p:txBody>
        </p:sp>
        <p:sp>
          <p:nvSpPr>
            <p:cNvPr id="828" name="Freeform: Shape 827">
              <a:extLst>
                <a:ext uri="{FF2B5EF4-FFF2-40B4-BE49-F238E27FC236}">
                  <a16:creationId xmlns:a16="http://schemas.microsoft.com/office/drawing/2014/main" id="{FE535842-8B31-9469-96E3-16D0C2D3D42D}"/>
                </a:ext>
              </a:extLst>
            </p:cNvPr>
            <p:cNvSpPr/>
            <p:nvPr/>
          </p:nvSpPr>
          <p:spPr>
            <a:xfrm>
              <a:off x="6383793"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9" name="Freeform: Shape 828">
              <a:extLst>
                <a:ext uri="{FF2B5EF4-FFF2-40B4-BE49-F238E27FC236}">
                  <a16:creationId xmlns:a16="http://schemas.microsoft.com/office/drawing/2014/main" id="{C500B8C5-4591-FBA1-A731-F14A15E3274B}"/>
                </a:ext>
              </a:extLst>
            </p:cNvPr>
            <p:cNvSpPr/>
            <p:nvPr/>
          </p:nvSpPr>
          <p:spPr>
            <a:xfrm>
              <a:off x="6174489"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0" name="Freeform: Shape 829">
              <a:extLst>
                <a:ext uri="{FF2B5EF4-FFF2-40B4-BE49-F238E27FC236}">
                  <a16:creationId xmlns:a16="http://schemas.microsoft.com/office/drawing/2014/main" id="{39072437-32BE-3F26-F6DE-BD2D04B9211A}"/>
                </a:ext>
              </a:extLst>
            </p:cNvPr>
            <p:cNvSpPr/>
            <p:nvPr/>
          </p:nvSpPr>
          <p:spPr>
            <a:xfrm>
              <a:off x="606983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1" name="Freeform: Shape 830">
              <a:extLst>
                <a:ext uri="{FF2B5EF4-FFF2-40B4-BE49-F238E27FC236}">
                  <a16:creationId xmlns:a16="http://schemas.microsoft.com/office/drawing/2014/main" id="{A8758566-3E5B-FD49-43D9-75914B569B65}"/>
                </a:ext>
              </a:extLst>
            </p:cNvPr>
            <p:cNvSpPr/>
            <p:nvPr/>
          </p:nvSpPr>
          <p:spPr>
            <a:xfrm>
              <a:off x="6069488" y="4815992"/>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2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2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5"/>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832" name="Freeform: Shape 831">
              <a:extLst>
                <a:ext uri="{FF2B5EF4-FFF2-40B4-BE49-F238E27FC236}">
                  <a16:creationId xmlns:a16="http://schemas.microsoft.com/office/drawing/2014/main" id="{9ACB8CDC-335B-3D47-3B08-1D3A0C609BF5}"/>
                </a:ext>
              </a:extLst>
            </p:cNvPr>
            <p:cNvSpPr/>
            <p:nvPr/>
          </p:nvSpPr>
          <p:spPr>
            <a:xfrm>
              <a:off x="11093150" y="3664467"/>
              <a:ext cx="52675" cy="52326"/>
            </a:xfrm>
            <a:custGeom>
              <a:avLst/>
              <a:gdLst>
                <a:gd name="connsiteX0" fmla="*/ 26163 w 52675"/>
                <a:gd name="connsiteY0" fmla="*/ 0 h 52326"/>
                <a:gd name="connsiteX1" fmla="*/ 0 w 52675"/>
                <a:gd name="connsiteY1" fmla="*/ 26163 h 52326"/>
                <a:gd name="connsiteX2" fmla="*/ 15349 w 52675"/>
                <a:gd name="connsiteY2" fmla="*/ 49884 h 52326"/>
                <a:gd name="connsiteX3" fmla="*/ 23372 w 52675"/>
                <a:gd name="connsiteY3" fmla="*/ 51977 h 52326"/>
                <a:gd name="connsiteX4" fmla="*/ 26512 w 52675"/>
                <a:gd name="connsiteY4" fmla="*/ 52326 h 52326"/>
                <a:gd name="connsiteX5" fmla="*/ 52675 w 52675"/>
                <a:gd name="connsiteY5" fmla="*/ 26163 h 52326"/>
                <a:gd name="connsiteX6" fmla="*/ 26163 w 52675"/>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5" h="52326">
                  <a:moveTo>
                    <a:pt x="26163" y="0"/>
                  </a:move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814" y="52326"/>
                    <a:pt x="52675" y="40465"/>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33" name="Freeform: Shape 832">
              <a:extLst>
                <a:ext uri="{FF2B5EF4-FFF2-40B4-BE49-F238E27FC236}">
                  <a16:creationId xmlns:a16="http://schemas.microsoft.com/office/drawing/2014/main" id="{3B46AFE8-AF8D-DF48-3E54-6CC84B61A23A}"/>
                </a:ext>
              </a:extLst>
            </p:cNvPr>
            <p:cNvSpPr/>
            <p:nvPr/>
          </p:nvSpPr>
          <p:spPr>
            <a:xfrm>
              <a:off x="9941974"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34" name="Freeform: Shape 833">
              <a:extLst>
                <a:ext uri="{FF2B5EF4-FFF2-40B4-BE49-F238E27FC236}">
                  <a16:creationId xmlns:a16="http://schemas.microsoft.com/office/drawing/2014/main" id="{EAB13FA9-672A-DB5D-7AC4-58DCAC897908}"/>
                </a:ext>
              </a:extLst>
            </p:cNvPr>
            <p:cNvSpPr/>
            <p:nvPr/>
          </p:nvSpPr>
          <p:spPr>
            <a:xfrm>
              <a:off x="9628017" y="2199334"/>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835" name="Freeform: Shape 834">
              <a:extLst>
                <a:ext uri="{FF2B5EF4-FFF2-40B4-BE49-F238E27FC236}">
                  <a16:creationId xmlns:a16="http://schemas.microsoft.com/office/drawing/2014/main" id="{B517D2FB-B98B-CBDE-F1C0-9E2BC080F503}"/>
                </a:ext>
              </a:extLst>
            </p:cNvPr>
            <p:cNvSpPr/>
            <p:nvPr/>
          </p:nvSpPr>
          <p:spPr>
            <a:xfrm>
              <a:off x="9314060"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4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6" y="0"/>
                    <a:pt x="26163" y="0"/>
                  </a:cubicBez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6" name="Freeform: Shape 835">
              <a:extLst>
                <a:ext uri="{FF2B5EF4-FFF2-40B4-BE49-F238E27FC236}">
                  <a16:creationId xmlns:a16="http://schemas.microsoft.com/office/drawing/2014/main" id="{3D3F9762-3D2B-2C9B-EC71-FB58108A8AE4}"/>
                </a:ext>
              </a:extLst>
            </p:cNvPr>
            <p:cNvSpPr/>
            <p:nvPr/>
          </p:nvSpPr>
          <p:spPr>
            <a:xfrm>
              <a:off x="8162884"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37" name="Freeform: Shape 836">
              <a:extLst>
                <a:ext uri="{FF2B5EF4-FFF2-40B4-BE49-F238E27FC236}">
                  <a16:creationId xmlns:a16="http://schemas.microsoft.com/office/drawing/2014/main" id="{04B4BCF3-ABB5-CF9D-F6D3-3C9BF8015D85}"/>
                </a:ext>
              </a:extLst>
            </p:cNvPr>
            <p:cNvSpPr/>
            <p:nvPr/>
          </p:nvSpPr>
          <p:spPr>
            <a:xfrm>
              <a:off x="11825716"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8" name="Freeform: Shape 837">
              <a:extLst>
                <a:ext uri="{FF2B5EF4-FFF2-40B4-BE49-F238E27FC236}">
                  <a16:creationId xmlns:a16="http://schemas.microsoft.com/office/drawing/2014/main" id="{90B3A0D2-B494-A5AB-D20C-842276EE001F}"/>
                </a:ext>
              </a:extLst>
            </p:cNvPr>
            <p:cNvSpPr/>
            <p:nvPr/>
          </p:nvSpPr>
          <p:spPr>
            <a:xfrm>
              <a:off x="1140710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9" name="Freeform: Shape 838">
              <a:extLst>
                <a:ext uri="{FF2B5EF4-FFF2-40B4-BE49-F238E27FC236}">
                  <a16:creationId xmlns:a16="http://schemas.microsoft.com/office/drawing/2014/main" id="{EB165697-F6CF-6C72-7ED5-EBFF0BBEC6F6}"/>
                </a:ext>
              </a:extLst>
            </p:cNvPr>
            <p:cNvSpPr/>
            <p:nvPr/>
          </p:nvSpPr>
          <p:spPr>
            <a:xfrm>
              <a:off x="11616412"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8 w 52326"/>
                <a:gd name="connsiteY3" fmla="*/ 2442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6" y="52326"/>
                    <a:pt x="52326" y="40465"/>
                    <a:pt x="52326" y="26163"/>
                  </a:cubicBezTo>
                  <a:cubicBezTo>
                    <a:pt x="52326" y="15698"/>
                    <a:pt x="46047" y="6628"/>
                    <a:pt x="36978" y="2442"/>
                  </a:cubicBezTo>
                  <a:cubicBezTo>
                    <a:pt x="34535" y="1395"/>
                    <a:pt x="31745" y="698"/>
                    <a:pt x="29302" y="349"/>
                  </a:cubicBezTo>
                  <a:cubicBezTo>
                    <a:pt x="28256" y="349"/>
                    <a:pt x="27210"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0" name="Freeform: Shape 839">
              <a:extLst>
                <a:ext uri="{FF2B5EF4-FFF2-40B4-BE49-F238E27FC236}">
                  <a16:creationId xmlns:a16="http://schemas.microsoft.com/office/drawing/2014/main" id="{E9981825-F39F-74FE-425C-079FD9288FAE}"/>
                </a:ext>
              </a:extLst>
            </p:cNvPr>
            <p:cNvSpPr/>
            <p:nvPr/>
          </p:nvSpPr>
          <p:spPr>
            <a:xfrm>
              <a:off x="1161641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1" name="Freeform: Shape 840">
              <a:extLst>
                <a:ext uri="{FF2B5EF4-FFF2-40B4-BE49-F238E27FC236}">
                  <a16:creationId xmlns:a16="http://schemas.microsoft.com/office/drawing/2014/main" id="{5D095678-3BBA-3E04-51B2-743D8E80E8BF}"/>
                </a:ext>
              </a:extLst>
            </p:cNvPr>
            <p:cNvSpPr/>
            <p:nvPr/>
          </p:nvSpPr>
          <p:spPr>
            <a:xfrm>
              <a:off x="116164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2" name="Freeform: Shape 841">
              <a:extLst>
                <a:ext uri="{FF2B5EF4-FFF2-40B4-BE49-F238E27FC236}">
                  <a16:creationId xmlns:a16="http://schemas.microsoft.com/office/drawing/2014/main" id="{EB92C646-3F03-75C0-3EDF-6BE4500E7274}"/>
                </a:ext>
              </a:extLst>
            </p:cNvPr>
            <p:cNvSpPr/>
            <p:nvPr/>
          </p:nvSpPr>
          <p:spPr>
            <a:xfrm>
              <a:off x="11093150" y="3769120"/>
              <a:ext cx="52326" cy="52326"/>
            </a:xfrm>
            <a:custGeom>
              <a:avLst/>
              <a:gdLst>
                <a:gd name="connsiteX0" fmla="*/ 52326 w 52326"/>
                <a:gd name="connsiteY0" fmla="*/ 26163 h 52326"/>
                <a:gd name="connsiteX1" fmla="*/ 26163 w 52326"/>
                <a:gd name="connsiteY1" fmla="*/ 0 h 52326"/>
                <a:gd name="connsiteX2" fmla="*/ 26163 w 52326"/>
                <a:gd name="connsiteY2" fmla="*/ 0 h 52326"/>
                <a:gd name="connsiteX3" fmla="*/ 22325 w 52326"/>
                <a:gd name="connsiteY3" fmla="*/ 349 h 52326"/>
                <a:gd name="connsiteX4" fmla="*/ 18489 w 52326"/>
                <a:gd name="connsiteY4" fmla="*/ 1046 h 52326"/>
                <a:gd name="connsiteX5" fmla="*/ 0 w 52326"/>
                <a:gd name="connsiteY5" fmla="*/ 26163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52326" y="26163"/>
                  </a:moveTo>
                  <a:cubicBezTo>
                    <a:pt x="52326" y="11861"/>
                    <a:pt x="40466" y="0"/>
                    <a:pt x="26163" y="0"/>
                  </a:cubicBezTo>
                  <a:lnTo>
                    <a:pt x="26163" y="0"/>
                  </a:lnTo>
                  <a:cubicBezTo>
                    <a:pt x="24768" y="0"/>
                    <a:pt x="23721" y="0"/>
                    <a:pt x="22325" y="349"/>
                  </a:cubicBezTo>
                  <a:cubicBezTo>
                    <a:pt x="20930" y="698"/>
                    <a:pt x="19535" y="698"/>
                    <a:pt x="18489" y="1046"/>
                  </a:cubicBezTo>
                  <a:cubicBezTo>
                    <a:pt x="7674" y="4186"/>
                    <a:pt x="0" y="14302"/>
                    <a:pt x="0" y="26163"/>
                  </a:cubicBezTo>
                  <a:cubicBezTo>
                    <a:pt x="0" y="40465"/>
                    <a:pt x="11860" y="52326"/>
                    <a:pt x="26163" y="52326"/>
                  </a:cubicBezTo>
                  <a:lnTo>
                    <a:pt x="26163" y="52326"/>
                  </a:ln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43" name="Freeform: Shape 842">
              <a:extLst>
                <a:ext uri="{FF2B5EF4-FFF2-40B4-BE49-F238E27FC236}">
                  <a16:creationId xmlns:a16="http://schemas.microsoft.com/office/drawing/2014/main" id="{864BCCD0-A6CA-F74E-AB75-411600801B57}"/>
                </a:ext>
              </a:extLst>
            </p:cNvPr>
            <p:cNvSpPr/>
            <p:nvPr/>
          </p:nvSpPr>
          <p:spPr>
            <a:xfrm>
              <a:off x="1067454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4" name="Freeform: Shape 843">
              <a:extLst>
                <a:ext uri="{FF2B5EF4-FFF2-40B4-BE49-F238E27FC236}">
                  <a16:creationId xmlns:a16="http://schemas.microsoft.com/office/drawing/2014/main" id="{A1797EA9-5324-3AEA-2CBC-F63D3A8EFC5D}"/>
                </a:ext>
              </a:extLst>
            </p:cNvPr>
            <p:cNvSpPr/>
            <p:nvPr/>
          </p:nvSpPr>
          <p:spPr>
            <a:xfrm>
              <a:off x="10465236" y="4083077"/>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45" name="Freeform: Shape 844">
              <a:extLst>
                <a:ext uri="{FF2B5EF4-FFF2-40B4-BE49-F238E27FC236}">
                  <a16:creationId xmlns:a16="http://schemas.microsoft.com/office/drawing/2014/main" id="{5CFEB15A-7B54-35BE-FFDA-64854F7A1A08}"/>
                </a:ext>
              </a:extLst>
            </p:cNvPr>
            <p:cNvSpPr/>
            <p:nvPr/>
          </p:nvSpPr>
          <p:spPr>
            <a:xfrm>
              <a:off x="10779193"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6" name="Freeform: Shape 845">
              <a:extLst>
                <a:ext uri="{FF2B5EF4-FFF2-40B4-BE49-F238E27FC236}">
                  <a16:creationId xmlns:a16="http://schemas.microsoft.com/office/drawing/2014/main" id="{DD1B6E2B-8109-DABE-DFC3-7B64B8A5332F}"/>
                </a:ext>
              </a:extLst>
            </p:cNvPr>
            <p:cNvSpPr/>
            <p:nvPr/>
          </p:nvSpPr>
          <p:spPr>
            <a:xfrm>
              <a:off x="1015127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7" name="Freeform: Shape 846">
              <a:extLst>
                <a:ext uri="{FF2B5EF4-FFF2-40B4-BE49-F238E27FC236}">
                  <a16:creationId xmlns:a16="http://schemas.microsoft.com/office/drawing/2014/main" id="{99DCF008-B629-FBC1-AA04-3D9A71113D6C}"/>
                </a:ext>
              </a:extLst>
            </p:cNvPr>
            <p:cNvSpPr/>
            <p:nvPr/>
          </p:nvSpPr>
          <p:spPr>
            <a:xfrm>
              <a:off x="973266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8" name="Freeform: Shape 847">
              <a:extLst>
                <a:ext uri="{FF2B5EF4-FFF2-40B4-BE49-F238E27FC236}">
                  <a16:creationId xmlns:a16="http://schemas.microsoft.com/office/drawing/2014/main" id="{38C2D98B-4413-F558-BC75-AA014DFB47E6}"/>
                </a:ext>
              </a:extLst>
            </p:cNvPr>
            <p:cNvSpPr/>
            <p:nvPr/>
          </p:nvSpPr>
          <p:spPr>
            <a:xfrm>
              <a:off x="8581493"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49" name="Freeform: Shape 848">
              <a:extLst>
                <a:ext uri="{FF2B5EF4-FFF2-40B4-BE49-F238E27FC236}">
                  <a16:creationId xmlns:a16="http://schemas.microsoft.com/office/drawing/2014/main" id="{00A9A7D3-9A2C-2BE6-AC38-0712C8884A5F}"/>
                </a:ext>
              </a:extLst>
            </p:cNvPr>
            <p:cNvSpPr/>
            <p:nvPr/>
          </p:nvSpPr>
          <p:spPr>
            <a:xfrm>
              <a:off x="7011708"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50" name="Freeform: Shape 849">
              <a:extLst>
                <a:ext uri="{FF2B5EF4-FFF2-40B4-BE49-F238E27FC236}">
                  <a16:creationId xmlns:a16="http://schemas.microsoft.com/office/drawing/2014/main" id="{40A3F75B-EC54-3C84-6AC7-C510A934AEB8}"/>
                </a:ext>
              </a:extLst>
            </p:cNvPr>
            <p:cNvSpPr/>
            <p:nvPr/>
          </p:nvSpPr>
          <p:spPr>
            <a:xfrm>
              <a:off x="6907055"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51" name="Freeform: Shape 850">
              <a:extLst>
                <a:ext uri="{FF2B5EF4-FFF2-40B4-BE49-F238E27FC236}">
                  <a16:creationId xmlns:a16="http://schemas.microsoft.com/office/drawing/2014/main" id="{716310B9-C360-53BE-F3FE-FCCEF0FADDB7}"/>
                </a:ext>
              </a:extLst>
            </p:cNvPr>
            <p:cNvSpPr/>
            <p:nvPr/>
          </p:nvSpPr>
          <p:spPr>
            <a:xfrm rot="17550026">
              <a:off x="6593284" y="5338828"/>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3" y="52327"/>
                    <a:pt x="26164" y="52327"/>
                  </a:cubicBezTo>
                  <a:cubicBezTo>
                    <a:pt x="11714" y="52327"/>
                    <a:pt x="0" y="40613"/>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852" name="Freeform: Shape 851">
              <a:extLst>
                <a:ext uri="{FF2B5EF4-FFF2-40B4-BE49-F238E27FC236}">
                  <a16:creationId xmlns:a16="http://schemas.microsoft.com/office/drawing/2014/main" id="{2AF910A8-4635-98BC-0CFA-2B289C6493DD}"/>
                </a:ext>
              </a:extLst>
            </p:cNvPr>
            <p:cNvSpPr/>
            <p:nvPr/>
          </p:nvSpPr>
          <p:spPr>
            <a:xfrm>
              <a:off x="8581493"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853" name="Freeform: Shape 852">
              <a:extLst>
                <a:ext uri="{FF2B5EF4-FFF2-40B4-BE49-F238E27FC236}">
                  <a16:creationId xmlns:a16="http://schemas.microsoft.com/office/drawing/2014/main" id="{19ABDB60-C0D8-40F7-2EBB-46929B6EE81B}"/>
                </a:ext>
              </a:extLst>
            </p:cNvPr>
            <p:cNvSpPr/>
            <p:nvPr/>
          </p:nvSpPr>
          <p:spPr>
            <a:xfrm>
              <a:off x="931406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4" name="Freeform: Shape 853">
              <a:extLst>
                <a:ext uri="{FF2B5EF4-FFF2-40B4-BE49-F238E27FC236}">
                  <a16:creationId xmlns:a16="http://schemas.microsoft.com/office/drawing/2014/main" id="{5F442D97-357B-79E3-44F0-5245DC9E8B77}"/>
                </a:ext>
              </a:extLst>
            </p:cNvPr>
            <p:cNvSpPr/>
            <p:nvPr/>
          </p:nvSpPr>
          <p:spPr>
            <a:xfrm>
              <a:off x="8581835" y="3455163"/>
              <a:ext cx="51984" cy="52326"/>
            </a:xfrm>
            <a:custGeom>
              <a:avLst/>
              <a:gdLst>
                <a:gd name="connsiteX0" fmla="*/ 25821 w 51984"/>
                <a:gd name="connsiteY0" fmla="*/ 52326 h 52326"/>
                <a:gd name="connsiteX1" fmla="*/ 35937 w 51984"/>
                <a:gd name="connsiteY1" fmla="*/ 50233 h 52326"/>
                <a:gd name="connsiteX2" fmla="*/ 38031 w 51984"/>
                <a:gd name="connsiteY2" fmla="*/ 49187 h 52326"/>
                <a:gd name="connsiteX3" fmla="*/ 38380 w 51984"/>
                <a:gd name="connsiteY3" fmla="*/ 49187 h 52326"/>
                <a:gd name="connsiteX4" fmla="*/ 51985 w 51984"/>
                <a:gd name="connsiteY4" fmla="*/ 26163 h 52326"/>
                <a:gd name="connsiteX5" fmla="*/ 25821 w 51984"/>
                <a:gd name="connsiteY5" fmla="*/ 0 h 52326"/>
                <a:gd name="connsiteX6" fmla="*/ 25821 w 51984"/>
                <a:gd name="connsiteY6" fmla="*/ 0 h 52326"/>
                <a:gd name="connsiteX7" fmla="*/ 20589 w 51984"/>
                <a:gd name="connsiteY7" fmla="*/ 698 h 52326"/>
                <a:gd name="connsiteX8" fmla="*/ 14309 w 51984"/>
                <a:gd name="connsiteY8" fmla="*/ 2791 h 52326"/>
                <a:gd name="connsiteX9" fmla="*/ 12914 w 51984"/>
                <a:gd name="connsiteY9" fmla="*/ 3488 h 52326"/>
                <a:gd name="connsiteX10" fmla="*/ 8 w 51984"/>
                <a:gd name="connsiteY10" fmla="*/ 26163 h 52326"/>
                <a:gd name="connsiteX11" fmla="*/ 25821 w 51984"/>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984" h="52326">
                  <a:moveTo>
                    <a:pt x="25821" y="52326"/>
                  </a:moveTo>
                  <a:cubicBezTo>
                    <a:pt x="29310" y="52326"/>
                    <a:pt x="32798" y="51628"/>
                    <a:pt x="35937" y="50233"/>
                  </a:cubicBezTo>
                  <a:cubicBezTo>
                    <a:pt x="36636" y="49884"/>
                    <a:pt x="37333" y="49535"/>
                    <a:pt x="38031" y="49187"/>
                  </a:cubicBezTo>
                  <a:cubicBezTo>
                    <a:pt x="38031" y="49187"/>
                    <a:pt x="38380" y="49187"/>
                    <a:pt x="38380" y="49187"/>
                  </a:cubicBezTo>
                  <a:cubicBezTo>
                    <a:pt x="46403" y="44652"/>
                    <a:pt x="51985" y="36280"/>
                    <a:pt x="51985" y="26163"/>
                  </a:cubicBezTo>
                  <a:cubicBezTo>
                    <a:pt x="51985" y="11861"/>
                    <a:pt x="40124" y="0"/>
                    <a:pt x="25821" y="0"/>
                  </a:cubicBezTo>
                  <a:lnTo>
                    <a:pt x="25821" y="0"/>
                  </a:lnTo>
                  <a:cubicBezTo>
                    <a:pt x="24077" y="0"/>
                    <a:pt x="22333" y="349"/>
                    <a:pt x="20589" y="698"/>
                  </a:cubicBezTo>
                  <a:cubicBezTo>
                    <a:pt x="18495" y="1046"/>
                    <a:pt x="16403" y="2093"/>
                    <a:pt x="14309" y="2791"/>
                  </a:cubicBezTo>
                  <a:cubicBezTo>
                    <a:pt x="13961" y="3140"/>
                    <a:pt x="13263" y="3140"/>
                    <a:pt x="12914" y="3488"/>
                  </a:cubicBezTo>
                  <a:cubicBezTo>
                    <a:pt x="5240" y="8023"/>
                    <a:pt x="8" y="16396"/>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55" name="Freeform: Shape 854">
              <a:extLst>
                <a:ext uri="{FF2B5EF4-FFF2-40B4-BE49-F238E27FC236}">
                  <a16:creationId xmlns:a16="http://schemas.microsoft.com/office/drawing/2014/main" id="{F61F9BBF-43CA-D134-63C3-70468E430599}"/>
                </a:ext>
              </a:extLst>
            </p:cNvPr>
            <p:cNvSpPr/>
            <p:nvPr/>
          </p:nvSpPr>
          <p:spPr>
            <a:xfrm>
              <a:off x="11616412" y="3350510"/>
              <a:ext cx="52326" cy="52326"/>
            </a:xfrm>
            <a:custGeom>
              <a:avLst/>
              <a:gdLst>
                <a:gd name="connsiteX0" fmla="*/ 3139 w 52326"/>
                <a:gd name="connsiteY0" fmla="*/ 38373 h 52326"/>
                <a:gd name="connsiteX1" fmla="*/ 3139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39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39" y="38373"/>
                  </a:moveTo>
                  <a:cubicBezTo>
                    <a:pt x="3139" y="38373"/>
                    <a:pt x="3139" y="38373"/>
                    <a:pt x="3139" y="38373"/>
                  </a:cubicBezTo>
                  <a:cubicBezTo>
                    <a:pt x="7674" y="46745"/>
                    <a:pt x="16395" y="52326"/>
                    <a:pt x="26163" y="52326"/>
                  </a:cubicBezTo>
                  <a:cubicBezTo>
                    <a:pt x="40466" y="52326"/>
                    <a:pt x="52326" y="40465"/>
                    <a:pt x="52326" y="26163"/>
                  </a:cubicBezTo>
                  <a:cubicBezTo>
                    <a:pt x="52326" y="20582"/>
                    <a:pt x="50582" y="15698"/>
                    <a:pt x="47791" y="11512"/>
                  </a:cubicBezTo>
                  <a:cubicBezTo>
                    <a:pt x="43256" y="4535"/>
                    <a:pt x="35233" y="0"/>
                    <a:pt x="26163" y="0"/>
                  </a:cubicBezTo>
                  <a:lnTo>
                    <a:pt x="26163" y="0"/>
                  </a:lnTo>
                  <a:cubicBezTo>
                    <a:pt x="11860" y="0"/>
                    <a:pt x="0" y="11861"/>
                    <a:pt x="0" y="26163"/>
                  </a:cubicBezTo>
                  <a:cubicBezTo>
                    <a:pt x="0" y="29652"/>
                    <a:pt x="698" y="33140"/>
                    <a:pt x="2093" y="36280"/>
                  </a:cubicBezTo>
                  <a:cubicBezTo>
                    <a:pt x="2442" y="36977"/>
                    <a:pt x="2791" y="37675"/>
                    <a:pt x="3139" y="38373"/>
                  </a:cubicBezTo>
                  <a:close/>
                </a:path>
              </a:pathLst>
            </a:custGeom>
            <a:grpFill/>
            <a:ln w="3488" cap="flat">
              <a:noFill/>
              <a:prstDash val="solid"/>
              <a:miter/>
            </a:ln>
          </p:spPr>
          <p:txBody>
            <a:bodyPr rtlCol="0" anchor="ctr"/>
            <a:lstStyle/>
            <a:p>
              <a:endParaRPr lang="en-ID"/>
            </a:p>
          </p:txBody>
        </p:sp>
        <p:sp>
          <p:nvSpPr>
            <p:cNvPr id="856" name="Freeform: Shape 855">
              <a:extLst>
                <a:ext uri="{FF2B5EF4-FFF2-40B4-BE49-F238E27FC236}">
                  <a16:creationId xmlns:a16="http://schemas.microsoft.com/office/drawing/2014/main" id="{1853B6B7-223A-929A-BB29-3FA5E74702A2}"/>
                </a:ext>
              </a:extLst>
            </p:cNvPr>
            <p:cNvSpPr/>
            <p:nvPr/>
          </p:nvSpPr>
          <p:spPr>
            <a:xfrm>
              <a:off x="1046523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7" name="Freeform: Shape 856">
              <a:extLst>
                <a:ext uri="{FF2B5EF4-FFF2-40B4-BE49-F238E27FC236}">
                  <a16:creationId xmlns:a16="http://schemas.microsoft.com/office/drawing/2014/main" id="{A779C56A-C81C-9E82-6501-257F9EC7F303}"/>
                </a:ext>
              </a:extLst>
            </p:cNvPr>
            <p:cNvSpPr/>
            <p:nvPr/>
          </p:nvSpPr>
          <p:spPr>
            <a:xfrm>
              <a:off x="1046523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58" name="Freeform: Shape 857">
              <a:extLst>
                <a:ext uri="{FF2B5EF4-FFF2-40B4-BE49-F238E27FC236}">
                  <a16:creationId xmlns:a16="http://schemas.microsoft.com/office/drawing/2014/main" id="{F5B96813-8246-8EBC-BCA8-2582C88CB6AD}"/>
                </a:ext>
              </a:extLst>
            </p:cNvPr>
            <p:cNvSpPr/>
            <p:nvPr/>
          </p:nvSpPr>
          <p:spPr>
            <a:xfrm>
              <a:off x="1025593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9" name="Freeform: Shape 858">
              <a:extLst>
                <a:ext uri="{FF2B5EF4-FFF2-40B4-BE49-F238E27FC236}">
                  <a16:creationId xmlns:a16="http://schemas.microsoft.com/office/drawing/2014/main" id="{5500152A-74E0-11D7-E77F-BC286C7AD164}"/>
                </a:ext>
              </a:extLst>
            </p:cNvPr>
            <p:cNvSpPr/>
            <p:nvPr/>
          </p:nvSpPr>
          <p:spPr>
            <a:xfrm>
              <a:off x="1119780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0" name="Freeform: Shape 859">
              <a:extLst>
                <a:ext uri="{FF2B5EF4-FFF2-40B4-BE49-F238E27FC236}">
                  <a16:creationId xmlns:a16="http://schemas.microsoft.com/office/drawing/2014/main" id="{7BC78B24-BBD6-E76D-CCA3-D7865EA62816}"/>
                </a:ext>
              </a:extLst>
            </p:cNvPr>
            <p:cNvSpPr/>
            <p:nvPr/>
          </p:nvSpPr>
          <p:spPr>
            <a:xfrm>
              <a:off x="1077919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1" name="Freeform: Shape 860">
              <a:extLst>
                <a:ext uri="{FF2B5EF4-FFF2-40B4-BE49-F238E27FC236}">
                  <a16:creationId xmlns:a16="http://schemas.microsoft.com/office/drawing/2014/main" id="{9EB913CB-15BD-A116-5F86-0C8CC9571D0F}"/>
                </a:ext>
              </a:extLst>
            </p:cNvPr>
            <p:cNvSpPr/>
            <p:nvPr/>
          </p:nvSpPr>
          <p:spPr>
            <a:xfrm>
              <a:off x="105698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2" name="Freeform: Shape 861">
              <a:extLst>
                <a:ext uri="{FF2B5EF4-FFF2-40B4-BE49-F238E27FC236}">
                  <a16:creationId xmlns:a16="http://schemas.microsoft.com/office/drawing/2014/main" id="{6AB4EA38-6351-D0E2-25E8-60CD0A572EF9}"/>
                </a:ext>
              </a:extLst>
            </p:cNvPr>
            <p:cNvSpPr/>
            <p:nvPr/>
          </p:nvSpPr>
          <p:spPr>
            <a:xfrm>
              <a:off x="99419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3" name="Freeform: Shape 862">
              <a:extLst>
                <a:ext uri="{FF2B5EF4-FFF2-40B4-BE49-F238E27FC236}">
                  <a16:creationId xmlns:a16="http://schemas.microsoft.com/office/drawing/2014/main" id="{DA3911EB-EA37-BD2E-B738-74C6D55DC7A9}"/>
                </a:ext>
              </a:extLst>
            </p:cNvPr>
            <p:cNvSpPr/>
            <p:nvPr/>
          </p:nvSpPr>
          <p:spPr>
            <a:xfrm>
              <a:off x="93140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4" name="Freeform: Shape 863">
              <a:extLst>
                <a:ext uri="{FF2B5EF4-FFF2-40B4-BE49-F238E27FC236}">
                  <a16:creationId xmlns:a16="http://schemas.microsoft.com/office/drawing/2014/main" id="{049057CC-6650-1722-7FBD-48E2468BF361}"/>
                </a:ext>
              </a:extLst>
            </p:cNvPr>
            <p:cNvSpPr/>
            <p:nvPr/>
          </p:nvSpPr>
          <p:spPr>
            <a:xfrm>
              <a:off x="90001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5" name="Freeform: Shape 864">
              <a:extLst>
                <a:ext uri="{FF2B5EF4-FFF2-40B4-BE49-F238E27FC236}">
                  <a16:creationId xmlns:a16="http://schemas.microsoft.com/office/drawing/2014/main" id="{E1C8C5DD-CBCF-5B38-1887-A55144F03F2D}"/>
                </a:ext>
              </a:extLst>
            </p:cNvPr>
            <p:cNvSpPr/>
            <p:nvPr/>
          </p:nvSpPr>
          <p:spPr>
            <a:xfrm>
              <a:off x="837218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6" name="Freeform: Shape 865">
              <a:extLst>
                <a:ext uri="{FF2B5EF4-FFF2-40B4-BE49-F238E27FC236}">
                  <a16:creationId xmlns:a16="http://schemas.microsoft.com/office/drawing/2014/main" id="{CBABF979-D9A4-90B0-1B0B-BADD99A29CF7}"/>
                </a:ext>
              </a:extLst>
            </p:cNvPr>
            <p:cNvSpPr/>
            <p:nvPr/>
          </p:nvSpPr>
          <p:spPr>
            <a:xfrm>
              <a:off x="753496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7" name="Freeform: Shape 866">
              <a:extLst>
                <a:ext uri="{FF2B5EF4-FFF2-40B4-BE49-F238E27FC236}">
                  <a16:creationId xmlns:a16="http://schemas.microsoft.com/office/drawing/2014/main" id="{EEEB8DEA-355D-51E4-9B54-CFD18DC3B059}"/>
                </a:ext>
              </a:extLst>
            </p:cNvPr>
            <p:cNvSpPr/>
            <p:nvPr/>
          </p:nvSpPr>
          <p:spPr>
            <a:xfrm>
              <a:off x="743031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8" name="Freeform: Shape 867">
              <a:extLst>
                <a:ext uri="{FF2B5EF4-FFF2-40B4-BE49-F238E27FC236}">
                  <a16:creationId xmlns:a16="http://schemas.microsoft.com/office/drawing/2014/main" id="{6B3FB2DB-40FB-0906-409E-A3BFB5E80D98}"/>
                </a:ext>
              </a:extLst>
            </p:cNvPr>
            <p:cNvSpPr/>
            <p:nvPr/>
          </p:nvSpPr>
          <p:spPr>
            <a:xfrm>
              <a:off x="72210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9" name="Freeform: Shape 868">
              <a:extLst>
                <a:ext uri="{FF2B5EF4-FFF2-40B4-BE49-F238E27FC236}">
                  <a16:creationId xmlns:a16="http://schemas.microsoft.com/office/drawing/2014/main" id="{57867D8E-6D96-40C5-6429-CC30F90B46EB}"/>
                </a:ext>
              </a:extLst>
            </p:cNvPr>
            <p:cNvSpPr/>
            <p:nvPr/>
          </p:nvSpPr>
          <p:spPr>
            <a:xfrm>
              <a:off x="1182571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0" name="Freeform: Shape 869">
              <a:extLst>
                <a:ext uri="{FF2B5EF4-FFF2-40B4-BE49-F238E27FC236}">
                  <a16:creationId xmlns:a16="http://schemas.microsoft.com/office/drawing/2014/main" id="{32D71779-E914-4E69-2EB0-8CB9DB4E654F}"/>
                </a:ext>
              </a:extLst>
            </p:cNvPr>
            <p:cNvSpPr/>
            <p:nvPr/>
          </p:nvSpPr>
          <p:spPr>
            <a:xfrm>
              <a:off x="1203502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1" name="Freeform: Shape 870">
              <a:extLst>
                <a:ext uri="{FF2B5EF4-FFF2-40B4-BE49-F238E27FC236}">
                  <a16:creationId xmlns:a16="http://schemas.microsoft.com/office/drawing/2014/main" id="{72A58BED-3304-9656-44F5-7E4402298197}"/>
                </a:ext>
              </a:extLst>
            </p:cNvPr>
            <p:cNvSpPr/>
            <p:nvPr/>
          </p:nvSpPr>
          <p:spPr>
            <a:xfrm>
              <a:off x="1203502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2" name="Freeform: Shape 871">
              <a:extLst>
                <a:ext uri="{FF2B5EF4-FFF2-40B4-BE49-F238E27FC236}">
                  <a16:creationId xmlns:a16="http://schemas.microsoft.com/office/drawing/2014/main" id="{DF79C986-F3C1-03AB-F1BA-801004C8B1F8}"/>
                </a:ext>
              </a:extLst>
            </p:cNvPr>
            <p:cNvSpPr/>
            <p:nvPr/>
          </p:nvSpPr>
          <p:spPr>
            <a:xfrm>
              <a:off x="11721406" y="4710991"/>
              <a:ext cx="51984" cy="52326"/>
            </a:xfrm>
            <a:custGeom>
              <a:avLst/>
              <a:gdLst>
                <a:gd name="connsiteX0" fmla="*/ 25821 w 51984"/>
                <a:gd name="connsiteY0" fmla="*/ 52326 h 52326"/>
                <a:gd name="connsiteX1" fmla="*/ 35937 w 51984"/>
                <a:gd name="connsiteY1" fmla="*/ 50233 h 52326"/>
                <a:gd name="connsiteX2" fmla="*/ 51985 w 51984"/>
                <a:gd name="connsiteY2" fmla="*/ 26163 h 52326"/>
                <a:gd name="connsiteX3" fmla="*/ 25821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1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1" y="52326"/>
                  </a:moveTo>
                  <a:cubicBezTo>
                    <a:pt x="29310" y="52326"/>
                    <a:pt x="32798" y="51628"/>
                    <a:pt x="35937" y="50233"/>
                  </a:cubicBezTo>
                  <a:cubicBezTo>
                    <a:pt x="45357" y="46396"/>
                    <a:pt x="51985" y="36977"/>
                    <a:pt x="51985" y="26163"/>
                  </a:cubicBezTo>
                  <a:cubicBezTo>
                    <a:pt x="51985" y="11861"/>
                    <a:pt x="40124" y="0"/>
                    <a:pt x="25821" y="0"/>
                  </a:cubicBezTo>
                  <a:cubicBezTo>
                    <a:pt x="24077" y="0"/>
                    <a:pt x="22333" y="349"/>
                    <a:pt x="20589" y="698"/>
                  </a:cubicBezTo>
                  <a:cubicBezTo>
                    <a:pt x="18147" y="1046"/>
                    <a:pt x="15705" y="2093"/>
                    <a:pt x="13612" y="3140"/>
                  </a:cubicBezTo>
                  <a:cubicBezTo>
                    <a:pt x="13612" y="3140"/>
                    <a:pt x="13612" y="3140"/>
                    <a:pt x="13612" y="3140"/>
                  </a:cubicBezTo>
                  <a:cubicBezTo>
                    <a:pt x="5588" y="7675"/>
                    <a:pt x="8" y="16047"/>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73" name="Freeform: Shape 872">
              <a:extLst>
                <a:ext uri="{FF2B5EF4-FFF2-40B4-BE49-F238E27FC236}">
                  <a16:creationId xmlns:a16="http://schemas.microsoft.com/office/drawing/2014/main" id="{5B36D37D-9B88-05F1-2DF2-E7BAAE149778}"/>
                </a:ext>
              </a:extLst>
            </p:cNvPr>
            <p:cNvSpPr/>
            <p:nvPr/>
          </p:nvSpPr>
          <p:spPr>
            <a:xfrm>
              <a:off x="1046523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4" name="Freeform: Shape 873">
              <a:extLst>
                <a:ext uri="{FF2B5EF4-FFF2-40B4-BE49-F238E27FC236}">
                  <a16:creationId xmlns:a16="http://schemas.microsoft.com/office/drawing/2014/main" id="{3C4E723F-4AEF-8C95-34E6-E2A3449BAE22}"/>
                </a:ext>
              </a:extLst>
            </p:cNvPr>
            <p:cNvSpPr/>
            <p:nvPr/>
          </p:nvSpPr>
          <p:spPr>
            <a:xfrm>
              <a:off x="10046626"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75" name="Freeform: Shape 874">
              <a:extLst>
                <a:ext uri="{FF2B5EF4-FFF2-40B4-BE49-F238E27FC236}">
                  <a16:creationId xmlns:a16="http://schemas.microsoft.com/office/drawing/2014/main" id="{4CCFFEE0-1070-BBB0-F0BD-C26943EF2B36}"/>
                </a:ext>
              </a:extLst>
            </p:cNvPr>
            <p:cNvSpPr/>
            <p:nvPr/>
          </p:nvSpPr>
          <p:spPr>
            <a:xfrm>
              <a:off x="889545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6" name="Freeform: Shape 875">
              <a:extLst>
                <a:ext uri="{FF2B5EF4-FFF2-40B4-BE49-F238E27FC236}">
                  <a16:creationId xmlns:a16="http://schemas.microsoft.com/office/drawing/2014/main" id="{EFCA8CAC-4945-8F74-0AA5-DBE377048514}"/>
                </a:ext>
              </a:extLst>
            </p:cNvPr>
            <p:cNvSpPr/>
            <p:nvPr/>
          </p:nvSpPr>
          <p:spPr>
            <a:xfrm>
              <a:off x="868614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7" name="Freeform: Shape 876">
              <a:extLst>
                <a:ext uri="{FF2B5EF4-FFF2-40B4-BE49-F238E27FC236}">
                  <a16:creationId xmlns:a16="http://schemas.microsoft.com/office/drawing/2014/main" id="{C0C6986C-D382-36B6-5908-A277C832D669}"/>
                </a:ext>
              </a:extLst>
            </p:cNvPr>
            <p:cNvSpPr/>
            <p:nvPr/>
          </p:nvSpPr>
          <p:spPr>
            <a:xfrm>
              <a:off x="8686145"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cubicBezTo>
                    <a:pt x="26163" y="0"/>
                    <a:pt x="26163"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8" name="Freeform: Shape 877">
              <a:extLst>
                <a:ext uri="{FF2B5EF4-FFF2-40B4-BE49-F238E27FC236}">
                  <a16:creationId xmlns:a16="http://schemas.microsoft.com/office/drawing/2014/main" id="{CAC4D15D-4750-2AAE-19A1-1A4EDF105580}"/>
                </a:ext>
              </a:extLst>
            </p:cNvPr>
            <p:cNvSpPr/>
            <p:nvPr/>
          </p:nvSpPr>
          <p:spPr>
            <a:xfrm>
              <a:off x="8372188"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9" name="Freeform: Shape 878">
              <a:extLst>
                <a:ext uri="{FF2B5EF4-FFF2-40B4-BE49-F238E27FC236}">
                  <a16:creationId xmlns:a16="http://schemas.microsoft.com/office/drawing/2014/main" id="{CDA988B2-F703-5EDE-31EB-38B05289E23F}"/>
                </a:ext>
              </a:extLst>
            </p:cNvPr>
            <p:cNvSpPr/>
            <p:nvPr/>
          </p:nvSpPr>
          <p:spPr>
            <a:xfrm>
              <a:off x="79535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0" name="Freeform: Shape 879">
              <a:extLst>
                <a:ext uri="{FF2B5EF4-FFF2-40B4-BE49-F238E27FC236}">
                  <a16:creationId xmlns:a16="http://schemas.microsoft.com/office/drawing/2014/main" id="{A5DFEFEF-ACFB-57AE-EA51-74BABEE61D00}"/>
                </a:ext>
              </a:extLst>
            </p:cNvPr>
            <p:cNvSpPr/>
            <p:nvPr/>
          </p:nvSpPr>
          <p:spPr>
            <a:xfrm>
              <a:off x="690705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81" name="Freeform: Shape 880">
              <a:extLst>
                <a:ext uri="{FF2B5EF4-FFF2-40B4-BE49-F238E27FC236}">
                  <a16:creationId xmlns:a16="http://schemas.microsoft.com/office/drawing/2014/main" id="{C56118E0-707A-F96A-AE26-7041910DF8C9}"/>
                </a:ext>
              </a:extLst>
            </p:cNvPr>
            <p:cNvSpPr/>
            <p:nvPr/>
          </p:nvSpPr>
          <p:spPr>
            <a:xfrm>
              <a:off x="669775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2" name="Freeform: Shape 881">
              <a:extLst>
                <a:ext uri="{FF2B5EF4-FFF2-40B4-BE49-F238E27FC236}">
                  <a16:creationId xmlns:a16="http://schemas.microsoft.com/office/drawing/2014/main" id="{638D92EA-C38A-8218-E426-E8FF42B0A384}"/>
                </a:ext>
              </a:extLst>
            </p:cNvPr>
            <p:cNvSpPr/>
            <p:nvPr/>
          </p:nvSpPr>
          <p:spPr>
            <a:xfrm>
              <a:off x="63837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3" name="Freeform: Shape 882">
              <a:extLst>
                <a:ext uri="{FF2B5EF4-FFF2-40B4-BE49-F238E27FC236}">
                  <a16:creationId xmlns:a16="http://schemas.microsoft.com/office/drawing/2014/main" id="{119D1FD5-1EE4-9A8E-EF4C-32CA03BAC5F2}"/>
                </a:ext>
              </a:extLst>
            </p:cNvPr>
            <p:cNvSpPr/>
            <p:nvPr/>
          </p:nvSpPr>
          <p:spPr>
            <a:xfrm>
              <a:off x="1025593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84" name="Freeform: Shape 883">
              <a:extLst>
                <a:ext uri="{FF2B5EF4-FFF2-40B4-BE49-F238E27FC236}">
                  <a16:creationId xmlns:a16="http://schemas.microsoft.com/office/drawing/2014/main" id="{795275E6-7EDF-B609-2482-3DBC6E01E584}"/>
                </a:ext>
              </a:extLst>
            </p:cNvPr>
            <p:cNvSpPr/>
            <p:nvPr/>
          </p:nvSpPr>
          <p:spPr>
            <a:xfrm>
              <a:off x="11825716"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80" y="51977"/>
                    <a:pt x="21280" y="51977"/>
                    <a:pt x="21628" y="51977"/>
                  </a:cubicBezTo>
                  <a:cubicBezTo>
                    <a:pt x="23024" y="52326"/>
                    <a:pt x="24768" y="52326"/>
                    <a:pt x="26163" y="52326"/>
                  </a:cubicBezTo>
                  <a:lnTo>
                    <a:pt x="26163" y="52326"/>
                  </a:lnTo>
                  <a:cubicBezTo>
                    <a:pt x="26163" y="52326"/>
                    <a:pt x="26163" y="52326"/>
                    <a:pt x="26163" y="52326"/>
                  </a:cubicBezTo>
                  <a:cubicBezTo>
                    <a:pt x="40466" y="52326"/>
                    <a:pt x="52326" y="40465"/>
                    <a:pt x="52326" y="26163"/>
                  </a:cubicBezTo>
                  <a:lnTo>
                    <a:pt x="52326" y="26163"/>
                  </a:lnTo>
                  <a:cubicBezTo>
                    <a:pt x="52326" y="11860"/>
                    <a:pt x="40466" y="0"/>
                    <a:pt x="26163" y="0"/>
                  </a:cubicBezTo>
                  <a:cubicBezTo>
                    <a:pt x="26163" y="0"/>
                    <a:pt x="26163" y="0"/>
                    <a:pt x="26163" y="0"/>
                  </a:cubicBezTo>
                  <a:lnTo>
                    <a:pt x="26163" y="0"/>
                  </a:lnTo>
                  <a:cubicBezTo>
                    <a:pt x="11860"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885" name="Freeform: Shape 884">
              <a:extLst>
                <a:ext uri="{FF2B5EF4-FFF2-40B4-BE49-F238E27FC236}">
                  <a16:creationId xmlns:a16="http://schemas.microsoft.com/office/drawing/2014/main" id="{81915155-35DA-A0AA-A52A-4B20E36F252E}"/>
                </a:ext>
              </a:extLst>
            </p:cNvPr>
            <p:cNvSpPr/>
            <p:nvPr/>
          </p:nvSpPr>
          <p:spPr>
            <a:xfrm>
              <a:off x="7325665"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86" name="Freeform: Shape 885">
              <a:extLst>
                <a:ext uri="{FF2B5EF4-FFF2-40B4-BE49-F238E27FC236}">
                  <a16:creationId xmlns:a16="http://schemas.microsoft.com/office/drawing/2014/main" id="{A8CEA86C-1F85-E3C3-C9F2-0C237E32572E}"/>
                </a:ext>
              </a:extLst>
            </p:cNvPr>
            <p:cNvSpPr/>
            <p:nvPr/>
          </p:nvSpPr>
          <p:spPr>
            <a:xfrm>
              <a:off x="837218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7" name="Freeform: Shape 886">
              <a:extLst>
                <a:ext uri="{FF2B5EF4-FFF2-40B4-BE49-F238E27FC236}">
                  <a16:creationId xmlns:a16="http://schemas.microsoft.com/office/drawing/2014/main" id="{BEBB17B8-F670-BAE1-628F-07EE33710212}"/>
                </a:ext>
              </a:extLst>
            </p:cNvPr>
            <p:cNvSpPr/>
            <p:nvPr/>
          </p:nvSpPr>
          <p:spPr>
            <a:xfrm>
              <a:off x="1182571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8" name="Freeform: Shape 887">
              <a:extLst>
                <a:ext uri="{FF2B5EF4-FFF2-40B4-BE49-F238E27FC236}">
                  <a16:creationId xmlns:a16="http://schemas.microsoft.com/office/drawing/2014/main" id="{F7DB74DC-290D-CA69-368A-EBC698839647}"/>
                </a:ext>
              </a:extLst>
            </p:cNvPr>
            <p:cNvSpPr/>
            <p:nvPr/>
          </p:nvSpPr>
          <p:spPr>
            <a:xfrm>
              <a:off x="1004662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9" name="Freeform: Shape 888">
              <a:extLst>
                <a:ext uri="{FF2B5EF4-FFF2-40B4-BE49-F238E27FC236}">
                  <a16:creationId xmlns:a16="http://schemas.microsoft.com/office/drawing/2014/main" id="{CEC4BD49-6F9D-E772-FBD2-C365055B79F5}"/>
                </a:ext>
              </a:extLst>
            </p:cNvPr>
            <p:cNvSpPr/>
            <p:nvPr/>
          </p:nvSpPr>
          <p:spPr>
            <a:xfrm>
              <a:off x="9837321" y="3978424"/>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6"/>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0" name="Freeform: Shape 889">
              <a:extLst>
                <a:ext uri="{FF2B5EF4-FFF2-40B4-BE49-F238E27FC236}">
                  <a16:creationId xmlns:a16="http://schemas.microsoft.com/office/drawing/2014/main" id="{4C9F44E9-F895-E722-C734-7300A2D4E5F0}"/>
                </a:ext>
              </a:extLst>
            </p:cNvPr>
            <p:cNvSpPr/>
            <p:nvPr/>
          </p:nvSpPr>
          <p:spPr>
            <a:xfrm>
              <a:off x="1077919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1" name="Freeform: Shape 890">
              <a:extLst>
                <a:ext uri="{FF2B5EF4-FFF2-40B4-BE49-F238E27FC236}">
                  <a16:creationId xmlns:a16="http://schemas.microsoft.com/office/drawing/2014/main" id="{68A987E1-E908-3AF1-220F-77CABF95DF73}"/>
                </a:ext>
              </a:extLst>
            </p:cNvPr>
            <p:cNvSpPr/>
            <p:nvPr/>
          </p:nvSpPr>
          <p:spPr>
            <a:xfrm>
              <a:off x="1015127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2" name="Freeform: Shape 891">
              <a:extLst>
                <a:ext uri="{FF2B5EF4-FFF2-40B4-BE49-F238E27FC236}">
                  <a16:creationId xmlns:a16="http://schemas.microsoft.com/office/drawing/2014/main" id="{DE9F5F0C-C27F-A8AA-9419-F2E5C875F687}"/>
                </a:ext>
              </a:extLst>
            </p:cNvPr>
            <p:cNvSpPr/>
            <p:nvPr/>
          </p:nvSpPr>
          <p:spPr>
            <a:xfrm>
              <a:off x="1015127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93" name="Freeform: Shape 892">
              <a:extLst>
                <a:ext uri="{FF2B5EF4-FFF2-40B4-BE49-F238E27FC236}">
                  <a16:creationId xmlns:a16="http://schemas.microsoft.com/office/drawing/2014/main" id="{7C1F8EE9-2A56-2A76-2265-02B1FCD68834}"/>
                </a:ext>
              </a:extLst>
            </p:cNvPr>
            <p:cNvSpPr/>
            <p:nvPr/>
          </p:nvSpPr>
          <p:spPr>
            <a:xfrm>
              <a:off x="96280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4" name="Freeform: Shape 893">
              <a:extLst>
                <a:ext uri="{FF2B5EF4-FFF2-40B4-BE49-F238E27FC236}">
                  <a16:creationId xmlns:a16="http://schemas.microsoft.com/office/drawing/2014/main" id="{30BE4EDC-FA18-926E-0743-6E41921EDF35}"/>
                </a:ext>
              </a:extLst>
            </p:cNvPr>
            <p:cNvSpPr/>
            <p:nvPr/>
          </p:nvSpPr>
          <p:spPr>
            <a:xfrm>
              <a:off x="931406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5" name="Freeform: Shape 894">
              <a:extLst>
                <a:ext uri="{FF2B5EF4-FFF2-40B4-BE49-F238E27FC236}">
                  <a16:creationId xmlns:a16="http://schemas.microsoft.com/office/drawing/2014/main" id="{5FEFA20B-999A-874D-49AC-03C093FAFBF1}"/>
                </a:ext>
              </a:extLst>
            </p:cNvPr>
            <p:cNvSpPr/>
            <p:nvPr/>
          </p:nvSpPr>
          <p:spPr>
            <a:xfrm>
              <a:off x="910475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6" name="Freeform: Shape 895">
              <a:extLst>
                <a:ext uri="{FF2B5EF4-FFF2-40B4-BE49-F238E27FC236}">
                  <a16:creationId xmlns:a16="http://schemas.microsoft.com/office/drawing/2014/main" id="{B7A30E99-5918-70C7-767F-BDBBE4BD9904}"/>
                </a:ext>
              </a:extLst>
            </p:cNvPr>
            <p:cNvSpPr/>
            <p:nvPr/>
          </p:nvSpPr>
          <p:spPr>
            <a:xfrm>
              <a:off x="900010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97" name="Freeform: Shape 896">
              <a:extLst>
                <a:ext uri="{FF2B5EF4-FFF2-40B4-BE49-F238E27FC236}">
                  <a16:creationId xmlns:a16="http://schemas.microsoft.com/office/drawing/2014/main" id="{D6D276EF-6152-2015-A182-C52ED6E76812}"/>
                </a:ext>
              </a:extLst>
            </p:cNvPr>
            <p:cNvSpPr/>
            <p:nvPr/>
          </p:nvSpPr>
          <p:spPr>
            <a:xfrm>
              <a:off x="90001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8" name="Freeform: Shape 897">
              <a:extLst>
                <a:ext uri="{FF2B5EF4-FFF2-40B4-BE49-F238E27FC236}">
                  <a16:creationId xmlns:a16="http://schemas.microsoft.com/office/drawing/2014/main" id="{3F9826A2-1866-0512-10D7-1E3E5537F020}"/>
                </a:ext>
              </a:extLst>
            </p:cNvPr>
            <p:cNvSpPr/>
            <p:nvPr/>
          </p:nvSpPr>
          <p:spPr>
            <a:xfrm>
              <a:off x="879079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9" name="Freeform: Shape 898">
              <a:extLst>
                <a:ext uri="{FF2B5EF4-FFF2-40B4-BE49-F238E27FC236}">
                  <a16:creationId xmlns:a16="http://schemas.microsoft.com/office/drawing/2014/main" id="{75C3F868-EF11-F2EC-7E27-71B4233040F5}"/>
                </a:ext>
              </a:extLst>
            </p:cNvPr>
            <p:cNvSpPr/>
            <p:nvPr/>
          </p:nvSpPr>
          <p:spPr>
            <a:xfrm>
              <a:off x="847684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0" name="Freeform: Shape 899">
              <a:extLst>
                <a:ext uri="{FF2B5EF4-FFF2-40B4-BE49-F238E27FC236}">
                  <a16:creationId xmlns:a16="http://schemas.microsoft.com/office/drawing/2014/main" id="{8F41BD88-4D82-A0D9-B59B-A487AB66A740}"/>
                </a:ext>
              </a:extLst>
            </p:cNvPr>
            <p:cNvSpPr/>
            <p:nvPr/>
          </p:nvSpPr>
          <p:spPr>
            <a:xfrm>
              <a:off x="7848927"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01" name="Freeform: Shape 900">
              <a:extLst>
                <a:ext uri="{FF2B5EF4-FFF2-40B4-BE49-F238E27FC236}">
                  <a16:creationId xmlns:a16="http://schemas.microsoft.com/office/drawing/2014/main" id="{2C0C5277-EADE-B23C-CBDB-E344E6331B95}"/>
                </a:ext>
              </a:extLst>
            </p:cNvPr>
            <p:cNvSpPr/>
            <p:nvPr/>
          </p:nvSpPr>
          <p:spPr>
            <a:xfrm>
              <a:off x="77442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2" name="Freeform: Shape 901">
              <a:extLst>
                <a:ext uri="{FF2B5EF4-FFF2-40B4-BE49-F238E27FC236}">
                  <a16:creationId xmlns:a16="http://schemas.microsoft.com/office/drawing/2014/main" id="{4557C947-41AC-8E3F-CE0C-A166F16D8D19}"/>
                </a:ext>
              </a:extLst>
            </p:cNvPr>
            <p:cNvSpPr/>
            <p:nvPr/>
          </p:nvSpPr>
          <p:spPr>
            <a:xfrm>
              <a:off x="774427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3" name="Freeform: Shape 902">
              <a:extLst>
                <a:ext uri="{FF2B5EF4-FFF2-40B4-BE49-F238E27FC236}">
                  <a16:creationId xmlns:a16="http://schemas.microsoft.com/office/drawing/2014/main" id="{D7583373-7B18-EBF5-A2E8-52567F985F28}"/>
                </a:ext>
              </a:extLst>
            </p:cNvPr>
            <p:cNvSpPr/>
            <p:nvPr/>
          </p:nvSpPr>
          <p:spPr>
            <a:xfrm>
              <a:off x="743031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4" name="Freeform: Shape 903">
              <a:extLst>
                <a:ext uri="{FF2B5EF4-FFF2-40B4-BE49-F238E27FC236}">
                  <a16:creationId xmlns:a16="http://schemas.microsoft.com/office/drawing/2014/main" id="{80892188-0B2A-4FA3-BADA-3E220FE43824}"/>
                </a:ext>
              </a:extLst>
            </p:cNvPr>
            <p:cNvSpPr/>
            <p:nvPr/>
          </p:nvSpPr>
          <p:spPr>
            <a:xfrm>
              <a:off x="7116360"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05" name="Freeform: Shape 904">
              <a:extLst>
                <a:ext uri="{FF2B5EF4-FFF2-40B4-BE49-F238E27FC236}">
                  <a16:creationId xmlns:a16="http://schemas.microsoft.com/office/drawing/2014/main" id="{8DCCC905-1732-8F75-42B6-8EC63F18C6CD}"/>
                </a:ext>
              </a:extLst>
            </p:cNvPr>
            <p:cNvSpPr/>
            <p:nvPr/>
          </p:nvSpPr>
          <p:spPr>
            <a:xfrm>
              <a:off x="690705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6" name="Freeform: Shape 905">
              <a:extLst>
                <a:ext uri="{FF2B5EF4-FFF2-40B4-BE49-F238E27FC236}">
                  <a16:creationId xmlns:a16="http://schemas.microsoft.com/office/drawing/2014/main" id="{689426BF-4A79-1CBD-1A5D-298F103B6B92}"/>
                </a:ext>
              </a:extLst>
            </p:cNvPr>
            <p:cNvSpPr/>
            <p:nvPr/>
          </p:nvSpPr>
          <p:spPr>
            <a:xfrm>
              <a:off x="9314060" y="4083077"/>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629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722" y="52326"/>
                    <a:pt x="49187" y="43256"/>
                    <a:pt x="51629" y="31396"/>
                  </a:cubicBezTo>
                  <a:cubicBezTo>
                    <a:pt x="51977" y="29652"/>
                    <a:pt x="52326" y="2790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07" name="Freeform: Shape 906">
              <a:extLst>
                <a:ext uri="{FF2B5EF4-FFF2-40B4-BE49-F238E27FC236}">
                  <a16:creationId xmlns:a16="http://schemas.microsoft.com/office/drawing/2014/main" id="{123D1E7E-C1B4-4336-1375-6404C78EB70E}"/>
                </a:ext>
              </a:extLst>
            </p:cNvPr>
            <p:cNvSpPr/>
            <p:nvPr/>
          </p:nvSpPr>
          <p:spPr>
            <a:xfrm>
              <a:off x="98373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08" name="Freeform: Shape 907">
              <a:extLst>
                <a:ext uri="{FF2B5EF4-FFF2-40B4-BE49-F238E27FC236}">
                  <a16:creationId xmlns:a16="http://schemas.microsoft.com/office/drawing/2014/main" id="{16BD8096-D10B-EBF9-713A-B3E2E147E1B3}"/>
                </a:ext>
              </a:extLst>
            </p:cNvPr>
            <p:cNvSpPr/>
            <p:nvPr/>
          </p:nvSpPr>
          <p:spPr>
            <a:xfrm>
              <a:off x="10674540"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9" name="Freeform: Shape 908">
              <a:extLst>
                <a:ext uri="{FF2B5EF4-FFF2-40B4-BE49-F238E27FC236}">
                  <a16:creationId xmlns:a16="http://schemas.microsoft.com/office/drawing/2014/main" id="{F87BD094-031B-9371-B75A-995A88DC3E03}"/>
                </a:ext>
              </a:extLst>
            </p:cNvPr>
            <p:cNvSpPr/>
            <p:nvPr/>
          </p:nvSpPr>
          <p:spPr>
            <a:xfrm>
              <a:off x="1161641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0" name="Freeform: Shape 909">
              <a:extLst>
                <a:ext uri="{FF2B5EF4-FFF2-40B4-BE49-F238E27FC236}">
                  <a16:creationId xmlns:a16="http://schemas.microsoft.com/office/drawing/2014/main" id="{C94B8AE1-CBFC-4E0C-B01E-05A1B6A113BE}"/>
                </a:ext>
              </a:extLst>
            </p:cNvPr>
            <p:cNvSpPr/>
            <p:nvPr/>
          </p:nvSpPr>
          <p:spPr>
            <a:xfrm>
              <a:off x="1130245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1" name="Freeform: Shape 910">
              <a:extLst>
                <a:ext uri="{FF2B5EF4-FFF2-40B4-BE49-F238E27FC236}">
                  <a16:creationId xmlns:a16="http://schemas.microsoft.com/office/drawing/2014/main" id="{DB524E09-E29E-E374-48BF-1650A2825328}"/>
                </a:ext>
              </a:extLst>
            </p:cNvPr>
            <p:cNvSpPr/>
            <p:nvPr/>
          </p:nvSpPr>
          <p:spPr>
            <a:xfrm>
              <a:off x="1130245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2" name="Freeform: Shape 911">
              <a:extLst>
                <a:ext uri="{FF2B5EF4-FFF2-40B4-BE49-F238E27FC236}">
                  <a16:creationId xmlns:a16="http://schemas.microsoft.com/office/drawing/2014/main" id="{D86BF716-F5BD-1991-0E5D-9F6F71D369F3}"/>
                </a:ext>
              </a:extLst>
            </p:cNvPr>
            <p:cNvSpPr/>
            <p:nvPr/>
          </p:nvSpPr>
          <p:spPr>
            <a:xfrm>
              <a:off x="11093150" y="4606338"/>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26163 w 52326"/>
                <a:gd name="connsiteY4" fmla="*/ 52326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0" y="0"/>
                    <a:pt x="0" y="11861"/>
                    <a:pt x="0" y="26163"/>
                  </a:cubicBezTo>
                  <a:cubicBezTo>
                    <a:pt x="0" y="40465"/>
                    <a:pt x="11860" y="52326"/>
                    <a:pt x="26163" y="52326"/>
                  </a:cubicBezTo>
                  <a:lnTo>
                    <a:pt x="26163" y="52326"/>
                  </a:ln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13" name="Freeform: Shape 912">
              <a:extLst>
                <a:ext uri="{FF2B5EF4-FFF2-40B4-BE49-F238E27FC236}">
                  <a16:creationId xmlns:a16="http://schemas.microsoft.com/office/drawing/2014/main" id="{88CEFABA-D09A-C495-4ED8-CDCF309E43D9}"/>
                </a:ext>
              </a:extLst>
            </p:cNvPr>
            <p:cNvSpPr/>
            <p:nvPr/>
          </p:nvSpPr>
          <p:spPr>
            <a:xfrm>
              <a:off x="1004662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4" name="Freeform: Shape 913">
              <a:extLst>
                <a:ext uri="{FF2B5EF4-FFF2-40B4-BE49-F238E27FC236}">
                  <a16:creationId xmlns:a16="http://schemas.microsoft.com/office/drawing/2014/main" id="{B1163503-AE1D-1DBF-8448-E668F8854E80}"/>
                </a:ext>
              </a:extLst>
            </p:cNvPr>
            <p:cNvSpPr/>
            <p:nvPr/>
          </p:nvSpPr>
          <p:spPr>
            <a:xfrm>
              <a:off x="983732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5" name="Freeform: Shape 914">
              <a:extLst>
                <a:ext uri="{FF2B5EF4-FFF2-40B4-BE49-F238E27FC236}">
                  <a16:creationId xmlns:a16="http://schemas.microsoft.com/office/drawing/2014/main" id="{737A6C06-08DB-6517-4760-955BA4A107D4}"/>
                </a:ext>
              </a:extLst>
            </p:cNvPr>
            <p:cNvSpPr/>
            <p:nvPr/>
          </p:nvSpPr>
          <p:spPr>
            <a:xfrm>
              <a:off x="9837321"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1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14302"/>
                    <a:pt x="44652" y="4535"/>
                    <a:pt x="33837" y="1047"/>
                  </a:cubicBezTo>
                  <a:cubicBezTo>
                    <a:pt x="32442" y="698"/>
                    <a:pt x="31396" y="349"/>
                    <a:pt x="30001" y="349"/>
                  </a:cubicBezTo>
                  <a:cubicBezTo>
                    <a:pt x="28605" y="0"/>
                    <a:pt x="27558"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16" name="Freeform: Shape 915">
              <a:extLst>
                <a:ext uri="{FF2B5EF4-FFF2-40B4-BE49-F238E27FC236}">
                  <a16:creationId xmlns:a16="http://schemas.microsoft.com/office/drawing/2014/main" id="{ED1050B1-A2CE-615B-50DA-B077E0B6D7B2}"/>
                </a:ext>
              </a:extLst>
            </p:cNvPr>
            <p:cNvSpPr/>
            <p:nvPr/>
          </p:nvSpPr>
          <p:spPr>
            <a:xfrm>
              <a:off x="1119780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7" name="Freeform: Shape 916">
              <a:extLst>
                <a:ext uri="{FF2B5EF4-FFF2-40B4-BE49-F238E27FC236}">
                  <a16:creationId xmlns:a16="http://schemas.microsoft.com/office/drawing/2014/main" id="{E97F9A85-623F-1C39-AE21-AB08DDC20BF4}"/>
                </a:ext>
              </a:extLst>
            </p:cNvPr>
            <p:cNvSpPr/>
            <p:nvPr/>
          </p:nvSpPr>
          <p:spPr>
            <a:xfrm>
              <a:off x="1119780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8" name="Freeform: Shape 917">
              <a:extLst>
                <a:ext uri="{FF2B5EF4-FFF2-40B4-BE49-F238E27FC236}">
                  <a16:creationId xmlns:a16="http://schemas.microsoft.com/office/drawing/2014/main" id="{E482B38B-04B8-E2A0-9F8C-19F05289428C}"/>
                </a:ext>
              </a:extLst>
            </p:cNvPr>
            <p:cNvSpPr/>
            <p:nvPr/>
          </p:nvSpPr>
          <p:spPr>
            <a:xfrm>
              <a:off x="1015127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9" name="Freeform: Shape 918">
              <a:extLst>
                <a:ext uri="{FF2B5EF4-FFF2-40B4-BE49-F238E27FC236}">
                  <a16:creationId xmlns:a16="http://schemas.microsoft.com/office/drawing/2014/main" id="{9FB7E0DD-893D-9D2E-4E94-474D47B07F5E}"/>
                </a:ext>
              </a:extLst>
            </p:cNvPr>
            <p:cNvSpPr/>
            <p:nvPr/>
          </p:nvSpPr>
          <p:spPr>
            <a:xfrm>
              <a:off x="879079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0" name="Freeform: Shape 919">
              <a:extLst>
                <a:ext uri="{FF2B5EF4-FFF2-40B4-BE49-F238E27FC236}">
                  <a16:creationId xmlns:a16="http://schemas.microsoft.com/office/drawing/2014/main" id="{78A6F466-B20C-A9F7-C2D5-8FEA883F40DB}"/>
                </a:ext>
              </a:extLst>
            </p:cNvPr>
            <p:cNvSpPr/>
            <p:nvPr/>
          </p:nvSpPr>
          <p:spPr>
            <a:xfrm>
              <a:off x="8372188"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21" name="Freeform: Shape 920">
              <a:extLst>
                <a:ext uri="{FF2B5EF4-FFF2-40B4-BE49-F238E27FC236}">
                  <a16:creationId xmlns:a16="http://schemas.microsoft.com/office/drawing/2014/main" id="{DE240629-4D0B-9929-3150-EC2481BD674C}"/>
                </a:ext>
              </a:extLst>
            </p:cNvPr>
            <p:cNvSpPr/>
            <p:nvPr/>
          </p:nvSpPr>
          <p:spPr>
            <a:xfrm>
              <a:off x="816288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2" name="Freeform: Shape 921">
              <a:extLst>
                <a:ext uri="{FF2B5EF4-FFF2-40B4-BE49-F238E27FC236}">
                  <a16:creationId xmlns:a16="http://schemas.microsoft.com/office/drawing/2014/main" id="{A10365D5-5982-56B4-D813-BC1916FE10F9}"/>
                </a:ext>
              </a:extLst>
            </p:cNvPr>
            <p:cNvSpPr/>
            <p:nvPr/>
          </p:nvSpPr>
          <p:spPr>
            <a:xfrm>
              <a:off x="795357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3" name="Freeform: Shape 922">
              <a:extLst>
                <a:ext uri="{FF2B5EF4-FFF2-40B4-BE49-F238E27FC236}">
                  <a16:creationId xmlns:a16="http://schemas.microsoft.com/office/drawing/2014/main" id="{093FE42C-68D1-FA40-6E9D-E347AA373AA4}"/>
                </a:ext>
              </a:extLst>
            </p:cNvPr>
            <p:cNvSpPr/>
            <p:nvPr/>
          </p:nvSpPr>
          <p:spPr>
            <a:xfrm>
              <a:off x="6907055"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24" name="Freeform: Shape 923">
              <a:extLst>
                <a:ext uri="{FF2B5EF4-FFF2-40B4-BE49-F238E27FC236}">
                  <a16:creationId xmlns:a16="http://schemas.microsoft.com/office/drawing/2014/main" id="{D6801097-C62B-F1EA-8ECD-EA73D7F65D5C}"/>
                </a:ext>
              </a:extLst>
            </p:cNvPr>
            <p:cNvSpPr/>
            <p:nvPr/>
          </p:nvSpPr>
          <p:spPr>
            <a:xfrm>
              <a:off x="638379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5" name="Freeform: Shape 924">
              <a:extLst>
                <a:ext uri="{FF2B5EF4-FFF2-40B4-BE49-F238E27FC236}">
                  <a16:creationId xmlns:a16="http://schemas.microsoft.com/office/drawing/2014/main" id="{06964311-0418-BC21-7492-07F6EA2A3BD9}"/>
                </a:ext>
              </a:extLst>
            </p:cNvPr>
            <p:cNvSpPr/>
            <p:nvPr/>
          </p:nvSpPr>
          <p:spPr>
            <a:xfrm>
              <a:off x="11407107" y="3245509"/>
              <a:ext cx="52326" cy="52326"/>
            </a:xfrm>
            <a:custGeom>
              <a:avLst/>
              <a:gdLst>
                <a:gd name="connsiteX0" fmla="*/ 2791 w 52326"/>
                <a:gd name="connsiteY0" fmla="*/ 38373 h 52326"/>
                <a:gd name="connsiteX1" fmla="*/ 3139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39" y="38721"/>
                  </a:cubicBezTo>
                  <a:cubicBezTo>
                    <a:pt x="7674" y="46745"/>
                    <a:pt x="16047" y="52326"/>
                    <a:pt x="26163" y="52326"/>
                  </a:cubicBezTo>
                  <a:cubicBezTo>
                    <a:pt x="40466" y="52326"/>
                    <a:pt x="52326" y="40465"/>
                    <a:pt x="52326" y="26163"/>
                  </a:cubicBezTo>
                  <a:lnTo>
                    <a:pt x="52326" y="26163"/>
                  </a:lnTo>
                  <a:cubicBezTo>
                    <a:pt x="52326" y="21628"/>
                    <a:pt x="51279" y="17442"/>
                    <a:pt x="49187" y="13605"/>
                  </a:cubicBezTo>
                  <a:cubicBezTo>
                    <a:pt x="44652" y="5581"/>
                    <a:pt x="36279" y="0"/>
                    <a:pt x="26163" y="0"/>
                  </a:cubicBezTo>
                  <a:lnTo>
                    <a:pt x="26163" y="0"/>
                  </a:lnTo>
                  <a:cubicBezTo>
                    <a:pt x="11860"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926" name="Freeform: Shape 925">
              <a:extLst>
                <a:ext uri="{FF2B5EF4-FFF2-40B4-BE49-F238E27FC236}">
                  <a16:creationId xmlns:a16="http://schemas.microsoft.com/office/drawing/2014/main" id="{2EF2BFDF-E82C-8D84-1098-7DE713BDEA78}"/>
                </a:ext>
              </a:extLst>
            </p:cNvPr>
            <p:cNvSpPr/>
            <p:nvPr/>
          </p:nvSpPr>
          <p:spPr>
            <a:xfrm>
              <a:off x="10360583"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4419"/>
                    <a:pt x="51977" y="22675"/>
                    <a:pt x="51629" y="20930"/>
                  </a:cubicBezTo>
                  <a:cubicBezTo>
                    <a:pt x="49187" y="9070"/>
                    <a:pt x="38722" y="0"/>
                    <a:pt x="26163" y="0"/>
                  </a:cubicBezTo>
                  <a:cubicBezTo>
                    <a:pt x="11860" y="0"/>
                    <a:pt x="0" y="11861"/>
                    <a:pt x="0" y="26163"/>
                  </a:cubicBezTo>
                  <a:cubicBezTo>
                    <a:pt x="0" y="28954"/>
                    <a:pt x="349" y="31396"/>
                    <a:pt x="1047" y="33838"/>
                  </a:cubicBezTo>
                  <a:cubicBezTo>
                    <a:pt x="4535" y="44652"/>
                    <a:pt x="14303" y="52326"/>
                    <a:pt x="26163" y="52326"/>
                  </a:cubicBezTo>
                  <a:close/>
                </a:path>
              </a:pathLst>
            </a:custGeom>
            <a:grpFill/>
            <a:ln w="3488" cap="flat">
              <a:noFill/>
              <a:prstDash val="solid"/>
              <a:miter/>
            </a:ln>
          </p:spPr>
          <p:txBody>
            <a:bodyPr rtlCol="0" anchor="ctr"/>
            <a:lstStyle/>
            <a:p>
              <a:endParaRPr lang="en-ID"/>
            </a:p>
          </p:txBody>
        </p:sp>
        <p:sp>
          <p:nvSpPr>
            <p:cNvPr id="927" name="Freeform: Shape 926">
              <a:extLst>
                <a:ext uri="{FF2B5EF4-FFF2-40B4-BE49-F238E27FC236}">
                  <a16:creationId xmlns:a16="http://schemas.microsoft.com/office/drawing/2014/main" id="{FA70E9A5-9371-89B3-76E2-340919769638}"/>
                </a:ext>
              </a:extLst>
            </p:cNvPr>
            <p:cNvSpPr/>
            <p:nvPr/>
          </p:nvSpPr>
          <p:spPr>
            <a:xfrm>
              <a:off x="7534969" y="3873772"/>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28" name="Freeform: Shape 927">
              <a:extLst>
                <a:ext uri="{FF2B5EF4-FFF2-40B4-BE49-F238E27FC236}">
                  <a16:creationId xmlns:a16="http://schemas.microsoft.com/office/drawing/2014/main" id="{3593D629-0DE8-1B5C-E294-E8449B9DADCD}"/>
                </a:ext>
              </a:extLst>
            </p:cNvPr>
            <p:cNvSpPr/>
            <p:nvPr/>
          </p:nvSpPr>
          <p:spPr>
            <a:xfrm>
              <a:off x="9104406" y="4397034"/>
              <a:ext cx="52675" cy="52674"/>
            </a:xfrm>
            <a:custGeom>
              <a:avLst/>
              <a:gdLst>
                <a:gd name="connsiteX0" fmla="*/ 52675 w 52675"/>
                <a:gd name="connsiteY0" fmla="*/ 26163 h 52674"/>
                <a:gd name="connsiteX1" fmla="*/ 26512 w 52675"/>
                <a:gd name="connsiteY1" fmla="*/ 0 h 52674"/>
                <a:gd name="connsiteX2" fmla="*/ 23721 w 52675"/>
                <a:gd name="connsiteY2" fmla="*/ 0 h 52674"/>
                <a:gd name="connsiteX3" fmla="*/ 4535 w 52675"/>
                <a:gd name="connsiteY3" fmla="*/ 11512 h 52674"/>
                <a:gd name="connsiteX4" fmla="*/ 2791 w 52675"/>
                <a:gd name="connsiteY4" fmla="*/ 14651 h 52674"/>
                <a:gd name="connsiteX5" fmla="*/ 349 w 52675"/>
                <a:gd name="connsiteY5" fmla="*/ 22675 h 52674"/>
                <a:gd name="connsiteX6" fmla="*/ 0 w 52675"/>
                <a:gd name="connsiteY6" fmla="*/ 26163 h 52674"/>
                <a:gd name="connsiteX7" fmla="*/ 0 w 52675"/>
                <a:gd name="connsiteY7" fmla="*/ 26163 h 52674"/>
                <a:gd name="connsiteX8" fmla="*/ 349 w 52675"/>
                <a:gd name="connsiteY8" fmla="*/ 29303 h 52674"/>
                <a:gd name="connsiteX9" fmla="*/ 2443 w 52675"/>
                <a:gd name="connsiteY9" fmla="*/ 36628 h 52674"/>
                <a:gd name="connsiteX10" fmla="*/ 5931 w 52675"/>
                <a:gd name="connsiteY10" fmla="*/ 42559 h 52674"/>
                <a:gd name="connsiteX11" fmla="*/ 8024 w 52675"/>
                <a:gd name="connsiteY11" fmla="*/ 45001 h 52674"/>
                <a:gd name="connsiteX12" fmla="*/ 26512 w 52675"/>
                <a:gd name="connsiteY12" fmla="*/ 52675 h 52674"/>
                <a:gd name="connsiteX13" fmla="*/ 52675 w 52675"/>
                <a:gd name="connsiteY13" fmla="*/ 26163 h 52674"/>
                <a:gd name="connsiteX14" fmla="*/ 52675 w 52675"/>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5" h="52674">
                  <a:moveTo>
                    <a:pt x="52675" y="26163"/>
                  </a:moveTo>
                  <a:cubicBezTo>
                    <a:pt x="52675" y="11861"/>
                    <a:pt x="40815" y="0"/>
                    <a:pt x="26512" y="0"/>
                  </a:cubicBezTo>
                  <a:cubicBezTo>
                    <a:pt x="25466" y="0"/>
                    <a:pt x="24768" y="0"/>
                    <a:pt x="23721" y="0"/>
                  </a:cubicBezTo>
                  <a:cubicBezTo>
                    <a:pt x="15698" y="698"/>
                    <a:pt x="9070" y="5233"/>
                    <a:pt x="4535" y="11512"/>
                  </a:cubicBezTo>
                  <a:cubicBezTo>
                    <a:pt x="3838" y="12558"/>
                    <a:pt x="3140"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6" y="34186"/>
                    <a:pt x="2443" y="36628"/>
                  </a:cubicBezTo>
                  <a:cubicBezTo>
                    <a:pt x="3488" y="38721"/>
                    <a:pt x="4535" y="40814"/>
                    <a:pt x="5931" y="42559"/>
                  </a:cubicBezTo>
                  <a:cubicBezTo>
                    <a:pt x="6628" y="43256"/>
                    <a:pt x="7326" y="44303"/>
                    <a:pt x="8024" y="45001"/>
                  </a:cubicBezTo>
                  <a:cubicBezTo>
                    <a:pt x="12908" y="49884"/>
                    <a:pt x="19186" y="52675"/>
                    <a:pt x="26512" y="52675"/>
                  </a:cubicBezTo>
                  <a:cubicBezTo>
                    <a:pt x="40815"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929" name="Freeform: Shape 928">
              <a:extLst>
                <a:ext uri="{FF2B5EF4-FFF2-40B4-BE49-F238E27FC236}">
                  <a16:creationId xmlns:a16="http://schemas.microsoft.com/office/drawing/2014/main" id="{42AF606D-9AF7-CDFE-8049-158815807D48}"/>
                </a:ext>
              </a:extLst>
            </p:cNvPr>
            <p:cNvSpPr/>
            <p:nvPr/>
          </p:nvSpPr>
          <p:spPr>
            <a:xfrm>
              <a:off x="1140710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0" name="Freeform: Shape 929">
              <a:extLst>
                <a:ext uri="{FF2B5EF4-FFF2-40B4-BE49-F238E27FC236}">
                  <a16:creationId xmlns:a16="http://schemas.microsoft.com/office/drawing/2014/main" id="{DE7D73E9-544E-ADC7-70A8-AF5D239F1DF4}"/>
                </a:ext>
              </a:extLst>
            </p:cNvPr>
            <p:cNvSpPr/>
            <p:nvPr/>
          </p:nvSpPr>
          <p:spPr>
            <a:xfrm>
              <a:off x="1140710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1" name="Freeform: Shape 930">
              <a:extLst>
                <a:ext uri="{FF2B5EF4-FFF2-40B4-BE49-F238E27FC236}">
                  <a16:creationId xmlns:a16="http://schemas.microsoft.com/office/drawing/2014/main" id="{0D304E38-8320-1F72-6026-6C94782C3078}"/>
                </a:ext>
              </a:extLst>
            </p:cNvPr>
            <p:cNvSpPr/>
            <p:nvPr/>
          </p:nvSpPr>
          <p:spPr>
            <a:xfrm>
              <a:off x="1130245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2" name="Freeform: Shape 931">
              <a:extLst>
                <a:ext uri="{FF2B5EF4-FFF2-40B4-BE49-F238E27FC236}">
                  <a16:creationId xmlns:a16="http://schemas.microsoft.com/office/drawing/2014/main" id="{6760BBF7-6500-418B-1082-71CCF85AE246}"/>
                </a:ext>
              </a:extLst>
            </p:cNvPr>
            <p:cNvSpPr/>
            <p:nvPr/>
          </p:nvSpPr>
          <p:spPr>
            <a:xfrm>
              <a:off x="1109315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3" name="Freeform: Shape 932">
              <a:extLst>
                <a:ext uri="{FF2B5EF4-FFF2-40B4-BE49-F238E27FC236}">
                  <a16:creationId xmlns:a16="http://schemas.microsoft.com/office/drawing/2014/main" id="{0C43F41F-0C68-1875-0AF8-D87D18D1548C}"/>
                </a:ext>
              </a:extLst>
            </p:cNvPr>
            <p:cNvSpPr/>
            <p:nvPr/>
          </p:nvSpPr>
          <p:spPr>
            <a:xfrm>
              <a:off x="1025593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4" name="Freeform: Shape 933">
              <a:extLst>
                <a:ext uri="{FF2B5EF4-FFF2-40B4-BE49-F238E27FC236}">
                  <a16:creationId xmlns:a16="http://schemas.microsoft.com/office/drawing/2014/main" id="{74B059D8-8F49-686E-CFDB-7C8DCDCFFAC3}"/>
                </a:ext>
              </a:extLst>
            </p:cNvPr>
            <p:cNvSpPr/>
            <p:nvPr/>
          </p:nvSpPr>
          <p:spPr>
            <a:xfrm>
              <a:off x="1025593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5" name="Freeform: Shape 934">
              <a:extLst>
                <a:ext uri="{FF2B5EF4-FFF2-40B4-BE49-F238E27FC236}">
                  <a16:creationId xmlns:a16="http://schemas.microsoft.com/office/drawing/2014/main" id="{754B52B8-7949-5B0F-1A1B-DDDBF9562186}"/>
                </a:ext>
              </a:extLst>
            </p:cNvPr>
            <p:cNvSpPr/>
            <p:nvPr/>
          </p:nvSpPr>
          <p:spPr>
            <a:xfrm>
              <a:off x="11197802"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6" name="Freeform: Shape 935">
              <a:extLst>
                <a:ext uri="{FF2B5EF4-FFF2-40B4-BE49-F238E27FC236}">
                  <a16:creationId xmlns:a16="http://schemas.microsoft.com/office/drawing/2014/main" id="{B34924AF-FB9A-E888-EECE-15930EE081C2}"/>
                </a:ext>
              </a:extLst>
            </p:cNvPr>
            <p:cNvSpPr/>
            <p:nvPr/>
          </p:nvSpPr>
          <p:spPr>
            <a:xfrm>
              <a:off x="1098849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7" name="Freeform: Shape 936">
              <a:extLst>
                <a:ext uri="{FF2B5EF4-FFF2-40B4-BE49-F238E27FC236}">
                  <a16:creationId xmlns:a16="http://schemas.microsoft.com/office/drawing/2014/main" id="{EB0F837F-4837-257B-6ABD-892A3616DAB3}"/>
                </a:ext>
              </a:extLst>
            </p:cNvPr>
            <p:cNvSpPr/>
            <p:nvPr/>
          </p:nvSpPr>
          <p:spPr>
            <a:xfrm>
              <a:off x="1015127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8" name="Freeform: Shape 937">
              <a:extLst>
                <a:ext uri="{FF2B5EF4-FFF2-40B4-BE49-F238E27FC236}">
                  <a16:creationId xmlns:a16="http://schemas.microsoft.com/office/drawing/2014/main" id="{5C95FDE4-6BFD-E2DB-8D41-F8AE2EA57378}"/>
                </a:ext>
              </a:extLst>
            </p:cNvPr>
            <p:cNvSpPr/>
            <p:nvPr/>
          </p:nvSpPr>
          <p:spPr>
            <a:xfrm>
              <a:off x="10151278"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9" name="Freeform: Shape 938">
              <a:extLst>
                <a:ext uri="{FF2B5EF4-FFF2-40B4-BE49-F238E27FC236}">
                  <a16:creationId xmlns:a16="http://schemas.microsoft.com/office/drawing/2014/main" id="{32783428-848C-F486-33FB-197EB5D5ADF1}"/>
                </a:ext>
              </a:extLst>
            </p:cNvPr>
            <p:cNvSpPr/>
            <p:nvPr/>
          </p:nvSpPr>
          <p:spPr>
            <a:xfrm>
              <a:off x="962801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0" name="Freeform: Shape 939">
              <a:extLst>
                <a:ext uri="{FF2B5EF4-FFF2-40B4-BE49-F238E27FC236}">
                  <a16:creationId xmlns:a16="http://schemas.microsoft.com/office/drawing/2014/main" id="{B9053850-344B-2ABE-A1CB-4EFA48544D70}"/>
                </a:ext>
              </a:extLst>
            </p:cNvPr>
            <p:cNvSpPr/>
            <p:nvPr/>
          </p:nvSpPr>
          <p:spPr>
            <a:xfrm>
              <a:off x="952336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1" name="Freeform: Shape 940">
              <a:extLst>
                <a:ext uri="{FF2B5EF4-FFF2-40B4-BE49-F238E27FC236}">
                  <a16:creationId xmlns:a16="http://schemas.microsoft.com/office/drawing/2014/main" id="{5F680044-7F2F-3AA4-C325-4995121525F9}"/>
                </a:ext>
              </a:extLst>
            </p:cNvPr>
            <p:cNvSpPr/>
            <p:nvPr/>
          </p:nvSpPr>
          <p:spPr>
            <a:xfrm>
              <a:off x="931406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2" name="Freeform: Shape 941">
              <a:extLst>
                <a:ext uri="{FF2B5EF4-FFF2-40B4-BE49-F238E27FC236}">
                  <a16:creationId xmlns:a16="http://schemas.microsoft.com/office/drawing/2014/main" id="{5534E4B7-CE12-6E82-3EE7-218F409EDA2D}"/>
                </a:ext>
              </a:extLst>
            </p:cNvPr>
            <p:cNvSpPr/>
            <p:nvPr/>
          </p:nvSpPr>
          <p:spPr>
            <a:xfrm>
              <a:off x="900010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3" name="Freeform: Shape 942">
              <a:extLst>
                <a:ext uri="{FF2B5EF4-FFF2-40B4-BE49-F238E27FC236}">
                  <a16:creationId xmlns:a16="http://schemas.microsoft.com/office/drawing/2014/main" id="{4379AE78-B9DA-82DA-E0B3-9A42A0A5B172}"/>
                </a:ext>
              </a:extLst>
            </p:cNvPr>
            <p:cNvSpPr/>
            <p:nvPr/>
          </p:nvSpPr>
          <p:spPr>
            <a:xfrm>
              <a:off x="9000103"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4" name="Freeform: Shape 943">
              <a:extLst>
                <a:ext uri="{FF2B5EF4-FFF2-40B4-BE49-F238E27FC236}">
                  <a16:creationId xmlns:a16="http://schemas.microsoft.com/office/drawing/2014/main" id="{F7CE4C11-67AC-7E1D-FE42-7F4429CF64E3}"/>
                </a:ext>
              </a:extLst>
            </p:cNvPr>
            <p:cNvSpPr/>
            <p:nvPr/>
          </p:nvSpPr>
          <p:spPr>
            <a:xfrm>
              <a:off x="847684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5" name="Freeform: Shape 944">
              <a:extLst>
                <a:ext uri="{FF2B5EF4-FFF2-40B4-BE49-F238E27FC236}">
                  <a16:creationId xmlns:a16="http://schemas.microsoft.com/office/drawing/2014/main" id="{A29C6051-9D74-AF01-2E1A-59799767DA34}"/>
                </a:ext>
              </a:extLst>
            </p:cNvPr>
            <p:cNvSpPr/>
            <p:nvPr/>
          </p:nvSpPr>
          <p:spPr>
            <a:xfrm>
              <a:off x="8372188"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46" name="Freeform: Shape 945">
              <a:extLst>
                <a:ext uri="{FF2B5EF4-FFF2-40B4-BE49-F238E27FC236}">
                  <a16:creationId xmlns:a16="http://schemas.microsoft.com/office/drawing/2014/main" id="{CE45A5BE-AC83-3EC4-8B88-DA1F928DC56C}"/>
                </a:ext>
              </a:extLst>
            </p:cNvPr>
            <p:cNvSpPr/>
            <p:nvPr/>
          </p:nvSpPr>
          <p:spPr>
            <a:xfrm>
              <a:off x="837218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7" name="Freeform: Shape 946">
              <a:extLst>
                <a:ext uri="{FF2B5EF4-FFF2-40B4-BE49-F238E27FC236}">
                  <a16:creationId xmlns:a16="http://schemas.microsoft.com/office/drawing/2014/main" id="{D22A885C-1952-0376-70DF-F1E8C3BBB54C}"/>
                </a:ext>
              </a:extLst>
            </p:cNvPr>
            <p:cNvSpPr/>
            <p:nvPr/>
          </p:nvSpPr>
          <p:spPr>
            <a:xfrm>
              <a:off x="816288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48" name="Freeform: Shape 947">
              <a:extLst>
                <a:ext uri="{FF2B5EF4-FFF2-40B4-BE49-F238E27FC236}">
                  <a16:creationId xmlns:a16="http://schemas.microsoft.com/office/drawing/2014/main" id="{8598366D-375C-1578-EAE1-4CE2AC1BA52C}"/>
                </a:ext>
              </a:extLst>
            </p:cNvPr>
            <p:cNvSpPr/>
            <p:nvPr/>
          </p:nvSpPr>
          <p:spPr>
            <a:xfrm>
              <a:off x="7744274"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49" name="Freeform: Shape 948">
              <a:extLst>
                <a:ext uri="{FF2B5EF4-FFF2-40B4-BE49-F238E27FC236}">
                  <a16:creationId xmlns:a16="http://schemas.microsoft.com/office/drawing/2014/main" id="{634BF6BD-E999-4254-886A-5AF0BD41415E}"/>
                </a:ext>
              </a:extLst>
            </p:cNvPr>
            <p:cNvSpPr/>
            <p:nvPr/>
          </p:nvSpPr>
          <p:spPr>
            <a:xfrm>
              <a:off x="75349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0" name="Freeform: Shape 949">
              <a:extLst>
                <a:ext uri="{FF2B5EF4-FFF2-40B4-BE49-F238E27FC236}">
                  <a16:creationId xmlns:a16="http://schemas.microsoft.com/office/drawing/2014/main" id="{BF7AE45D-E284-E2D1-B713-D406AE242D1C}"/>
                </a:ext>
              </a:extLst>
            </p:cNvPr>
            <p:cNvSpPr/>
            <p:nvPr/>
          </p:nvSpPr>
          <p:spPr>
            <a:xfrm>
              <a:off x="722101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51" name="Freeform: Shape 950">
              <a:extLst>
                <a:ext uri="{FF2B5EF4-FFF2-40B4-BE49-F238E27FC236}">
                  <a16:creationId xmlns:a16="http://schemas.microsoft.com/office/drawing/2014/main" id="{E02CAD09-4983-A194-45E8-BB32436C49E7}"/>
                </a:ext>
              </a:extLst>
            </p:cNvPr>
            <p:cNvSpPr/>
            <p:nvPr/>
          </p:nvSpPr>
          <p:spPr>
            <a:xfrm>
              <a:off x="669775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952" name="Freeform: Shape 951">
              <a:extLst>
                <a:ext uri="{FF2B5EF4-FFF2-40B4-BE49-F238E27FC236}">
                  <a16:creationId xmlns:a16="http://schemas.microsoft.com/office/drawing/2014/main" id="{CDBCB568-B686-6F88-C5AB-F41E971BA577}"/>
                </a:ext>
              </a:extLst>
            </p:cNvPr>
            <p:cNvSpPr/>
            <p:nvPr/>
          </p:nvSpPr>
          <p:spPr>
            <a:xfrm>
              <a:off x="669775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3" name="Freeform: Shape 952">
              <a:extLst>
                <a:ext uri="{FF2B5EF4-FFF2-40B4-BE49-F238E27FC236}">
                  <a16:creationId xmlns:a16="http://schemas.microsoft.com/office/drawing/2014/main" id="{AB5008D3-472C-71EE-6BA8-F7F6BED4DFE1}"/>
                </a:ext>
              </a:extLst>
            </p:cNvPr>
            <p:cNvSpPr/>
            <p:nvPr/>
          </p:nvSpPr>
          <p:spPr>
            <a:xfrm>
              <a:off x="9314060" y="4187729"/>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2791" y="14302"/>
                    <a:pt x="2442" y="15000"/>
                    <a:pt x="2093" y="16047"/>
                  </a:cubicBezTo>
                  <a:cubicBezTo>
                    <a:pt x="698" y="19186"/>
                    <a:pt x="0" y="22675"/>
                    <a:pt x="0" y="26163"/>
                  </a:cubicBezTo>
                  <a:cubicBezTo>
                    <a:pt x="0" y="40465"/>
                    <a:pt x="11860" y="52326"/>
                    <a:pt x="26163" y="52326"/>
                  </a:cubicBezTo>
                  <a:lnTo>
                    <a:pt x="26163" y="52326"/>
                  </a:ln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54" name="Freeform: Shape 953">
              <a:extLst>
                <a:ext uri="{FF2B5EF4-FFF2-40B4-BE49-F238E27FC236}">
                  <a16:creationId xmlns:a16="http://schemas.microsoft.com/office/drawing/2014/main" id="{4BF2C4EE-BE79-5249-5BF2-E9152F748FB4}"/>
                </a:ext>
              </a:extLst>
            </p:cNvPr>
            <p:cNvSpPr/>
            <p:nvPr/>
          </p:nvSpPr>
          <p:spPr>
            <a:xfrm>
              <a:off x="1088384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5" name="Freeform: Shape 954">
              <a:extLst>
                <a:ext uri="{FF2B5EF4-FFF2-40B4-BE49-F238E27FC236}">
                  <a16:creationId xmlns:a16="http://schemas.microsoft.com/office/drawing/2014/main" id="{69A88FB8-AAFD-3F87-BC3D-906C5629521E}"/>
                </a:ext>
              </a:extLst>
            </p:cNvPr>
            <p:cNvSpPr/>
            <p:nvPr/>
          </p:nvSpPr>
          <p:spPr>
            <a:xfrm>
              <a:off x="9942315" y="3455511"/>
              <a:ext cx="52333" cy="51977"/>
            </a:xfrm>
            <a:custGeom>
              <a:avLst/>
              <a:gdLst>
                <a:gd name="connsiteX0" fmla="*/ 25821 w 52333"/>
                <a:gd name="connsiteY0" fmla="*/ 51977 h 51977"/>
                <a:gd name="connsiteX1" fmla="*/ 38380 w 52333"/>
                <a:gd name="connsiteY1" fmla="*/ 48838 h 51977"/>
                <a:gd name="connsiteX2" fmla="*/ 39078 w 52333"/>
                <a:gd name="connsiteY2" fmla="*/ 48489 h 51977"/>
                <a:gd name="connsiteX3" fmla="*/ 41170 w 52333"/>
                <a:gd name="connsiteY3" fmla="*/ 47094 h 51977"/>
                <a:gd name="connsiteX4" fmla="*/ 44310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1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1" y="51977"/>
                  </a:moveTo>
                  <a:cubicBezTo>
                    <a:pt x="30357" y="51977"/>
                    <a:pt x="34542" y="50931"/>
                    <a:pt x="38380" y="48838"/>
                  </a:cubicBezTo>
                  <a:cubicBezTo>
                    <a:pt x="38728" y="48838"/>
                    <a:pt x="38728" y="48489"/>
                    <a:pt x="39078" y="48489"/>
                  </a:cubicBezTo>
                  <a:cubicBezTo>
                    <a:pt x="39775" y="48140"/>
                    <a:pt x="40473" y="47791"/>
                    <a:pt x="41170" y="47094"/>
                  </a:cubicBezTo>
                  <a:cubicBezTo>
                    <a:pt x="42217" y="46396"/>
                    <a:pt x="43263" y="45349"/>
                    <a:pt x="44310" y="44652"/>
                  </a:cubicBezTo>
                  <a:cubicBezTo>
                    <a:pt x="44310" y="44652"/>
                    <a:pt x="44310"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1" y="1744"/>
                    <a:pt x="14659" y="2791"/>
                  </a:cubicBezTo>
                  <a:cubicBezTo>
                    <a:pt x="12217" y="4186"/>
                    <a:pt x="9774" y="5582"/>
                    <a:pt x="7682" y="7675"/>
                  </a:cubicBezTo>
                  <a:cubicBezTo>
                    <a:pt x="2798" y="12558"/>
                    <a:pt x="8" y="18838"/>
                    <a:pt x="8" y="26163"/>
                  </a:cubicBezTo>
                  <a:cubicBezTo>
                    <a:pt x="-342" y="40117"/>
                    <a:pt x="11519" y="51977"/>
                    <a:pt x="25821" y="51977"/>
                  </a:cubicBezTo>
                  <a:close/>
                </a:path>
              </a:pathLst>
            </a:custGeom>
            <a:grpFill/>
            <a:ln w="3488" cap="flat">
              <a:noFill/>
              <a:prstDash val="solid"/>
              <a:miter/>
            </a:ln>
          </p:spPr>
          <p:txBody>
            <a:bodyPr rtlCol="0" anchor="ctr"/>
            <a:lstStyle/>
            <a:p>
              <a:endParaRPr lang="en-ID"/>
            </a:p>
          </p:txBody>
        </p:sp>
        <p:sp>
          <p:nvSpPr>
            <p:cNvPr id="956" name="Freeform: Shape 955">
              <a:extLst>
                <a:ext uri="{FF2B5EF4-FFF2-40B4-BE49-F238E27FC236}">
                  <a16:creationId xmlns:a16="http://schemas.microsoft.com/office/drawing/2014/main" id="{DAF9953B-D5C7-457E-A12F-8A8B14FEDDFB}"/>
                </a:ext>
              </a:extLst>
            </p:cNvPr>
            <p:cNvSpPr/>
            <p:nvPr/>
          </p:nvSpPr>
          <p:spPr>
            <a:xfrm>
              <a:off x="1130245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7" name="Freeform: Shape 956">
              <a:extLst>
                <a:ext uri="{FF2B5EF4-FFF2-40B4-BE49-F238E27FC236}">
                  <a16:creationId xmlns:a16="http://schemas.microsoft.com/office/drawing/2014/main" id="{46EBD472-1F3C-E057-6CF5-4876C37F99F8}"/>
                </a:ext>
              </a:extLst>
            </p:cNvPr>
            <p:cNvSpPr/>
            <p:nvPr/>
          </p:nvSpPr>
          <p:spPr>
            <a:xfrm>
              <a:off x="1182571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8" name="Freeform: Shape 957">
              <a:extLst>
                <a:ext uri="{FF2B5EF4-FFF2-40B4-BE49-F238E27FC236}">
                  <a16:creationId xmlns:a16="http://schemas.microsoft.com/office/drawing/2014/main" id="{2B63C49B-ADA9-C37F-9517-7AC0B8226A5A}"/>
                </a:ext>
              </a:extLst>
            </p:cNvPr>
            <p:cNvSpPr/>
            <p:nvPr/>
          </p:nvSpPr>
          <p:spPr>
            <a:xfrm>
              <a:off x="1161641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59" name="Freeform: Shape 958">
              <a:extLst>
                <a:ext uri="{FF2B5EF4-FFF2-40B4-BE49-F238E27FC236}">
                  <a16:creationId xmlns:a16="http://schemas.microsoft.com/office/drawing/2014/main" id="{14A03D8B-A90B-5D27-7AA8-737BA444BE9F}"/>
                </a:ext>
              </a:extLst>
            </p:cNvPr>
            <p:cNvSpPr/>
            <p:nvPr/>
          </p:nvSpPr>
          <p:spPr>
            <a:xfrm>
              <a:off x="11093150"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6"/>
                    <a:pt x="52326" y="26163"/>
                  </a:cubicBezTo>
                  <a:lnTo>
                    <a:pt x="52326" y="26163"/>
                  </a:lnTo>
                  <a:cubicBezTo>
                    <a:pt x="52326" y="11861"/>
                    <a:pt x="40466" y="0"/>
                    <a:pt x="26163" y="0"/>
                  </a:cubicBezTo>
                  <a:lnTo>
                    <a:pt x="26163" y="0"/>
                  </a:ln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60" name="Freeform: Shape 959">
              <a:extLst>
                <a:ext uri="{FF2B5EF4-FFF2-40B4-BE49-F238E27FC236}">
                  <a16:creationId xmlns:a16="http://schemas.microsoft.com/office/drawing/2014/main" id="{29A91712-17B4-8AB5-F9DC-50272A382955}"/>
                </a:ext>
              </a:extLst>
            </p:cNvPr>
            <p:cNvSpPr/>
            <p:nvPr/>
          </p:nvSpPr>
          <p:spPr>
            <a:xfrm>
              <a:off x="1067454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1" name="Freeform: Shape 960">
              <a:extLst>
                <a:ext uri="{FF2B5EF4-FFF2-40B4-BE49-F238E27FC236}">
                  <a16:creationId xmlns:a16="http://schemas.microsoft.com/office/drawing/2014/main" id="{76DC5D6B-26B1-92D9-065B-EC6062FD9443}"/>
                </a:ext>
              </a:extLst>
            </p:cNvPr>
            <p:cNvSpPr/>
            <p:nvPr/>
          </p:nvSpPr>
          <p:spPr>
            <a:xfrm>
              <a:off x="1151175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2" name="Freeform: Shape 961">
              <a:extLst>
                <a:ext uri="{FF2B5EF4-FFF2-40B4-BE49-F238E27FC236}">
                  <a16:creationId xmlns:a16="http://schemas.microsoft.com/office/drawing/2014/main" id="{2A24741A-8EA4-1ABC-DA16-FD4FEDAD3C43}"/>
                </a:ext>
              </a:extLst>
            </p:cNvPr>
            <p:cNvSpPr/>
            <p:nvPr/>
          </p:nvSpPr>
          <p:spPr>
            <a:xfrm>
              <a:off x="1119780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3" name="Freeform: Shape 962">
              <a:extLst>
                <a:ext uri="{FF2B5EF4-FFF2-40B4-BE49-F238E27FC236}">
                  <a16:creationId xmlns:a16="http://schemas.microsoft.com/office/drawing/2014/main" id="{2B004319-5E7C-722C-C682-14BB9B345E3B}"/>
                </a:ext>
              </a:extLst>
            </p:cNvPr>
            <p:cNvSpPr/>
            <p:nvPr/>
          </p:nvSpPr>
          <p:spPr>
            <a:xfrm>
              <a:off x="837218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4" name="Freeform: Shape 963">
              <a:extLst>
                <a:ext uri="{FF2B5EF4-FFF2-40B4-BE49-F238E27FC236}">
                  <a16:creationId xmlns:a16="http://schemas.microsoft.com/office/drawing/2014/main" id="{EC60260F-9708-A30F-ABFA-9671FF231DC4}"/>
                </a:ext>
              </a:extLst>
            </p:cNvPr>
            <p:cNvSpPr/>
            <p:nvPr/>
          </p:nvSpPr>
          <p:spPr>
            <a:xfrm>
              <a:off x="78489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5" name="Freeform: Shape 964">
              <a:extLst>
                <a:ext uri="{FF2B5EF4-FFF2-40B4-BE49-F238E27FC236}">
                  <a16:creationId xmlns:a16="http://schemas.microsoft.com/office/drawing/2014/main" id="{E9D333A0-6130-733B-56AD-23FC16153A17}"/>
                </a:ext>
              </a:extLst>
            </p:cNvPr>
            <p:cNvSpPr/>
            <p:nvPr/>
          </p:nvSpPr>
          <p:spPr>
            <a:xfrm>
              <a:off x="77442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6" name="Freeform: Shape 965">
              <a:extLst>
                <a:ext uri="{FF2B5EF4-FFF2-40B4-BE49-F238E27FC236}">
                  <a16:creationId xmlns:a16="http://schemas.microsoft.com/office/drawing/2014/main" id="{03DACEE7-6340-1B84-E2AF-0C2C5F971512}"/>
                </a:ext>
              </a:extLst>
            </p:cNvPr>
            <p:cNvSpPr/>
            <p:nvPr/>
          </p:nvSpPr>
          <p:spPr>
            <a:xfrm>
              <a:off x="66977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67" name="Freeform: Shape 966">
              <a:extLst>
                <a:ext uri="{FF2B5EF4-FFF2-40B4-BE49-F238E27FC236}">
                  <a16:creationId xmlns:a16="http://schemas.microsoft.com/office/drawing/2014/main" id="{A288B020-C4BF-0EA2-B1B2-2CFD5E5FF4C0}"/>
                </a:ext>
              </a:extLst>
            </p:cNvPr>
            <p:cNvSpPr/>
            <p:nvPr/>
          </p:nvSpPr>
          <p:spPr>
            <a:xfrm>
              <a:off x="10255931" y="3769468"/>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lnTo>
                    <a:pt x="26163" y="51977"/>
                  </a:ln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lnTo>
                    <a:pt x="26163" y="0"/>
                  </a:ln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968" name="Freeform: Shape 967">
              <a:extLst>
                <a:ext uri="{FF2B5EF4-FFF2-40B4-BE49-F238E27FC236}">
                  <a16:creationId xmlns:a16="http://schemas.microsoft.com/office/drawing/2014/main" id="{5955462B-9EB8-84C8-592D-37B403532CDC}"/>
                </a:ext>
              </a:extLst>
            </p:cNvPr>
            <p:cNvSpPr/>
            <p:nvPr/>
          </p:nvSpPr>
          <p:spPr>
            <a:xfrm>
              <a:off x="12139673" y="3664467"/>
              <a:ext cx="52326" cy="52326"/>
            </a:xfrm>
            <a:custGeom>
              <a:avLst/>
              <a:gdLst>
                <a:gd name="connsiteX0" fmla="*/ 26163 w 52326"/>
                <a:gd name="connsiteY0" fmla="*/ 52326 h 52326"/>
                <a:gd name="connsiteX1" fmla="*/ 31396 w 52326"/>
                <a:gd name="connsiteY1" fmla="*/ 51628 h 52326"/>
                <a:gd name="connsiteX2" fmla="*/ 52326 w 52326"/>
                <a:gd name="connsiteY2" fmla="*/ 26163 h 52326"/>
                <a:gd name="connsiteX3" fmla="*/ 26163 w 52326"/>
                <a:gd name="connsiteY3" fmla="*/ 0 h 52326"/>
                <a:gd name="connsiteX4" fmla="*/ 18489 w 52326"/>
                <a:gd name="connsiteY4" fmla="*/ 1046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27907" y="52326"/>
                    <a:pt x="29652" y="51977"/>
                    <a:pt x="31396" y="51628"/>
                  </a:cubicBezTo>
                  <a:cubicBezTo>
                    <a:pt x="43256" y="49187"/>
                    <a:pt x="52326" y="38721"/>
                    <a:pt x="52326" y="26163"/>
                  </a:cubicBezTo>
                  <a:cubicBezTo>
                    <a:pt x="52326" y="11861"/>
                    <a:pt x="40466" y="0"/>
                    <a:pt x="26163" y="0"/>
                  </a:cubicBezTo>
                  <a:cubicBezTo>
                    <a:pt x="23372" y="0"/>
                    <a:pt x="20930" y="349"/>
                    <a:pt x="18489" y="1046"/>
                  </a:cubicBezTo>
                  <a:cubicBezTo>
                    <a:pt x="7674" y="4186"/>
                    <a:pt x="0" y="14302"/>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69" name="Freeform: Shape 968">
              <a:extLst>
                <a:ext uri="{FF2B5EF4-FFF2-40B4-BE49-F238E27FC236}">
                  <a16:creationId xmlns:a16="http://schemas.microsoft.com/office/drawing/2014/main" id="{446AC8C5-0DB4-2D18-49E3-051277EA0461}"/>
                </a:ext>
              </a:extLst>
            </p:cNvPr>
            <p:cNvSpPr/>
            <p:nvPr/>
          </p:nvSpPr>
          <p:spPr>
            <a:xfrm>
              <a:off x="1203502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0" name="Freeform: Shape 969">
              <a:extLst>
                <a:ext uri="{FF2B5EF4-FFF2-40B4-BE49-F238E27FC236}">
                  <a16:creationId xmlns:a16="http://schemas.microsoft.com/office/drawing/2014/main" id="{38E6173F-1F5D-471B-091A-C07CF32307B5}"/>
                </a:ext>
              </a:extLst>
            </p:cNvPr>
            <p:cNvSpPr/>
            <p:nvPr/>
          </p:nvSpPr>
          <p:spPr>
            <a:xfrm>
              <a:off x="1213967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1" name="Freeform: Shape 970">
              <a:extLst>
                <a:ext uri="{FF2B5EF4-FFF2-40B4-BE49-F238E27FC236}">
                  <a16:creationId xmlns:a16="http://schemas.microsoft.com/office/drawing/2014/main" id="{7DF53EAA-3291-BDB9-5BC2-87E6C625FF3E}"/>
                </a:ext>
              </a:extLst>
            </p:cNvPr>
            <p:cNvSpPr/>
            <p:nvPr/>
          </p:nvSpPr>
          <p:spPr>
            <a:xfrm>
              <a:off x="1213967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2" name="Freeform: Shape 971">
              <a:extLst>
                <a:ext uri="{FF2B5EF4-FFF2-40B4-BE49-F238E27FC236}">
                  <a16:creationId xmlns:a16="http://schemas.microsoft.com/office/drawing/2014/main" id="{2AC1B1FC-55C9-CF9A-D31E-A52C9FAB2B75}"/>
                </a:ext>
              </a:extLst>
            </p:cNvPr>
            <p:cNvSpPr/>
            <p:nvPr/>
          </p:nvSpPr>
          <p:spPr>
            <a:xfrm>
              <a:off x="1130245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3" name="Freeform: Shape 972">
              <a:extLst>
                <a:ext uri="{FF2B5EF4-FFF2-40B4-BE49-F238E27FC236}">
                  <a16:creationId xmlns:a16="http://schemas.microsoft.com/office/drawing/2014/main" id="{AFF41409-7B91-F3E0-85AF-017BDDBE6C30}"/>
                </a:ext>
              </a:extLst>
            </p:cNvPr>
            <p:cNvSpPr/>
            <p:nvPr/>
          </p:nvSpPr>
          <p:spPr>
            <a:xfrm>
              <a:off x="1088384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4" name="Freeform: Shape 973">
              <a:extLst>
                <a:ext uri="{FF2B5EF4-FFF2-40B4-BE49-F238E27FC236}">
                  <a16:creationId xmlns:a16="http://schemas.microsoft.com/office/drawing/2014/main" id="{2D3F3856-96DB-4A86-51D0-589C5A247F7F}"/>
                </a:ext>
              </a:extLst>
            </p:cNvPr>
            <p:cNvSpPr/>
            <p:nvPr/>
          </p:nvSpPr>
          <p:spPr>
            <a:xfrm>
              <a:off x="10465236"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75" name="Freeform: Shape 974">
              <a:extLst>
                <a:ext uri="{FF2B5EF4-FFF2-40B4-BE49-F238E27FC236}">
                  <a16:creationId xmlns:a16="http://schemas.microsoft.com/office/drawing/2014/main" id="{B29EC34F-CAB5-E8D3-5192-9958C88E3BEA}"/>
                </a:ext>
              </a:extLst>
            </p:cNvPr>
            <p:cNvSpPr/>
            <p:nvPr/>
          </p:nvSpPr>
          <p:spPr>
            <a:xfrm>
              <a:off x="1151175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6" name="Freeform: Shape 975">
              <a:extLst>
                <a:ext uri="{FF2B5EF4-FFF2-40B4-BE49-F238E27FC236}">
                  <a16:creationId xmlns:a16="http://schemas.microsoft.com/office/drawing/2014/main" id="{0456FB13-DA71-C11A-EA63-78FF4716C79A}"/>
                </a:ext>
              </a:extLst>
            </p:cNvPr>
            <p:cNvSpPr/>
            <p:nvPr/>
          </p:nvSpPr>
          <p:spPr>
            <a:xfrm>
              <a:off x="1098849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7" name="Freeform: Shape 976">
              <a:extLst>
                <a:ext uri="{FF2B5EF4-FFF2-40B4-BE49-F238E27FC236}">
                  <a16:creationId xmlns:a16="http://schemas.microsoft.com/office/drawing/2014/main" id="{5E1DA303-4E9D-30D2-D20F-C90089A9E9ED}"/>
                </a:ext>
              </a:extLst>
            </p:cNvPr>
            <p:cNvSpPr/>
            <p:nvPr/>
          </p:nvSpPr>
          <p:spPr>
            <a:xfrm>
              <a:off x="1077919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8" name="Freeform: Shape 977">
              <a:extLst>
                <a:ext uri="{FF2B5EF4-FFF2-40B4-BE49-F238E27FC236}">
                  <a16:creationId xmlns:a16="http://schemas.microsoft.com/office/drawing/2014/main" id="{12CAC005-1DB4-EBE0-7120-67160968F24C}"/>
                </a:ext>
              </a:extLst>
            </p:cNvPr>
            <p:cNvSpPr/>
            <p:nvPr/>
          </p:nvSpPr>
          <p:spPr>
            <a:xfrm>
              <a:off x="931406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9" name="Freeform: Shape 978">
              <a:extLst>
                <a:ext uri="{FF2B5EF4-FFF2-40B4-BE49-F238E27FC236}">
                  <a16:creationId xmlns:a16="http://schemas.microsoft.com/office/drawing/2014/main" id="{147DA3D6-C1A0-1ACB-687B-7F2F9EAFF9B9}"/>
                </a:ext>
              </a:extLst>
            </p:cNvPr>
            <p:cNvSpPr/>
            <p:nvPr/>
          </p:nvSpPr>
          <p:spPr>
            <a:xfrm>
              <a:off x="847684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0" name="Freeform: Shape 979">
              <a:extLst>
                <a:ext uri="{FF2B5EF4-FFF2-40B4-BE49-F238E27FC236}">
                  <a16:creationId xmlns:a16="http://schemas.microsoft.com/office/drawing/2014/main" id="{A636624D-DA3F-700F-570E-81167B6183BD}"/>
                </a:ext>
              </a:extLst>
            </p:cNvPr>
            <p:cNvSpPr/>
            <p:nvPr/>
          </p:nvSpPr>
          <p:spPr>
            <a:xfrm>
              <a:off x="774427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1" name="Freeform: Shape 980">
              <a:extLst>
                <a:ext uri="{FF2B5EF4-FFF2-40B4-BE49-F238E27FC236}">
                  <a16:creationId xmlns:a16="http://schemas.microsoft.com/office/drawing/2014/main" id="{D83728E4-4328-C78C-7018-765495DE3BD1}"/>
                </a:ext>
              </a:extLst>
            </p:cNvPr>
            <p:cNvSpPr/>
            <p:nvPr/>
          </p:nvSpPr>
          <p:spPr>
            <a:xfrm>
              <a:off x="680240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2" name="Freeform: Shape 981">
              <a:extLst>
                <a:ext uri="{FF2B5EF4-FFF2-40B4-BE49-F238E27FC236}">
                  <a16:creationId xmlns:a16="http://schemas.microsoft.com/office/drawing/2014/main" id="{07FFE3F8-5FD4-3965-2F8D-32DDABC9D7C2}"/>
                </a:ext>
              </a:extLst>
            </p:cNvPr>
            <p:cNvSpPr/>
            <p:nvPr/>
          </p:nvSpPr>
          <p:spPr>
            <a:xfrm>
              <a:off x="66977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3" name="Freeform: Shape 982">
              <a:extLst>
                <a:ext uri="{FF2B5EF4-FFF2-40B4-BE49-F238E27FC236}">
                  <a16:creationId xmlns:a16="http://schemas.microsoft.com/office/drawing/2014/main" id="{2C0A82A0-D729-9714-A2DC-6B2C100047AD}"/>
                </a:ext>
              </a:extLst>
            </p:cNvPr>
            <p:cNvSpPr/>
            <p:nvPr/>
          </p:nvSpPr>
          <p:spPr>
            <a:xfrm>
              <a:off x="669775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84" name="Freeform: Shape 983">
              <a:extLst>
                <a:ext uri="{FF2B5EF4-FFF2-40B4-BE49-F238E27FC236}">
                  <a16:creationId xmlns:a16="http://schemas.microsoft.com/office/drawing/2014/main" id="{CA31DCBA-F42E-B4DA-B4C1-FF2707B3BB30}"/>
                </a:ext>
              </a:extLst>
            </p:cNvPr>
            <p:cNvSpPr/>
            <p:nvPr/>
          </p:nvSpPr>
          <p:spPr>
            <a:xfrm>
              <a:off x="6174489"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5" name="Freeform: Shape 984">
              <a:extLst>
                <a:ext uri="{FF2B5EF4-FFF2-40B4-BE49-F238E27FC236}">
                  <a16:creationId xmlns:a16="http://schemas.microsoft.com/office/drawing/2014/main" id="{F1B000DE-7E2D-B39A-D99D-2026CCD0E014}"/>
                </a:ext>
              </a:extLst>
            </p:cNvPr>
            <p:cNvSpPr/>
            <p:nvPr/>
          </p:nvSpPr>
          <p:spPr>
            <a:xfrm>
              <a:off x="6069836"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5"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986" name="Freeform: Shape 985">
              <a:extLst>
                <a:ext uri="{FF2B5EF4-FFF2-40B4-BE49-F238E27FC236}">
                  <a16:creationId xmlns:a16="http://schemas.microsoft.com/office/drawing/2014/main" id="{1ADC6A6E-667D-7FC1-E405-48A809DAA0C5}"/>
                </a:ext>
              </a:extLst>
            </p:cNvPr>
            <p:cNvSpPr/>
            <p:nvPr/>
          </p:nvSpPr>
          <p:spPr>
            <a:xfrm>
              <a:off x="10255931"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39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7" y="0"/>
                    <a:pt x="12559" y="2791"/>
                    <a:pt x="7674" y="7675"/>
                  </a:cubicBezTo>
                  <a:cubicBezTo>
                    <a:pt x="6628" y="8721"/>
                    <a:pt x="5930" y="9419"/>
                    <a:pt x="5233" y="10465"/>
                  </a:cubicBezTo>
                  <a:cubicBezTo>
                    <a:pt x="4535" y="11512"/>
                    <a:pt x="3838" y="12558"/>
                    <a:pt x="3139" y="13605"/>
                  </a:cubicBezTo>
                  <a:cubicBezTo>
                    <a:pt x="1047" y="17442"/>
                    <a:pt x="0" y="21628"/>
                    <a:pt x="0" y="26163"/>
                  </a:cubicBezTo>
                  <a:lnTo>
                    <a:pt x="0" y="26163"/>
                  </a:ln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87" name="Freeform: Shape 986">
              <a:extLst>
                <a:ext uri="{FF2B5EF4-FFF2-40B4-BE49-F238E27FC236}">
                  <a16:creationId xmlns:a16="http://schemas.microsoft.com/office/drawing/2014/main" id="{57531FCB-5FB3-4B42-9D3B-1343ED8FFC12}"/>
                </a:ext>
              </a:extLst>
            </p:cNvPr>
            <p:cNvSpPr/>
            <p:nvPr/>
          </p:nvSpPr>
          <p:spPr>
            <a:xfrm>
              <a:off x="11511759" y="230398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279 w 52326"/>
                <a:gd name="connsiteY3" fmla="*/ 18489 h 52326"/>
                <a:gd name="connsiteX4" fmla="*/ 26163 w 52326"/>
                <a:gd name="connsiteY4" fmla="*/ 0 h 52326"/>
                <a:gd name="connsiteX5" fmla="*/ 0 w 52326"/>
                <a:gd name="connsiteY5" fmla="*/ 26163 h 52326"/>
                <a:gd name="connsiteX6" fmla="*/ 2093 w 52326"/>
                <a:gd name="connsiteY6" fmla="*/ 3662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3372"/>
                    <a:pt x="51977" y="20930"/>
                    <a:pt x="51279" y="18489"/>
                  </a:cubicBezTo>
                  <a:cubicBezTo>
                    <a:pt x="48140" y="7675"/>
                    <a:pt x="38023" y="0"/>
                    <a:pt x="26163" y="0"/>
                  </a:cubicBezTo>
                  <a:cubicBezTo>
                    <a:pt x="11860" y="0"/>
                    <a:pt x="0" y="11861"/>
                    <a:pt x="0" y="26163"/>
                  </a:cubicBezTo>
                  <a:cubicBezTo>
                    <a:pt x="0" y="30000"/>
                    <a:pt x="698" y="33489"/>
                    <a:pt x="2093" y="36628"/>
                  </a:cubicBezTo>
                  <a:cubicBezTo>
                    <a:pt x="6279" y="46047"/>
                    <a:pt x="15349" y="52326"/>
                    <a:pt x="26163" y="52326"/>
                  </a:cubicBezTo>
                  <a:close/>
                </a:path>
              </a:pathLst>
            </a:custGeom>
            <a:grpFill/>
            <a:ln w="3488" cap="flat">
              <a:noFill/>
              <a:prstDash val="solid"/>
              <a:miter/>
            </a:ln>
          </p:spPr>
          <p:txBody>
            <a:bodyPr rtlCol="0" anchor="ctr"/>
            <a:lstStyle/>
            <a:p>
              <a:endParaRPr lang="en-ID"/>
            </a:p>
          </p:txBody>
        </p:sp>
        <p:sp>
          <p:nvSpPr>
            <p:cNvPr id="988" name="Freeform: Shape 987">
              <a:extLst>
                <a:ext uri="{FF2B5EF4-FFF2-40B4-BE49-F238E27FC236}">
                  <a16:creationId xmlns:a16="http://schemas.microsoft.com/office/drawing/2014/main" id="{8B843A57-0524-9D5F-0425-BE3E8142D87F}"/>
                </a:ext>
              </a:extLst>
            </p:cNvPr>
            <p:cNvSpPr/>
            <p:nvPr/>
          </p:nvSpPr>
          <p:spPr>
            <a:xfrm>
              <a:off x="7011708"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989" name="Freeform: Shape 988">
              <a:extLst>
                <a:ext uri="{FF2B5EF4-FFF2-40B4-BE49-F238E27FC236}">
                  <a16:creationId xmlns:a16="http://schemas.microsoft.com/office/drawing/2014/main" id="{F6F54A4F-C0BD-8265-5E50-BB1335F74DDC}"/>
                </a:ext>
              </a:extLst>
            </p:cNvPr>
            <p:cNvSpPr/>
            <p:nvPr/>
          </p:nvSpPr>
          <p:spPr>
            <a:xfrm>
              <a:off x="638379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0" name="Freeform: Shape 989">
              <a:extLst>
                <a:ext uri="{FF2B5EF4-FFF2-40B4-BE49-F238E27FC236}">
                  <a16:creationId xmlns:a16="http://schemas.microsoft.com/office/drawing/2014/main" id="{F41E2867-88DF-36C9-C0BB-B53411B8C51D}"/>
                </a:ext>
              </a:extLst>
            </p:cNvPr>
            <p:cNvSpPr/>
            <p:nvPr/>
          </p:nvSpPr>
          <p:spPr>
            <a:xfrm>
              <a:off x="1213967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1" name="Freeform: Shape 990">
              <a:extLst>
                <a:ext uri="{FF2B5EF4-FFF2-40B4-BE49-F238E27FC236}">
                  <a16:creationId xmlns:a16="http://schemas.microsoft.com/office/drawing/2014/main" id="{C12377B7-6A75-3770-A988-DA9777229462}"/>
                </a:ext>
              </a:extLst>
            </p:cNvPr>
            <p:cNvSpPr/>
            <p:nvPr/>
          </p:nvSpPr>
          <p:spPr>
            <a:xfrm>
              <a:off x="1213967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2" name="Freeform: Shape 991">
              <a:extLst>
                <a:ext uri="{FF2B5EF4-FFF2-40B4-BE49-F238E27FC236}">
                  <a16:creationId xmlns:a16="http://schemas.microsoft.com/office/drawing/2014/main" id="{8ABD85A5-2DD0-DD9C-E0C0-CABC15F223F7}"/>
                </a:ext>
              </a:extLst>
            </p:cNvPr>
            <p:cNvSpPr/>
            <p:nvPr/>
          </p:nvSpPr>
          <p:spPr>
            <a:xfrm>
              <a:off x="1130245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93" name="Freeform: Shape 992">
              <a:extLst>
                <a:ext uri="{FF2B5EF4-FFF2-40B4-BE49-F238E27FC236}">
                  <a16:creationId xmlns:a16="http://schemas.microsoft.com/office/drawing/2014/main" id="{AE187FC4-1F87-D10D-0929-27B61FDB2485}"/>
                </a:ext>
              </a:extLst>
            </p:cNvPr>
            <p:cNvSpPr/>
            <p:nvPr/>
          </p:nvSpPr>
          <p:spPr>
            <a:xfrm>
              <a:off x="1109315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4" name="Freeform: Shape 993">
              <a:extLst>
                <a:ext uri="{FF2B5EF4-FFF2-40B4-BE49-F238E27FC236}">
                  <a16:creationId xmlns:a16="http://schemas.microsoft.com/office/drawing/2014/main" id="{366A1778-C804-D9C5-C6CA-A9083EBF6FAA}"/>
                </a:ext>
              </a:extLst>
            </p:cNvPr>
            <p:cNvSpPr/>
            <p:nvPr/>
          </p:nvSpPr>
          <p:spPr>
            <a:xfrm>
              <a:off x="1109315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5" name="Freeform: Shape 994">
              <a:extLst>
                <a:ext uri="{FF2B5EF4-FFF2-40B4-BE49-F238E27FC236}">
                  <a16:creationId xmlns:a16="http://schemas.microsoft.com/office/drawing/2014/main" id="{F99BC939-D16B-2369-EE00-6CB973034382}"/>
                </a:ext>
              </a:extLst>
            </p:cNvPr>
            <p:cNvSpPr/>
            <p:nvPr/>
          </p:nvSpPr>
          <p:spPr>
            <a:xfrm>
              <a:off x="1088384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6" name="Freeform: Shape 995">
              <a:extLst>
                <a:ext uri="{FF2B5EF4-FFF2-40B4-BE49-F238E27FC236}">
                  <a16:creationId xmlns:a16="http://schemas.microsoft.com/office/drawing/2014/main" id="{EA3CD21A-C660-CF7D-9EF7-E666028C215C}"/>
                </a:ext>
              </a:extLst>
            </p:cNvPr>
            <p:cNvSpPr/>
            <p:nvPr/>
          </p:nvSpPr>
          <p:spPr>
            <a:xfrm>
              <a:off x="1015127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7" name="Freeform: Shape 996">
              <a:extLst>
                <a:ext uri="{FF2B5EF4-FFF2-40B4-BE49-F238E27FC236}">
                  <a16:creationId xmlns:a16="http://schemas.microsoft.com/office/drawing/2014/main" id="{1EE0A686-F296-96A8-FE05-98B395D945E9}"/>
                </a:ext>
              </a:extLst>
            </p:cNvPr>
            <p:cNvSpPr/>
            <p:nvPr/>
          </p:nvSpPr>
          <p:spPr>
            <a:xfrm>
              <a:off x="95233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8" name="Freeform: Shape 997">
              <a:extLst>
                <a:ext uri="{FF2B5EF4-FFF2-40B4-BE49-F238E27FC236}">
                  <a16:creationId xmlns:a16="http://schemas.microsoft.com/office/drawing/2014/main" id="{BFB3523C-72A9-2516-37AA-6072E6473C42}"/>
                </a:ext>
              </a:extLst>
            </p:cNvPr>
            <p:cNvSpPr/>
            <p:nvPr/>
          </p:nvSpPr>
          <p:spPr>
            <a:xfrm>
              <a:off x="910475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9" name="Freeform: Shape 998">
              <a:extLst>
                <a:ext uri="{FF2B5EF4-FFF2-40B4-BE49-F238E27FC236}">
                  <a16:creationId xmlns:a16="http://schemas.microsoft.com/office/drawing/2014/main" id="{FBFCA9F7-E850-FBF2-7F18-BCC00A3EA1D0}"/>
                </a:ext>
              </a:extLst>
            </p:cNvPr>
            <p:cNvSpPr/>
            <p:nvPr/>
          </p:nvSpPr>
          <p:spPr>
            <a:xfrm>
              <a:off x="784892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00" name="Freeform: Shape 999">
              <a:extLst>
                <a:ext uri="{FF2B5EF4-FFF2-40B4-BE49-F238E27FC236}">
                  <a16:creationId xmlns:a16="http://schemas.microsoft.com/office/drawing/2014/main" id="{F47C95EC-9EAF-72DE-754E-7697AAD97190}"/>
                </a:ext>
              </a:extLst>
            </p:cNvPr>
            <p:cNvSpPr/>
            <p:nvPr/>
          </p:nvSpPr>
          <p:spPr>
            <a:xfrm>
              <a:off x="6488446"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1" name="Freeform: Shape 1000">
              <a:extLst>
                <a:ext uri="{FF2B5EF4-FFF2-40B4-BE49-F238E27FC236}">
                  <a16:creationId xmlns:a16="http://schemas.microsoft.com/office/drawing/2014/main" id="{035110FC-9C56-B321-74C3-AF34C82A478A}"/>
                </a:ext>
              </a:extLst>
            </p:cNvPr>
            <p:cNvSpPr/>
            <p:nvPr/>
          </p:nvSpPr>
          <p:spPr>
            <a:xfrm>
              <a:off x="6069836"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02" name="Freeform: Shape 1001">
              <a:extLst>
                <a:ext uri="{FF2B5EF4-FFF2-40B4-BE49-F238E27FC236}">
                  <a16:creationId xmlns:a16="http://schemas.microsoft.com/office/drawing/2014/main" id="{0753F0F5-2C0F-62CE-D635-08B776AD8B9B}"/>
                </a:ext>
              </a:extLst>
            </p:cNvPr>
            <p:cNvSpPr/>
            <p:nvPr/>
          </p:nvSpPr>
          <p:spPr>
            <a:xfrm>
              <a:off x="606983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3" name="Freeform: Shape 1002">
              <a:extLst>
                <a:ext uri="{FF2B5EF4-FFF2-40B4-BE49-F238E27FC236}">
                  <a16:creationId xmlns:a16="http://schemas.microsoft.com/office/drawing/2014/main" id="{A7F7EFC7-D628-8A64-336C-A9FF5D177A65}"/>
                </a:ext>
              </a:extLst>
            </p:cNvPr>
            <p:cNvSpPr/>
            <p:nvPr/>
          </p:nvSpPr>
          <p:spPr>
            <a:xfrm>
              <a:off x="8581493" y="4397034"/>
              <a:ext cx="52326" cy="52326"/>
            </a:xfrm>
            <a:custGeom>
              <a:avLst/>
              <a:gdLst>
                <a:gd name="connsiteX0" fmla="*/ 26163 w 52326"/>
                <a:gd name="connsiteY0" fmla="*/ 0 h 52326"/>
                <a:gd name="connsiteX1" fmla="*/ 0 w 52326"/>
                <a:gd name="connsiteY1" fmla="*/ 26163 h 52326"/>
                <a:gd name="connsiteX2" fmla="*/ 5930 w 52326"/>
                <a:gd name="connsiteY2" fmla="*/ 42907 h 52326"/>
                <a:gd name="connsiteX3" fmla="*/ 26163 w 52326"/>
                <a:gd name="connsiteY3" fmla="*/ 52326 h 52326"/>
                <a:gd name="connsiteX4" fmla="*/ 52326 w 52326"/>
                <a:gd name="connsiteY4" fmla="*/ 26163 h 52326"/>
                <a:gd name="connsiteX5" fmla="*/ 52326 w 52326"/>
                <a:gd name="connsiteY5" fmla="*/ 26163 h 52326"/>
                <a:gd name="connsiteX6" fmla="*/ 44652 w 52326"/>
                <a:gd name="connsiteY6" fmla="*/ 767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2442"/>
                    <a:pt x="2093" y="38373"/>
                    <a:pt x="5930" y="42907"/>
                  </a:cubicBezTo>
                  <a:cubicBezTo>
                    <a:pt x="10814" y="48838"/>
                    <a:pt x="18140" y="52326"/>
                    <a:pt x="26163" y="52326"/>
                  </a:cubicBezTo>
                  <a:cubicBezTo>
                    <a:pt x="40466" y="52326"/>
                    <a:pt x="52326" y="40465"/>
                    <a:pt x="52326" y="26163"/>
                  </a:cubicBezTo>
                  <a:lnTo>
                    <a:pt x="52326" y="26163"/>
                  </a:ln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1004" name="Freeform: Shape 1003">
              <a:extLst>
                <a:ext uri="{FF2B5EF4-FFF2-40B4-BE49-F238E27FC236}">
                  <a16:creationId xmlns:a16="http://schemas.microsoft.com/office/drawing/2014/main" id="{CBEC8ED0-2111-AFF5-4D2D-796C71405B7B}"/>
                </a:ext>
              </a:extLst>
            </p:cNvPr>
            <p:cNvSpPr/>
            <p:nvPr/>
          </p:nvSpPr>
          <p:spPr>
            <a:xfrm>
              <a:off x="1130245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5" name="Freeform: Shape 1004">
              <a:extLst>
                <a:ext uri="{FF2B5EF4-FFF2-40B4-BE49-F238E27FC236}">
                  <a16:creationId xmlns:a16="http://schemas.microsoft.com/office/drawing/2014/main" id="{77CA08C7-1E9E-5C4E-7136-A17717B0DFD0}"/>
                </a:ext>
              </a:extLst>
            </p:cNvPr>
            <p:cNvSpPr/>
            <p:nvPr/>
          </p:nvSpPr>
          <p:spPr>
            <a:xfrm>
              <a:off x="1067454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6" name="Freeform: Shape 1005">
              <a:extLst>
                <a:ext uri="{FF2B5EF4-FFF2-40B4-BE49-F238E27FC236}">
                  <a16:creationId xmlns:a16="http://schemas.microsoft.com/office/drawing/2014/main" id="{E851F032-8DD2-D5DB-61CE-63769C885471}"/>
                </a:ext>
              </a:extLst>
            </p:cNvPr>
            <p:cNvSpPr/>
            <p:nvPr/>
          </p:nvSpPr>
          <p:spPr>
            <a:xfrm>
              <a:off x="1098849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07" name="Freeform: Shape 1006">
              <a:extLst>
                <a:ext uri="{FF2B5EF4-FFF2-40B4-BE49-F238E27FC236}">
                  <a16:creationId xmlns:a16="http://schemas.microsoft.com/office/drawing/2014/main" id="{5B844E39-4AB2-C5A3-D053-A6AA250B0DF5}"/>
                </a:ext>
              </a:extLst>
            </p:cNvPr>
            <p:cNvSpPr/>
            <p:nvPr/>
          </p:nvSpPr>
          <p:spPr>
            <a:xfrm>
              <a:off x="1098849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8" name="Freeform: Shape 1007">
              <a:extLst>
                <a:ext uri="{FF2B5EF4-FFF2-40B4-BE49-F238E27FC236}">
                  <a16:creationId xmlns:a16="http://schemas.microsoft.com/office/drawing/2014/main" id="{428A4EFA-CAD7-3DDD-BABB-A573E730F3D2}"/>
                </a:ext>
              </a:extLst>
            </p:cNvPr>
            <p:cNvSpPr/>
            <p:nvPr/>
          </p:nvSpPr>
          <p:spPr>
            <a:xfrm>
              <a:off x="9941974"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9" name="Freeform: Shape 1008">
              <a:extLst>
                <a:ext uri="{FF2B5EF4-FFF2-40B4-BE49-F238E27FC236}">
                  <a16:creationId xmlns:a16="http://schemas.microsoft.com/office/drawing/2014/main" id="{F83A1521-3AC2-C18C-92B5-371806B45846}"/>
                </a:ext>
              </a:extLst>
            </p:cNvPr>
            <p:cNvSpPr/>
            <p:nvPr/>
          </p:nvSpPr>
          <p:spPr>
            <a:xfrm>
              <a:off x="90001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0" name="Freeform: Shape 1009">
              <a:extLst>
                <a:ext uri="{FF2B5EF4-FFF2-40B4-BE49-F238E27FC236}">
                  <a16:creationId xmlns:a16="http://schemas.microsoft.com/office/drawing/2014/main" id="{84115E64-41B6-CF4F-36F0-934A4F7653D3}"/>
                </a:ext>
              </a:extLst>
            </p:cNvPr>
            <p:cNvSpPr/>
            <p:nvPr/>
          </p:nvSpPr>
          <p:spPr>
            <a:xfrm>
              <a:off x="889545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1" name="Freeform: Shape 1010">
              <a:extLst>
                <a:ext uri="{FF2B5EF4-FFF2-40B4-BE49-F238E27FC236}">
                  <a16:creationId xmlns:a16="http://schemas.microsoft.com/office/drawing/2014/main" id="{8AA15F57-BF4C-2DDE-3DF5-506F7CF5D5E7}"/>
                </a:ext>
              </a:extLst>
            </p:cNvPr>
            <p:cNvSpPr/>
            <p:nvPr/>
          </p:nvSpPr>
          <p:spPr>
            <a:xfrm>
              <a:off x="879079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2" name="Freeform: Shape 1011">
              <a:extLst>
                <a:ext uri="{FF2B5EF4-FFF2-40B4-BE49-F238E27FC236}">
                  <a16:creationId xmlns:a16="http://schemas.microsoft.com/office/drawing/2014/main" id="{DD91AF6A-553C-9714-5A47-D73CE7FAFA94}"/>
                </a:ext>
              </a:extLst>
            </p:cNvPr>
            <p:cNvSpPr/>
            <p:nvPr/>
          </p:nvSpPr>
          <p:spPr>
            <a:xfrm>
              <a:off x="858149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3" name="Freeform: Shape 1012">
              <a:extLst>
                <a:ext uri="{FF2B5EF4-FFF2-40B4-BE49-F238E27FC236}">
                  <a16:creationId xmlns:a16="http://schemas.microsoft.com/office/drawing/2014/main" id="{43AB7D32-4A05-98A0-CA7B-0857DC698EF6}"/>
                </a:ext>
              </a:extLst>
            </p:cNvPr>
            <p:cNvSpPr/>
            <p:nvPr/>
          </p:nvSpPr>
          <p:spPr>
            <a:xfrm>
              <a:off x="8581493" y="2722596"/>
              <a:ext cx="52326" cy="52326"/>
            </a:xfrm>
            <a:custGeom>
              <a:avLst/>
              <a:gdLst>
                <a:gd name="connsiteX0" fmla="*/ 20930 w 52326"/>
                <a:gd name="connsiteY0" fmla="*/ 51977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6 h 52326"/>
                <a:gd name="connsiteX5" fmla="*/ 26163 w 52326"/>
                <a:gd name="connsiteY5" fmla="*/ 0 h 52326"/>
                <a:gd name="connsiteX6" fmla="*/ 0 w 52326"/>
                <a:gd name="connsiteY6" fmla="*/ 26163 h 52326"/>
                <a:gd name="connsiteX7" fmla="*/ 20930 w 52326"/>
                <a:gd name="connsiteY7"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977"/>
                  </a:moveTo>
                  <a:cubicBezTo>
                    <a:pt x="22675" y="52326"/>
                    <a:pt x="24419" y="52326"/>
                    <a:pt x="26163" y="52326"/>
                  </a:cubicBezTo>
                  <a:lnTo>
                    <a:pt x="26163" y="52326"/>
                  </a:lnTo>
                  <a:cubicBezTo>
                    <a:pt x="40466" y="52326"/>
                    <a:pt x="52326" y="40466"/>
                    <a:pt x="52326" y="26163"/>
                  </a:cubicBezTo>
                  <a:cubicBezTo>
                    <a:pt x="52326" y="14303"/>
                    <a:pt x="44652" y="4535"/>
                    <a:pt x="33837" y="1046"/>
                  </a:cubicBezTo>
                  <a:cubicBezTo>
                    <a:pt x="31396" y="349"/>
                    <a:pt x="28605" y="0"/>
                    <a:pt x="26163" y="0"/>
                  </a:cubicBezTo>
                  <a:cubicBezTo>
                    <a:pt x="11860" y="0"/>
                    <a:pt x="0" y="11861"/>
                    <a:pt x="0" y="26163"/>
                  </a:cubicBezTo>
                  <a:cubicBezTo>
                    <a:pt x="0" y="38721"/>
                    <a:pt x="9070" y="49535"/>
                    <a:pt x="20930" y="51977"/>
                  </a:cubicBezTo>
                  <a:close/>
                </a:path>
              </a:pathLst>
            </a:custGeom>
            <a:grpFill/>
            <a:ln w="3488" cap="flat">
              <a:noFill/>
              <a:prstDash val="solid"/>
              <a:miter/>
            </a:ln>
          </p:spPr>
          <p:txBody>
            <a:bodyPr rtlCol="0" anchor="ctr"/>
            <a:lstStyle/>
            <a:p>
              <a:endParaRPr lang="en-ID"/>
            </a:p>
          </p:txBody>
        </p:sp>
        <p:sp>
          <p:nvSpPr>
            <p:cNvPr id="1014" name="Freeform: Shape 1013">
              <a:extLst>
                <a:ext uri="{FF2B5EF4-FFF2-40B4-BE49-F238E27FC236}">
                  <a16:creationId xmlns:a16="http://schemas.microsoft.com/office/drawing/2014/main" id="{13D7AF98-D5D4-DE38-B68C-4C2700190665}"/>
                </a:ext>
              </a:extLst>
            </p:cNvPr>
            <p:cNvSpPr/>
            <p:nvPr/>
          </p:nvSpPr>
          <p:spPr>
            <a:xfrm>
              <a:off x="78489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5" name="Freeform: Shape 1014">
              <a:extLst>
                <a:ext uri="{FF2B5EF4-FFF2-40B4-BE49-F238E27FC236}">
                  <a16:creationId xmlns:a16="http://schemas.microsoft.com/office/drawing/2014/main" id="{1B80E223-EC24-9143-2580-3784BD877EDC}"/>
                </a:ext>
              </a:extLst>
            </p:cNvPr>
            <p:cNvSpPr/>
            <p:nvPr/>
          </p:nvSpPr>
          <p:spPr>
            <a:xfrm>
              <a:off x="7744274"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16" name="Freeform: Shape 1015">
              <a:extLst>
                <a:ext uri="{FF2B5EF4-FFF2-40B4-BE49-F238E27FC236}">
                  <a16:creationId xmlns:a16="http://schemas.microsoft.com/office/drawing/2014/main" id="{84C48E53-A6EB-228B-AB5B-FF7F7211D932}"/>
                </a:ext>
              </a:extLst>
            </p:cNvPr>
            <p:cNvSpPr/>
            <p:nvPr/>
          </p:nvSpPr>
          <p:spPr>
            <a:xfrm>
              <a:off x="774427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7" name="Freeform: Shape 1016">
              <a:extLst>
                <a:ext uri="{FF2B5EF4-FFF2-40B4-BE49-F238E27FC236}">
                  <a16:creationId xmlns:a16="http://schemas.microsoft.com/office/drawing/2014/main" id="{8F77D3FB-0A53-043C-71D6-CC3DFE8A98AD}"/>
                </a:ext>
              </a:extLst>
            </p:cNvPr>
            <p:cNvSpPr/>
            <p:nvPr/>
          </p:nvSpPr>
          <p:spPr>
            <a:xfrm>
              <a:off x="7221012"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18" name="Freeform: Shape 1017">
              <a:extLst>
                <a:ext uri="{FF2B5EF4-FFF2-40B4-BE49-F238E27FC236}">
                  <a16:creationId xmlns:a16="http://schemas.microsoft.com/office/drawing/2014/main" id="{986D3D43-8216-F7C9-5BAC-B6EA60DDF94B}"/>
                </a:ext>
              </a:extLst>
            </p:cNvPr>
            <p:cNvSpPr/>
            <p:nvPr/>
          </p:nvSpPr>
          <p:spPr>
            <a:xfrm>
              <a:off x="7011708"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19" name="Freeform: Shape 1018">
              <a:extLst>
                <a:ext uri="{FF2B5EF4-FFF2-40B4-BE49-F238E27FC236}">
                  <a16:creationId xmlns:a16="http://schemas.microsoft.com/office/drawing/2014/main" id="{F1D591D8-F937-3F6F-B8CD-3DB782AE3E1C}"/>
                </a:ext>
              </a:extLst>
            </p:cNvPr>
            <p:cNvSpPr/>
            <p:nvPr/>
          </p:nvSpPr>
          <p:spPr>
            <a:xfrm>
              <a:off x="638379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20" name="Freeform: Shape 1019">
              <a:extLst>
                <a:ext uri="{FF2B5EF4-FFF2-40B4-BE49-F238E27FC236}">
                  <a16:creationId xmlns:a16="http://schemas.microsoft.com/office/drawing/2014/main" id="{35E7ACFF-7D0D-F1D5-01AF-E573DCCD4EB6}"/>
                </a:ext>
              </a:extLst>
            </p:cNvPr>
            <p:cNvSpPr/>
            <p:nvPr/>
          </p:nvSpPr>
          <p:spPr>
            <a:xfrm>
              <a:off x="638379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1" name="Freeform: Shape 1020">
              <a:extLst>
                <a:ext uri="{FF2B5EF4-FFF2-40B4-BE49-F238E27FC236}">
                  <a16:creationId xmlns:a16="http://schemas.microsoft.com/office/drawing/2014/main" id="{8FAF1A53-0104-6992-6E83-70274D8A9C37}"/>
                </a:ext>
              </a:extLst>
            </p:cNvPr>
            <p:cNvSpPr/>
            <p:nvPr/>
          </p:nvSpPr>
          <p:spPr>
            <a:xfrm>
              <a:off x="8686145" y="4083077"/>
              <a:ext cx="52326" cy="52326"/>
            </a:xfrm>
            <a:custGeom>
              <a:avLst/>
              <a:gdLst>
                <a:gd name="connsiteX0" fmla="*/ 52326 w 52326"/>
                <a:gd name="connsiteY0" fmla="*/ 26163 h 52326"/>
                <a:gd name="connsiteX1" fmla="*/ 26163 w 52326"/>
                <a:gd name="connsiteY1" fmla="*/ 0 h 52326"/>
                <a:gd name="connsiteX2" fmla="*/ 1047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ubicBezTo>
                    <a:pt x="35931" y="52326"/>
                    <a:pt x="44652" y="46745"/>
                    <a:pt x="49187" y="38721"/>
                  </a:cubicBezTo>
                  <a:cubicBezTo>
                    <a:pt x="51279"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1022" name="Freeform: Shape 1021">
              <a:extLst>
                <a:ext uri="{FF2B5EF4-FFF2-40B4-BE49-F238E27FC236}">
                  <a16:creationId xmlns:a16="http://schemas.microsoft.com/office/drawing/2014/main" id="{A9C3EDEC-63D3-D1EC-0689-DBF857F690F2}"/>
                </a:ext>
              </a:extLst>
            </p:cNvPr>
            <p:cNvSpPr/>
            <p:nvPr/>
          </p:nvSpPr>
          <p:spPr>
            <a:xfrm>
              <a:off x="10046626"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23" name="Freeform: Shape 1022">
              <a:extLst>
                <a:ext uri="{FF2B5EF4-FFF2-40B4-BE49-F238E27FC236}">
                  <a16:creationId xmlns:a16="http://schemas.microsoft.com/office/drawing/2014/main" id="{AB0F2899-8DC2-7A31-4D0D-D17A327DFCAC}"/>
                </a:ext>
              </a:extLst>
            </p:cNvPr>
            <p:cNvSpPr/>
            <p:nvPr/>
          </p:nvSpPr>
          <p:spPr>
            <a:xfrm>
              <a:off x="9628017"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24" name="Freeform: Shape 1023">
              <a:extLst>
                <a:ext uri="{FF2B5EF4-FFF2-40B4-BE49-F238E27FC236}">
                  <a16:creationId xmlns:a16="http://schemas.microsoft.com/office/drawing/2014/main" id="{AD1B93CA-34F5-6A73-9937-428978F4673A}"/>
                </a:ext>
              </a:extLst>
            </p:cNvPr>
            <p:cNvSpPr/>
            <p:nvPr/>
          </p:nvSpPr>
          <p:spPr>
            <a:xfrm>
              <a:off x="1182571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25" name="Freeform: Shape 1024">
              <a:extLst>
                <a:ext uri="{FF2B5EF4-FFF2-40B4-BE49-F238E27FC236}">
                  <a16:creationId xmlns:a16="http://schemas.microsoft.com/office/drawing/2014/main" id="{0C3566E5-30BA-1714-19D7-B59A6060D16A}"/>
                </a:ext>
              </a:extLst>
            </p:cNvPr>
            <p:cNvSpPr/>
            <p:nvPr/>
          </p:nvSpPr>
          <p:spPr>
            <a:xfrm>
              <a:off x="1203502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6" name="Freeform: Shape 1025">
              <a:extLst>
                <a:ext uri="{FF2B5EF4-FFF2-40B4-BE49-F238E27FC236}">
                  <a16:creationId xmlns:a16="http://schemas.microsoft.com/office/drawing/2014/main" id="{93892F2E-9174-FB43-06D0-503891E8DC8F}"/>
                </a:ext>
              </a:extLst>
            </p:cNvPr>
            <p:cNvSpPr/>
            <p:nvPr/>
          </p:nvSpPr>
          <p:spPr>
            <a:xfrm>
              <a:off x="116164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7" name="Freeform: Shape 1026">
              <a:extLst>
                <a:ext uri="{FF2B5EF4-FFF2-40B4-BE49-F238E27FC236}">
                  <a16:creationId xmlns:a16="http://schemas.microsoft.com/office/drawing/2014/main" id="{D19E0E67-8BC3-FB1C-C6A4-E3154C7D1DBE}"/>
                </a:ext>
              </a:extLst>
            </p:cNvPr>
            <p:cNvSpPr/>
            <p:nvPr/>
          </p:nvSpPr>
          <p:spPr>
            <a:xfrm>
              <a:off x="1025593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8" name="Freeform: Shape 1027">
              <a:extLst>
                <a:ext uri="{FF2B5EF4-FFF2-40B4-BE49-F238E27FC236}">
                  <a16:creationId xmlns:a16="http://schemas.microsoft.com/office/drawing/2014/main" id="{9CC70D85-C2A9-8610-BF14-12D5710E120C}"/>
                </a:ext>
              </a:extLst>
            </p:cNvPr>
            <p:cNvSpPr/>
            <p:nvPr/>
          </p:nvSpPr>
          <p:spPr>
            <a:xfrm>
              <a:off x="10046626"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29" name="Freeform: Shape 1028">
              <a:extLst>
                <a:ext uri="{FF2B5EF4-FFF2-40B4-BE49-F238E27FC236}">
                  <a16:creationId xmlns:a16="http://schemas.microsoft.com/office/drawing/2014/main" id="{50AA168B-01F8-8A3F-E996-5887A8299E0C}"/>
                </a:ext>
              </a:extLst>
            </p:cNvPr>
            <p:cNvSpPr/>
            <p:nvPr/>
          </p:nvSpPr>
          <p:spPr>
            <a:xfrm>
              <a:off x="10988497"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5349" y="0"/>
                    <a:pt x="5930" y="6628"/>
                    <a:pt x="2093" y="16047"/>
                  </a:cubicBezTo>
                  <a:cubicBezTo>
                    <a:pt x="698" y="19186"/>
                    <a:pt x="0" y="22675"/>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0" name="Freeform: Shape 1029">
              <a:extLst>
                <a:ext uri="{FF2B5EF4-FFF2-40B4-BE49-F238E27FC236}">
                  <a16:creationId xmlns:a16="http://schemas.microsoft.com/office/drawing/2014/main" id="{EF1BAC21-FCBC-70CE-0AFC-3E7DFA1A97E7}"/>
                </a:ext>
              </a:extLst>
            </p:cNvPr>
            <p:cNvSpPr/>
            <p:nvPr/>
          </p:nvSpPr>
          <p:spPr>
            <a:xfrm>
              <a:off x="1015127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1" name="Freeform: Shape 1030">
              <a:extLst>
                <a:ext uri="{FF2B5EF4-FFF2-40B4-BE49-F238E27FC236}">
                  <a16:creationId xmlns:a16="http://schemas.microsoft.com/office/drawing/2014/main" id="{E88DA3A8-0D36-3115-0D59-93E2F887104E}"/>
                </a:ext>
              </a:extLst>
            </p:cNvPr>
            <p:cNvSpPr/>
            <p:nvPr/>
          </p:nvSpPr>
          <p:spPr>
            <a:xfrm>
              <a:off x="99419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2" name="Freeform: Shape 1031">
              <a:extLst>
                <a:ext uri="{FF2B5EF4-FFF2-40B4-BE49-F238E27FC236}">
                  <a16:creationId xmlns:a16="http://schemas.microsoft.com/office/drawing/2014/main" id="{7B6ADCAD-602A-A1A3-6B94-EB34C7BED603}"/>
                </a:ext>
              </a:extLst>
            </p:cNvPr>
            <p:cNvSpPr/>
            <p:nvPr/>
          </p:nvSpPr>
          <p:spPr>
            <a:xfrm>
              <a:off x="952336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3" name="Freeform: Shape 1032">
              <a:extLst>
                <a:ext uri="{FF2B5EF4-FFF2-40B4-BE49-F238E27FC236}">
                  <a16:creationId xmlns:a16="http://schemas.microsoft.com/office/drawing/2014/main" id="{FA66FDA2-D2C5-5408-DAE2-5C76CEEC51D9}"/>
                </a:ext>
              </a:extLst>
            </p:cNvPr>
            <p:cNvSpPr/>
            <p:nvPr/>
          </p:nvSpPr>
          <p:spPr>
            <a:xfrm>
              <a:off x="9418712"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34" name="Freeform: Shape 1033">
              <a:extLst>
                <a:ext uri="{FF2B5EF4-FFF2-40B4-BE49-F238E27FC236}">
                  <a16:creationId xmlns:a16="http://schemas.microsoft.com/office/drawing/2014/main" id="{16C4CC70-389F-6D7B-941D-05386FD44B11}"/>
                </a:ext>
              </a:extLst>
            </p:cNvPr>
            <p:cNvSpPr/>
            <p:nvPr/>
          </p:nvSpPr>
          <p:spPr>
            <a:xfrm>
              <a:off x="8790798" y="4292381"/>
              <a:ext cx="52326" cy="52326"/>
            </a:xfrm>
            <a:custGeom>
              <a:avLst/>
              <a:gdLst>
                <a:gd name="connsiteX0" fmla="*/ 51279 w 52326"/>
                <a:gd name="connsiteY0" fmla="*/ 18489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1279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79" y="18489"/>
                  </a:moveTo>
                  <a:cubicBezTo>
                    <a:pt x="48140" y="7675"/>
                    <a:pt x="38023"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3372"/>
                    <a:pt x="51977" y="20930"/>
                    <a:pt x="51279" y="18489"/>
                  </a:cubicBezTo>
                  <a:close/>
                </a:path>
              </a:pathLst>
            </a:custGeom>
            <a:grpFill/>
            <a:ln w="3488" cap="flat">
              <a:noFill/>
              <a:prstDash val="solid"/>
              <a:miter/>
            </a:ln>
          </p:spPr>
          <p:txBody>
            <a:bodyPr rtlCol="0" anchor="ctr"/>
            <a:lstStyle/>
            <a:p>
              <a:endParaRPr lang="en-ID"/>
            </a:p>
          </p:txBody>
        </p:sp>
        <p:sp>
          <p:nvSpPr>
            <p:cNvPr id="1035" name="Freeform: Shape 1034">
              <a:extLst>
                <a:ext uri="{FF2B5EF4-FFF2-40B4-BE49-F238E27FC236}">
                  <a16:creationId xmlns:a16="http://schemas.microsoft.com/office/drawing/2014/main" id="{87CF91B5-6409-F8AB-EA5B-62E6A6C8484B}"/>
                </a:ext>
              </a:extLst>
            </p:cNvPr>
            <p:cNvSpPr/>
            <p:nvPr/>
          </p:nvSpPr>
          <p:spPr>
            <a:xfrm>
              <a:off x="847684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6" name="Freeform: Shape 1035">
              <a:extLst>
                <a:ext uri="{FF2B5EF4-FFF2-40B4-BE49-F238E27FC236}">
                  <a16:creationId xmlns:a16="http://schemas.microsoft.com/office/drawing/2014/main" id="{19627289-BDC0-7A2A-52FC-736D724793B3}"/>
                </a:ext>
              </a:extLst>
            </p:cNvPr>
            <p:cNvSpPr/>
            <p:nvPr/>
          </p:nvSpPr>
          <p:spPr>
            <a:xfrm>
              <a:off x="7430317"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37" name="Freeform: Shape 1036">
              <a:extLst>
                <a:ext uri="{FF2B5EF4-FFF2-40B4-BE49-F238E27FC236}">
                  <a16:creationId xmlns:a16="http://schemas.microsoft.com/office/drawing/2014/main" id="{11998D31-94EE-7E0C-D46E-5E1E38752198}"/>
                </a:ext>
              </a:extLst>
            </p:cNvPr>
            <p:cNvSpPr/>
            <p:nvPr/>
          </p:nvSpPr>
          <p:spPr>
            <a:xfrm>
              <a:off x="617448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8" name="Freeform: Shape 1037">
              <a:extLst>
                <a:ext uri="{FF2B5EF4-FFF2-40B4-BE49-F238E27FC236}">
                  <a16:creationId xmlns:a16="http://schemas.microsoft.com/office/drawing/2014/main" id="{983BD6B9-C765-F98D-6136-BDFBC7EDD6C0}"/>
                </a:ext>
              </a:extLst>
            </p:cNvPr>
            <p:cNvSpPr/>
            <p:nvPr/>
          </p:nvSpPr>
          <p:spPr>
            <a:xfrm>
              <a:off x="617448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9" name="Freeform: Shape 1038">
              <a:extLst>
                <a:ext uri="{FF2B5EF4-FFF2-40B4-BE49-F238E27FC236}">
                  <a16:creationId xmlns:a16="http://schemas.microsoft.com/office/drawing/2014/main" id="{9FEFFDEF-712D-8822-CFB5-4D5064972CF2}"/>
                </a:ext>
              </a:extLst>
            </p:cNvPr>
            <p:cNvSpPr/>
            <p:nvPr/>
          </p:nvSpPr>
          <p:spPr>
            <a:xfrm>
              <a:off x="6069488" y="5339254"/>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3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3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4"/>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4"/>
                    <a:pt x="52326" y="28954"/>
                  </a:cubicBezTo>
                  <a:cubicBezTo>
                    <a:pt x="52326" y="27907"/>
                    <a:pt x="52326" y="27210"/>
                    <a:pt x="52326" y="26163"/>
                  </a:cubicBezTo>
                  <a:cubicBezTo>
                    <a:pt x="52326" y="25117"/>
                    <a:pt x="52326" y="24419"/>
                    <a:pt x="52326" y="23373"/>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3"/>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1040" name="Freeform: Shape 1039">
              <a:extLst>
                <a:ext uri="{FF2B5EF4-FFF2-40B4-BE49-F238E27FC236}">
                  <a16:creationId xmlns:a16="http://schemas.microsoft.com/office/drawing/2014/main" id="{135DA3C2-4D92-416F-8131-05FBF530A85B}"/>
                </a:ext>
              </a:extLst>
            </p:cNvPr>
            <p:cNvSpPr/>
            <p:nvPr/>
          </p:nvSpPr>
          <p:spPr>
            <a:xfrm>
              <a:off x="11197802" y="3350510"/>
              <a:ext cx="52326" cy="52326"/>
            </a:xfrm>
            <a:custGeom>
              <a:avLst/>
              <a:gdLst>
                <a:gd name="connsiteX0" fmla="*/ 26163 w 52326"/>
                <a:gd name="connsiteY0" fmla="*/ 52326 h 52326"/>
                <a:gd name="connsiteX1" fmla="*/ 52326 w 52326"/>
                <a:gd name="connsiteY1" fmla="*/ 26163 h 52326"/>
                <a:gd name="connsiteX2" fmla="*/ 49884 w 52326"/>
                <a:gd name="connsiteY2" fmla="*/ 15349 h 52326"/>
                <a:gd name="connsiteX3" fmla="*/ 26163 w 52326"/>
                <a:gd name="connsiteY3" fmla="*/ 0 h 52326"/>
                <a:gd name="connsiteX4" fmla="*/ 26163 w 52326"/>
                <a:gd name="connsiteY4" fmla="*/ 0 h 52326"/>
                <a:gd name="connsiteX5" fmla="*/ 0 w 52326"/>
                <a:gd name="connsiteY5" fmla="*/ 26163 h 52326"/>
                <a:gd name="connsiteX6" fmla="*/ 2093 w 52326"/>
                <a:gd name="connsiteY6" fmla="*/ 36280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22326"/>
                    <a:pt x="51629" y="18838"/>
                    <a:pt x="49884" y="15349"/>
                  </a:cubicBezTo>
                  <a:cubicBezTo>
                    <a:pt x="45699" y="6279"/>
                    <a:pt x="36628" y="0"/>
                    <a:pt x="26163" y="0"/>
                  </a:cubicBezTo>
                  <a:lnTo>
                    <a:pt x="26163" y="0"/>
                  </a:lnTo>
                  <a:cubicBezTo>
                    <a:pt x="11860" y="0"/>
                    <a:pt x="0" y="11861"/>
                    <a:pt x="0" y="26163"/>
                  </a:cubicBezTo>
                  <a:cubicBezTo>
                    <a:pt x="0" y="29652"/>
                    <a:pt x="698" y="33140"/>
                    <a:pt x="2093" y="36280"/>
                  </a:cubicBezTo>
                  <a:cubicBezTo>
                    <a:pt x="5930" y="45698"/>
                    <a:pt x="15349" y="52326"/>
                    <a:pt x="26163" y="52326"/>
                  </a:cubicBezTo>
                  <a:close/>
                </a:path>
              </a:pathLst>
            </a:custGeom>
            <a:grpFill/>
            <a:ln w="3488" cap="flat">
              <a:noFill/>
              <a:prstDash val="solid"/>
              <a:miter/>
            </a:ln>
          </p:spPr>
          <p:txBody>
            <a:bodyPr rtlCol="0" anchor="ctr"/>
            <a:lstStyle/>
            <a:p>
              <a:endParaRPr lang="en-ID"/>
            </a:p>
          </p:txBody>
        </p:sp>
        <p:sp>
          <p:nvSpPr>
            <p:cNvPr id="1041" name="Freeform: Shape 1040">
              <a:extLst>
                <a:ext uri="{FF2B5EF4-FFF2-40B4-BE49-F238E27FC236}">
                  <a16:creationId xmlns:a16="http://schemas.microsoft.com/office/drawing/2014/main" id="{0092B982-42C7-907D-98EF-C94954795DDB}"/>
                </a:ext>
              </a:extLst>
            </p:cNvPr>
            <p:cNvSpPr/>
            <p:nvPr/>
          </p:nvSpPr>
          <p:spPr>
            <a:xfrm>
              <a:off x="8162884" y="4187729"/>
              <a:ext cx="52326" cy="52326"/>
            </a:xfrm>
            <a:custGeom>
              <a:avLst/>
              <a:gdLst>
                <a:gd name="connsiteX0" fmla="*/ 47791 w 52326"/>
                <a:gd name="connsiteY0" fmla="*/ 11512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7674 w 52326"/>
                <a:gd name="connsiteY5" fmla="*/ 44652 h 52326"/>
                <a:gd name="connsiteX6" fmla="*/ 26163 w 52326"/>
                <a:gd name="connsiteY6" fmla="*/ 52326 h 52326"/>
                <a:gd name="connsiteX7" fmla="*/ 52326 w 52326"/>
                <a:gd name="connsiteY7" fmla="*/ 26163 h 52326"/>
                <a:gd name="connsiteX8" fmla="*/ 47791 w 52326"/>
                <a:gd name="connsiteY8"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7791" y="11512"/>
                  </a:moveTo>
                  <a:cubicBezTo>
                    <a:pt x="43256" y="4535"/>
                    <a:pt x="35233" y="0"/>
                    <a:pt x="26163" y="0"/>
                  </a:cubicBezTo>
                  <a:lnTo>
                    <a:pt x="26163" y="0"/>
                  </a:lnTo>
                  <a:cubicBezTo>
                    <a:pt x="11860" y="0"/>
                    <a:pt x="0" y="11861"/>
                    <a:pt x="0" y="26163"/>
                  </a:cubicBezTo>
                  <a:lnTo>
                    <a:pt x="0" y="26163"/>
                  </a:lnTo>
                  <a:cubicBezTo>
                    <a:pt x="0" y="33489"/>
                    <a:pt x="2791" y="39768"/>
                    <a:pt x="7674" y="44652"/>
                  </a:cubicBezTo>
                  <a:cubicBezTo>
                    <a:pt x="12559" y="49535"/>
                    <a:pt x="18837" y="52326"/>
                    <a:pt x="26163" y="52326"/>
                  </a:cubicBezTo>
                  <a:cubicBezTo>
                    <a:pt x="40466" y="52326"/>
                    <a:pt x="52326" y="40465"/>
                    <a:pt x="52326" y="26163"/>
                  </a:cubicBezTo>
                  <a:cubicBezTo>
                    <a:pt x="52326" y="20582"/>
                    <a:pt x="50582" y="15698"/>
                    <a:pt x="47791" y="11512"/>
                  </a:cubicBezTo>
                  <a:close/>
                </a:path>
              </a:pathLst>
            </a:custGeom>
            <a:grpFill/>
            <a:ln w="3488" cap="flat">
              <a:noFill/>
              <a:prstDash val="solid"/>
              <a:miter/>
            </a:ln>
          </p:spPr>
          <p:txBody>
            <a:bodyPr rtlCol="0" anchor="ctr"/>
            <a:lstStyle/>
            <a:p>
              <a:endParaRPr lang="en-ID"/>
            </a:p>
          </p:txBody>
        </p:sp>
        <p:sp>
          <p:nvSpPr>
            <p:cNvPr id="1042" name="Freeform: Shape 1041">
              <a:extLst>
                <a:ext uri="{FF2B5EF4-FFF2-40B4-BE49-F238E27FC236}">
                  <a16:creationId xmlns:a16="http://schemas.microsoft.com/office/drawing/2014/main" id="{63BC83A6-1465-8B54-87E9-12671BAC7774}"/>
                </a:ext>
              </a:extLst>
            </p:cNvPr>
            <p:cNvSpPr/>
            <p:nvPr/>
          </p:nvSpPr>
          <p:spPr>
            <a:xfrm>
              <a:off x="11093150" y="146676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1860" y="0"/>
                    <a:pt x="0" y="11861"/>
                    <a:pt x="0" y="26163"/>
                  </a:cubicBezTo>
                  <a:lnTo>
                    <a:pt x="0" y="26163"/>
                  </a:lnTo>
                  <a:lnTo>
                    <a:pt x="0" y="26163"/>
                  </a:lnTo>
                  <a:cubicBezTo>
                    <a:pt x="0" y="40466"/>
                    <a:pt x="11860" y="52326"/>
                    <a:pt x="26163" y="52326"/>
                  </a:cubicBezTo>
                  <a:cubicBezTo>
                    <a:pt x="40466" y="52326"/>
                    <a:pt x="52326" y="40466"/>
                    <a:pt x="52326" y="26163"/>
                  </a:cubicBezTo>
                  <a:lnTo>
                    <a:pt x="52326" y="26163"/>
                  </a:ln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43" name="Freeform: Shape 1042">
              <a:extLst>
                <a:ext uri="{FF2B5EF4-FFF2-40B4-BE49-F238E27FC236}">
                  <a16:creationId xmlns:a16="http://schemas.microsoft.com/office/drawing/2014/main" id="{EEC1E541-9F32-5298-9A2C-91A1EF3D6DF5}"/>
                </a:ext>
              </a:extLst>
            </p:cNvPr>
            <p:cNvSpPr/>
            <p:nvPr/>
          </p:nvSpPr>
          <p:spPr>
            <a:xfrm>
              <a:off x="10779193" y="4920296"/>
              <a:ext cx="52326" cy="52326"/>
            </a:xfrm>
            <a:custGeom>
              <a:avLst/>
              <a:gdLst>
                <a:gd name="connsiteX0" fmla="*/ 46744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4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4" y="10116"/>
                  </a:moveTo>
                  <a:cubicBezTo>
                    <a:pt x="41861" y="4186"/>
                    <a:pt x="34535" y="0"/>
                    <a:pt x="26163" y="0"/>
                  </a:cubicBezTo>
                  <a:cubicBezTo>
                    <a:pt x="11860" y="0"/>
                    <a:pt x="0" y="11861"/>
                    <a:pt x="0" y="26163"/>
                  </a:cubicBezTo>
                  <a:cubicBezTo>
                    <a:pt x="0" y="27907"/>
                    <a:pt x="349" y="29652"/>
                    <a:pt x="698" y="31396"/>
                  </a:cubicBezTo>
                  <a:cubicBezTo>
                    <a:pt x="3139" y="43256"/>
                    <a:pt x="13604" y="52326"/>
                    <a:pt x="26163" y="52326"/>
                  </a:cubicBezTo>
                  <a:cubicBezTo>
                    <a:pt x="34884" y="52326"/>
                    <a:pt x="42210" y="48140"/>
                    <a:pt x="47094" y="41861"/>
                  </a:cubicBezTo>
                  <a:cubicBezTo>
                    <a:pt x="50233" y="37326"/>
                    <a:pt x="52326" y="32093"/>
                    <a:pt x="52326" y="26163"/>
                  </a:cubicBezTo>
                  <a:cubicBezTo>
                    <a:pt x="52326" y="20233"/>
                    <a:pt x="50233" y="14302"/>
                    <a:pt x="46744" y="10116"/>
                  </a:cubicBezTo>
                  <a:close/>
                </a:path>
              </a:pathLst>
            </a:custGeom>
            <a:grpFill/>
            <a:ln w="3488" cap="flat">
              <a:noFill/>
              <a:prstDash val="solid"/>
              <a:miter/>
            </a:ln>
          </p:spPr>
          <p:txBody>
            <a:bodyPr rtlCol="0" anchor="ctr"/>
            <a:lstStyle/>
            <a:p>
              <a:endParaRPr lang="en-ID"/>
            </a:p>
          </p:txBody>
        </p:sp>
        <p:sp>
          <p:nvSpPr>
            <p:cNvPr id="1044" name="Freeform: Shape 1043">
              <a:extLst>
                <a:ext uri="{FF2B5EF4-FFF2-40B4-BE49-F238E27FC236}">
                  <a16:creationId xmlns:a16="http://schemas.microsoft.com/office/drawing/2014/main" id="{CB3BF853-8804-B164-2D17-DEEC7E7CF7F8}"/>
                </a:ext>
              </a:extLst>
            </p:cNvPr>
            <p:cNvSpPr/>
            <p:nvPr/>
          </p:nvSpPr>
          <p:spPr>
            <a:xfrm>
              <a:off x="8372188" y="4815643"/>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6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6"/>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5" name="Freeform: Shape 1044">
              <a:extLst>
                <a:ext uri="{FF2B5EF4-FFF2-40B4-BE49-F238E27FC236}">
                  <a16:creationId xmlns:a16="http://schemas.microsoft.com/office/drawing/2014/main" id="{8C53274C-BF68-EF91-CED6-34F55D78E393}"/>
                </a:ext>
              </a:extLst>
            </p:cNvPr>
            <p:cNvSpPr/>
            <p:nvPr/>
          </p:nvSpPr>
          <p:spPr>
            <a:xfrm>
              <a:off x="1182571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6" name="Freeform: Shape 1045">
              <a:extLst>
                <a:ext uri="{FF2B5EF4-FFF2-40B4-BE49-F238E27FC236}">
                  <a16:creationId xmlns:a16="http://schemas.microsoft.com/office/drawing/2014/main" id="{952B2D2A-F42F-EE1C-C903-3E189682E099}"/>
                </a:ext>
              </a:extLst>
            </p:cNvPr>
            <p:cNvSpPr/>
            <p:nvPr/>
          </p:nvSpPr>
          <p:spPr>
            <a:xfrm>
              <a:off x="983732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7" name="Freeform: Shape 1046">
              <a:extLst>
                <a:ext uri="{FF2B5EF4-FFF2-40B4-BE49-F238E27FC236}">
                  <a16:creationId xmlns:a16="http://schemas.microsoft.com/office/drawing/2014/main" id="{90A90405-96ED-BABB-EEA0-193560F6D64A}"/>
                </a:ext>
              </a:extLst>
            </p:cNvPr>
            <p:cNvSpPr/>
            <p:nvPr/>
          </p:nvSpPr>
          <p:spPr>
            <a:xfrm>
              <a:off x="11930369"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8" name="Freeform: Shape 1047">
              <a:extLst>
                <a:ext uri="{FF2B5EF4-FFF2-40B4-BE49-F238E27FC236}">
                  <a16:creationId xmlns:a16="http://schemas.microsoft.com/office/drawing/2014/main" id="{27E2A520-4D91-685A-0A71-B5CB5863F821}"/>
                </a:ext>
              </a:extLst>
            </p:cNvPr>
            <p:cNvSpPr/>
            <p:nvPr/>
          </p:nvSpPr>
          <p:spPr>
            <a:xfrm>
              <a:off x="1098849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9" name="Freeform: Shape 1048">
              <a:extLst>
                <a:ext uri="{FF2B5EF4-FFF2-40B4-BE49-F238E27FC236}">
                  <a16:creationId xmlns:a16="http://schemas.microsoft.com/office/drawing/2014/main" id="{0525F1D7-FC7A-8106-84F1-3FAA9BD5AEBB}"/>
                </a:ext>
              </a:extLst>
            </p:cNvPr>
            <p:cNvSpPr/>
            <p:nvPr/>
          </p:nvSpPr>
          <p:spPr>
            <a:xfrm>
              <a:off x="994197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0" name="Freeform: Shape 1049">
              <a:extLst>
                <a:ext uri="{FF2B5EF4-FFF2-40B4-BE49-F238E27FC236}">
                  <a16:creationId xmlns:a16="http://schemas.microsoft.com/office/drawing/2014/main" id="{3DBA5ABA-9F1A-AC25-A5B7-F1244714994C}"/>
                </a:ext>
              </a:extLst>
            </p:cNvPr>
            <p:cNvSpPr/>
            <p:nvPr/>
          </p:nvSpPr>
          <p:spPr>
            <a:xfrm>
              <a:off x="931406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1" name="Freeform: Shape 1050">
              <a:extLst>
                <a:ext uri="{FF2B5EF4-FFF2-40B4-BE49-F238E27FC236}">
                  <a16:creationId xmlns:a16="http://schemas.microsoft.com/office/drawing/2014/main" id="{8CB127FB-B61A-F5FB-E0CD-B8BB2B6B8A2E}"/>
                </a:ext>
              </a:extLst>
            </p:cNvPr>
            <p:cNvSpPr/>
            <p:nvPr/>
          </p:nvSpPr>
          <p:spPr>
            <a:xfrm>
              <a:off x="93140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52" name="Freeform: Shape 1051">
              <a:extLst>
                <a:ext uri="{FF2B5EF4-FFF2-40B4-BE49-F238E27FC236}">
                  <a16:creationId xmlns:a16="http://schemas.microsoft.com/office/drawing/2014/main" id="{9B567F45-7983-3585-BC78-98F730E3F86F}"/>
                </a:ext>
              </a:extLst>
            </p:cNvPr>
            <p:cNvSpPr/>
            <p:nvPr/>
          </p:nvSpPr>
          <p:spPr>
            <a:xfrm>
              <a:off x="879079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3" name="Freeform: Shape 1052">
              <a:extLst>
                <a:ext uri="{FF2B5EF4-FFF2-40B4-BE49-F238E27FC236}">
                  <a16:creationId xmlns:a16="http://schemas.microsoft.com/office/drawing/2014/main" id="{1E0787EF-8016-D02E-6F45-92AD0D4B672F}"/>
                </a:ext>
              </a:extLst>
            </p:cNvPr>
            <p:cNvSpPr/>
            <p:nvPr/>
          </p:nvSpPr>
          <p:spPr>
            <a:xfrm>
              <a:off x="701170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4" name="Freeform: Shape 1053">
              <a:extLst>
                <a:ext uri="{FF2B5EF4-FFF2-40B4-BE49-F238E27FC236}">
                  <a16:creationId xmlns:a16="http://schemas.microsoft.com/office/drawing/2014/main" id="{CC203A89-0E8F-2DE1-8572-EDF08AD69941}"/>
                </a:ext>
              </a:extLst>
            </p:cNvPr>
            <p:cNvSpPr/>
            <p:nvPr/>
          </p:nvSpPr>
          <p:spPr>
            <a:xfrm>
              <a:off x="669775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5" name="Freeform: Shape 1054">
              <a:extLst>
                <a:ext uri="{FF2B5EF4-FFF2-40B4-BE49-F238E27FC236}">
                  <a16:creationId xmlns:a16="http://schemas.microsoft.com/office/drawing/2014/main" id="{8A33647E-7D18-B49E-A6EA-E7CEA5CB2B6D}"/>
                </a:ext>
              </a:extLst>
            </p:cNvPr>
            <p:cNvSpPr/>
            <p:nvPr/>
          </p:nvSpPr>
          <p:spPr>
            <a:xfrm>
              <a:off x="648844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6" name="Freeform: Shape 1055">
              <a:extLst>
                <a:ext uri="{FF2B5EF4-FFF2-40B4-BE49-F238E27FC236}">
                  <a16:creationId xmlns:a16="http://schemas.microsoft.com/office/drawing/2014/main" id="{4525FADE-2D43-30E2-D6E4-3B525FB5E4F9}"/>
                </a:ext>
              </a:extLst>
            </p:cNvPr>
            <p:cNvSpPr/>
            <p:nvPr/>
          </p:nvSpPr>
          <p:spPr>
            <a:xfrm>
              <a:off x="6488446"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7" name="Freeform: Shape 1056">
              <a:extLst>
                <a:ext uri="{FF2B5EF4-FFF2-40B4-BE49-F238E27FC236}">
                  <a16:creationId xmlns:a16="http://schemas.microsoft.com/office/drawing/2014/main" id="{1131B3DD-C2F4-9A6A-9CFE-50C85F0CFF9B}"/>
                </a:ext>
              </a:extLst>
            </p:cNvPr>
            <p:cNvSpPr/>
            <p:nvPr/>
          </p:nvSpPr>
          <p:spPr>
            <a:xfrm>
              <a:off x="648844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8" name="Freeform: Shape 1057">
              <a:extLst>
                <a:ext uri="{FF2B5EF4-FFF2-40B4-BE49-F238E27FC236}">
                  <a16:creationId xmlns:a16="http://schemas.microsoft.com/office/drawing/2014/main" id="{FED0286D-91E4-7089-DCD3-23F30E149EF6}"/>
                </a:ext>
              </a:extLst>
            </p:cNvPr>
            <p:cNvSpPr/>
            <p:nvPr/>
          </p:nvSpPr>
          <p:spPr>
            <a:xfrm>
              <a:off x="9837321"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0" y="52326"/>
                    <a:pt x="26163" y="52326"/>
                  </a:cubicBezTo>
                  <a:lnTo>
                    <a:pt x="26163" y="52326"/>
                  </a:ln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59" name="Freeform: Shape 1058">
              <a:extLst>
                <a:ext uri="{FF2B5EF4-FFF2-40B4-BE49-F238E27FC236}">
                  <a16:creationId xmlns:a16="http://schemas.microsoft.com/office/drawing/2014/main" id="{1BFD2FDD-828F-551E-7F6F-928AFAAE7073}"/>
                </a:ext>
              </a:extLst>
            </p:cNvPr>
            <p:cNvSpPr/>
            <p:nvPr/>
          </p:nvSpPr>
          <p:spPr>
            <a:xfrm>
              <a:off x="9523364"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60" name="Freeform: Shape 1059">
              <a:extLst>
                <a:ext uri="{FF2B5EF4-FFF2-40B4-BE49-F238E27FC236}">
                  <a16:creationId xmlns:a16="http://schemas.microsoft.com/office/drawing/2014/main" id="{93C15796-A7F0-CCCB-7E2B-263982F3B938}"/>
                </a:ext>
              </a:extLst>
            </p:cNvPr>
            <p:cNvSpPr/>
            <p:nvPr/>
          </p:nvSpPr>
          <p:spPr>
            <a:xfrm>
              <a:off x="8267536"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8" y="52326"/>
                    <a:pt x="46396" y="45698"/>
                    <a:pt x="50233" y="36280"/>
                  </a:cubicBezTo>
                  <a:cubicBezTo>
                    <a:pt x="51629" y="33140"/>
                    <a:pt x="52326" y="29652"/>
                    <a:pt x="52326" y="26163"/>
                  </a:cubicBezTo>
                  <a:cubicBezTo>
                    <a:pt x="52326" y="11861"/>
                    <a:pt x="40466" y="0"/>
                    <a:pt x="26163" y="0"/>
                  </a:cubicBezTo>
                  <a:lnTo>
                    <a:pt x="26163" y="0"/>
                  </a:lnTo>
                  <a:cubicBezTo>
                    <a:pt x="15349" y="0"/>
                    <a:pt x="5930" y="6628"/>
                    <a:pt x="2093" y="16047"/>
                  </a:cubicBezTo>
                  <a:cubicBezTo>
                    <a:pt x="698" y="19186"/>
                    <a:pt x="0" y="22675"/>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61" name="Freeform: Shape 1060">
              <a:extLst>
                <a:ext uri="{FF2B5EF4-FFF2-40B4-BE49-F238E27FC236}">
                  <a16:creationId xmlns:a16="http://schemas.microsoft.com/office/drawing/2014/main" id="{01CF85EC-9656-8282-2D0F-2DA9B0E1467E}"/>
                </a:ext>
              </a:extLst>
            </p:cNvPr>
            <p:cNvSpPr/>
            <p:nvPr/>
          </p:nvSpPr>
          <p:spPr>
            <a:xfrm>
              <a:off x="1130245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2" name="Freeform: Shape 1061">
              <a:extLst>
                <a:ext uri="{FF2B5EF4-FFF2-40B4-BE49-F238E27FC236}">
                  <a16:creationId xmlns:a16="http://schemas.microsoft.com/office/drawing/2014/main" id="{E6EA80F7-E616-2ACE-2DE0-FFE2F3EDC833}"/>
                </a:ext>
              </a:extLst>
            </p:cNvPr>
            <p:cNvSpPr/>
            <p:nvPr/>
          </p:nvSpPr>
          <p:spPr>
            <a:xfrm>
              <a:off x="1088384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3" name="Freeform: Shape 1062">
              <a:extLst>
                <a:ext uri="{FF2B5EF4-FFF2-40B4-BE49-F238E27FC236}">
                  <a16:creationId xmlns:a16="http://schemas.microsoft.com/office/drawing/2014/main" id="{368542AE-7CC6-F050-A8D5-1F35E549CCA4}"/>
                </a:ext>
              </a:extLst>
            </p:cNvPr>
            <p:cNvSpPr/>
            <p:nvPr/>
          </p:nvSpPr>
          <p:spPr>
            <a:xfrm>
              <a:off x="10255931"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4" name="Freeform: Shape 1063">
              <a:extLst>
                <a:ext uri="{FF2B5EF4-FFF2-40B4-BE49-F238E27FC236}">
                  <a16:creationId xmlns:a16="http://schemas.microsoft.com/office/drawing/2014/main" id="{FC2FE2FD-5283-8B90-CCA2-7FFE9277E859}"/>
                </a:ext>
              </a:extLst>
            </p:cNvPr>
            <p:cNvSpPr/>
            <p:nvPr/>
          </p:nvSpPr>
          <p:spPr>
            <a:xfrm>
              <a:off x="10151278"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5" name="Freeform: Shape 1064">
              <a:extLst>
                <a:ext uri="{FF2B5EF4-FFF2-40B4-BE49-F238E27FC236}">
                  <a16:creationId xmlns:a16="http://schemas.microsoft.com/office/drawing/2014/main" id="{7EE19B78-7FB2-1AE2-B78A-780CF818EA8A}"/>
                </a:ext>
              </a:extLst>
            </p:cNvPr>
            <p:cNvSpPr/>
            <p:nvPr/>
          </p:nvSpPr>
          <p:spPr>
            <a:xfrm>
              <a:off x="994197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6" name="Freeform: Shape 1065">
              <a:extLst>
                <a:ext uri="{FF2B5EF4-FFF2-40B4-BE49-F238E27FC236}">
                  <a16:creationId xmlns:a16="http://schemas.microsoft.com/office/drawing/2014/main" id="{65B80EF4-81C7-2CB9-080B-448EBCE46C31}"/>
                </a:ext>
              </a:extLst>
            </p:cNvPr>
            <p:cNvSpPr/>
            <p:nvPr/>
          </p:nvSpPr>
          <p:spPr>
            <a:xfrm>
              <a:off x="99419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7" name="Freeform: Shape 1066">
              <a:extLst>
                <a:ext uri="{FF2B5EF4-FFF2-40B4-BE49-F238E27FC236}">
                  <a16:creationId xmlns:a16="http://schemas.microsoft.com/office/drawing/2014/main" id="{DBEAB1DE-4C09-6E0E-F18E-CD4FF97794A8}"/>
                </a:ext>
              </a:extLst>
            </p:cNvPr>
            <p:cNvSpPr/>
            <p:nvPr/>
          </p:nvSpPr>
          <p:spPr>
            <a:xfrm>
              <a:off x="910475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8" name="Freeform: Shape 1067">
              <a:extLst>
                <a:ext uri="{FF2B5EF4-FFF2-40B4-BE49-F238E27FC236}">
                  <a16:creationId xmlns:a16="http://schemas.microsoft.com/office/drawing/2014/main" id="{BA755127-94B6-44A7-B165-66F7802955C8}"/>
                </a:ext>
              </a:extLst>
            </p:cNvPr>
            <p:cNvSpPr/>
            <p:nvPr/>
          </p:nvSpPr>
          <p:spPr>
            <a:xfrm>
              <a:off x="86861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9" name="Freeform: Shape 1068">
              <a:extLst>
                <a:ext uri="{FF2B5EF4-FFF2-40B4-BE49-F238E27FC236}">
                  <a16:creationId xmlns:a16="http://schemas.microsoft.com/office/drawing/2014/main" id="{EA7AD790-211A-8B11-8A31-470B9666B7FF}"/>
                </a:ext>
              </a:extLst>
            </p:cNvPr>
            <p:cNvSpPr/>
            <p:nvPr/>
          </p:nvSpPr>
          <p:spPr>
            <a:xfrm>
              <a:off x="8581493" y="146676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0" name="Freeform: Shape 1069">
              <a:extLst>
                <a:ext uri="{FF2B5EF4-FFF2-40B4-BE49-F238E27FC236}">
                  <a16:creationId xmlns:a16="http://schemas.microsoft.com/office/drawing/2014/main" id="{790192F1-CBA0-A6A1-0A73-03C26CB196D6}"/>
                </a:ext>
              </a:extLst>
            </p:cNvPr>
            <p:cNvSpPr/>
            <p:nvPr/>
          </p:nvSpPr>
          <p:spPr>
            <a:xfrm>
              <a:off x="837218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1" name="Freeform: Shape 1070">
              <a:extLst>
                <a:ext uri="{FF2B5EF4-FFF2-40B4-BE49-F238E27FC236}">
                  <a16:creationId xmlns:a16="http://schemas.microsoft.com/office/drawing/2014/main" id="{7C6A7573-EB8F-820E-6FB2-95FF07B884E5}"/>
                </a:ext>
              </a:extLst>
            </p:cNvPr>
            <p:cNvSpPr/>
            <p:nvPr/>
          </p:nvSpPr>
          <p:spPr>
            <a:xfrm>
              <a:off x="83721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2" name="Freeform: Shape 1071">
              <a:extLst>
                <a:ext uri="{FF2B5EF4-FFF2-40B4-BE49-F238E27FC236}">
                  <a16:creationId xmlns:a16="http://schemas.microsoft.com/office/drawing/2014/main" id="{C6D1F26B-C240-33F3-EC25-923ABEF81ED3}"/>
                </a:ext>
              </a:extLst>
            </p:cNvPr>
            <p:cNvSpPr/>
            <p:nvPr/>
          </p:nvSpPr>
          <p:spPr>
            <a:xfrm>
              <a:off x="81628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3" name="Freeform: Shape 1072">
              <a:extLst>
                <a:ext uri="{FF2B5EF4-FFF2-40B4-BE49-F238E27FC236}">
                  <a16:creationId xmlns:a16="http://schemas.microsoft.com/office/drawing/2014/main" id="{0F587661-C480-9DDB-B166-964791DDB300}"/>
                </a:ext>
              </a:extLst>
            </p:cNvPr>
            <p:cNvSpPr/>
            <p:nvPr/>
          </p:nvSpPr>
          <p:spPr>
            <a:xfrm>
              <a:off x="732566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4" name="Freeform: Shape 1073">
              <a:extLst>
                <a:ext uri="{FF2B5EF4-FFF2-40B4-BE49-F238E27FC236}">
                  <a16:creationId xmlns:a16="http://schemas.microsoft.com/office/drawing/2014/main" id="{B3559730-32C6-54DF-5A96-ABAAEA9A3098}"/>
                </a:ext>
              </a:extLst>
            </p:cNvPr>
            <p:cNvSpPr/>
            <p:nvPr/>
          </p:nvSpPr>
          <p:spPr>
            <a:xfrm>
              <a:off x="6697751"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5" name="Freeform: Shape 1074">
              <a:extLst>
                <a:ext uri="{FF2B5EF4-FFF2-40B4-BE49-F238E27FC236}">
                  <a16:creationId xmlns:a16="http://schemas.microsoft.com/office/drawing/2014/main" id="{01D68698-7727-7455-6A8E-9A7122EE9DE2}"/>
                </a:ext>
              </a:extLst>
            </p:cNvPr>
            <p:cNvSpPr/>
            <p:nvPr/>
          </p:nvSpPr>
          <p:spPr>
            <a:xfrm>
              <a:off x="648844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6" name="Freeform: Shape 1075">
              <a:extLst>
                <a:ext uri="{FF2B5EF4-FFF2-40B4-BE49-F238E27FC236}">
                  <a16:creationId xmlns:a16="http://schemas.microsoft.com/office/drawing/2014/main" id="{0883C4EA-10E0-5A8E-2419-9C15958E333B}"/>
                </a:ext>
              </a:extLst>
            </p:cNvPr>
            <p:cNvSpPr/>
            <p:nvPr/>
          </p:nvSpPr>
          <p:spPr>
            <a:xfrm>
              <a:off x="6279141"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7" name="Freeform: Shape 1076">
              <a:extLst>
                <a:ext uri="{FF2B5EF4-FFF2-40B4-BE49-F238E27FC236}">
                  <a16:creationId xmlns:a16="http://schemas.microsoft.com/office/drawing/2014/main" id="{3FAF5C9D-882A-57FB-3AAC-C40F37853AF2}"/>
                </a:ext>
              </a:extLst>
            </p:cNvPr>
            <p:cNvSpPr/>
            <p:nvPr/>
          </p:nvSpPr>
          <p:spPr>
            <a:xfrm>
              <a:off x="6279141"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8" name="Freeform: Shape 1077">
              <a:extLst>
                <a:ext uri="{FF2B5EF4-FFF2-40B4-BE49-F238E27FC236}">
                  <a16:creationId xmlns:a16="http://schemas.microsoft.com/office/drawing/2014/main" id="{B83B0F15-97BB-EA14-52F8-38D36DD1E472}"/>
                </a:ext>
              </a:extLst>
            </p:cNvPr>
            <p:cNvSpPr/>
            <p:nvPr/>
          </p:nvSpPr>
          <p:spPr>
            <a:xfrm>
              <a:off x="8581493"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6" y="52326"/>
                    <a:pt x="52326" y="40466"/>
                    <a:pt x="52326" y="26163"/>
                  </a:cubicBezTo>
                  <a:cubicBezTo>
                    <a:pt x="52326" y="13605"/>
                    <a:pt x="43256" y="3140"/>
                    <a:pt x="31396" y="698"/>
                  </a:cubicBezTo>
                  <a:cubicBezTo>
                    <a:pt x="29652" y="349"/>
                    <a:pt x="27907" y="0"/>
                    <a:pt x="26163" y="0"/>
                  </a:cubicBez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1079" name="Freeform: Shape 1078">
              <a:extLst>
                <a:ext uri="{FF2B5EF4-FFF2-40B4-BE49-F238E27FC236}">
                  <a16:creationId xmlns:a16="http://schemas.microsoft.com/office/drawing/2014/main" id="{C026D2EF-937D-90A8-5D25-CDAD91F4E123}"/>
                </a:ext>
              </a:extLst>
            </p:cNvPr>
            <p:cNvSpPr/>
            <p:nvPr/>
          </p:nvSpPr>
          <p:spPr>
            <a:xfrm>
              <a:off x="11093150"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0" name="Freeform: Shape 1079">
              <a:extLst>
                <a:ext uri="{FF2B5EF4-FFF2-40B4-BE49-F238E27FC236}">
                  <a16:creationId xmlns:a16="http://schemas.microsoft.com/office/drawing/2014/main" id="{83408F41-3C05-F813-A431-D8ACE1E58C2D}"/>
                </a:ext>
              </a:extLst>
            </p:cNvPr>
            <p:cNvSpPr/>
            <p:nvPr/>
          </p:nvSpPr>
          <p:spPr>
            <a:xfrm>
              <a:off x="10151278" y="3978424"/>
              <a:ext cx="52326" cy="52326"/>
            </a:xfrm>
            <a:custGeom>
              <a:avLst/>
              <a:gdLst>
                <a:gd name="connsiteX0" fmla="*/ 52326 w 52326"/>
                <a:gd name="connsiteY0" fmla="*/ 26163 h 52326"/>
                <a:gd name="connsiteX1" fmla="*/ 51279 w 52326"/>
                <a:gd name="connsiteY1" fmla="*/ 18489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3372"/>
                    <a:pt x="51977" y="20930"/>
                    <a:pt x="51279" y="18489"/>
                  </a:cubicBezTo>
                  <a:cubicBezTo>
                    <a:pt x="48140" y="7675"/>
                    <a:pt x="38023"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81" name="Freeform: Shape 1080">
              <a:extLst>
                <a:ext uri="{FF2B5EF4-FFF2-40B4-BE49-F238E27FC236}">
                  <a16:creationId xmlns:a16="http://schemas.microsoft.com/office/drawing/2014/main" id="{27FCB1C0-244A-965E-99D6-FB946F582F50}"/>
                </a:ext>
              </a:extLst>
            </p:cNvPr>
            <p:cNvSpPr/>
            <p:nvPr/>
          </p:nvSpPr>
          <p:spPr>
            <a:xfrm>
              <a:off x="7221012"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5930 w 52326"/>
                <a:gd name="connsiteY3" fmla="*/ 42908 h 52326"/>
                <a:gd name="connsiteX4" fmla="*/ 26163 w 52326"/>
                <a:gd name="connsiteY4" fmla="*/ 52326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082" name="Freeform: Shape 1081">
              <a:extLst>
                <a:ext uri="{FF2B5EF4-FFF2-40B4-BE49-F238E27FC236}">
                  <a16:creationId xmlns:a16="http://schemas.microsoft.com/office/drawing/2014/main" id="{5114A6F3-46B4-7452-17CE-924F8210CC05}"/>
                </a:ext>
              </a:extLst>
            </p:cNvPr>
            <p:cNvSpPr/>
            <p:nvPr/>
          </p:nvSpPr>
          <p:spPr>
            <a:xfrm>
              <a:off x="11093150"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3" name="Freeform: Shape 1082">
              <a:extLst>
                <a:ext uri="{FF2B5EF4-FFF2-40B4-BE49-F238E27FC236}">
                  <a16:creationId xmlns:a16="http://schemas.microsoft.com/office/drawing/2014/main" id="{ECDF47B3-EBC8-AAC6-AF22-AD003C5F8394}"/>
                </a:ext>
              </a:extLst>
            </p:cNvPr>
            <p:cNvSpPr/>
            <p:nvPr/>
          </p:nvSpPr>
          <p:spPr>
            <a:xfrm>
              <a:off x="9000103"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84" name="Freeform: Shape 1083">
              <a:extLst>
                <a:ext uri="{FF2B5EF4-FFF2-40B4-BE49-F238E27FC236}">
                  <a16:creationId xmlns:a16="http://schemas.microsoft.com/office/drawing/2014/main" id="{7FFF2384-13A6-6FCD-6EE8-B2F75F8926FF}"/>
                </a:ext>
              </a:extLst>
            </p:cNvPr>
            <p:cNvSpPr/>
            <p:nvPr/>
          </p:nvSpPr>
          <p:spPr>
            <a:xfrm>
              <a:off x="858149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5" name="Freeform: Shape 1084">
              <a:extLst>
                <a:ext uri="{FF2B5EF4-FFF2-40B4-BE49-F238E27FC236}">
                  <a16:creationId xmlns:a16="http://schemas.microsoft.com/office/drawing/2014/main" id="{AB23E10F-E5DE-66CB-15E5-3EF53E5F6896}"/>
                </a:ext>
              </a:extLst>
            </p:cNvPr>
            <p:cNvSpPr/>
            <p:nvPr/>
          </p:nvSpPr>
          <p:spPr>
            <a:xfrm>
              <a:off x="10255931" y="3350510"/>
              <a:ext cx="52326" cy="52326"/>
            </a:xfrm>
            <a:custGeom>
              <a:avLst/>
              <a:gdLst>
                <a:gd name="connsiteX0" fmla="*/ 26163 w 52326"/>
                <a:gd name="connsiteY0" fmla="*/ 52326 h 52326"/>
                <a:gd name="connsiteX1" fmla="*/ 26163 w 52326"/>
                <a:gd name="connsiteY1" fmla="*/ 52326 h 52326"/>
                <a:gd name="connsiteX2" fmla="*/ 36279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79" y="50233"/>
                  </a:cubicBezTo>
                  <a:cubicBezTo>
                    <a:pt x="45699" y="46396"/>
                    <a:pt x="52326" y="36977"/>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6" name="Freeform: Shape 1085">
              <a:extLst>
                <a:ext uri="{FF2B5EF4-FFF2-40B4-BE49-F238E27FC236}">
                  <a16:creationId xmlns:a16="http://schemas.microsoft.com/office/drawing/2014/main" id="{C178E181-6077-F09C-0F84-F811167DBA15}"/>
                </a:ext>
              </a:extLst>
            </p:cNvPr>
            <p:cNvSpPr/>
            <p:nvPr/>
          </p:nvSpPr>
          <p:spPr>
            <a:xfrm>
              <a:off x="7221012" y="4710991"/>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7" name="Freeform: Shape 1086">
              <a:extLst>
                <a:ext uri="{FF2B5EF4-FFF2-40B4-BE49-F238E27FC236}">
                  <a16:creationId xmlns:a16="http://schemas.microsoft.com/office/drawing/2014/main" id="{F9BB300C-E5A1-3137-8FC5-0E175F1AC183}"/>
                </a:ext>
              </a:extLst>
            </p:cNvPr>
            <p:cNvSpPr/>
            <p:nvPr/>
          </p:nvSpPr>
          <p:spPr>
            <a:xfrm>
              <a:off x="1109315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8" name="Freeform: Shape 1087">
              <a:extLst>
                <a:ext uri="{FF2B5EF4-FFF2-40B4-BE49-F238E27FC236}">
                  <a16:creationId xmlns:a16="http://schemas.microsoft.com/office/drawing/2014/main" id="{5344E9A9-4B58-38AF-E1AE-35A6D5484DD4}"/>
                </a:ext>
              </a:extLst>
            </p:cNvPr>
            <p:cNvSpPr/>
            <p:nvPr/>
          </p:nvSpPr>
          <p:spPr>
            <a:xfrm>
              <a:off x="108838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9" name="Freeform: Shape 1088">
              <a:extLst>
                <a:ext uri="{FF2B5EF4-FFF2-40B4-BE49-F238E27FC236}">
                  <a16:creationId xmlns:a16="http://schemas.microsoft.com/office/drawing/2014/main" id="{DF65BA83-B663-C759-241E-4FAABB2A04F5}"/>
                </a:ext>
              </a:extLst>
            </p:cNvPr>
            <p:cNvSpPr/>
            <p:nvPr/>
          </p:nvSpPr>
          <p:spPr>
            <a:xfrm>
              <a:off x="10674540"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1090" name="Freeform: Shape 1089">
              <a:extLst>
                <a:ext uri="{FF2B5EF4-FFF2-40B4-BE49-F238E27FC236}">
                  <a16:creationId xmlns:a16="http://schemas.microsoft.com/office/drawing/2014/main" id="{1B506154-701E-72BA-BD7D-A5A2690D0257}"/>
                </a:ext>
              </a:extLst>
            </p:cNvPr>
            <p:cNvSpPr/>
            <p:nvPr/>
          </p:nvSpPr>
          <p:spPr>
            <a:xfrm>
              <a:off x="10046626"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91" name="Freeform: Shape 1090">
              <a:extLst>
                <a:ext uri="{FF2B5EF4-FFF2-40B4-BE49-F238E27FC236}">
                  <a16:creationId xmlns:a16="http://schemas.microsoft.com/office/drawing/2014/main" id="{99AB46FE-90E1-55F1-32C5-06022CF269FF}"/>
                </a:ext>
              </a:extLst>
            </p:cNvPr>
            <p:cNvSpPr/>
            <p:nvPr/>
          </p:nvSpPr>
          <p:spPr>
            <a:xfrm>
              <a:off x="11197802"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2" name="Freeform: Shape 1091">
              <a:extLst>
                <a:ext uri="{FF2B5EF4-FFF2-40B4-BE49-F238E27FC236}">
                  <a16:creationId xmlns:a16="http://schemas.microsoft.com/office/drawing/2014/main" id="{CC0828FA-A6BD-3AFD-172C-6C29412EC23C}"/>
                </a:ext>
              </a:extLst>
            </p:cNvPr>
            <p:cNvSpPr/>
            <p:nvPr/>
          </p:nvSpPr>
          <p:spPr>
            <a:xfrm>
              <a:off x="1077919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3" name="Freeform: Shape 1092">
              <a:extLst>
                <a:ext uri="{FF2B5EF4-FFF2-40B4-BE49-F238E27FC236}">
                  <a16:creationId xmlns:a16="http://schemas.microsoft.com/office/drawing/2014/main" id="{D7890743-B67B-4965-3E06-8A12BDB86C49}"/>
                </a:ext>
              </a:extLst>
            </p:cNvPr>
            <p:cNvSpPr/>
            <p:nvPr/>
          </p:nvSpPr>
          <p:spPr>
            <a:xfrm>
              <a:off x="96280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4" name="Freeform: Shape 1093">
              <a:extLst>
                <a:ext uri="{FF2B5EF4-FFF2-40B4-BE49-F238E27FC236}">
                  <a16:creationId xmlns:a16="http://schemas.microsoft.com/office/drawing/2014/main" id="{820424E7-7AF4-0908-5F59-FA0942D67452}"/>
                </a:ext>
              </a:extLst>
            </p:cNvPr>
            <p:cNvSpPr/>
            <p:nvPr/>
          </p:nvSpPr>
          <p:spPr>
            <a:xfrm>
              <a:off x="952336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5" name="Freeform: Shape 1094">
              <a:extLst>
                <a:ext uri="{FF2B5EF4-FFF2-40B4-BE49-F238E27FC236}">
                  <a16:creationId xmlns:a16="http://schemas.microsoft.com/office/drawing/2014/main" id="{40DB03F5-FC8A-6517-5AF9-800497368CF3}"/>
                </a:ext>
              </a:extLst>
            </p:cNvPr>
            <p:cNvSpPr/>
            <p:nvPr/>
          </p:nvSpPr>
          <p:spPr>
            <a:xfrm>
              <a:off x="743031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6" name="Freeform: Shape 1095">
              <a:extLst>
                <a:ext uri="{FF2B5EF4-FFF2-40B4-BE49-F238E27FC236}">
                  <a16:creationId xmlns:a16="http://schemas.microsoft.com/office/drawing/2014/main" id="{F56ABF11-885A-0E56-8E6C-20BC6265D098}"/>
                </a:ext>
              </a:extLst>
            </p:cNvPr>
            <p:cNvSpPr/>
            <p:nvPr/>
          </p:nvSpPr>
          <p:spPr>
            <a:xfrm>
              <a:off x="7430317"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97" name="Freeform: Shape 1096">
              <a:extLst>
                <a:ext uri="{FF2B5EF4-FFF2-40B4-BE49-F238E27FC236}">
                  <a16:creationId xmlns:a16="http://schemas.microsoft.com/office/drawing/2014/main" id="{A41B5521-11A5-BC9E-7B1D-23F3F9932B4C}"/>
                </a:ext>
              </a:extLst>
            </p:cNvPr>
            <p:cNvSpPr/>
            <p:nvPr/>
          </p:nvSpPr>
          <p:spPr>
            <a:xfrm>
              <a:off x="74303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8" name="Freeform: Shape 1097">
              <a:extLst>
                <a:ext uri="{FF2B5EF4-FFF2-40B4-BE49-F238E27FC236}">
                  <a16:creationId xmlns:a16="http://schemas.microsoft.com/office/drawing/2014/main" id="{112266F3-8507-5DFC-C3E2-D6BFE4A8EB69}"/>
                </a:ext>
              </a:extLst>
            </p:cNvPr>
            <p:cNvSpPr/>
            <p:nvPr/>
          </p:nvSpPr>
          <p:spPr>
            <a:xfrm>
              <a:off x="743031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99" name="Freeform: Shape 1098">
              <a:extLst>
                <a:ext uri="{FF2B5EF4-FFF2-40B4-BE49-F238E27FC236}">
                  <a16:creationId xmlns:a16="http://schemas.microsoft.com/office/drawing/2014/main" id="{5CCA02E2-3254-DB00-A6A4-EAB6B96543AF}"/>
                </a:ext>
              </a:extLst>
            </p:cNvPr>
            <p:cNvSpPr/>
            <p:nvPr/>
          </p:nvSpPr>
          <p:spPr>
            <a:xfrm rot="17550026">
              <a:off x="7221177" y="38736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100" name="Freeform: Shape 1099">
              <a:extLst>
                <a:ext uri="{FF2B5EF4-FFF2-40B4-BE49-F238E27FC236}">
                  <a16:creationId xmlns:a16="http://schemas.microsoft.com/office/drawing/2014/main" id="{63ACB482-C67A-ED85-7EDA-C3FAE04B0DEE}"/>
                </a:ext>
              </a:extLst>
            </p:cNvPr>
            <p:cNvSpPr/>
            <p:nvPr/>
          </p:nvSpPr>
          <p:spPr>
            <a:xfrm>
              <a:off x="6802403"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1" name="Freeform: Shape 1100">
              <a:extLst>
                <a:ext uri="{FF2B5EF4-FFF2-40B4-BE49-F238E27FC236}">
                  <a16:creationId xmlns:a16="http://schemas.microsoft.com/office/drawing/2014/main" id="{D088C4E2-8E47-7D3A-71D7-ECAC5E124999}"/>
                </a:ext>
              </a:extLst>
            </p:cNvPr>
            <p:cNvSpPr/>
            <p:nvPr/>
          </p:nvSpPr>
          <p:spPr>
            <a:xfrm>
              <a:off x="648844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2" name="Freeform: Shape 1101">
              <a:extLst>
                <a:ext uri="{FF2B5EF4-FFF2-40B4-BE49-F238E27FC236}">
                  <a16:creationId xmlns:a16="http://schemas.microsoft.com/office/drawing/2014/main" id="{B0C03C33-EC99-45D5-54DC-750C146F37A2}"/>
                </a:ext>
              </a:extLst>
            </p:cNvPr>
            <p:cNvSpPr/>
            <p:nvPr/>
          </p:nvSpPr>
          <p:spPr>
            <a:xfrm>
              <a:off x="638379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03" name="Freeform: Shape 1102">
              <a:extLst>
                <a:ext uri="{FF2B5EF4-FFF2-40B4-BE49-F238E27FC236}">
                  <a16:creationId xmlns:a16="http://schemas.microsoft.com/office/drawing/2014/main" id="{C6BE46C0-B608-0ED0-2FC2-B62D48A2C3D4}"/>
                </a:ext>
              </a:extLst>
            </p:cNvPr>
            <p:cNvSpPr/>
            <p:nvPr/>
          </p:nvSpPr>
          <p:spPr>
            <a:xfrm>
              <a:off x="638379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4" name="Freeform: Shape 1103">
              <a:extLst>
                <a:ext uri="{FF2B5EF4-FFF2-40B4-BE49-F238E27FC236}">
                  <a16:creationId xmlns:a16="http://schemas.microsoft.com/office/drawing/2014/main" id="{52B40DF2-72B5-2627-7906-C9F6EB046754}"/>
                </a:ext>
              </a:extLst>
            </p:cNvPr>
            <p:cNvSpPr/>
            <p:nvPr/>
          </p:nvSpPr>
          <p:spPr>
            <a:xfrm>
              <a:off x="11616412"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5" name="Freeform: Shape 1104">
              <a:extLst>
                <a:ext uri="{FF2B5EF4-FFF2-40B4-BE49-F238E27FC236}">
                  <a16:creationId xmlns:a16="http://schemas.microsoft.com/office/drawing/2014/main" id="{37C069F7-46AE-E307-D79F-335858CC0DA4}"/>
                </a:ext>
              </a:extLst>
            </p:cNvPr>
            <p:cNvSpPr/>
            <p:nvPr/>
          </p:nvSpPr>
          <p:spPr>
            <a:xfrm>
              <a:off x="6802403"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5"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106" name="Freeform: Shape 1105">
              <a:extLst>
                <a:ext uri="{FF2B5EF4-FFF2-40B4-BE49-F238E27FC236}">
                  <a16:creationId xmlns:a16="http://schemas.microsoft.com/office/drawing/2014/main" id="{27A660E8-4A9B-935C-DA52-405FB7F1CB8F}"/>
                </a:ext>
              </a:extLst>
            </p:cNvPr>
            <p:cNvSpPr/>
            <p:nvPr/>
          </p:nvSpPr>
          <p:spPr>
            <a:xfrm>
              <a:off x="10988497"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3" y="52326"/>
                    <a:pt x="26163" y="52326"/>
                  </a:cubicBezTo>
                  <a:lnTo>
                    <a:pt x="26163" y="52326"/>
                  </a:lnTo>
                  <a:cubicBezTo>
                    <a:pt x="35931" y="52326"/>
                    <a:pt x="44652" y="46745"/>
                    <a:pt x="49187" y="38721"/>
                  </a:cubicBezTo>
                  <a:cubicBezTo>
                    <a:pt x="51279" y="34884"/>
                    <a:pt x="52326" y="30698"/>
                    <a:pt x="52326" y="26163"/>
                  </a:cubicBezTo>
                  <a:cubicBezTo>
                    <a:pt x="52326" y="11861"/>
                    <a:pt x="40466" y="0"/>
                    <a:pt x="26163" y="0"/>
                  </a:cubicBezTo>
                  <a:cubicBezTo>
                    <a:pt x="21280" y="0"/>
                    <a:pt x="17093"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1107" name="Freeform: Shape 1106">
              <a:extLst>
                <a:ext uri="{FF2B5EF4-FFF2-40B4-BE49-F238E27FC236}">
                  <a16:creationId xmlns:a16="http://schemas.microsoft.com/office/drawing/2014/main" id="{2AB42A4C-7CF9-E6A6-CE67-35D349AE66EE}"/>
                </a:ext>
              </a:extLst>
            </p:cNvPr>
            <p:cNvSpPr/>
            <p:nvPr/>
          </p:nvSpPr>
          <p:spPr>
            <a:xfrm>
              <a:off x="9941974" y="460633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8" name="Freeform: Shape 1107">
              <a:extLst>
                <a:ext uri="{FF2B5EF4-FFF2-40B4-BE49-F238E27FC236}">
                  <a16:creationId xmlns:a16="http://schemas.microsoft.com/office/drawing/2014/main" id="{0C43FFFA-9EF7-EFCD-4F0E-717890F047D7}"/>
                </a:ext>
              </a:extLst>
            </p:cNvPr>
            <p:cNvSpPr/>
            <p:nvPr/>
          </p:nvSpPr>
          <p:spPr>
            <a:xfrm>
              <a:off x="9000103" y="4501686"/>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09" name="Freeform: Shape 1108">
              <a:extLst>
                <a:ext uri="{FF2B5EF4-FFF2-40B4-BE49-F238E27FC236}">
                  <a16:creationId xmlns:a16="http://schemas.microsoft.com/office/drawing/2014/main" id="{7B66E2E9-589D-7DD9-F6CC-8269989B5AE9}"/>
                </a:ext>
              </a:extLst>
            </p:cNvPr>
            <p:cNvSpPr/>
            <p:nvPr/>
          </p:nvSpPr>
          <p:spPr>
            <a:xfrm>
              <a:off x="9418712"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4652 w 52326"/>
                <a:gd name="connsiteY3" fmla="*/ 7674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cubicBezTo>
                    <a:pt x="52326" y="18838"/>
                    <a:pt x="49535" y="12558"/>
                    <a:pt x="44652" y="7674"/>
                  </a:cubicBezTo>
                  <a:cubicBezTo>
                    <a:pt x="39768" y="2791"/>
                    <a:pt x="33489"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110" name="Freeform: Shape 1109">
              <a:extLst>
                <a:ext uri="{FF2B5EF4-FFF2-40B4-BE49-F238E27FC236}">
                  <a16:creationId xmlns:a16="http://schemas.microsoft.com/office/drawing/2014/main" id="{BE3BC5B6-D8A0-5060-20C0-F81106672F6A}"/>
                </a:ext>
              </a:extLst>
            </p:cNvPr>
            <p:cNvSpPr/>
            <p:nvPr/>
          </p:nvSpPr>
          <p:spPr>
            <a:xfrm>
              <a:off x="117210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1" name="Freeform: Shape 1110">
              <a:extLst>
                <a:ext uri="{FF2B5EF4-FFF2-40B4-BE49-F238E27FC236}">
                  <a16:creationId xmlns:a16="http://schemas.microsoft.com/office/drawing/2014/main" id="{203431CB-1E9C-DEFD-C628-5008367C3649}"/>
                </a:ext>
              </a:extLst>
            </p:cNvPr>
            <p:cNvSpPr/>
            <p:nvPr/>
          </p:nvSpPr>
          <p:spPr>
            <a:xfrm>
              <a:off x="11302454"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4" y="0"/>
                    <a:pt x="21628" y="349"/>
                  </a:cubicBezTo>
                  <a:cubicBezTo>
                    <a:pt x="21280" y="349"/>
                    <a:pt x="21280" y="349"/>
                    <a:pt x="20930" y="349"/>
                  </a:cubicBezTo>
                  <a:cubicBezTo>
                    <a:pt x="9070" y="2791"/>
                    <a:pt x="0" y="13256"/>
                    <a:pt x="0" y="25814"/>
                  </a:cubicBezTo>
                  <a:cubicBezTo>
                    <a:pt x="0" y="40117"/>
                    <a:pt x="11860" y="51977"/>
                    <a:pt x="26163" y="51977"/>
                  </a:cubicBezTo>
                  <a:cubicBezTo>
                    <a:pt x="26163" y="51977"/>
                    <a:pt x="26163" y="51977"/>
                    <a:pt x="26163" y="51977"/>
                  </a:cubicBez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2" name="Freeform: Shape 1111">
              <a:extLst>
                <a:ext uri="{FF2B5EF4-FFF2-40B4-BE49-F238E27FC236}">
                  <a16:creationId xmlns:a16="http://schemas.microsoft.com/office/drawing/2014/main" id="{0D58B6E4-58EB-365D-9D34-985D53AAB9F3}"/>
                </a:ext>
              </a:extLst>
            </p:cNvPr>
            <p:cNvSpPr/>
            <p:nvPr/>
          </p:nvSpPr>
          <p:spPr>
            <a:xfrm>
              <a:off x="10674540"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3" name="Freeform: Shape 1112">
              <a:extLst>
                <a:ext uri="{FF2B5EF4-FFF2-40B4-BE49-F238E27FC236}">
                  <a16:creationId xmlns:a16="http://schemas.microsoft.com/office/drawing/2014/main" id="{5F7CDA63-7378-7E01-C34C-CAE401D8A86D}"/>
                </a:ext>
              </a:extLst>
            </p:cNvPr>
            <p:cNvSpPr/>
            <p:nvPr/>
          </p:nvSpPr>
          <p:spPr>
            <a:xfrm>
              <a:off x="10465236"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4" name="Freeform: Shape 1113">
              <a:extLst>
                <a:ext uri="{FF2B5EF4-FFF2-40B4-BE49-F238E27FC236}">
                  <a16:creationId xmlns:a16="http://schemas.microsoft.com/office/drawing/2014/main" id="{6F615BDA-C85E-554E-B2DA-180CFEF14516}"/>
                </a:ext>
              </a:extLst>
            </p:cNvPr>
            <p:cNvSpPr/>
            <p:nvPr/>
          </p:nvSpPr>
          <p:spPr>
            <a:xfrm>
              <a:off x="1098849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5" name="Freeform: Shape 1114">
              <a:extLst>
                <a:ext uri="{FF2B5EF4-FFF2-40B4-BE49-F238E27FC236}">
                  <a16:creationId xmlns:a16="http://schemas.microsoft.com/office/drawing/2014/main" id="{899626FE-3F2D-9444-091C-E1DBF8617859}"/>
                </a:ext>
              </a:extLst>
            </p:cNvPr>
            <p:cNvSpPr/>
            <p:nvPr/>
          </p:nvSpPr>
          <p:spPr>
            <a:xfrm>
              <a:off x="90001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6" name="Freeform: Shape 1115">
              <a:extLst>
                <a:ext uri="{FF2B5EF4-FFF2-40B4-BE49-F238E27FC236}">
                  <a16:creationId xmlns:a16="http://schemas.microsoft.com/office/drawing/2014/main" id="{F8DDD642-C071-43F9-B01D-54679E96B206}"/>
                </a:ext>
              </a:extLst>
            </p:cNvPr>
            <p:cNvSpPr/>
            <p:nvPr/>
          </p:nvSpPr>
          <p:spPr>
            <a:xfrm>
              <a:off x="900010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7" name="Freeform: Shape 1116">
              <a:extLst>
                <a:ext uri="{FF2B5EF4-FFF2-40B4-BE49-F238E27FC236}">
                  <a16:creationId xmlns:a16="http://schemas.microsoft.com/office/drawing/2014/main" id="{3D35B1C1-214F-0F7F-689E-A378B8C9DD6A}"/>
                </a:ext>
              </a:extLst>
            </p:cNvPr>
            <p:cNvSpPr/>
            <p:nvPr/>
          </p:nvSpPr>
          <p:spPr>
            <a:xfrm>
              <a:off x="879079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8" name="Freeform: Shape 1117">
              <a:extLst>
                <a:ext uri="{FF2B5EF4-FFF2-40B4-BE49-F238E27FC236}">
                  <a16:creationId xmlns:a16="http://schemas.microsoft.com/office/drawing/2014/main" id="{FA85123C-4B57-231C-A57D-5EE75FBA5D9B}"/>
                </a:ext>
              </a:extLst>
            </p:cNvPr>
            <p:cNvSpPr/>
            <p:nvPr/>
          </p:nvSpPr>
          <p:spPr>
            <a:xfrm rot="21046898">
              <a:off x="8581641" y="3664347"/>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119" name="Freeform: Shape 1118">
              <a:extLst>
                <a:ext uri="{FF2B5EF4-FFF2-40B4-BE49-F238E27FC236}">
                  <a16:creationId xmlns:a16="http://schemas.microsoft.com/office/drawing/2014/main" id="{0D62F64D-9B7E-88C2-4EB1-91CC803144BF}"/>
                </a:ext>
              </a:extLst>
            </p:cNvPr>
            <p:cNvSpPr/>
            <p:nvPr/>
          </p:nvSpPr>
          <p:spPr>
            <a:xfrm>
              <a:off x="826753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0" name="Freeform: Shape 1119">
              <a:extLst>
                <a:ext uri="{FF2B5EF4-FFF2-40B4-BE49-F238E27FC236}">
                  <a16:creationId xmlns:a16="http://schemas.microsoft.com/office/drawing/2014/main" id="{AAD7F3F9-43E9-9167-364F-DD799BEB836A}"/>
                </a:ext>
              </a:extLst>
            </p:cNvPr>
            <p:cNvSpPr/>
            <p:nvPr/>
          </p:nvSpPr>
          <p:spPr>
            <a:xfrm>
              <a:off x="816288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1" name="Freeform: Shape 1120">
              <a:extLst>
                <a:ext uri="{FF2B5EF4-FFF2-40B4-BE49-F238E27FC236}">
                  <a16:creationId xmlns:a16="http://schemas.microsoft.com/office/drawing/2014/main" id="{4BE203D0-D286-E4C5-EA55-0E7496A3CB25}"/>
                </a:ext>
              </a:extLst>
            </p:cNvPr>
            <p:cNvSpPr/>
            <p:nvPr/>
          </p:nvSpPr>
          <p:spPr>
            <a:xfrm>
              <a:off x="77442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2" name="Freeform: Shape 1121">
              <a:extLst>
                <a:ext uri="{FF2B5EF4-FFF2-40B4-BE49-F238E27FC236}">
                  <a16:creationId xmlns:a16="http://schemas.microsoft.com/office/drawing/2014/main" id="{4ECB83F9-C867-975E-5191-3CFF82C9282D}"/>
                </a:ext>
              </a:extLst>
            </p:cNvPr>
            <p:cNvSpPr/>
            <p:nvPr/>
          </p:nvSpPr>
          <p:spPr>
            <a:xfrm>
              <a:off x="743031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23" name="Freeform: Shape 1122">
              <a:extLst>
                <a:ext uri="{FF2B5EF4-FFF2-40B4-BE49-F238E27FC236}">
                  <a16:creationId xmlns:a16="http://schemas.microsoft.com/office/drawing/2014/main" id="{2BAFB461-5D9E-1401-F9A3-8568ADFFDB93}"/>
                </a:ext>
              </a:extLst>
            </p:cNvPr>
            <p:cNvSpPr/>
            <p:nvPr/>
          </p:nvSpPr>
          <p:spPr>
            <a:xfrm>
              <a:off x="743031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4" name="Freeform: Shape 1123">
              <a:extLst>
                <a:ext uri="{FF2B5EF4-FFF2-40B4-BE49-F238E27FC236}">
                  <a16:creationId xmlns:a16="http://schemas.microsoft.com/office/drawing/2014/main" id="{50103197-D289-7B54-70C7-A12AE87ADCB5}"/>
                </a:ext>
              </a:extLst>
            </p:cNvPr>
            <p:cNvSpPr/>
            <p:nvPr/>
          </p:nvSpPr>
          <p:spPr>
            <a:xfrm>
              <a:off x="10151278"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3" y="52326"/>
                    <a:pt x="47791" y="44652"/>
                    <a:pt x="51279" y="33838"/>
                  </a:cubicBezTo>
                  <a:cubicBezTo>
                    <a:pt x="51977" y="31396"/>
                    <a:pt x="52326" y="28605"/>
                    <a:pt x="52326" y="26163"/>
                  </a:cubicBezTo>
                  <a:cubicBezTo>
                    <a:pt x="52326" y="11861"/>
                    <a:pt x="40466" y="0"/>
                    <a:pt x="26163" y="0"/>
                  </a:cubicBezTo>
                  <a:lnTo>
                    <a:pt x="26163" y="0"/>
                  </a:lnTo>
                  <a:cubicBezTo>
                    <a:pt x="15698" y="0"/>
                    <a:pt x="6977" y="5930"/>
                    <a:pt x="2791" y="14651"/>
                  </a:cubicBezTo>
                  <a:cubicBezTo>
                    <a:pt x="1047" y="18140"/>
                    <a:pt x="0" y="2197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5" name="Freeform: Shape 1124">
              <a:extLst>
                <a:ext uri="{FF2B5EF4-FFF2-40B4-BE49-F238E27FC236}">
                  <a16:creationId xmlns:a16="http://schemas.microsoft.com/office/drawing/2014/main" id="{D023D03C-D553-8B89-2852-EA3D85E1C5AC}"/>
                </a:ext>
              </a:extLst>
            </p:cNvPr>
            <p:cNvSpPr/>
            <p:nvPr/>
          </p:nvSpPr>
          <p:spPr>
            <a:xfrm>
              <a:off x="9314397" y="3873772"/>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1126" name="Freeform: Shape 1125">
              <a:extLst>
                <a:ext uri="{FF2B5EF4-FFF2-40B4-BE49-F238E27FC236}">
                  <a16:creationId xmlns:a16="http://schemas.microsoft.com/office/drawing/2014/main" id="{2E1CD82E-1517-F7F9-5A59-C7E5E466529C}"/>
                </a:ext>
              </a:extLst>
            </p:cNvPr>
            <p:cNvSpPr/>
            <p:nvPr/>
          </p:nvSpPr>
          <p:spPr>
            <a:xfrm>
              <a:off x="7221012"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7" name="Freeform: Shape 1126">
              <a:extLst>
                <a:ext uri="{FF2B5EF4-FFF2-40B4-BE49-F238E27FC236}">
                  <a16:creationId xmlns:a16="http://schemas.microsoft.com/office/drawing/2014/main" id="{14F2FE88-7E90-386F-4F4B-3C29C8C74C7B}"/>
                </a:ext>
              </a:extLst>
            </p:cNvPr>
            <p:cNvSpPr/>
            <p:nvPr/>
          </p:nvSpPr>
          <p:spPr>
            <a:xfrm>
              <a:off x="12035021"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39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6"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0" y="0"/>
                    <a:pt x="0" y="11861"/>
                    <a:pt x="0" y="26163"/>
                  </a:cubicBezTo>
                  <a:cubicBezTo>
                    <a:pt x="0" y="30698"/>
                    <a:pt x="1047" y="34884"/>
                    <a:pt x="3139"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1128" name="Freeform: Shape 1127">
              <a:extLst>
                <a:ext uri="{FF2B5EF4-FFF2-40B4-BE49-F238E27FC236}">
                  <a16:creationId xmlns:a16="http://schemas.microsoft.com/office/drawing/2014/main" id="{5ACAF367-229E-2D98-292A-A236B0FC1FF7}"/>
                </a:ext>
              </a:extLst>
            </p:cNvPr>
            <p:cNvSpPr/>
            <p:nvPr/>
          </p:nvSpPr>
          <p:spPr>
            <a:xfrm>
              <a:off x="1004662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9" name="Freeform: Shape 1128">
              <a:extLst>
                <a:ext uri="{FF2B5EF4-FFF2-40B4-BE49-F238E27FC236}">
                  <a16:creationId xmlns:a16="http://schemas.microsoft.com/office/drawing/2014/main" id="{E0268BD7-79C1-8587-5691-01B782A45EEE}"/>
                </a:ext>
              </a:extLst>
            </p:cNvPr>
            <p:cNvSpPr/>
            <p:nvPr/>
          </p:nvSpPr>
          <p:spPr>
            <a:xfrm>
              <a:off x="1151175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0" name="Freeform: Shape 1129">
              <a:extLst>
                <a:ext uri="{FF2B5EF4-FFF2-40B4-BE49-F238E27FC236}">
                  <a16:creationId xmlns:a16="http://schemas.microsoft.com/office/drawing/2014/main" id="{3282B0B1-B6A8-5245-76E0-333D3BF594EF}"/>
                </a:ext>
              </a:extLst>
            </p:cNvPr>
            <p:cNvSpPr/>
            <p:nvPr/>
          </p:nvSpPr>
          <p:spPr>
            <a:xfrm>
              <a:off x="1119780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1" name="Freeform: Shape 1130">
              <a:extLst>
                <a:ext uri="{FF2B5EF4-FFF2-40B4-BE49-F238E27FC236}">
                  <a16:creationId xmlns:a16="http://schemas.microsoft.com/office/drawing/2014/main" id="{A4B59129-7789-220A-79D9-2B6916C5E206}"/>
                </a:ext>
              </a:extLst>
            </p:cNvPr>
            <p:cNvSpPr/>
            <p:nvPr/>
          </p:nvSpPr>
          <p:spPr>
            <a:xfrm>
              <a:off x="1015127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2" name="Freeform: Shape 1131">
              <a:extLst>
                <a:ext uri="{FF2B5EF4-FFF2-40B4-BE49-F238E27FC236}">
                  <a16:creationId xmlns:a16="http://schemas.microsoft.com/office/drawing/2014/main" id="{54B0E045-EE68-8FD4-4909-27240C530952}"/>
                </a:ext>
              </a:extLst>
            </p:cNvPr>
            <p:cNvSpPr/>
            <p:nvPr/>
          </p:nvSpPr>
          <p:spPr>
            <a:xfrm>
              <a:off x="962801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3" name="Freeform: Shape 1132">
              <a:extLst>
                <a:ext uri="{FF2B5EF4-FFF2-40B4-BE49-F238E27FC236}">
                  <a16:creationId xmlns:a16="http://schemas.microsoft.com/office/drawing/2014/main" id="{F09C4CC2-4FB7-6CE8-451A-2D69E19698FC}"/>
                </a:ext>
              </a:extLst>
            </p:cNvPr>
            <p:cNvSpPr/>
            <p:nvPr/>
          </p:nvSpPr>
          <p:spPr>
            <a:xfrm>
              <a:off x="8581493" y="261794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40466"/>
                    <a:pt x="11860" y="52326"/>
                    <a:pt x="26163" y="52326"/>
                  </a:cubicBezTo>
                  <a:lnTo>
                    <a:pt x="26163" y="52326"/>
                  </a:lnTo>
                  <a:cubicBezTo>
                    <a:pt x="40466" y="52326"/>
                    <a:pt x="52326" y="40466"/>
                    <a:pt x="52326" y="26163"/>
                  </a:cubicBezTo>
                  <a:cubicBezTo>
                    <a:pt x="52326" y="11861"/>
                    <a:pt x="40466" y="0"/>
                    <a:pt x="26163" y="0"/>
                  </a:cubicBezTo>
                  <a:lnTo>
                    <a:pt x="26163" y="0"/>
                  </a:lnTo>
                  <a:close/>
                </a:path>
              </a:pathLst>
            </a:custGeom>
            <a:grpFill/>
            <a:ln w="3488" cap="flat">
              <a:noFill/>
              <a:prstDash val="solid"/>
              <a:miter/>
            </a:ln>
          </p:spPr>
          <p:txBody>
            <a:bodyPr rtlCol="0" anchor="ctr"/>
            <a:lstStyle/>
            <a:p>
              <a:endParaRPr lang="en-ID"/>
            </a:p>
          </p:txBody>
        </p:sp>
        <p:sp>
          <p:nvSpPr>
            <p:cNvPr id="1134" name="Freeform: Shape 1133">
              <a:extLst>
                <a:ext uri="{FF2B5EF4-FFF2-40B4-BE49-F238E27FC236}">
                  <a16:creationId xmlns:a16="http://schemas.microsoft.com/office/drawing/2014/main" id="{83716E49-4DC3-C788-5EB5-D55FD4A0900A}"/>
                </a:ext>
              </a:extLst>
            </p:cNvPr>
            <p:cNvSpPr/>
            <p:nvPr/>
          </p:nvSpPr>
          <p:spPr>
            <a:xfrm>
              <a:off x="816288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35" name="Freeform: Shape 1134">
              <a:extLst>
                <a:ext uri="{FF2B5EF4-FFF2-40B4-BE49-F238E27FC236}">
                  <a16:creationId xmlns:a16="http://schemas.microsoft.com/office/drawing/2014/main" id="{0690E17B-29FE-4BEE-4669-CF136CDF2E7E}"/>
                </a:ext>
              </a:extLst>
            </p:cNvPr>
            <p:cNvSpPr/>
            <p:nvPr/>
          </p:nvSpPr>
          <p:spPr>
            <a:xfrm>
              <a:off x="81628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6" name="Freeform: Shape 1135">
              <a:extLst>
                <a:ext uri="{FF2B5EF4-FFF2-40B4-BE49-F238E27FC236}">
                  <a16:creationId xmlns:a16="http://schemas.microsoft.com/office/drawing/2014/main" id="{83A3FE31-C8C3-B459-B66F-CF21055ED02B}"/>
                </a:ext>
              </a:extLst>
            </p:cNvPr>
            <p:cNvSpPr/>
            <p:nvPr/>
          </p:nvSpPr>
          <p:spPr>
            <a:xfrm>
              <a:off x="795357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7" name="Freeform: Shape 1136">
              <a:extLst>
                <a:ext uri="{FF2B5EF4-FFF2-40B4-BE49-F238E27FC236}">
                  <a16:creationId xmlns:a16="http://schemas.microsoft.com/office/drawing/2014/main" id="{737590D1-A859-5CC9-3651-82FBFEE3904E}"/>
                </a:ext>
              </a:extLst>
            </p:cNvPr>
            <p:cNvSpPr/>
            <p:nvPr/>
          </p:nvSpPr>
          <p:spPr>
            <a:xfrm>
              <a:off x="784892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8" name="Freeform: Shape 1137">
              <a:extLst>
                <a:ext uri="{FF2B5EF4-FFF2-40B4-BE49-F238E27FC236}">
                  <a16:creationId xmlns:a16="http://schemas.microsoft.com/office/drawing/2014/main" id="{1EA801CE-0EE1-C849-A85B-44654231989B}"/>
                </a:ext>
              </a:extLst>
            </p:cNvPr>
            <p:cNvSpPr/>
            <p:nvPr/>
          </p:nvSpPr>
          <p:spPr>
            <a:xfrm>
              <a:off x="7221012"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39" name="Freeform: Shape 1138">
              <a:extLst>
                <a:ext uri="{FF2B5EF4-FFF2-40B4-BE49-F238E27FC236}">
                  <a16:creationId xmlns:a16="http://schemas.microsoft.com/office/drawing/2014/main" id="{B4F3B048-BBAF-1FCC-D309-429FFFAE53BE}"/>
                </a:ext>
              </a:extLst>
            </p:cNvPr>
            <p:cNvSpPr/>
            <p:nvPr/>
          </p:nvSpPr>
          <p:spPr>
            <a:xfrm>
              <a:off x="72210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40" name="Freeform: Shape 1139">
              <a:extLst>
                <a:ext uri="{FF2B5EF4-FFF2-40B4-BE49-F238E27FC236}">
                  <a16:creationId xmlns:a16="http://schemas.microsoft.com/office/drawing/2014/main" id="{DA4E82F1-82CA-F6B5-3E15-0AF4CE57AED3}"/>
                </a:ext>
              </a:extLst>
            </p:cNvPr>
            <p:cNvSpPr/>
            <p:nvPr/>
          </p:nvSpPr>
          <p:spPr>
            <a:xfrm>
              <a:off x="690705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1" name="Freeform: Shape 1140">
              <a:extLst>
                <a:ext uri="{FF2B5EF4-FFF2-40B4-BE49-F238E27FC236}">
                  <a16:creationId xmlns:a16="http://schemas.microsoft.com/office/drawing/2014/main" id="{E4EFAA26-CCF3-1011-B72C-3AD8969570A4}"/>
                </a:ext>
              </a:extLst>
            </p:cNvPr>
            <p:cNvSpPr/>
            <p:nvPr/>
          </p:nvSpPr>
          <p:spPr>
            <a:xfrm>
              <a:off x="66977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2" name="Freeform: Shape 1141">
              <a:extLst>
                <a:ext uri="{FF2B5EF4-FFF2-40B4-BE49-F238E27FC236}">
                  <a16:creationId xmlns:a16="http://schemas.microsoft.com/office/drawing/2014/main" id="{0DF72F94-F648-3320-9ABB-DF6762D70C1E}"/>
                </a:ext>
              </a:extLst>
            </p:cNvPr>
            <p:cNvSpPr/>
            <p:nvPr/>
          </p:nvSpPr>
          <p:spPr>
            <a:xfrm>
              <a:off x="669775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43" name="Freeform: Shape 1142">
              <a:extLst>
                <a:ext uri="{FF2B5EF4-FFF2-40B4-BE49-F238E27FC236}">
                  <a16:creationId xmlns:a16="http://schemas.microsoft.com/office/drawing/2014/main" id="{E230729D-F955-3816-002D-FCDF56C94675}"/>
                </a:ext>
              </a:extLst>
            </p:cNvPr>
            <p:cNvSpPr/>
            <p:nvPr/>
          </p:nvSpPr>
          <p:spPr>
            <a:xfrm>
              <a:off x="6383793"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4" name="Freeform: Shape 1143">
              <a:extLst>
                <a:ext uri="{FF2B5EF4-FFF2-40B4-BE49-F238E27FC236}">
                  <a16:creationId xmlns:a16="http://schemas.microsoft.com/office/drawing/2014/main" id="{B29FA019-E4C6-206B-1E38-226AF5ACAE67}"/>
                </a:ext>
              </a:extLst>
            </p:cNvPr>
            <p:cNvSpPr/>
            <p:nvPr/>
          </p:nvSpPr>
          <p:spPr>
            <a:xfrm>
              <a:off x="6383793"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5" name="Freeform: Shape 1144">
              <a:extLst>
                <a:ext uri="{FF2B5EF4-FFF2-40B4-BE49-F238E27FC236}">
                  <a16:creationId xmlns:a16="http://schemas.microsoft.com/office/drawing/2014/main" id="{E4A3F768-D100-1C59-7D91-7C09C51B9CBC}"/>
                </a:ext>
              </a:extLst>
            </p:cNvPr>
            <p:cNvSpPr/>
            <p:nvPr/>
          </p:nvSpPr>
          <p:spPr>
            <a:xfrm>
              <a:off x="617448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6" name="Freeform: Shape 1145">
              <a:extLst>
                <a:ext uri="{FF2B5EF4-FFF2-40B4-BE49-F238E27FC236}">
                  <a16:creationId xmlns:a16="http://schemas.microsoft.com/office/drawing/2014/main" id="{BAC4AF9A-1F41-2D54-424F-0C988CC14BC7}"/>
                </a:ext>
              </a:extLst>
            </p:cNvPr>
            <p:cNvSpPr/>
            <p:nvPr/>
          </p:nvSpPr>
          <p:spPr>
            <a:xfrm>
              <a:off x="6069836"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7" name="Freeform: Shape 1146">
              <a:extLst>
                <a:ext uri="{FF2B5EF4-FFF2-40B4-BE49-F238E27FC236}">
                  <a16:creationId xmlns:a16="http://schemas.microsoft.com/office/drawing/2014/main" id="{BCC454E0-964B-3BCA-F69E-A9090DA65E0E}"/>
                </a:ext>
              </a:extLst>
            </p:cNvPr>
            <p:cNvSpPr/>
            <p:nvPr/>
          </p:nvSpPr>
          <p:spPr>
            <a:xfrm>
              <a:off x="9837321" y="4292381"/>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4" y="3140"/>
                  </a:cubicBezTo>
                  <a:cubicBezTo>
                    <a:pt x="12907" y="3488"/>
                    <a:pt x="12209" y="3837"/>
                    <a:pt x="11512" y="4535"/>
                  </a:cubicBezTo>
                  <a:cubicBezTo>
                    <a:pt x="4535" y="9070"/>
                    <a:pt x="0" y="17093"/>
                    <a:pt x="0" y="26163"/>
                  </a:cubicBezTo>
                  <a:cubicBezTo>
                    <a:pt x="0" y="40465"/>
                    <a:pt x="11860" y="52326"/>
                    <a:pt x="26163" y="52326"/>
                  </a:cubicBezTo>
                  <a:lnTo>
                    <a:pt x="26163" y="52326"/>
                  </a:lnTo>
                  <a:cubicBezTo>
                    <a:pt x="31745" y="52326"/>
                    <a:pt x="36628" y="50582"/>
                    <a:pt x="40814" y="47791"/>
                  </a:cubicBezTo>
                  <a:cubicBezTo>
                    <a:pt x="47791" y="43256"/>
                    <a:pt x="52326" y="35233"/>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48" name="Freeform: Shape 1147">
              <a:extLst>
                <a:ext uri="{FF2B5EF4-FFF2-40B4-BE49-F238E27FC236}">
                  <a16:creationId xmlns:a16="http://schemas.microsoft.com/office/drawing/2014/main" id="{2AC81371-5173-3D57-7BA1-1F7172F7A009}"/>
                </a:ext>
              </a:extLst>
            </p:cNvPr>
            <p:cNvSpPr/>
            <p:nvPr/>
          </p:nvSpPr>
          <p:spPr>
            <a:xfrm>
              <a:off x="6383793" y="3350510"/>
              <a:ext cx="52326" cy="52326"/>
            </a:xfrm>
            <a:custGeom>
              <a:avLst/>
              <a:gdLst>
                <a:gd name="connsiteX0" fmla="*/ 26163 w 52326"/>
                <a:gd name="connsiteY0" fmla="*/ 52326 h 52326"/>
                <a:gd name="connsiteX1" fmla="*/ 26163 w 52326"/>
                <a:gd name="connsiteY1" fmla="*/ 52326 h 52326"/>
                <a:gd name="connsiteX2" fmla="*/ 33837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7" y="51280"/>
                  </a:cubicBezTo>
                  <a:cubicBezTo>
                    <a:pt x="44652" y="48140"/>
                    <a:pt x="52326" y="38024"/>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9" name="Freeform: Shape 1148">
              <a:extLst>
                <a:ext uri="{FF2B5EF4-FFF2-40B4-BE49-F238E27FC236}">
                  <a16:creationId xmlns:a16="http://schemas.microsoft.com/office/drawing/2014/main" id="{6F7B9624-CBFC-AE5A-E119-2BD163D48DFE}"/>
                </a:ext>
              </a:extLst>
            </p:cNvPr>
            <p:cNvSpPr/>
            <p:nvPr/>
          </p:nvSpPr>
          <p:spPr>
            <a:xfrm>
              <a:off x="7325665"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50" name="Freeform: Shape 1149">
              <a:extLst>
                <a:ext uri="{FF2B5EF4-FFF2-40B4-BE49-F238E27FC236}">
                  <a16:creationId xmlns:a16="http://schemas.microsoft.com/office/drawing/2014/main" id="{E1FC9714-3F8C-86BB-1F32-F0D1A8E60830}"/>
                </a:ext>
              </a:extLst>
            </p:cNvPr>
            <p:cNvSpPr/>
            <p:nvPr/>
          </p:nvSpPr>
          <p:spPr>
            <a:xfrm>
              <a:off x="1130245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1" name="Freeform: Shape 1150">
              <a:extLst>
                <a:ext uri="{FF2B5EF4-FFF2-40B4-BE49-F238E27FC236}">
                  <a16:creationId xmlns:a16="http://schemas.microsoft.com/office/drawing/2014/main" id="{C10C6B55-52F4-FC5D-0804-D31089DA393F}"/>
                </a:ext>
              </a:extLst>
            </p:cNvPr>
            <p:cNvSpPr/>
            <p:nvPr/>
          </p:nvSpPr>
          <p:spPr>
            <a:xfrm>
              <a:off x="1025593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2" name="Freeform: Shape 1151">
              <a:extLst>
                <a:ext uri="{FF2B5EF4-FFF2-40B4-BE49-F238E27FC236}">
                  <a16:creationId xmlns:a16="http://schemas.microsoft.com/office/drawing/2014/main" id="{319670BF-D100-259B-1707-E80E9DDB01B0}"/>
                </a:ext>
              </a:extLst>
            </p:cNvPr>
            <p:cNvSpPr/>
            <p:nvPr/>
          </p:nvSpPr>
          <p:spPr>
            <a:xfrm>
              <a:off x="983732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3" name="Freeform: Shape 1152">
              <a:extLst>
                <a:ext uri="{FF2B5EF4-FFF2-40B4-BE49-F238E27FC236}">
                  <a16:creationId xmlns:a16="http://schemas.microsoft.com/office/drawing/2014/main" id="{5D064CE4-9C20-90D5-3ECB-C8FB839B400A}"/>
                </a:ext>
              </a:extLst>
            </p:cNvPr>
            <p:cNvSpPr/>
            <p:nvPr/>
          </p:nvSpPr>
          <p:spPr>
            <a:xfrm>
              <a:off x="107791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4" name="Freeform: Shape 1153">
              <a:extLst>
                <a:ext uri="{FF2B5EF4-FFF2-40B4-BE49-F238E27FC236}">
                  <a16:creationId xmlns:a16="http://schemas.microsoft.com/office/drawing/2014/main" id="{98686645-0787-4861-8800-A4559E029A3B}"/>
                </a:ext>
              </a:extLst>
            </p:cNvPr>
            <p:cNvSpPr/>
            <p:nvPr/>
          </p:nvSpPr>
          <p:spPr>
            <a:xfrm>
              <a:off x="10151278" y="4292381"/>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16047 w 52326"/>
                <a:gd name="connsiteY5" fmla="*/ 2093 h 52326"/>
                <a:gd name="connsiteX6" fmla="*/ 15000 w 52326"/>
                <a:gd name="connsiteY6" fmla="*/ 2442 h 52326"/>
                <a:gd name="connsiteX7" fmla="*/ 13604 w 52326"/>
                <a:gd name="connsiteY7" fmla="*/ 3140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cubicBezTo>
                    <a:pt x="22675" y="0"/>
                    <a:pt x="19186" y="698"/>
                    <a:pt x="16047" y="2093"/>
                  </a:cubicBezTo>
                  <a:cubicBezTo>
                    <a:pt x="15698" y="2093"/>
                    <a:pt x="15349" y="2442"/>
                    <a:pt x="15000" y="2442"/>
                  </a:cubicBezTo>
                  <a:cubicBezTo>
                    <a:pt x="14651" y="2791"/>
                    <a:pt x="13954" y="2791"/>
                    <a:pt x="13604" y="3140"/>
                  </a:cubicBezTo>
                  <a:cubicBezTo>
                    <a:pt x="5582" y="7675"/>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55" name="Freeform: Shape 1154">
              <a:extLst>
                <a:ext uri="{FF2B5EF4-FFF2-40B4-BE49-F238E27FC236}">
                  <a16:creationId xmlns:a16="http://schemas.microsoft.com/office/drawing/2014/main" id="{FB0BDF08-E4EB-A24E-704C-624D69A81940}"/>
                </a:ext>
              </a:extLst>
            </p:cNvPr>
            <p:cNvSpPr/>
            <p:nvPr/>
          </p:nvSpPr>
          <p:spPr>
            <a:xfrm>
              <a:off x="962801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6" name="Freeform: Shape 1155">
              <a:extLst>
                <a:ext uri="{FF2B5EF4-FFF2-40B4-BE49-F238E27FC236}">
                  <a16:creationId xmlns:a16="http://schemas.microsoft.com/office/drawing/2014/main" id="{6989A689-327B-F5EA-92A1-DB528EEF5252}"/>
                </a:ext>
              </a:extLst>
            </p:cNvPr>
            <p:cNvSpPr/>
            <p:nvPr/>
          </p:nvSpPr>
          <p:spPr>
            <a:xfrm>
              <a:off x="962801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7" name="Freeform: Shape 1156">
              <a:extLst>
                <a:ext uri="{FF2B5EF4-FFF2-40B4-BE49-F238E27FC236}">
                  <a16:creationId xmlns:a16="http://schemas.microsoft.com/office/drawing/2014/main" id="{8B3B42E3-47CD-1856-689E-A6F233B6CC77}"/>
                </a:ext>
              </a:extLst>
            </p:cNvPr>
            <p:cNvSpPr/>
            <p:nvPr/>
          </p:nvSpPr>
          <p:spPr>
            <a:xfrm>
              <a:off x="952336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8" name="Freeform: Shape 1157">
              <a:extLst>
                <a:ext uri="{FF2B5EF4-FFF2-40B4-BE49-F238E27FC236}">
                  <a16:creationId xmlns:a16="http://schemas.microsoft.com/office/drawing/2014/main" id="{3FECDE4C-6D65-821B-1E93-77142ACB561C}"/>
                </a:ext>
              </a:extLst>
            </p:cNvPr>
            <p:cNvSpPr/>
            <p:nvPr/>
          </p:nvSpPr>
          <p:spPr>
            <a:xfrm>
              <a:off x="910475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9" name="Freeform: Shape 1158">
              <a:extLst>
                <a:ext uri="{FF2B5EF4-FFF2-40B4-BE49-F238E27FC236}">
                  <a16:creationId xmlns:a16="http://schemas.microsoft.com/office/drawing/2014/main" id="{0BEC5979-51EF-2D63-10F0-48982CBC5BA0}"/>
                </a:ext>
              </a:extLst>
            </p:cNvPr>
            <p:cNvSpPr/>
            <p:nvPr/>
          </p:nvSpPr>
          <p:spPr>
            <a:xfrm>
              <a:off x="9104755" y="3559815"/>
              <a:ext cx="52326" cy="52326"/>
            </a:xfrm>
            <a:custGeom>
              <a:avLst/>
              <a:gdLst>
                <a:gd name="connsiteX0" fmla="*/ 26163 w 52326"/>
                <a:gd name="connsiteY0" fmla="*/ 0 h 52326"/>
                <a:gd name="connsiteX1" fmla="*/ 26163 w 52326"/>
                <a:gd name="connsiteY1" fmla="*/ 0 h 52326"/>
                <a:gd name="connsiteX2" fmla="*/ 21977 w 52326"/>
                <a:gd name="connsiteY2" fmla="*/ 349 h 52326"/>
                <a:gd name="connsiteX3" fmla="*/ 20930 w 52326"/>
                <a:gd name="connsiteY3" fmla="*/ 698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4768" y="0"/>
                    <a:pt x="23372" y="0"/>
                    <a:pt x="21977" y="349"/>
                  </a:cubicBezTo>
                  <a:cubicBezTo>
                    <a:pt x="21628" y="349"/>
                    <a:pt x="21280" y="349"/>
                    <a:pt x="20930" y="698"/>
                  </a:cubicBezTo>
                  <a:cubicBezTo>
                    <a:pt x="9070" y="3140"/>
                    <a:pt x="0" y="13605"/>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0" name="Freeform: Shape 1159">
              <a:extLst>
                <a:ext uri="{FF2B5EF4-FFF2-40B4-BE49-F238E27FC236}">
                  <a16:creationId xmlns:a16="http://schemas.microsoft.com/office/drawing/2014/main" id="{27F90552-A856-9347-CE67-939CDE04BCF8}"/>
                </a:ext>
              </a:extLst>
            </p:cNvPr>
            <p:cNvSpPr/>
            <p:nvPr/>
          </p:nvSpPr>
          <p:spPr>
            <a:xfrm>
              <a:off x="774427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1" name="Freeform: Shape 1160">
              <a:extLst>
                <a:ext uri="{FF2B5EF4-FFF2-40B4-BE49-F238E27FC236}">
                  <a16:creationId xmlns:a16="http://schemas.microsoft.com/office/drawing/2014/main" id="{52E6EC55-DBD0-734A-D924-0FBB7B36F5B5}"/>
                </a:ext>
              </a:extLst>
            </p:cNvPr>
            <p:cNvSpPr/>
            <p:nvPr/>
          </p:nvSpPr>
          <p:spPr>
            <a:xfrm>
              <a:off x="7116360"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2" name="Freeform: Shape 1161">
              <a:extLst>
                <a:ext uri="{FF2B5EF4-FFF2-40B4-BE49-F238E27FC236}">
                  <a16:creationId xmlns:a16="http://schemas.microsoft.com/office/drawing/2014/main" id="{6C07B7D0-E8E2-6A1F-0B98-98EA3AF97629}"/>
                </a:ext>
              </a:extLst>
            </p:cNvPr>
            <p:cNvSpPr/>
            <p:nvPr/>
          </p:nvSpPr>
          <p:spPr>
            <a:xfrm>
              <a:off x="7011708"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3" name="Freeform: Shape 1162">
              <a:extLst>
                <a:ext uri="{FF2B5EF4-FFF2-40B4-BE49-F238E27FC236}">
                  <a16:creationId xmlns:a16="http://schemas.microsoft.com/office/drawing/2014/main" id="{37AD35BC-EB2E-A67D-9633-0A3707E8374E}"/>
                </a:ext>
              </a:extLst>
            </p:cNvPr>
            <p:cNvSpPr/>
            <p:nvPr/>
          </p:nvSpPr>
          <p:spPr>
            <a:xfrm>
              <a:off x="70117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4" name="Freeform: Shape 1163">
              <a:extLst>
                <a:ext uri="{FF2B5EF4-FFF2-40B4-BE49-F238E27FC236}">
                  <a16:creationId xmlns:a16="http://schemas.microsoft.com/office/drawing/2014/main" id="{E74B1819-5843-9252-F802-957DEF9F760B}"/>
                </a:ext>
              </a:extLst>
            </p:cNvPr>
            <p:cNvSpPr/>
            <p:nvPr/>
          </p:nvSpPr>
          <p:spPr>
            <a:xfrm>
              <a:off x="6279141"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5" name="Freeform: Shape 1164">
              <a:extLst>
                <a:ext uri="{FF2B5EF4-FFF2-40B4-BE49-F238E27FC236}">
                  <a16:creationId xmlns:a16="http://schemas.microsoft.com/office/drawing/2014/main" id="{2276492F-AF38-17FC-B2BB-E82983193B84}"/>
                </a:ext>
              </a:extLst>
            </p:cNvPr>
            <p:cNvSpPr/>
            <p:nvPr/>
          </p:nvSpPr>
          <p:spPr>
            <a:xfrm>
              <a:off x="6174489"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6" name="Freeform: Shape 1165">
              <a:extLst>
                <a:ext uri="{FF2B5EF4-FFF2-40B4-BE49-F238E27FC236}">
                  <a16:creationId xmlns:a16="http://schemas.microsoft.com/office/drawing/2014/main" id="{3FD80B89-4698-4C73-2F72-B0A6FD857072}"/>
                </a:ext>
              </a:extLst>
            </p:cNvPr>
            <p:cNvSpPr/>
            <p:nvPr/>
          </p:nvSpPr>
          <p:spPr>
            <a:xfrm>
              <a:off x="6174489"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7" name="Freeform: Shape 1166">
              <a:extLst>
                <a:ext uri="{FF2B5EF4-FFF2-40B4-BE49-F238E27FC236}">
                  <a16:creationId xmlns:a16="http://schemas.microsoft.com/office/drawing/2014/main" id="{5362AC71-45E5-3D7D-0D9B-B6FA7BBF9B04}"/>
                </a:ext>
              </a:extLst>
            </p:cNvPr>
            <p:cNvSpPr/>
            <p:nvPr/>
          </p:nvSpPr>
          <p:spPr>
            <a:xfrm>
              <a:off x="8685796" y="4606338"/>
              <a:ext cx="52370" cy="52326"/>
            </a:xfrm>
            <a:custGeom>
              <a:avLst/>
              <a:gdLst>
                <a:gd name="connsiteX0" fmla="*/ 48140 w 52370"/>
                <a:gd name="connsiteY0" fmla="*/ 11512 h 52326"/>
                <a:gd name="connsiteX1" fmla="*/ 41163 w 52370"/>
                <a:gd name="connsiteY1" fmla="*/ 4535 h 52326"/>
                <a:gd name="connsiteX2" fmla="*/ 39071 w 52370"/>
                <a:gd name="connsiteY2" fmla="*/ 3140 h 52326"/>
                <a:gd name="connsiteX3" fmla="*/ 29303 w 52370"/>
                <a:gd name="connsiteY3" fmla="*/ 0 h 52326"/>
                <a:gd name="connsiteX4" fmla="*/ 26512 w 52370"/>
                <a:gd name="connsiteY4" fmla="*/ 0 h 52326"/>
                <a:gd name="connsiteX5" fmla="*/ 23373 w 52370"/>
                <a:gd name="connsiteY5" fmla="*/ 349 h 52326"/>
                <a:gd name="connsiteX6" fmla="*/ 14652 w 52370"/>
                <a:gd name="connsiteY6" fmla="*/ 2791 h 52326"/>
                <a:gd name="connsiteX7" fmla="*/ 10117 w 52370"/>
                <a:gd name="connsiteY7" fmla="*/ 5581 h 52326"/>
                <a:gd name="connsiteX8" fmla="*/ 7675 w 52370"/>
                <a:gd name="connsiteY8" fmla="*/ 7675 h 52326"/>
                <a:gd name="connsiteX9" fmla="*/ 2443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2 w 52370"/>
                <a:gd name="connsiteY15" fmla="*/ 49187 h 52326"/>
                <a:gd name="connsiteX16" fmla="*/ 42210 w 52370"/>
                <a:gd name="connsiteY16" fmla="*/ 46745 h 52326"/>
                <a:gd name="connsiteX17" fmla="*/ 44652 w 52370"/>
                <a:gd name="connsiteY17" fmla="*/ 44652 h 52326"/>
                <a:gd name="connsiteX18" fmla="*/ 47792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6" y="4186"/>
                    <a:pt x="39768" y="3488"/>
                    <a:pt x="39071" y="3140"/>
                  </a:cubicBezTo>
                  <a:cubicBezTo>
                    <a:pt x="35931" y="1395"/>
                    <a:pt x="32792" y="349"/>
                    <a:pt x="29303" y="0"/>
                  </a:cubicBezTo>
                  <a:cubicBezTo>
                    <a:pt x="28256" y="0"/>
                    <a:pt x="27559" y="0"/>
                    <a:pt x="26512" y="0"/>
                  </a:cubicBezTo>
                  <a:cubicBezTo>
                    <a:pt x="25466" y="0"/>
                    <a:pt x="24419" y="0"/>
                    <a:pt x="23373" y="349"/>
                  </a:cubicBezTo>
                  <a:cubicBezTo>
                    <a:pt x="20233" y="698"/>
                    <a:pt x="17442" y="1744"/>
                    <a:pt x="14652" y="2791"/>
                  </a:cubicBezTo>
                  <a:cubicBezTo>
                    <a:pt x="13256" y="3488"/>
                    <a:pt x="11512" y="4535"/>
                    <a:pt x="10117" y="5581"/>
                  </a:cubicBezTo>
                  <a:cubicBezTo>
                    <a:pt x="9419" y="6279"/>
                    <a:pt x="8373" y="6977"/>
                    <a:pt x="7675" y="7675"/>
                  </a:cubicBezTo>
                  <a:cubicBezTo>
                    <a:pt x="5582" y="9768"/>
                    <a:pt x="3838" y="12558"/>
                    <a:pt x="2443" y="15349"/>
                  </a:cubicBezTo>
                  <a:cubicBezTo>
                    <a:pt x="1744" y="17093"/>
                    <a:pt x="1047" y="19186"/>
                    <a:pt x="349" y="21279"/>
                  </a:cubicBezTo>
                  <a:cubicBezTo>
                    <a:pt x="0" y="23023"/>
                    <a:pt x="0" y="24419"/>
                    <a:pt x="0" y="26163"/>
                  </a:cubicBezTo>
                  <a:lnTo>
                    <a:pt x="0" y="26163"/>
                  </a:lnTo>
                  <a:cubicBezTo>
                    <a:pt x="0" y="40465"/>
                    <a:pt x="11861" y="52326"/>
                    <a:pt x="26163" y="52326"/>
                  </a:cubicBezTo>
                  <a:cubicBezTo>
                    <a:pt x="27210" y="52326"/>
                    <a:pt x="27907" y="52326"/>
                    <a:pt x="28954" y="52326"/>
                  </a:cubicBezTo>
                  <a:cubicBezTo>
                    <a:pt x="32442" y="51977"/>
                    <a:pt x="35931" y="50931"/>
                    <a:pt x="38722" y="49187"/>
                  </a:cubicBezTo>
                  <a:cubicBezTo>
                    <a:pt x="40117" y="48489"/>
                    <a:pt x="41163" y="47791"/>
                    <a:pt x="42210" y="46745"/>
                  </a:cubicBezTo>
                  <a:cubicBezTo>
                    <a:pt x="42908" y="46047"/>
                    <a:pt x="43954" y="45349"/>
                    <a:pt x="44652" y="44652"/>
                  </a:cubicBezTo>
                  <a:cubicBezTo>
                    <a:pt x="45699" y="43605"/>
                    <a:pt x="46745" y="42210"/>
                    <a:pt x="47792"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1168" name="Freeform: Shape 1167">
              <a:extLst>
                <a:ext uri="{FF2B5EF4-FFF2-40B4-BE49-F238E27FC236}">
                  <a16:creationId xmlns:a16="http://schemas.microsoft.com/office/drawing/2014/main" id="{F730B322-98C1-3B18-CB0A-D3680ADE68D8}"/>
                </a:ext>
              </a:extLst>
            </p:cNvPr>
            <p:cNvSpPr/>
            <p:nvPr/>
          </p:nvSpPr>
          <p:spPr>
            <a:xfrm>
              <a:off x="10674540" y="3141206"/>
              <a:ext cx="52326" cy="52326"/>
            </a:xfrm>
            <a:custGeom>
              <a:avLst/>
              <a:gdLst>
                <a:gd name="connsiteX0" fmla="*/ 26163 w 52326"/>
                <a:gd name="connsiteY0" fmla="*/ 0 h 52326"/>
                <a:gd name="connsiteX1" fmla="*/ 13604 w 52326"/>
                <a:gd name="connsiteY1" fmla="*/ 3140 h 52326"/>
                <a:gd name="connsiteX2" fmla="*/ 0 w 52326"/>
                <a:gd name="connsiteY2" fmla="*/ 26163 h 52326"/>
                <a:gd name="connsiteX3" fmla="*/ 26163 w 52326"/>
                <a:gd name="connsiteY3" fmla="*/ 52326 h 52326"/>
                <a:gd name="connsiteX4" fmla="*/ 26163 w 52326"/>
                <a:gd name="connsiteY4" fmla="*/ 52326 h 52326"/>
                <a:gd name="connsiteX5" fmla="*/ 33837 w 52326"/>
                <a:gd name="connsiteY5" fmla="*/ 51280 h 52326"/>
                <a:gd name="connsiteX6" fmla="*/ 38373 w 52326"/>
                <a:gd name="connsiteY6" fmla="*/ 49535 h 52326"/>
                <a:gd name="connsiteX7" fmla="*/ 38722 w 52326"/>
                <a:gd name="connsiteY7" fmla="*/ 49535 h 52326"/>
                <a:gd name="connsiteX8" fmla="*/ 52326 w 52326"/>
                <a:gd name="connsiteY8" fmla="*/ 26512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21628" y="0"/>
                    <a:pt x="17442" y="1046"/>
                    <a:pt x="13604" y="3140"/>
                  </a:cubicBezTo>
                  <a:cubicBezTo>
                    <a:pt x="5582" y="7675"/>
                    <a:pt x="0" y="16047"/>
                    <a:pt x="0" y="26163"/>
                  </a:cubicBezTo>
                  <a:cubicBezTo>
                    <a:pt x="0" y="40465"/>
                    <a:pt x="11860" y="52326"/>
                    <a:pt x="26163" y="52326"/>
                  </a:cubicBezTo>
                  <a:lnTo>
                    <a:pt x="26163" y="52326"/>
                  </a:lnTo>
                  <a:cubicBezTo>
                    <a:pt x="28954" y="52326"/>
                    <a:pt x="31396" y="51977"/>
                    <a:pt x="33837" y="51280"/>
                  </a:cubicBezTo>
                  <a:cubicBezTo>
                    <a:pt x="35233" y="50931"/>
                    <a:pt x="36978" y="50233"/>
                    <a:pt x="38373" y="49535"/>
                  </a:cubicBezTo>
                  <a:cubicBezTo>
                    <a:pt x="38373" y="49535"/>
                    <a:pt x="38722" y="49535"/>
                    <a:pt x="38722" y="49535"/>
                  </a:cubicBezTo>
                  <a:cubicBezTo>
                    <a:pt x="46744" y="45001"/>
                    <a:pt x="52326" y="36628"/>
                    <a:pt x="52326" y="26512"/>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9" name="Freeform: Shape 1168">
              <a:extLst>
                <a:ext uri="{FF2B5EF4-FFF2-40B4-BE49-F238E27FC236}">
                  <a16:creationId xmlns:a16="http://schemas.microsoft.com/office/drawing/2014/main" id="{56F634BD-7E05-D131-6EE8-85169E304364}"/>
                </a:ext>
              </a:extLst>
            </p:cNvPr>
            <p:cNvSpPr/>
            <p:nvPr/>
          </p:nvSpPr>
          <p:spPr>
            <a:xfrm>
              <a:off x="10779193" y="4397034"/>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0" name="Freeform: Shape 1169">
              <a:extLst>
                <a:ext uri="{FF2B5EF4-FFF2-40B4-BE49-F238E27FC236}">
                  <a16:creationId xmlns:a16="http://schemas.microsoft.com/office/drawing/2014/main" id="{03219723-8279-8519-E6EE-18B56F6ACB6F}"/>
                </a:ext>
              </a:extLst>
            </p:cNvPr>
            <p:cNvSpPr/>
            <p:nvPr/>
          </p:nvSpPr>
          <p:spPr>
            <a:xfrm>
              <a:off x="11616412"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4"/>
                  </a:cubicBezTo>
                  <a:cubicBezTo>
                    <a:pt x="2791" y="12558"/>
                    <a:pt x="0" y="18838"/>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1" name="Freeform: Shape 1170">
              <a:extLst>
                <a:ext uri="{FF2B5EF4-FFF2-40B4-BE49-F238E27FC236}">
                  <a16:creationId xmlns:a16="http://schemas.microsoft.com/office/drawing/2014/main" id="{62BA34F0-00F6-3A08-72EB-5EDE1E22DE8A}"/>
                </a:ext>
              </a:extLst>
            </p:cNvPr>
            <p:cNvSpPr/>
            <p:nvPr/>
          </p:nvSpPr>
          <p:spPr>
            <a:xfrm>
              <a:off x="1046523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72" name="Freeform: Shape 1171">
              <a:extLst>
                <a:ext uri="{FF2B5EF4-FFF2-40B4-BE49-F238E27FC236}">
                  <a16:creationId xmlns:a16="http://schemas.microsoft.com/office/drawing/2014/main" id="{74C3C650-AFC8-3148-289A-7C70E4F8EC1F}"/>
                </a:ext>
              </a:extLst>
            </p:cNvPr>
            <p:cNvSpPr/>
            <p:nvPr/>
          </p:nvSpPr>
          <p:spPr>
            <a:xfrm>
              <a:off x="1151175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3" name="Freeform: Shape 1172">
              <a:extLst>
                <a:ext uri="{FF2B5EF4-FFF2-40B4-BE49-F238E27FC236}">
                  <a16:creationId xmlns:a16="http://schemas.microsoft.com/office/drawing/2014/main" id="{0EAEC393-B588-900A-42EE-0C922D7E447A}"/>
                </a:ext>
              </a:extLst>
            </p:cNvPr>
            <p:cNvSpPr/>
            <p:nvPr/>
          </p:nvSpPr>
          <p:spPr>
            <a:xfrm>
              <a:off x="10988497" y="3245858"/>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26163 w 52326"/>
                <a:gd name="connsiteY5" fmla="*/ 0 h 52326"/>
                <a:gd name="connsiteX6" fmla="*/ 13604 w 52326"/>
                <a:gd name="connsiteY6" fmla="*/ 3140 h 52326"/>
                <a:gd name="connsiteX7" fmla="*/ 10116 w 52326"/>
                <a:gd name="connsiteY7" fmla="*/ 5581 h 52326"/>
                <a:gd name="connsiteX8" fmla="*/ 9419 w 52326"/>
                <a:gd name="connsiteY8" fmla="*/ 593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lnTo>
                    <a:pt x="26163" y="0"/>
                  </a:lnTo>
                  <a:cubicBezTo>
                    <a:pt x="21628" y="0"/>
                    <a:pt x="17442" y="1046"/>
                    <a:pt x="13604" y="3140"/>
                  </a:cubicBezTo>
                  <a:cubicBezTo>
                    <a:pt x="12209" y="3837"/>
                    <a:pt x="11163" y="4535"/>
                    <a:pt x="10116" y="5581"/>
                  </a:cubicBezTo>
                  <a:cubicBezTo>
                    <a:pt x="10116" y="5581"/>
                    <a:pt x="9768" y="5930"/>
                    <a:pt x="9419" y="5930"/>
                  </a:cubicBezTo>
                  <a:cubicBezTo>
                    <a:pt x="3488" y="10814"/>
                    <a:pt x="0" y="18140"/>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74" name="Freeform: Shape 1173">
              <a:extLst>
                <a:ext uri="{FF2B5EF4-FFF2-40B4-BE49-F238E27FC236}">
                  <a16:creationId xmlns:a16="http://schemas.microsoft.com/office/drawing/2014/main" id="{6AB52AC6-1E8E-3805-8E89-A77F61CEEBF2}"/>
                </a:ext>
              </a:extLst>
            </p:cNvPr>
            <p:cNvSpPr/>
            <p:nvPr/>
          </p:nvSpPr>
          <p:spPr>
            <a:xfrm>
              <a:off x="994197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5" name="Freeform: Shape 1174">
              <a:extLst>
                <a:ext uri="{FF2B5EF4-FFF2-40B4-BE49-F238E27FC236}">
                  <a16:creationId xmlns:a16="http://schemas.microsoft.com/office/drawing/2014/main" id="{8C48EEF1-FA5D-81C7-8DB1-DBB4FED453AC}"/>
                </a:ext>
              </a:extLst>
            </p:cNvPr>
            <p:cNvSpPr/>
            <p:nvPr/>
          </p:nvSpPr>
          <p:spPr>
            <a:xfrm>
              <a:off x="973266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6" name="Freeform: Shape 1175">
              <a:extLst>
                <a:ext uri="{FF2B5EF4-FFF2-40B4-BE49-F238E27FC236}">
                  <a16:creationId xmlns:a16="http://schemas.microsoft.com/office/drawing/2014/main" id="{0C3CAEA5-5201-4570-71C6-A08D5F96D397}"/>
                </a:ext>
              </a:extLst>
            </p:cNvPr>
            <p:cNvSpPr/>
            <p:nvPr/>
          </p:nvSpPr>
          <p:spPr>
            <a:xfrm>
              <a:off x="847684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7" name="Freeform: Shape 1176">
              <a:extLst>
                <a:ext uri="{FF2B5EF4-FFF2-40B4-BE49-F238E27FC236}">
                  <a16:creationId xmlns:a16="http://schemas.microsoft.com/office/drawing/2014/main" id="{DA39AB9B-6CD0-EBA0-7556-DA33DCA969E6}"/>
                </a:ext>
              </a:extLst>
            </p:cNvPr>
            <p:cNvSpPr/>
            <p:nvPr/>
          </p:nvSpPr>
          <p:spPr>
            <a:xfrm>
              <a:off x="847684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8" name="Freeform: Shape 1177">
              <a:extLst>
                <a:ext uri="{FF2B5EF4-FFF2-40B4-BE49-F238E27FC236}">
                  <a16:creationId xmlns:a16="http://schemas.microsoft.com/office/drawing/2014/main" id="{B0B0F762-33E5-78BA-DE09-135C7BA441C2}"/>
                </a:ext>
              </a:extLst>
            </p:cNvPr>
            <p:cNvSpPr/>
            <p:nvPr/>
          </p:nvSpPr>
          <p:spPr>
            <a:xfrm>
              <a:off x="837218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9" name="Freeform: Shape 1178">
              <a:extLst>
                <a:ext uri="{FF2B5EF4-FFF2-40B4-BE49-F238E27FC236}">
                  <a16:creationId xmlns:a16="http://schemas.microsoft.com/office/drawing/2014/main" id="{7CC12C08-3D7E-7853-D58D-5E5D7619FE15}"/>
                </a:ext>
              </a:extLst>
            </p:cNvPr>
            <p:cNvSpPr/>
            <p:nvPr/>
          </p:nvSpPr>
          <p:spPr>
            <a:xfrm>
              <a:off x="795357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0" name="Freeform: Shape 1179">
              <a:extLst>
                <a:ext uri="{FF2B5EF4-FFF2-40B4-BE49-F238E27FC236}">
                  <a16:creationId xmlns:a16="http://schemas.microsoft.com/office/drawing/2014/main" id="{1CCDC11B-1D4F-EACF-8026-AF3DDB1B9BD6}"/>
                </a:ext>
              </a:extLst>
            </p:cNvPr>
            <p:cNvSpPr/>
            <p:nvPr/>
          </p:nvSpPr>
          <p:spPr>
            <a:xfrm>
              <a:off x="79535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1" name="Freeform: Shape 1180">
              <a:extLst>
                <a:ext uri="{FF2B5EF4-FFF2-40B4-BE49-F238E27FC236}">
                  <a16:creationId xmlns:a16="http://schemas.microsoft.com/office/drawing/2014/main" id="{3C19FCA0-3E87-9CA9-C3D8-2C474BF4D43A}"/>
                </a:ext>
              </a:extLst>
            </p:cNvPr>
            <p:cNvSpPr/>
            <p:nvPr/>
          </p:nvSpPr>
          <p:spPr>
            <a:xfrm>
              <a:off x="7744274" y="4815643"/>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82" name="Freeform: Shape 1181">
              <a:extLst>
                <a:ext uri="{FF2B5EF4-FFF2-40B4-BE49-F238E27FC236}">
                  <a16:creationId xmlns:a16="http://schemas.microsoft.com/office/drawing/2014/main" id="{9D6A7D55-D754-9C97-6812-8EE8C43AEE2D}"/>
                </a:ext>
              </a:extLst>
            </p:cNvPr>
            <p:cNvSpPr/>
            <p:nvPr/>
          </p:nvSpPr>
          <p:spPr>
            <a:xfrm>
              <a:off x="732566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3" name="Freeform: Shape 1182">
              <a:extLst>
                <a:ext uri="{FF2B5EF4-FFF2-40B4-BE49-F238E27FC236}">
                  <a16:creationId xmlns:a16="http://schemas.microsoft.com/office/drawing/2014/main" id="{B2FBC6AC-B3EC-DC8A-CD77-2FBCF80924AC}"/>
                </a:ext>
              </a:extLst>
            </p:cNvPr>
            <p:cNvSpPr/>
            <p:nvPr/>
          </p:nvSpPr>
          <p:spPr>
            <a:xfrm>
              <a:off x="6802403"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4" name="Freeform: Shape 1183">
              <a:extLst>
                <a:ext uri="{FF2B5EF4-FFF2-40B4-BE49-F238E27FC236}">
                  <a16:creationId xmlns:a16="http://schemas.microsoft.com/office/drawing/2014/main" id="{2C2C1C58-EF5E-8C78-853E-897AABA8D3E5}"/>
                </a:ext>
              </a:extLst>
            </p:cNvPr>
            <p:cNvSpPr/>
            <p:nvPr/>
          </p:nvSpPr>
          <p:spPr>
            <a:xfrm>
              <a:off x="6697751"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5" name="Freeform: Shape 1184">
              <a:extLst>
                <a:ext uri="{FF2B5EF4-FFF2-40B4-BE49-F238E27FC236}">
                  <a16:creationId xmlns:a16="http://schemas.microsoft.com/office/drawing/2014/main" id="{E5436E65-1694-0504-168B-6FF4457FD0F1}"/>
                </a:ext>
              </a:extLst>
            </p:cNvPr>
            <p:cNvSpPr/>
            <p:nvPr/>
          </p:nvSpPr>
          <p:spPr>
            <a:xfrm>
              <a:off x="669775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6" name="Freeform: Shape 1185">
              <a:extLst>
                <a:ext uri="{FF2B5EF4-FFF2-40B4-BE49-F238E27FC236}">
                  <a16:creationId xmlns:a16="http://schemas.microsoft.com/office/drawing/2014/main" id="{925DD35A-C763-31CE-B6ED-2D9720A2F63F}"/>
                </a:ext>
              </a:extLst>
            </p:cNvPr>
            <p:cNvSpPr/>
            <p:nvPr/>
          </p:nvSpPr>
          <p:spPr>
            <a:xfrm>
              <a:off x="648844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7" name="Freeform: Shape 1186">
              <a:extLst>
                <a:ext uri="{FF2B5EF4-FFF2-40B4-BE49-F238E27FC236}">
                  <a16:creationId xmlns:a16="http://schemas.microsoft.com/office/drawing/2014/main" id="{FAAADB32-9B0A-768B-AD1F-2D581BBEE058}"/>
                </a:ext>
              </a:extLst>
            </p:cNvPr>
            <p:cNvSpPr/>
            <p:nvPr/>
          </p:nvSpPr>
          <p:spPr>
            <a:xfrm>
              <a:off x="11616412"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88" name="Freeform: Shape 1187">
              <a:extLst>
                <a:ext uri="{FF2B5EF4-FFF2-40B4-BE49-F238E27FC236}">
                  <a16:creationId xmlns:a16="http://schemas.microsoft.com/office/drawing/2014/main" id="{1F0B8421-E653-370C-592D-B45411708EAB}"/>
                </a:ext>
              </a:extLst>
            </p:cNvPr>
            <p:cNvSpPr/>
            <p:nvPr/>
          </p:nvSpPr>
          <p:spPr>
            <a:xfrm>
              <a:off x="11825716" y="4920296"/>
              <a:ext cx="52326" cy="52326"/>
            </a:xfrm>
            <a:custGeom>
              <a:avLst/>
              <a:gdLst>
                <a:gd name="connsiteX0" fmla="*/ 42908 w 52326"/>
                <a:gd name="connsiteY0" fmla="*/ 5930 h 52326"/>
                <a:gd name="connsiteX1" fmla="*/ 26163 w 52326"/>
                <a:gd name="connsiteY1" fmla="*/ 0 h 52326"/>
                <a:gd name="connsiteX2" fmla="*/ 0 w 52326"/>
                <a:gd name="connsiteY2" fmla="*/ 26163 h 52326"/>
                <a:gd name="connsiteX3" fmla="*/ 9419 w 52326"/>
                <a:gd name="connsiteY3" fmla="*/ 46396 h 52326"/>
                <a:gd name="connsiteX4" fmla="*/ 26163 w 52326"/>
                <a:gd name="connsiteY4" fmla="*/ 52326 h 52326"/>
                <a:gd name="connsiteX5" fmla="*/ 52326 w 52326"/>
                <a:gd name="connsiteY5" fmla="*/ 26163 h 52326"/>
                <a:gd name="connsiteX6" fmla="*/ 42908 w 52326"/>
                <a:gd name="connsiteY6"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2908" y="5930"/>
                  </a:moveTo>
                  <a:cubicBezTo>
                    <a:pt x="38373" y="2093"/>
                    <a:pt x="32442" y="0"/>
                    <a:pt x="26163" y="0"/>
                  </a:cubicBezTo>
                  <a:cubicBezTo>
                    <a:pt x="11860" y="0"/>
                    <a:pt x="0" y="11861"/>
                    <a:pt x="0" y="26163"/>
                  </a:cubicBezTo>
                  <a:cubicBezTo>
                    <a:pt x="0" y="34187"/>
                    <a:pt x="3838" y="41512"/>
                    <a:pt x="9419" y="46396"/>
                  </a:cubicBezTo>
                  <a:cubicBezTo>
                    <a:pt x="13954" y="50233"/>
                    <a:pt x="19884" y="52326"/>
                    <a:pt x="26163" y="52326"/>
                  </a:cubicBezTo>
                  <a:cubicBezTo>
                    <a:pt x="40466" y="52326"/>
                    <a:pt x="52326" y="40465"/>
                    <a:pt x="52326" y="26163"/>
                  </a:cubicBez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1189" name="Freeform: Shape 1188">
              <a:extLst>
                <a:ext uri="{FF2B5EF4-FFF2-40B4-BE49-F238E27FC236}">
                  <a16:creationId xmlns:a16="http://schemas.microsoft.com/office/drawing/2014/main" id="{E2A38A67-C093-9171-D666-E7C9C9827745}"/>
                </a:ext>
              </a:extLst>
            </p:cNvPr>
            <p:cNvSpPr/>
            <p:nvPr/>
          </p:nvSpPr>
          <p:spPr>
            <a:xfrm>
              <a:off x="6697751"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2" y="52326"/>
                    <a:pt x="26163" y="52326"/>
                  </a:cubicBezTo>
                  <a:lnTo>
                    <a:pt x="26163" y="52326"/>
                  </a:lnTo>
                  <a:cubicBezTo>
                    <a:pt x="40465"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1190" name="Freeform: Shape 1189">
              <a:extLst>
                <a:ext uri="{FF2B5EF4-FFF2-40B4-BE49-F238E27FC236}">
                  <a16:creationId xmlns:a16="http://schemas.microsoft.com/office/drawing/2014/main" id="{123F4581-3207-1D48-75F8-2C5C4BB2C7EE}"/>
                </a:ext>
              </a:extLst>
            </p:cNvPr>
            <p:cNvSpPr/>
            <p:nvPr/>
          </p:nvSpPr>
          <p:spPr>
            <a:xfrm>
              <a:off x="816288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1" name="Freeform: Shape 1190">
              <a:extLst>
                <a:ext uri="{FF2B5EF4-FFF2-40B4-BE49-F238E27FC236}">
                  <a16:creationId xmlns:a16="http://schemas.microsoft.com/office/drawing/2014/main" id="{272AA79C-55BC-9317-A06D-C7129287F74B}"/>
                </a:ext>
              </a:extLst>
            </p:cNvPr>
            <p:cNvSpPr/>
            <p:nvPr/>
          </p:nvSpPr>
          <p:spPr>
            <a:xfrm>
              <a:off x="1140710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2" name="Freeform: Shape 1191">
              <a:extLst>
                <a:ext uri="{FF2B5EF4-FFF2-40B4-BE49-F238E27FC236}">
                  <a16:creationId xmlns:a16="http://schemas.microsoft.com/office/drawing/2014/main" id="{857E46E4-1367-7B1A-9604-E45772C8CFA5}"/>
                </a:ext>
              </a:extLst>
            </p:cNvPr>
            <p:cNvSpPr/>
            <p:nvPr/>
          </p:nvSpPr>
          <p:spPr>
            <a:xfrm>
              <a:off x="1203502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3" name="Freeform: Shape 1192">
              <a:extLst>
                <a:ext uri="{FF2B5EF4-FFF2-40B4-BE49-F238E27FC236}">
                  <a16:creationId xmlns:a16="http://schemas.microsoft.com/office/drawing/2014/main" id="{277E316C-A60C-C69F-96CD-3E5CB99389E0}"/>
                </a:ext>
              </a:extLst>
            </p:cNvPr>
            <p:cNvSpPr/>
            <p:nvPr/>
          </p:nvSpPr>
          <p:spPr>
            <a:xfrm>
              <a:off x="1172106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4" name="Freeform: Shape 1193">
              <a:extLst>
                <a:ext uri="{FF2B5EF4-FFF2-40B4-BE49-F238E27FC236}">
                  <a16:creationId xmlns:a16="http://schemas.microsoft.com/office/drawing/2014/main" id="{1C32108F-6A52-3B15-77F4-1A7285296110}"/>
                </a:ext>
              </a:extLst>
            </p:cNvPr>
            <p:cNvSpPr/>
            <p:nvPr/>
          </p:nvSpPr>
          <p:spPr>
            <a:xfrm>
              <a:off x="1025593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5" name="Freeform: Shape 1194">
              <a:extLst>
                <a:ext uri="{FF2B5EF4-FFF2-40B4-BE49-F238E27FC236}">
                  <a16:creationId xmlns:a16="http://schemas.microsoft.com/office/drawing/2014/main" id="{73437ED7-C781-190C-C7DD-25008DB7F9B7}"/>
                </a:ext>
              </a:extLst>
            </p:cNvPr>
            <p:cNvSpPr/>
            <p:nvPr/>
          </p:nvSpPr>
          <p:spPr>
            <a:xfrm>
              <a:off x="1004662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6" name="Freeform: Shape 1195">
              <a:extLst>
                <a:ext uri="{FF2B5EF4-FFF2-40B4-BE49-F238E27FC236}">
                  <a16:creationId xmlns:a16="http://schemas.microsoft.com/office/drawing/2014/main" id="{214967F3-7A1C-E4A1-B6C0-778430CDBC44}"/>
                </a:ext>
              </a:extLst>
            </p:cNvPr>
            <p:cNvSpPr/>
            <p:nvPr/>
          </p:nvSpPr>
          <p:spPr>
            <a:xfrm>
              <a:off x="11930369"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7" name="Freeform: Shape 1196">
              <a:extLst>
                <a:ext uri="{FF2B5EF4-FFF2-40B4-BE49-F238E27FC236}">
                  <a16:creationId xmlns:a16="http://schemas.microsoft.com/office/drawing/2014/main" id="{93757BF8-C775-B907-53D1-E4EFC27E18DE}"/>
                </a:ext>
              </a:extLst>
            </p:cNvPr>
            <p:cNvSpPr/>
            <p:nvPr/>
          </p:nvSpPr>
          <p:spPr>
            <a:xfrm>
              <a:off x="1151175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8" name="Freeform: Shape 1197">
              <a:extLst>
                <a:ext uri="{FF2B5EF4-FFF2-40B4-BE49-F238E27FC236}">
                  <a16:creationId xmlns:a16="http://schemas.microsoft.com/office/drawing/2014/main" id="{9AAB7B81-7A2E-C469-AD02-9B68887747E0}"/>
                </a:ext>
              </a:extLst>
            </p:cNvPr>
            <p:cNvSpPr/>
            <p:nvPr/>
          </p:nvSpPr>
          <p:spPr>
            <a:xfrm>
              <a:off x="11511759"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6" y="0"/>
                    <a:pt x="26163" y="0"/>
                  </a:cubicBezTo>
                  <a:lnTo>
                    <a:pt x="26163" y="0"/>
                  </a:ln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9" name="Freeform: Shape 1198">
              <a:extLst>
                <a:ext uri="{FF2B5EF4-FFF2-40B4-BE49-F238E27FC236}">
                  <a16:creationId xmlns:a16="http://schemas.microsoft.com/office/drawing/2014/main" id="{B3C7A541-F828-C0C4-CBFE-6F608A5F3A33}"/>
                </a:ext>
              </a:extLst>
            </p:cNvPr>
            <p:cNvSpPr/>
            <p:nvPr/>
          </p:nvSpPr>
          <p:spPr>
            <a:xfrm>
              <a:off x="1098849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0" name="Freeform: Shape 1199">
              <a:extLst>
                <a:ext uri="{FF2B5EF4-FFF2-40B4-BE49-F238E27FC236}">
                  <a16:creationId xmlns:a16="http://schemas.microsoft.com/office/drawing/2014/main" id="{3F59EFE1-EC71-0005-C45F-1958E4DCF30F}"/>
                </a:ext>
              </a:extLst>
            </p:cNvPr>
            <p:cNvSpPr/>
            <p:nvPr/>
          </p:nvSpPr>
          <p:spPr>
            <a:xfrm>
              <a:off x="1077919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1" name="Freeform: Shape 1200">
              <a:extLst>
                <a:ext uri="{FF2B5EF4-FFF2-40B4-BE49-F238E27FC236}">
                  <a16:creationId xmlns:a16="http://schemas.microsoft.com/office/drawing/2014/main" id="{C68FC8CF-971D-CCBA-9758-BD2EBE47915F}"/>
                </a:ext>
              </a:extLst>
            </p:cNvPr>
            <p:cNvSpPr/>
            <p:nvPr/>
          </p:nvSpPr>
          <p:spPr>
            <a:xfrm>
              <a:off x="994197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2" name="Freeform: Shape 1201">
              <a:extLst>
                <a:ext uri="{FF2B5EF4-FFF2-40B4-BE49-F238E27FC236}">
                  <a16:creationId xmlns:a16="http://schemas.microsoft.com/office/drawing/2014/main" id="{071BCD09-1421-E665-10CA-C345EF31ED0A}"/>
                </a:ext>
              </a:extLst>
            </p:cNvPr>
            <p:cNvSpPr/>
            <p:nvPr/>
          </p:nvSpPr>
          <p:spPr>
            <a:xfrm>
              <a:off x="910475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3" name="Freeform: Shape 1202">
              <a:extLst>
                <a:ext uri="{FF2B5EF4-FFF2-40B4-BE49-F238E27FC236}">
                  <a16:creationId xmlns:a16="http://schemas.microsoft.com/office/drawing/2014/main" id="{FC92A591-8336-31A6-AAAB-859B0CA5DB88}"/>
                </a:ext>
              </a:extLst>
            </p:cNvPr>
            <p:cNvSpPr/>
            <p:nvPr/>
          </p:nvSpPr>
          <p:spPr>
            <a:xfrm>
              <a:off x="879079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4" name="Freeform: Shape 1203">
              <a:extLst>
                <a:ext uri="{FF2B5EF4-FFF2-40B4-BE49-F238E27FC236}">
                  <a16:creationId xmlns:a16="http://schemas.microsoft.com/office/drawing/2014/main" id="{310A8E10-D50E-F657-4757-612FA53AC345}"/>
                </a:ext>
              </a:extLst>
            </p:cNvPr>
            <p:cNvSpPr/>
            <p:nvPr/>
          </p:nvSpPr>
          <p:spPr>
            <a:xfrm>
              <a:off x="81628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5" name="Freeform: Shape 1204">
              <a:extLst>
                <a:ext uri="{FF2B5EF4-FFF2-40B4-BE49-F238E27FC236}">
                  <a16:creationId xmlns:a16="http://schemas.microsoft.com/office/drawing/2014/main" id="{93402C8F-5FF3-F7DC-07FD-54D5A964E85F}"/>
                </a:ext>
              </a:extLst>
            </p:cNvPr>
            <p:cNvSpPr/>
            <p:nvPr/>
          </p:nvSpPr>
          <p:spPr>
            <a:xfrm>
              <a:off x="753496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6" name="Freeform: Shape 1205">
              <a:extLst>
                <a:ext uri="{FF2B5EF4-FFF2-40B4-BE49-F238E27FC236}">
                  <a16:creationId xmlns:a16="http://schemas.microsoft.com/office/drawing/2014/main" id="{A9258417-6C65-39D1-1C34-7B4A361F93E4}"/>
                </a:ext>
              </a:extLst>
            </p:cNvPr>
            <p:cNvSpPr/>
            <p:nvPr/>
          </p:nvSpPr>
          <p:spPr>
            <a:xfrm>
              <a:off x="6802403"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7" name="Freeform: Shape 1206">
              <a:extLst>
                <a:ext uri="{FF2B5EF4-FFF2-40B4-BE49-F238E27FC236}">
                  <a16:creationId xmlns:a16="http://schemas.microsoft.com/office/drawing/2014/main" id="{D42C1DCA-F33B-131B-9DF2-A06E10F32710}"/>
                </a:ext>
              </a:extLst>
            </p:cNvPr>
            <p:cNvSpPr/>
            <p:nvPr/>
          </p:nvSpPr>
          <p:spPr>
            <a:xfrm>
              <a:off x="6593098"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9" y="52326"/>
                    <a:pt x="28954" y="52326"/>
                    <a:pt x="30349" y="51977"/>
                  </a:cubicBezTo>
                  <a:cubicBezTo>
                    <a:pt x="42908" y="49884"/>
                    <a:pt x="52326" y="39070"/>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8" name="Freeform: Shape 1207">
              <a:extLst>
                <a:ext uri="{FF2B5EF4-FFF2-40B4-BE49-F238E27FC236}">
                  <a16:creationId xmlns:a16="http://schemas.microsoft.com/office/drawing/2014/main" id="{695C4807-5FC7-5B15-8FC0-363209222CE7}"/>
                </a:ext>
              </a:extLst>
            </p:cNvPr>
            <p:cNvSpPr/>
            <p:nvPr/>
          </p:nvSpPr>
          <p:spPr>
            <a:xfrm>
              <a:off x="6383793"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9" name="Freeform: Shape 1208">
              <a:extLst>
                <a:ext uri="{FF2B5EF4-FFF2-40B4-BE49-F238E27FC236}">
                  <a16:creationId xmlns:a16="http://schemas.microsoft.com/office/drawing/2014/main" id="{44174D11-0B8F-C2FF-16C6-544304627239}"/>
                </a:ext>
              </a:extLst>
            </p:cNvPr>
            <p:cNvSpPr/>
            <p:nvPr/>
          </p:nvSpPr>
          <p:spPr>
            <a:xfrm>
              <a:off x="6279141"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10" name="Freeform: Shape 1209">
              <a:extLst>
                <a:ext uri="{FF2B5EF4-FFF2-40B4-BE49-F238E27FC236}">
                  <a16:creationId xmlns:a16="http://schemas.microsoft.com/office/drawing/2014/main" id="{95E9D3BC-2E14-F61F-5442-58167B0F0EBF}"/>
                </a:ext>
              </a:extLst>
            </p:cNvPr>
            <p:cNvSpPr/>
            <p:nvPr/>
          </p:nvSpPr>
          <p:spPr>
            <a:xfrm>
              <a:off x="10151278"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211" name="Freeform: Shape 1210">
              <a:extLst>
                <a:ext uri="{FF2B5EF4-FFF2-40B4-BE49-F238E27FC236}">
                  <a16:creationId xmlns:a16="http://schemas.microsoft.com/office/drawing/2014/main" id="{CBEA2ACE-96E7-ECEC-6FAC-340084004CA5}"/>
                </a:ext>
              </a:extLst>
            </p:cNvPr>
            <p:cNvSpPr/>
            <p:nvPr/>
          </p:nvSpPr>
          <p:spPr>
            <a:xfrm>
              <a:off x="11825716"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2" name="Freeform: Shape 1211">
              <a:extLst>
                <a:ext uri="{FF2B5EF4-FFF2-40B4-BE49-F238E27FC236}">
                  <a16:creationId xmlns:a16="http://schemas.microsoft.com/office/drawing/2014/main" id="{513E6676-5E39-2E80-DFE2-0D21D53E69A9}"/>
                </a:ext>
              </a:extLst>
            </p:cNvPr>
            <p:cNvSpPr/>
            <p:nvPr/>
          </p:nvSpPr>
          <p:spPr>
            <a:xfrm>
              <a:off x="116164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3" name="Freeform: Shape 1212">
              <a:extLst>
                <a:ext uri="{FF2B5EF4-FFF2-40B4-BE49-F238E27FC236}">
                  <a16:creationId xmlns:a16="http://schemas.microsoft.com/office/drawing/2014/main" id="{882E4E44-569E-14ED-288D-1A93F236D735}"/>
                </a:ext>
              </a:extLst>
            </p:cNvPr>
            <p:cNvSpPr/>
            <p:nvPr/>
          </p:nvSpPr>
          <p:spPr>
            <a:xfrm>
              <a:off x="12139673" y="3559815"/>
              <a:ext cx="52326" cy="52326"/>
            </a:xfrm>
            <a:custGeom>
              <a:avLst/>
              <a:gdLst>
                <a:gd name="connsiteX0" fmla="*/ 26163 w 52326"/>
                <a:gd name="connsiteY0" fmla="*/ 52326 h 52326"/>
                <a:gd name="connsiteX1" fmla="*/ 26163 w 52326"/>
                <a:gd name="connsiteY1" fmla="*/ 52326 h 52326"/>
                <a:gd name="connsiteX2" fmla="*/ 47791 w 52326"/>
                <a:gd name="connsiteY2" fmla="*/ 40814 h 52326"/>
                <a:gd name="connsiteX3" fmla="*/ 49884 w 52326"/>
                <a:gd name="connsiteY3" fmla="*/ 37326 h 52326"/>
                <a:gd name="connsiteX4" fmla="*/ 51279 w 52326"/>
                <a:gd name="connsiteY4" fmla="*/ 33838 h 52326"/>
                <a:gd name="connsiteX5" fmla="*/ 52326 w 52326"/>
                <a:gd name="connsiteY5" fmla="*/ 26163 h 52326"/>
                <a:gd name="connsiteX6" fmla="*/ 26163 w 52326"/>
                <a:gd name="connsiteY6" fmla="*/ 0 h 52326"/>
                <a:gd name="connsiteX7" fmla="*/ 5233 w 52326"/>
                <a:gd name="connsiteY7" fmla="*/ 1046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5233" y="52326"/>
                    <a:pt x="43256" y="47791"/>
                    <a:pt x="47791" y="40814"/>
                  </a:cubicBezTo>
                  <a:cubicBezTo>
                    <a:pt x="48489" y="39768"/>
                    <a:pt x="49187" y="38721"/>
                    <a:pt x="49884" y="37326"/>
                  </a:cubicBezTo>
                  <a:cubicBezTo>
                    <a:pt x="50582" y="36280"/>
                    <a:pt x="50931" y="35233"/>
                    <a:pt x="51279" y="33838"/>
                  </a:cubicBezTo>
                  <a:cubicBezTo>
                    <a:pt x="51977" y="31396"/>
                    <a:pt x="52326" y="28605"/>
                    <a:pt x="52326" y="26163"/>
                  </a:cubicBezTo>
                  <a:cubicBezTo>
                    <a:pt x="52326" y="11861"/>
                    <a:pt x="40466" y="0"/>
                    <a:pt x="26163" y="0"/>
                  </a:cubicBezTo>
                  <a:cubicBezTo>
                    <a:pt x="17442" y="0"/>
                    <a:pt x="10116" y="4186"/>
                    <a:pt x="5233" y="10465"/>
                  </a:cubicBezTo>
                  <a:cubicBezTo>
                    <a:pt x="2093" y="15000"/>
                    <a:pt x="0" y="2023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4" name="Freeform: Shape 1213">
              <a:extLst>
                <a:ext uri="{FF2B5EF4-FFF2-40B4-BE49-F238E27FC236}">
                  <a16:creationId xmlns:a16="http://schemas.microsoft.com/office/drawing/2014/main" id="{A96DDC5D-80B7-3ED5-ABB2-B1C1334DD3D6}"/>
                </a:ext>
              </a:extLst>
            </p:cNvPr>
            <p:cNvSpPr/>
            <p:nvPr/>
          </p:nvSpPr>
          <p:spPr>
            <a:xfrm>
              <a:off x="9941974"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5" name="Freeform: Shape 1214">
              <a:extLst>
                <a:ext uri="{FF2B5EF4-FFF2-40B4-BE49-F238E27FC236}">
                  <a16:creationId xmlns:a16="http://schemas.microsoft.com/office/drawing/2014/main" id="{3C78EA07-98D3-7D25-3D58-481C93B2F747}"/>
                </a:ext>
              </a:extLst>
            </p:cNvPr>
            <p:cNvSpPr/>
            <p:nvPr/>
          </p:nvSpPr>
          <p:spPr>
            <a:xfrm>
              <a:off x="97326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6" name="Freeform: Shape 1215">
              <a:extLst>
                <a:ext uri="{FF2B5EF4-FFF2-40B4-BE49-F238E27FC236}">
                  <a16:creationId xmlns:a16="http://schemas.microsoft.com/office/drawing/2014/main" id="{4E8392DE-05BB-874D-0B38-E755000F4275}"/>
                </a:ext>
              </a:extLst>
            </p:cNvPr>
            <p:cNvSpPr/>
            <p:nvPr/>
          </p:nvSpPr>
          <p:spPr>
            <a:xfrm>
              <a:off x="941871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7" name="Freeform: Shape 1216">
              <a:extLst>
                <a:ext uri="{FF2B5EF4-FFF2-40B4-BE49-F238E27FC236}">
                  <a16:creationId xmlns:a16="http://schemas.microsoft.com/office/drawing/2014/main" id="{546660D3-5A5B-6A9A-7712-1F88337761E1}"/>
                </a:ext>
              </a:extLst>
            </p:cNvPr>
            <p:cNvSpPr/>
            <p:nvPr/>
          </p:nvSpPr>
          <p:spPr>
            <a:xfrm>
              <a:off x="95233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8" name="Freeform: Shape 1217">
              <a:extLst>
                <a:ext uri="{FF2B5EF4-FFF2-40B4-BE49-F238E27FC236}">
                  <a16:creationId xmlns:a16="http://schemas.microsoft.com/office/drawing/2014/main" id="{76C1A6AF-83E5-F754-DF2D-E87B6BFA6275}"/>
                </a:ext>
              </a:extLst>
            </p:cNvPr>
            <p:cNvSpPr/>
            <p:nvPr/>
          </p:nvSpPr>
          <p:spPr>
            <a:xfrm>
              <a:off x="8476841"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2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6" y="52326"/>
                    <a:pt x="52326" y="40465"/>
                    <a:pt x="52326" y="26163"/>
                  </a:cubicBezTo>
                  <a:cubicBezTo>
                    <a:pt x="52326" y="16396"/>
                    <a:pt x="46744" y="7675"/>
                    <a:pt x="38722" y="3140"/>
                  </a:cubicBezTo>
                  <a:cubicBezTo>
                    <a:pt x="34884" y="1046"/>
                    <a:pt x="30698" y="0"/>
                    <a:pt x="26163" y="0"/>
                  </a:cubicBezTo>
                  <a:cubicBezTo>
                    <a:pt x="11860"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1219" name="Freeform: Shape 1218">
              <a:extLst>
                <a:ext uri="{FF2B5EF4-FFF2-40B4-BE49-F238E27FC236}">
                  <a16:creationId xmlns:a16="http://schemas.microsoft.com/office/drawing/2014/main" id="{EA6C59F4-B917-040A-7ECC-7ACF85282656}"/>
                </a:ext>
              </a:extLst>
            </p:cNvPr>
            <p:cNvSpPr/>
            <p:nvPr/>
          </p:nvSpPr>
          <p:spPr>
            <a:xfrm>
              <a:off x="826753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0" name="Freeform: Shape 1219">
              <a:extLst>
                <a:ext uri="{FF2B5EF4-FFF2-40B4-BE49-F238E27FC236}">
                  <a16:creationId xmlns:a16="http://schemas.microsoft.com/office/drawing/2014/main" id="{0A494000-634D-5138-D28B-72A48954F2E5}"/>
                </a:ext>
              </a:extLst>
            </p:cNvPr>
            <p:cNvSpPr/>
            <p:nvPr/>
          </p:nvSpPr>
          <p:spPr>
            <a:xfrm>
              <a:off x="79535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1" name="Freeform: Shape 1220">
              <a:extLst>
                <a:ext uri="{FF2B5EF4-FFF2-40B4-BE49-F238E27FC236}">
                  <a16:creationId xmlns:a16="http://schemas.microsoft.com/office/drawing/2014/main" id="{C9B37FA0-EB01-838A-CDBB-EDED39742771}"/>
                </a:ext>
              </a:extLst>
            </p:cNvPr>
            <p:cNvSpPr/>
            <p:nvPr/>
          </p:nvSpPr>
          <p:spPr>
            <a:xfrm>
              <a:off x="10255931" y="3664467"/>
              <a:ext cx="52326" cy="52326"/>
            </a:xfrm>
            <a:custGeom>
              <a:avLst/>
              <a:gdLst>
                <a:gd name="connsiteX0" fmla="*/ 26163 w 52326"/>
                <a:gd name="connsiteY0" fmla="*/ 0 h 52326"/>
                <a:gd name="connsiteX1" fmla="*/ 0 w 52326"/>
                <a:gd name="connsiteY1" fmla="*/ 26163 h 52326"/>
                <a:gd name="connsiteX2" fmla="*/ 3139 w 52326"/>
                <a:gd name="connsiteY2" fmla="*/ 38721 h 52326"/>
                <a:gd name="connsiteX3" fmla="*/ 26163 w 52326"/>
                <a:gd name="connsiteY3" fmla="*/ 52326 h 52326"/>
                <a:gd name="connsiteX4" fmla="*/ 26163 w 52326"/>
                <a:gd name="connsiteY4" fmla="*/ 52326 h 52326"/>
                <a:gd name="connsiteX5" fmla="*/ 52326 w 52326"/>
                <a:gd name="connsiteY5" fmla="*/ 26163 h 52326"/>
                <a:gd name="connsiteX6" fmla="*/ 49187 w 52326"/>
                <a:gd name="connsiteY6" fmla="*/ 1360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0698"/>
                    <a:pt x="1047" y="34884"/>
                    <a:pt x="3139" y="38721"/>
                  </a:cubicBezTo>
                  <a:cubicBezTo>
                    <a:pt x="7674" y="46745"/>
                    <a:pt x="16047" y="52326"/>
                    <a:pt x="26163" y="52326"/>
                  </a:cubicBezTo>
                  <a:lnTo>
                    <a:pt x="26163" y="52326"/>
                  </a:lnTo>
                  <a:cubicBezTo>
                    <a:pt x="40466" y="52326"/>
                    <a:pt x="52326" y="40465"/>
                    <a:pt x="52326" y="26163"/>
                  </a:cubicBezTo>
                  <a:cubicBezTo>
                    <a:pt x="52326" y="21628"/>
                    <a:pt x="51279" y="17442"/>
                    <a:pt x="49187" y="13605"/>
                  </a:cubicBezTo>
                  <a:cubicBezTo>
                    <a:pt x="44652" y="5581"/>
                    <a:pt x="35931" y="0"/>
                    <a:pt x="26163" y="0"/>
                  </a:cubicBezTo>
                  <a:close/>
                </a:path>
              </a:pathLst>
            </a:custGeom>
            <a:grpFill/>
            <a:ln w="3488" cap="flat">
              <a:noFill/>
              <a:prstDash val="solid"/>
              <a:miter/>
            </a:ln>
          </p:spPr>
          <p:txBody>
            <a:bodyPr rtlCol="0" anchor="ctr"/>
            <a:lstStyle/>
            <a:p>
              <a:endParaRPr lang="en-ID"/>
            </a:p>
          </p:txBody>
        </p:sp>
        <p:sp>
          <p:nvSpPr>
            <p:cNvPr id="1222" name="Freeform: Shape 1221">
              <a:extLst>
                <a:ext uri="{FF2B5EF4-FFF2-40B4-BE49-F238E27FC236}">
                  <a16:creationId xmlns:a16="http://schemas.microsoft.com/office/drawing/2014/main" id="{6ACB6772-2A0C-F32F-5C83-B6FF467F0C2B}"/>
                </a:ext>
              </a:extLst>
            </p:cNvPr>
            <p:cNvSpPr/>
            <p:nvPr/>
          </p:nvSpPr>
          <p:spPr>
            <a:xfrm>
              <a:off x="8372188" y="5129600"/>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223" name="Freeform: Shape 1222">
              <a:extLst>
                <a:ext uri="{FF2B5EF4-FFF2-40B4-BE49-F238E27FC236}">
                  <a16:creationId xmlns:a16="http://schemas.microsoft.com/office/drawing/2014/main" id="{055F1A23-915E-9A5D-E8D4-03DF5C558776}"/>
                </a:ext>
              </a:extLst>
            </p:cNvPr>
            <p:cNvSpPr/>
            <p:nvPr/>
          </p:nvSpPr>
          <p:spPr>
            <a:xfrm>
              <a:off x="1151175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4" name="Freeform: Shape 1223">
              <a:extLst>
                <a:ext uri="{FF2B5EF4-FFF2-40B4-BE49-F238E27FC236}">
                  <a16:creationId xmlns:a16="http://schemas.microsoft.com/office/drawing/2014/main" id="{2E545A38-B496-8761-51D0-6551B7118681}"/>
                </a:ext>
              </a:extLst>
            </p:cNvPr>
            <p:cNvSpPr/>
            <p:nvPr/>
          </p:nvSpPr>
          <p:spPr>
            <a:xfrm>
              <a:off x="10883845" y="4815643"/>
              <a:ext cx="52326" cy="52326"/>
            </a:xfrm>
            <a:custGeom>
              <a:avLst/>
              <a:gdLst>
                <a:gd name="connsiteX0" fmla="*/ 26163 w 52326"/>
                <a:gd name="connsiteY0" fmla="*/ 52326 h 52326"/>
                <a:gd name="connsiteX1" fmla="*/ 51629 w 52326"/>
                <a:gd name="connsiteY1" fmla="*/ 31396 h 52326"/>
                <a:gd name="connsiteX2" fmla="*/ 52326 w 52326"/>
                <a:gd name="connsiteY2" fmla="*/ 26163 h 52326"/>
                <a:gd name="connsiteX3" fmla="*/ 26163 w 52326"/>
                <a:gd name="connsiteY3" fmla="*/ 0 h 52326"/>
                <a:gd name="connsiteX4" fmla="*/ 698 w 52326"/>
                <a:gd name="connsiteY4" fmla="*/ 2093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722" y="52326"/>
                    <a:pt x="49187" y="43256"/>
                    <a:pt x="51629" y="31396"/>
                  </a:cubicBezTo>
                  <a:cubicBezTo>
                    <a:pt x="51977" y="29652"/>
                    <a:pt x="52326" y="27907"/>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5" name="Freeform: Shape 1224">
              <a:extLst>
                <a:ext uri="{FF2B5EF4-FFF2-40B4-BE49-F238E27FC236}">
                  <a16:creationId xmlns:a16="http://schemas.microsoft.com/office/drawing/2014/main" id="{16673615-7377-ACFD-FAD7-55A3B3F9A2F3}"/>
                </a:ext>
              </a:extLst>
            </p:cNvPr>
            <p:cNvSpPr/>
            <p:nvPr/>
          </p:nvSpPr>
          <p:spPr>
            <a:xfrm>
              <a:off x="1161641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6" name="Freeform: Shape 1225">
              <a:extLst>
                <a:ext uri="{FF2B5EF4-FFF2-40B4-BE49-F238E27FC236}">
                  <a16:creationId xmlns:a16="http://schemas.microsoft.com/office/drawing/2014/main" id="{03FEB860-583C-BE65-DA05-019EABE92147}"/>
                </a:ext>
              </a:extLst>
            </p:cNvPr>
            <p:cNvSpPr/>
            <p:nvPr/>
          </p:nvSpPr>
          <p:spPr>
            <a:xfrm>
              <a:off x="1213967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7" name="Freeform: Shape 1226">
              <a:extLst>
                <a:ext uri="{FF2B5EF4-FFF2-40B4-BE49-F238E27FC236}">
                  <a16:creationId xmlns:a16="http://schemas.microsoft.com/office/drawing/2014/main" id="{5EEEE55E-5C41-D48C-44A1-2B9D8EC3F245}"/>
                </a:ext>
              </a:extLst>
            </p:cNvPr>
            <p:cNvSpPr/>
            <p:nvPr/>
          </p:nvSpPr>
          <p:spPr>
            <a:xfrm>
              <a:off x="1172106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8" name="Freeform: Shape 1227">
              <a:extLst>
                <a:ext uri="{FF2B5EF4-FFF2-40B4-BE49-F238E27FC236}">
                  <a16:creationId xmlns:a16="http://schemas.microsoft.com/office/drawing/2014/main" id="{0E20A7C6-DDF8-3165-AF9E-BB58D7BBCF27}"/>
                </a:ext>
              </a:extLst>
            </p:cNvPr>
            <p:cNvSpPr/>
            <p:nvPr/>
          </p:nvSpPr>
          <p:spPr>
            <a:xfrm>
              <a:off x="1109315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9" name="Freeform: Shape 1228">
              <a:extLst>
                <a:ext uri="{FF2B5EF4-FFF2-40B4-BE49-F238E27FC236}">
                  <a16:creationId xmlns:a16="http://schemas.microsoft.com/office/drawing/2014/main" id="{E47D2362-4AC9-DE45-0274-8F9868F78054}"/>
                </a:ext>
              </a:extLst>
            </p:cNvPr>
            <p:cNvSpPr/>
            <p:nvPr/>
          </p:nvSpPr>
          <p:spPr>
            <a:xfrm>
              <a:off x="1088384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0" name="Freeform: Shape 1229">
              <a:extLst>
                <a:ext uri="{FF2B5EF4-FFF2-40B4-BE49-F238E27FC236}">
                  <a16:creationId xmlns:a16="http://schemas.microsoft.com/office/drawing/2014/main" id="{C13E4E9B-01BD-FD50-4515-7C0290DFEC24}"/>
                </a:ext>
              </a:extLst>
            </p:cNvPr>
            <p:cNvSpPr/>
            <p:nvPr/>
          </p:nvSpPr>
          <p:spPr>
            <a:xfrm>
              <a:off x="10883845" y="4187729"/>
              <a:ext cx="51984" cy="52326"/>
            </a:xfrm>
            <a:custGeom>
              <a:avLst/>
              <a:gdLst>
                <a:gd name="connsiteX0" fmla="*/ 26163 w 51984"/>
                <a:gd name="connsiteY0" fmla="*/ 0 h 52326"/>
                <a:gd name="connsiteX1" fmla="*/ 26163 w 51984"/>
                <a:gd name="connsiteY1" fmla="*/ 0 h 52326"/>
                <a:gd name="connsiteX2" fmla="*/ 13604 w 51984"/>
                <a:gd name="connsiteY2" fmla="*/ 3140 h 52326"/>
                <a:gd name="connsiteX3" fmla="*/ 0 w 51984"/>
                <a:gd name="connsiteY3" fmla="*/ 26163 h 52326"/>
                <a:gd name="connsiteX4" fmla="*/ 26163 w 51984"/>
                <a:gd name="connsiteY4" fmla="*/ 52326 h 52326"/>
                <a:gd name="connsiteX5" fmla="*/ 36279 w 51984"/>
                <a:gd name="connsiteY5" fmla="*/ 50233 h 52326"/>
                <a:gd name="connsiteX6" fmla="*/ 38023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29652" y="52326"/>
                    <a:pt x="33140" y="51628"/>
                    <a:pt x="36279" y="50233"/>
                  </a:cubicBezTo>
                  <a:cubicBezTo>
                    <a:pt x="36978" y="49884"/>
                    <a:pt x="37326" y="49535"/>
                    <a:pt x="38023" y="49535"/>
                  </a:cubicBezTo>
                  <a:cubicBezTo>
                    <a:pt x="38023" y="49535"/>
                    <a:pt x="38373" y="49535"/>
                    <a:pt x="38373" y="49187"/>
                  </a:cubicBezTo>
                  <a:cubicBezTo>
                    <a:pt x="46396" y="44652"/>
                    <a:pt x="51977" y="36280"/>
                    <a:pt x="51977"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1" name="Freeform: Shape 1230">
              <a:extLst>
                <a:ext uri="{FF2B5EF4-FFF2-40B4-BE49-F238E27FC236}">
                  <a16:creationId xmlns:a16="http://schemas.microsoft.com/office/drawing/2014/main" id="{0E7DA0F6-5AF3-C08E-893E-D22E106AEC43}"/>
                </a:ext>
              </a:extLst>
            </p:cNvPr>
            <p:cNvSpPr/>
            <p:nvPr/>
          </p:nvSpPr>
          <p:spPr>
            <a:xfrm>
              <a:off x="1067454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2" name="Freeform: Shape 1231">
              <a:extLst>
                <a:ext uri="{FF2B5EF4-FFF2-40B4-BE49-F238E27FC236}">
                  <a16:creationId xmlns:a16="http://schemas.microsoft.com/office/drawing/2014/main" id="{A9445721-D844-37EF-760B-BC5D651454FA}"/>
                </a:ext>
              </a:extLst>
            </p:cNvPr>
            <p:cNvSpPr/>
            <p:nvPr/>
          </p:nvSpPr>
          <p:spPr>
            <a:xfrm>
              <a:off x="1056988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3" name="Freeform: Shape 1232">
              <a:extLst>
                <a:ext uri="{FF2B5EF4-FFF2-40B4-BE49-F238E27FC236}">
                  <a16:creationId xmlns:a16="http://schemas.microsoft.com/office/drawing/2014/main" id="{39E83E97-F39A-DEF8-35FE-13E6E2E252FD}"/>
                </a:ext>
              </a:extLst>
            </p:cNvPr>
            <p:cNvSpPr/>
            <p:nvPr/>
          </p:nvSpPr>
          <p:spPr>
            <a:xfrm>
              <a:off x="941871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4" name="Freeform: Shape 1233">
              <a:extLst>
                <a:ext uri="{FF2B5EF4-FFF2-40B4-BE49-F238E27FC236}">
                  <a16:creationId xmlns:a16="http://schemas.microsoft.com/office/drawing/2014/main" id="{87A4F6E5-72F8-4BAC-9E6F-C318A7D25682}"/>
                </a:ext>
              </a:extLst>
            </p:cNvPr>
            <p:cNvSpPr/>
            <p:nvPr/>
          </p:nvSpPr>
          <p:spPr>
            <a:xfrm>
              <a:off x="931406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35" name="Freeform: Shape 1234">
              <a:extLst>
                <a:ext uri="{FF2B5EF4-FFF2-40B4-BE49-F238E27FC236}">
                  <a16:creationId xmlns:a16="http://schemas.microsoft.com/office/drawing/2014/main" id="{9E69F9BE-C8A9-8D8B-73A3-3736C87C8E25}"/>
                </a:ext>
              </a:extLst>
            </p:cNvPr>
            <p:cNvSpPr/>
            <p:nvPr/>
          </p:nvSpPr>
          <p:spPr>
            <a:xfrm>
              <a:off x="91047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6" name="Freeform: Shape 1235">
              <a:extLst>
                <a:ext uri="{FF2B5EF4-FFF2-40B4-BE49-F238E27FC236}">
                  <a16:creationId xmlns:a16="http://schemas.microsoft.com/office/drawing/2014/main" id="{260CA773-F475-AAB0-C950-E14303D7C972}"/>
                </a:ext>
              </a:extLst>
            </p:cNvPr>
            <p:cNvSpPr/>
            <p:nvPr/>
          </p:nvSpPr>
          <p:spPr>
            <a:xfrm>
              <a:off x="879079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7" name="Freeform: Shape 1236">
              <a:extLst>
                <a:ext uri="{FF2B5EF4-FFF2-40B4-BE49-F238E27FC236}">
                  <a16:creationId xmlns:a16="http://schemas.microsoft.com/office/drawing/2014/main" id="{046DDEC5-2A7F-33A4-6555-D7E8CFB2D197}"/>
                </a:ext>
              </a:extLst>
            </p:cNvPr>
            <p:cNvSpPr/>
            <p:nvPr/>
          </p:nvSpPr>
          <p:spPr>
            <a:xfrm>
              <a:off x="8686145"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8" name="Freeform: Shape 1237">
              <a:extLst>
                <a:ext uri="{FF2B5EF4-FFF2-40B4-BE49-F238E27FC236}">
                  <a16:creationId xmlns:a16="http://schemas.microsoft.com/office/drawing/2014/main" id="{4465A65B-723A-0AC4-59FD-B1994F7F04B8}"/>
                </a:ext>
              </a:extLst>
            </p:cNvPr>
            <p:cNvSpPr/>
            <p:nvPr/>
          </p:nvSpPr>
          <p:spPr>
            <a:xfrm>
              <a:off x="795357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9" name="Freeform: Shape 1238">
              <a:extLst>
                <a:ext uri="{FF2B5EF4-FFF2-40B4-BE49-F238E27FC236}">
                  <a16:creationId xmlns:a16="http://schemas.microsoft.com/office/drawing/2014/main" id="{193C11FE-3F0C-F15C-3288-8DE7BE47E3B7}"/>
                </a:ext>
              </a:extLst>
            </p:cNvPr>
            <p:cNvSpPr/>
            <p:nvPr/>
          </p:nvSpPr>
          <p:spPr>
            <a:xfrm>
              <a:off x="732566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0" name="Freeform: Shape 1239">
              <a:extLst>
                <a:ext uri="{FF2B5EF4-FFF2-40B4-BE49-F238E27FC236}">
                  <a16:creationId xmlns:a16="http://schemas.microsoft.com/office/drawing/2014/main" id="{25250153-92BD-B17E-A934-9A3B7D2DF518}"/>
                </a:ext>
              </a:extLst>
            </p:cNvPr>
            <p:cNvSpPr/>
            <p:nvPr/>
          </p:nvSpPr>
          <p:spPr>
            <a:xfrm>
              <a:off x="732566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1" name="Freeform: Shape 1240">
              <a:extLst>
                <a:ext uri="{FF2B5EF4-FFF2-40B4-BE49-F238E27FC236}">
                  <a16:creationId xmlns:a16="http://schemas.microsoft.com/office/drawing/2014/main" id="{4B9155A7-CA4A-5369-B9E1-AFD7C65B49CC}"/>
                </a:ext>
              </a:extLst>
            </p:cNvPr>
            <p:cNvSpPr/>
            <p:nvPr/>
          </p:nvSpPr>
          <p:spPr>
            <a:xfrm>
              <a:off x="69070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2" name="Freeform: Shape 1241">
              <a:extLst>
                <a:ext uri="{FF2B5EF4-FFF2-40B4-BE49-F238E27FC236}">
                  <a16:creationId xmlns:a16="http://schemas.microsoft.com/office/drawing/2014/main" id="{2C48BFFC-ED91-BE5D-8E8F-A3E6D42EDEEC}"/>
                </a:ext>
              </a:extLst>
            </p:cNvPr>
            <p:cNvSpPr/>
            <p:nvPr/>
          </p:nvSpPr>
          <p:spPr>
            <a:xfrm>
              <a:off x="66977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3" name="Freeform: Shape 1242">
              <a:extLst>
                <a:ext uri="{FF2B5EF4-FFF2-40B4-BE49-F238E27FC236}">
                  <a16:creationId xmlns:a16="http://schemas.microsoft.com/office/drawing/2014/main" id="{9C6C5E34-EA91-8903-EEB0-BF2FC4A234AA}"/>
                </a:ext>
              </a:extLst>
            </p:cNvPr>
            <p:cNvSpPr/>
            <p:nvPr/>
          </p:nvSpPr>
          <p:spPr>
            <a:xfrm>
              <a:off x="66977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4" name="Freeform: Shape 1243">
              <a:extLst>
                <a:ext uri="{FF2B5EF4-FFF2-40B4-BE49-F238E27FC236}">
                  <a16:creationId xmlns:a16="http://schemas.microsoft.com/office/drawing/2014/main" id="{16E3D1AF-598A-B04C-F0ED-77F9BE714AE9}"/>
                </a:ext>
              </a:extLst>
            </p:cNvPr>
            <p:cNvSpPr/>
            <p:nvPr/>
          </p:nvSpPr>
          <p:spPr>
            <a:xfrm>
              <a:off x="648844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5" name="Freeform: Shape 1244">
              <a:extLst>
                <a:ext uri="{FF2B5EF4-FFF2-40B4-BE49-F238E27FC236}">
                  <a16:creationId xmlns:a16="http://schemas.microsoft.com/office/drawing/2014/main" id="{7ECD311F-A1BA-B7F2-B20B-573EDA7BF108}"/>
                </a:ext>
              </a:extLst>
            </p:cNvPr>
            <p:cNvSpPr/>
            <p:nvPr/>
          </p:nvSpPr>
          <p:spPr>
            <a:xfrm>
              <a:off x="627914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6" name="Freeform: Shape 1245">
              <a:extLst>
                <a:ext uri="{FF2B5EF4-FFF2-40B4-BE49-F238E27FC236}">
                  <a16:creationId xmlns:a16="http://schemas.microsoft.com/office/drawing/2014/main" id="{9C5E2C08-EA6E-28A0-CA9F-9C68B5D270A5}"/>
                </a:ext>
              </a:extLst>
            </p:cNvPr>
            <p:cNvSpPr/>
            <p:nvPr/>
          </p:nvSpPr>
          <p:spPr>
            <a:xfrm>
              <a:off x="1004662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2442 w 52326"/>
                <a:gd name="connsiteY6" fmla="*/ 37326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4419"/>
                    <a:pt x="51977" y="22675"/>
                    <a:pt x="51629" y="20930"/>
                  </a:cubicBezTo>
                  <a:cubicBezTo>
                    <a:pt x="49187" y="9070"/>
                    <a:pt x="38722" y="0"/>
                    <a:pt x="26163" y="0"/>
                  </a:cubicBezTo>
                  <a:cubicBezTo>
                    <a:pt x="11860" y="0"/>
                    <a:pt x="0" y="11861"/>
                    <a:pt x="0" y="26163"/>
                  </a:cubicBezTo>
                  <a:cubicBezTo>
                    <a:pt x="0" y="30000"/>
                    <a:pt x="1047" y="33838"/>
                    <a:pt x="2442" y="37326"/>
                  </a:cubicBezTo>
                  <a:cubicBezTo>
                    <a:pt x="6628" y="46047"/>
                    <a:pt x="15698" y="52326"/>
                    <a:pt x="26163" y="52326"/>
                  </a:cubicBezTo>
                  <a:close/>
                </a:path>
              </a:pathLst>
            </a:custGeom>
            <a:grpFill/>
            <a:ln w="3488" cap="flat">
              <a:noFill/>
              <a:prstDash val="solid"/>
              <a:miter/>
            </a:ln>
          </p:spPr>
          <p:txBody>
            <a:bodyPr rtlCol="0" anchor="ctr"/>
            <a:lstStyle/>
            <a:p>
              <a:endParaRPr lang="en-ID"/>
            </a:p>
          </p:txBody>
        </p:sp>
        <p:sp>
          <p:nvSpPr>
            <p:cNvPr id="1247" name="Freeform: Shape 1246">
              <a:extLst>
                <a:ext uri="{FF2B5EF4-FFF2-40B4-BE49-F238E27FC236}">
                  <a16:creationId xmlns:a16="http://schemas.microsoft.com/office/drawing/2014/main" id="{D9DA22B4-37AE-BADA-A2D7-F59255A4744B}"/>
                </a:ext>
              </a:extLst>
            </p:cNvPr>
            <p:cNvSpPr/>
            <p:nvPr/>
          </p:nvSpPr>
          <p:spPr>
            <a:xfrm>
              <a:off x="10779193" y="3350510"/>
              <a:ext cx="52675" cy="52326"/>
            </a:xfrm>
            <a:custGeom>
              <a:avLst/>
              <a:gdLst>
                <a:gd name="connsiteX0" fmla="*/ 3139 w 52675"/>
                <a:gd name="connsiteY0" fmla="*/ 38721 h 52326"/>
                <a:gd name="connsiteX1" fmla="*/ 4535 w 52675"/>
                <a:gd name="connsiteY1" fmla="*/ 40814 h 52326"/>
                <a:gd name="connsiteX2" fmla="*/ 23721 w 52675"/>
                <a:gd name="connsiteY2" fmla="*/ 52326 h 52326"/>
                <a:gd name="connsiteX3" fmla="*/ 26512 w 52675"/>
                <a:gd name="connsiteY3" fmla="*/ 52326 h 52326"/>
                <a:gd name="connsiteX4" fmla="*/ 26512 w 52675"/>
                <a:gd name="connsiteY4" fmla="*/ 52326 h 52326"/>
                <a:gd name="connsiteX5" fmla="*/ 48140 w 52675"/>
                <a:gd name="connsiteY5" fmla="*/ 40814 h 52326"/>
                <a:gd name="connsiteX6" fmla="*/ 49535 w 52675"/>
                <a:gd name="connsiteY6" fmla="*/ 38721 h 52326"/>
                <a:gd name="connsiteX7" fmla="*/ 52675 w 52675"/>
                <a:gd name="connsiteY7" fmla="*/ 28954 h 52326"/>
                <a:gd name="connsiteX8" fmla="*/ 52675 w 52675"/>
                <a:gd name="connsiteY8" fmla="*/ 26163 h 52326"/>
                <a:gd name="connsiteX9" fmla="*/ 52675 w 52675"/>
                <a:gd name="connsiteY9" fmla="*/ 23372 h 52326"/>
                <a:gd name="connsiteX10" fmla="*/ 49535 w 52675"/>
                <a:gd name="connsiteY10" fmla="*/ 13605 h 52326"/>
                <a:gd name="connsiteX11" fmla="*/ 48140 w 52675"/>
                <a:gd name="connsiteY11" fmla="*/ 11512 h 52326"/>
                <a:gd name="connsiteX12" fmla="*/ 26512 w 52675"/>
                <a:gd name="connsiteY12" fmla="*/ 0 h 52326"/>
                <a:gd name="connsiteX13" fmla="*/ 26512 w 52675"/>
                <a:gd name="connsiteY13" fmla="*/ 0 h 52326"/>
                <a:gd name="connsiteX14" fmla="*/ 23721 w 52675"/>
                <a:gd name="connsiteY14" fmla="*/ 0 h 52326"/>
                <a:gd name="connsiteX15" fmla="*/ 4535 w 52675"/>
                <a:gd name="connsiteY15" fmla="*/ 11512 h 52326"/>
                <a:gd name="connsiteX16" fmla="*/ 3139 w 52675"/>
                <a:gd name="connsiteY16" fmla="*/ 13605 h 52326"/>
                <a:gd name="connsiteX17" fmla="*/ 0 w 52675"/>
                <a:gd name="connsiteY17" fmla="*/ 23372 h 52326"/>
                <a:gd name="connsiteX18" fmla="*/ 0 w 52675"/>
                <a:gd name="connsiteY18" fmla="*/ 26163 h 52326"/>
                <a:gd name="connsiteX19" fmla="*/ 0 w 52675"/>
                <a:gd name="connsiteY19" fmla="*/ 28954 h 52326"/>
                <a:gd name="connsiteX20" fmla="*/ 3139 w 52675"/>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5" h="52326">
                  <a:moveTo>
                    <a:pt x="3139" y="38721"/>
                  </a:moveTo>
                  <a:cubicBezTo>
                    <a:pt x="3488" y="39419"/>
                    <a:pt x="3838"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39" y="13605"/>
                  </a:cubicBezTo>
                  <a:cubicBezTo>
                    <a:pt x="1395" y="16744"/>
                    <a:pt x="349" y="19884"/>
                    <a:pt x="0" y="23372"/>
                  </a:cubicBezTo>
                  <a:cubicBezTo>
                    <a:pt x="0" y="24419"/>
                    <a:pt x="0" y="25117"/>
                    <a:pt x="0" y="26163"/>
                  </a:cubicBezTo>
                  <a:cubicBezTo>
                    <a:pt x="0" y="27210"/>
                    <a:pt x="0" y="27907"/>
                    <a:pt x="0" y="28954"/>
                  </a:cubicBezTo>
                  <a:cubicBezTo>
                    <a:pt x="349" y="32442"/>
                    <a:pt x="1395" y="35582"/>
                    <a:pt x="3139" y="38721"/>
                  </a:cubicBezTo>
                  <a:close/>
                </a:path>
              </a:pathLst>
            </a:custGeom>
            <a:grpFill/>
            <a:ln w="3488" cap="flat">
              <a:noFill/>
              <a:prstDash val="solid"/>
              <a:miter/>
            </a:ln>
          </p:spPr>
          <p:txBody>
            <a:bodyPr rtlCol="0" anchor="ctr"/>
            <a:lstStyle/>
            <a:p>
              <a:endParaRPr lang="en-ID"/>
            </a:p>
          </p:txBody>
        </p:sp>
        <p:sp>
          <p:nvSpPr>
            <p:cNvPr id="1248" name="Freeform: Shape 1247">
              <a:extLst>
                <a:ext uri="{FF2B5EF4-FFF2-40B4-BE49-F238E27FC236}">
                  <a16:creationId xmlns:a16="http://schemas.microsoft.com/office/drawing/2014/main" id="{F68CCEAF-3F9A-1C1D-413C-A5270B089520}"/>
                </a:ext>
              </a:extLst>
            </p:cNvPr>
            <p:cNvSpPr/>
            <p:nvPr/>
          </p:nvSpPr>
          <p:spPr>
            <a:xfrm>
              <a:off x="1203502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9" name="Freeform: Shape 1248">
              <a:extLst>
                <a:ext uri="{FF2B5EF4-FFF2-40B4-BE49-F238E27FC236}">
                  <a16:creationId xmlns:a16="http://schemas.microsoft.com/office/drawing/2014/main" id="{6F868E8D-AABA-755B-1E13-ACD170D921A4}"/>
                </a:ext>
              </a:extLst>
            </p:cNvPr>
            <p:cNvSpPr/>
            <p:nvPr/>
          </p:nvSpPr>
          <p:spPr>
            <a:xfrm>
              <a:off x="1213967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0" name="Freeform: Shape 1249">
              <a:extLst>
                <a:ext uri="{FF2B5EF4-FFF2-40B4-BE49-F238E27FC236}">
                  <a16:creationId xmlns:a16="http://schemas.microsoft.com/office/drawing/2014/main" id="{A7C7D4C8-F15D-13E4-00C7-54A000325E05}"/>
                </a:ext>
              </a:extLst>
            </p:cNvPr>
            <p:cNvSpPr/>
            <p:nvPr/>
          </p:nvSpPr>
          <p:spPr>
            <a:xfrm>
              <a:off x="1172106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1" name="Freeform: Shape 1250">
              <a:extLst>
                <a:ext uri="{FF2B5EF4-FFF2-40B4-BE49-F238E27FC236}">
                  <a16:creationId xmlns:a16="http://schemas.microsoft.com/office/drawing/2014/main" id="{4B6B1078-2CF7-DA1D-129A-EF53BF3FCBC9}"/>
                </a:ext>
              </a:extLst>
            </p:cNvPr>
            <p:cNvSpPr/>
            <p:nvPr/>
          </p:nvSpPr>
          <p:spPr>
            <a:xfrm>
              <a:off x="1109315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2" name="Freeform: Shape 1251">
              <a:extLst>
                <a:ext uri="{FF2B5EF4-FFF2-40B4-BE49-F238E27FC236}">
                  <a16:creationId xmlns:a16="http://schemas.microsoft.com/office/drawing/2014/main" id="{BA616DAB-48E6-3D7D-9221-DD92E8F37F87}"/>
                </a:ext>
              </a:extLst>
            </p:cNvPr>
            <p:cNvSpPr/>
            <p:nvPr/>
          </p:nvSpPr>
          <p:spPr>
            <a:xfrm>
              <a:off x="1004662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3" name="Freeform: Shape 1252">
              <a:extLst>
                <a:ext uri="{FF2B5EF4-FFF2-40B4-BE49-F238E27FC236}">
                  <a16:creationId xmlns:a16="http://schemas.microsoft.com/office/drawing/2014/main" id="{75B36F3E-C268-113C-2415-6753EE62E692}"/>
                </a:ext>
              </a:extLst>
            </p:cNvPr>
            <p:cNvSpPr/>
            <p:nvPr/>
          </p:nvSpPr>
          <p:spPr>
            <a:xfrm>
              <a:off x="1004662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4" name="Freeform: Shape 1253">
              <a:extLst>
                <a:ext uri="{FF2B5EF4-FFF2-40B4-BE49-F238E27FC236}">
                  <a16:creationId xmlns:a16="http://schemas.microsoft.com/office/drawing/2014/main" id="{1DC84CA0-2668-89D9-1C85-4FA99ACB9E59}"/>
                </a:ext>
              </a:extLst>
            </p:cNvPr>
            <p:cNvSpPr/>
            <p:nvPr/>
          </p:nvSpPr>
          <p:spPr>
            <a:xfrm>
              <a:off x="9837321" y="4501686"/>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0 w 52326"/>
                <a:gd name="connsiteY3" fmla="*/ 26163 h 52326"/>
                <a:gd name="connsiteX4" fmla="*/ 26163 w 52326"/>
                <a:gd name="connsiteY4" fmla="*/ 52326 h 52326"/>
                <a:gd name="connsiteX5" fmla="*/ 38722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30698" y="52326"/>
                    <a:pt x="34884" y="51280"/>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5" name="Freeform: Shape 1254">
              <a:extLst>
                <a:ext uri="{FF2B5EF4-FFF2-40B4-BE49-F238E27FC236}">
                  <a16:creationId xmlns:a16="http://schemas.microsoft.com/office/drawing/2014/main" id="{4AA95E7D-A02C-7E9B-7828-093FF9AECD23}"/>
                </a:ext>
              </a:extLst>
            </p:cNvPr>
            <p:cNvSpPr/>
            <p:nvPr/>
          </p:nvSpPr>
          <p:spPr>
            <a:xfrm>
              <a:off x="1015127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6" name="Freeform: Shape 1255">
              <a:extLst>
                <a:ext uri="{FF2B5EF4-FFF2-40B4-BE49-F238E27FC236}">
                  <a16:creationId xmlns:a16="http://schemas.microsoft.com/office/drawing/2014/main" id="{8FDF1ED4-252A-04ED-8D85-0ED610D8B763}"/>
                </a:ext>
              </a:extLst>
            </p:cNvPr>
            <p:cNvSpPr/>
            <p:nvPr/>
          </p:nvSpPr>
          <p:spPr>
            <a:xfrm>
              <a:off x="9628017"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57" name="Freeform: Shape 1256">
              <a:extLst>
                <a:ext uri="{FF2B5EF4-FFF2-40B4-BE49-F238E27FC236}">
                  <a16:creationId xmlns:a16="http://schemas.microsoft.com/office/drawing/2014/main" id="{72941415-6069-2D54-2FA9-37696981549F}"/>
                </a:ext>
              </a:extLst>
            </p:cNvPr>
            <p:cNvSpPr/>
            <p:nvPr/>
          </p:nvSpPr>
          <p:spPr>
            <a:xfrm>
              <a:off x="941871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8" name="Freeform: Shape 1257">
              <a:extLst>
                <a:ext uri="{FF2B5EF4-FFF2-40B4-BE49-F238E27FC236}">
                  <a16:creationId xmlns:a16="http://schemas.microsoft.com/office/drawing/2014/main" id="{DC72E2F2-7008-2903-B755-B07B5A9EB1D6}"/>
                </a:ext>
              </a:extLst>
            </p:cNvPr>
            <p:cNvSpPr/>
            <p:nvPr/>
          </p:nvSpPr>
          <p:spPr>
            <a:xfrm>
              <a:off x="837218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9" name="Freeform: Shape 1258">
              <a:extLst>
                <a:ext uri="{FF2B5EF4-FFF2-40B4-BE49-F238E27FC236}">
                  <a16:creationId xmlns:a16="http://schemas.microsoft.com/office/drawing/2014/main" id="{9346B399-E6E4-9936-2D4D-DB81D3CE3E84}"/>
                </a:ext>
              </a:extLst>
            </p:cNvPr>
            <p:cNvSpPr/>
            <p:nvPr/>
          </p:nvSpPr>
          <p:spPr>
            <a:xfrm>
              <a:off x="816288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0" name="Freeform: Shape 1259">
              <a:extLst>
                <a:ext uri="{FF2B5EF4-FFF2-40B4-BE49-F238E27FC236}">
                  <a16:creationId xmlns:a16="http://schemas.microsoft.com/office/drawing/2014/main" id="{9793EF8C-3B7E-AD9D-793E-958344BB23CF}"/>
                </a:ext>
              </a:extLst>
            </p:cNvPr>
            <p:cNvSpPr/>
            <p:nvPr/>
          </p:nvSpPr>
          <p:spPr>
            <a:xfrm>
              <a:off x="648844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61" name="Freeform: Shape 1260">
              <a:extLst>
                <a:ext uri="{FF2B5EF4-FFF2-40B4-BE49-F238E27FC236}">
                  <a16:creationId xmlns:a16="http://schemas.microsoft.com/office/drawing/2014/main" id="{078322DB-94FB-6DC2-A5DB-5005D4E7E5BD}"/>
                </a:ext>
              </a:extLst>
            </p:cNvPr>
            <p:cNvSpPr/>
            <p:nvPr/>
          </p:nvSpPr>
          <p:spPr>
            <a:xfrm>
              <a:off x="7848927" y="5338905"/>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62" name="Freeform: Shape 1261">
              <a:extLst>
                <a:ext uri="{FF2B5EF4-FFF2-40B4-BE49-F238E27FC236}">
                  <a16:creationId xmlns:a16="http://schemas.microsoft.com/office/drawing/2014/main" id="{CE7BC2B1-094A-94E6-461C-F449A8D8DEF6}"/>
                </a:ext>
              </a:extLst>
            </p:cNvPr>
            <p:cNvSpPr/>
            <p:nvPr/>
          </p:nvSpPr>
          <p:spPr>
            <a:xfrm>
              <a:off x="10151278" y="4397034"/>
              <a:ext cx="52326" cy="52326"/>
            </a:xfrm>
            <a:custGeom>
              <a:avLst/>
              <a:gdLst>
                <a:gd name="connsiteX0" fmla="*/ 36978 w 52326"/>
                <a:gd name="connsiteY0" fmla="*/ 2442 h 52326"/>
                <a:gd name="connsiteX1" fmla="*/ 29302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8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8" y="2442"/>
                  </a:moveTo>
                  <a:cubicBezTo>
                    <a:pt x="34535" y="1395"/>
                    <a:pt x="31745" y="698"/>
                    <a:pt x="29302" y="349"/>
                  </a:cubicBezTo>
                  <a:cubicBezTo>
                    <a:pt x="28256" y="349"/>
                    <a:pt x="27210" y="0"/>
                    <a:pt x="26163" y="0"/>
                  </a:cubicBez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5698"/>
                    <a:pt x="46047" y="6628"/>
                    <a:pt x="36978" y="2442"/>
                  </a:cubicBezTo>
                  <a:close/>
                </a:path>
              </a:pathLst>
            </a:custGeom>
            <a:grpFill/>
            <a:ln w="3488" cap="flat">
              <a:noFill/>
              <a:prstDash val="solid"/>
              <a:miter/>
            </a:ln>
          </p:spPr>
          <p:txBody>
            <a:bodyPr rtlCol="0" anchor="ctr"/>
            <a:lstStyle/>
            <a:p>
              <a:endParaRPr lang="en-ID"/>
            </a:p>
          </p:txBody>
        </p:sp>
        <p:sp>
          <p:nvSpPr>
            <p:cNvPr id="1263" name="Freeform: Shape 1262">
              <a:extLst>
                <a:ext uri="{FF2B5EF4-FFF2-40B4-BE49-F238E27FC236}">
                  <a16:creationId xmlns:a16="http://schemas.microsoft.com/office/drawing/2014/main" id="{96708878-4D45-4EAD-AB72-5D077375637A}"/>
                </a:ext>
              </a:extLst>
            </p:cNvPr>
            <p:cNvSpPr/>
            <p:nvPr/>
          </p:nvSpPr>
          <p:spPr>
            <a:xfrm>
              <a:off x="9628017" y="3873772"/>
              <a:ext cx="52326" cy="52326"/>
            </a:xfrm>
            <a:custGeom>
              <a:avLst/>
              <a:gdLst>
                <a:gd name="connsiteX0" fmla="*/ 26163 w 52326"/>
                <a:gd name="connsiteY0" fmla="*/ 52326 h 52326"/>
                <a:gd name="connsiteX1" fmla="*/ 52326 w 52326"/>
                <a:gd name="connsiteY1" fmla="*/ 26163 h 52326"/>
                <a:gd name="connsiteX2" fmla="*/ 50233 w 52326"/>
                <a:gd name="connsiteY2" fmla="*/ 16047 h 52326"/>
                <a:gd name="connsiteX3" fmla="*/ 49187 w 52326"/>
                <a:gd name="connsiteY3" fmla="*/ 13954 h 52326"/>
                <a:gd name="connsiteX4" fmla="*/ 49187 w 52326"/>
                <a:gd name="connsiteY4" fmla="*/ 13605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4535 w 52326"/>
                <a:gd name="connsiteY9" fmla="*/ 40814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cubicBezTo>
                    <a:pt x="40466" y="52326"/>
                    <a:pt x="52326" y="40465"/>
                    <a:pt x="52326" y="26163"/>
                  </a:cubicBezTo>
                  <a:cubicBezTo>
                    <a:pt x="52326" y="22675"/>
                    <a:pt x="51629" y="19186"/>
                    <a:pt x="50233" y="16047"/>
                  </a:cubicBezTo>
                  <a:cubicBezTo>
                    <a:pt x="49884" y="15349"/>
                    <a:pt x="49535" y="14651"/>
                    <a:pt x="49187" y="13954"/>
                  </a:cubicBezTo>
                  <a:cubicBezTo>
                    <a:pt x="49187" y="13954"/>
                    <a:pt x="49187" y="13605"/>
                    <a:pt x="49187" y="13605"/>
                  </a:cubicBezTo>
                  <a:cubicBezTo>
                    <a:pt x="44652" y="5581"/>
                    <a:pt x="36279" y="0"/>
                    <a:pt x="26163" y="0"/>
                  </a:cubicBezTo>
                  <a:lnTo>
                    <a:pt x="26163" y="0"/>
                  </a:lnTo>
                  <a:cubicBezTo>
                    <a:pt x="11860" y="0"/>
                    <a:pt x="0" y="11861"/>
                    <a:pt x="0" y="26163"/>
                  </a:cubicBezTo>
                  <a:lnTo>
                    <a:pt x="0" y="26163"/>
                  </a:lnTo>
                  <a:cubicBezTo>
                    <a:pt x="0" y="31744"/>
                    <a:pt x="1744" y="36628"/>
                    <a:pt x="4535" y="40814"/>
                  </a:cubicBezTo>
                  <a:cubicBezTo>
                    <a:pt x="9070" y="47791"/>
                    <a:pt x="17093" y="52326"/>
                    <a:pt x="26163" y="52326"/>
                  </a:cubicBezTo>
                  <a:close/>
                </a:path>
              </a:pathLst>
            </a:custGeom>
            <a:grpFill/>
            <a:ln w="3488" cap="flat">
              <a:noFill/>
              <a:prstDash val="solid"/>
              <a:miter/>
            </a:ln>
          </p:spPr>
          <p:txBody>
            <a:bodyPr rtlCol="0" anchor="ctr"/>
            <a:lstStyle/>
            <a:p>
              <a:endParaRPr lang="en-ID"/>
            </a:p>
          </p:txBody>
        </p:sp>
        <p:sp>
          <p:nvSpPr>
            <p:cNvPr id="1264" name="Freeform: Shape 1263">
              <a:extLst>
                <a:ext uri="{FF2B5EF4-FFF2-40B4-BE49-F238E27FC236}">
                  <a16:creationId xmlns:a16="http://schemas.microsoft.com/office/drawing/2014/main" id="{1AFEFDB4-4BD3-2C84-9BED-3604DFDB4C37}"/>
                </a:ext>
              </a:extLst>
            </p:cNvPr>
            <p:cNvSpPr/>
            <p:nvPr/>
          </p:nvSpPr>
          <p:spPr>
            <a:xfrm>
              <a:off x="1036058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0 w 52326"/>
                <a:gd name="connsiteY3" fmla="*/ 26163 h 52326"/>
                <a:gd name="connsiteX4" fmla="*/ 349 w 52326"/>
                <a:gd name="connsiteY4" fmla="*/ 30000 h 52326"/>
                <a:gd name="connsiteX5" fmla="*/ 1047 w 52326"/>
                <a:gd name="connsiteY5" fmla="*/ 33837 h 52326"/>
                <a:gd name="connsiteX6" fmla="*/ 26163 w 52326"/>
                <a:gd name="connsiteY6" fmla="*/ 52326 h 52326"/>
                <a:gd name="connsiteX7" fmla="*/ 38722 w 52326"/>
                <a:gd name="connsiteY7" fmla="*/ 49187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1860" y="0"/>
                    <a:pt x="0" y="11861"/>
                    <a:pt x="0" y="26163"/>
                  </a:cubicBezTo>
                  <a:cubicBezTo>
                    <a:pt x="0" y="26163"/>
                    <a:pt x="0" y="26163"/>
                    <a:pt x="0" y="26163"/>
                  </a:cubicBezTo>
                  <a:cubicBezTo>
                    <a:pt x="0" y="27559"/>
                    <a:pt x="0" y="28605"/>
                    <a:pt x="349" y="30000"/>
                  </a:cubicBezTo>
                  <a:cubicBezTo>
                    <a:pt x="698" y="31396"/>
                    <a:pt x="698" y="32791"/>
                    <a:pt x="1047" y="33837"/>
                  </a:cubicBezTo>
                  <a:cubicBezTo>
                    <a:pt x="4186" y="44652"/>
                    <a:pt x="14303" y="52326"/>
                    <a:pt x="26163" y="52326"/>
                  </a:cubicBezTo>
                  <a:cubicBezTo>
                    <a:pt x="30698" y="52326"/>
                    <a:pt x="34884" y="51279"/>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5" name="Freeform: Shape 1264">
              <a:extLst>
                <a:ext uri="{FF2B5EF4-FFF2-40B4-BE49-F238E27FC236}">
                  <a16:creationId xmlns:a16="http://schemas.microsoft.com/office/drawing/2014/main" id="{FD7EE0D1-C7E3-30A0-626E-97EC835CC65F}"/>
                </a:ext>
              </a:extLst>
            </p:cNvPr>
            <p:cNvSpPr/>
            <p:nvPr/>
          </p:nvSpPr>
          <p:spPr>
            <a:xfrm>
              <a:off x="11616412"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80" y="349"/>
                    <a:pt x="20930" y="349"/>
                  </a:cubicBezTo>
                  <a:cubicBezTo>
                    <a:pt x="9070" y="2791"/>
                    <a:pt x="0" y="13256"/>
                    <a:pt x="0" y="25814"/>
                  </a:cubicBezTo>
                  <a:cubicBezTo>
                    <a:pt x="0" y="40117"/>
                    <a:pt x="11860" y="51977"/>
                    <a:pt x="26163" y="51977"/>
                  </a:cubicBezTo>
                  <a:lnTo>
                    <a:pt x="26163" y="51977"/>
                  </a:ln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6" name="Freeform: Shape 1265">
              <a:extLst>
                <a:ext uri="{FF2B5EF4-FFF2-40B4-BE49-F238E27FC236}">
                  <a16:creationId xmlns:a16="http://schemas.microsoft.com/office/drawing/2014/main" id="{63AAA741-10AE-FCCD-0647-69041CA8C3DC}"/>
                </a:ext>
              </a:extLst>
            </p:cNvPr>
            <p:cNvSpPr/>
            <p:nvPr/>
          </p:nvSpPr>
          <p:spPr>
            <a:xfrm>
              <a:off x="983732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7" name="Freeform: Shape 1266">
              <a:extLst>
                <a:ext uri="{FF2B5EF4-FFF2-40B4-BE49-F238E27FC236}">
                  <a16:creationId xmlns:a16="http://schemas.microsoft.com/office/drawing/2014/main" id="{23F13F39-C13E-EA89-AC9D-45DE8BCED9C6}"/>
                </a:ext>
              </a:extLst>
            </p:cNvPr>
            <p:cNvSpPr/>
            <p:nvPr/>
          </p:nvSpPr>
          <p:spPr>
            <a:xfrm>
              <a:off x="994197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8" name="Freeform: Shape 1267">
              <a:extLst>
                <a:ext uri="{FF2B5EF4-FFF2-40B4-BE49-F238E27FC236}">
                  <a16:creationId xmlns:a16="http://schemas.microsoft.com/office/drawing/2014/main" id="{582FFFC5-ED97-E09B-E920-479EB363D7CF}"/>
                </a:ext>
              </a:extLst>
            </p:cNvPr>
            <p:cNvSpPr/>
            <p:nvPr/>
          </p:nvSpPr>
          <p:spPr>
            <a:xfrm>
              <a:off x="99419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9" name="Freeform: Shape 1268">
              <a:extLst>
                <a:ext uri="{FF2B5EF4-FFF2-40B4-BE49-F238E27FC236}">
                  <a16:creationId xmlns:a16="http://schemas.microsoft.com/office/drawing/2014/main" id="{D3742A77-FE83-4D8E-2B91-0E9607C18518}"/>
                </a:ext>
              </a:extLst>
            </p:cNvPr>
            <p:cNvSpPr/>
            <p:nvPr/>
          </p:nvSpPr>
          <p:spPr>
            <a:xfrm>
              <a:off x="88954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0" name="Freeform: Shape 1269">
              <a:extLst>
                <a:ext uri="{FF2B5EF4-FFF2-40B4-BE49-F238E27FC236}">
                  <a16:creationId xmlns:a16="http://schemas.microsoft.com/office/drawing/2014/main" id="{D5BEE2EA-D74F-598C-802A-A53297CF13E0}"/>
                </a:ext>
              </a:extLst>
            </p:cNvPr>
            <p:cNvSpPr/>
            <p:nvPr/>
          </p:nvSpPr>
          <p:spPr>
            <a:xfrm>
              <a:off x="879079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1" name="Freeform: Shape 1270">
              <a:extLst>
                <a:ext uri="{FF2B5EF4-FFF2-40B4-BE49-F238E27FC236}">
                  <a16:creationId xmlns:a16="http://schemas.microsoft.com/office/drawing/2014/main" id="{DB3A6CA0-B11C-A038-2610-53F0E5EFFFC2}"/>
                </a:ext>
              </a:extLst>
            </p:cNvPr>
            <p:cNvSpPr/>
            <p:nvPr/>
          </p:nvSpPr>
          <p:spPr>
            <a:xfrm>
              <a:off x="8685796" y="5128903"/>
              <a:ext cx="52675" cy="52682"/>
            </a:xfrm>
            <a:custGeom>
              <a:avLst/>
              <a:gdLst>
                <a:gd name="connsiteX0" fmla="*/ 52675 w 52675"/>
                <a:gd name="connsiteY0" fmla="*/ 26861 h 52682"/>
                <a:gd name="connsiteX1" fmla="*/ 52675 w 52675"/>
                <a:gd name="connsiteY1" fmla="*/ 24070 h 52682"/>
                <a:gd name="connsiteX2" fmla="*/ 47094 w 52675"/>
                <a:gd name="connsiteY2" fmla="*/ 10465 h 52682"/>
                <a:gd name="connsiteX3" fmla="*/ 45001 w 52675"/>
                <a:gd name="connsiteY3" fmla="*/ 8023 h 52682"/>
                <a:gd name="connsiteX4" fmla="*/ 42559 w 52675"/>
                <a:gd name="connsiteY4" fmla="*/ 5930 h 52682"/>
                <a:gd name="connsiteX5" fmla="*/ 37675 w 52675"/>
                <a:gd name="connsiteY5" fmla="*/ 2790 h 52682"/>
                <a:gd name="connsiteX6" fmla="*/ 29652 w 52675"/>
                <a:gd name="connsiteY6" fmla="*/ 349 h 52682"/>
                <a:gd name="connsiteX7" fmla="*/ 26163 w 52675"/>
                <a:gd name="connsiteY7" fmla="*/ 0 h 52682"/>
                <a:gd name="connsiteX8" fmla="*/ 23373 w 52675"/>
                <a:gd name="connsiteY8" fmla="*/ 0 h 52682"/>
                <a:gd name="connsiteX9" fmla="*/ 13605 w 52675"/>
                <a:gd name="connsiteY9" fmla="*/ 3139 h 52682"/>
                <a:gd name="connsiteX10" fmla="*/ 11512 w 52675"/>
                <a:gd name="connsiteY10" fmla="*/ 4535 h 52682"/>
                <a:gd name="connsiteX11" fmla="*/ 0 w 52675"/>
                <a:gd name="connsiteY11" fmla="*/ 23721 h 52682"/>
                <a:gd name="connsiteX12" fmla="*/ 0 w 52675"/>
                <a:gd name="connsiteY12" fmla="*/ 26512 h 52682"/>
                <a:gd name="connsiteX13" fmla="*/ 0 w 52675"/>
                <a:gd name="connsiteY13" fmla="*/ 26512 h 52682"/>
                <a:gd name="connsiteX14" fmla="*/ 349 w 52675"/>
                <a:gd name="connsiteY14" fmla="*/ 30349 h 52682"/>
                <a:gd name="connsiteX15" fmla="*/ 1047 w 52675"/>
                <a:gd name="connsiteY15" fmla="*/ 34186 h 52682"/>
                <a:gd name="connsiteX16" fmla="*/ 26163 w 52675"/>
                <a:gd name="connsiteY16" fmla="*/ 52675 h 52682"/>
                <a:gd name="connsiteX17" fmla="*/ 52675 w 52675"/>
                <a:gd name="connsiteY17" fmla="*/ 26861 h 52682"/>
                <a:gd name="connsiteX18" fmla="*/ 52675 w 52675"/>
                <a:gd name="connsiteY18" fmla="*/ 26861 h 5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675" h="52682">
                  <a:moveTo>
                    <a:pt x="52675" y="26861"/>
                  </a:moveTo>
                  <a:cubicBezTo>
                    <a:pt x="52675" y="25814"/>
                    <a:pt x="52675" y="25116"/>
                    <a:pt x="52675" y="24070"/>
                  </a:cubicBezTo>
                  <a:cubicBezTo>
                    <a:pt x="52326" y="19186"/>
                    <a:pt x="50234" y="14302"/>
                    <a:pt x="47094" y="10465"/>
                  </a:cubicBezTo>
                  <a:cubicBezTo>
                    <a:pt x="46396" y="9767"/>
                    <a:pt x="45699" y="8721"/>
                    <a:pt x="45001" y="8023"/>
                  </a:cubicBezTo>
                  <a:cubicBezTo>
                    <a:pt x="44304" y="7326"/>
                    <a:pt x="43605" y="6628"/>
                    <a:pt x="42559" y="5930"/>
                  </a:cubicBezTo>
                  <a:cubicBezTo>
                    <a:pt x="41163" y="4883"/>
                    <a:pt x="39419" y="3837"/>
                    <a:pt x="37675" y="2790"/>
                  </a:cubicBezTo>
                  <a:cubicBezTo>
                    <a:pt x="35233" y="1744"/>
                    <a:pt x="32442" y="698"/>
                    <a:pt x="29652" y="349"/>
                  </a:cubicBezTo>
                  <a:cubicBezTo>
                    <a:pt x="28606" y="349"/>
                    <a:pt x="27559" y="0"/>
                    <a:pt x="26163" y="0"/>
                  </a:cubicBezTo>
                  <a:cubicBezTo>
                    <a:pt x="25117" y="0"/>
                    <a:pt x="24419" y="0"/>
                    <a:pt x="23373" y="0"/>
                  </a:cubicBezTo>
                  <a:cubicBezTo>
                    <a:pt x="19885" y="349"/>
                    <a:pt x="16396" y="1395"/>
                    <a:pt x="13605" y="3139"/>
                  </a:cubicBezTo>
                  <a:cubicBezTo>
                    <a:pt x="12908" y="3488"/>
                    <a:pt x="12209" y="3837"/>
                    <a:pt x="11512" y="4535"/>
                  </a:cubicBezTo>
                  <a:cubicBezTo>
                    <a:pt x="5233" y="8721"/>
                    <a:pt x="1047" y="15698"/>
                    <a:pt x="0" y="23721"/>
                  </a:cubicBezTo>
                  <a:cubicBezTo>
                    <a:pt x="0" y="24768"/>
                    <a:pt x="0" y="25465"/>
                    <a:pt x="0" y="26512"/>
                  </a:cubicBezTo>
                  <a:cubicBezTo>
                    <a:pt x="0" y="26512"/>
                    <a:pt x="0" y="26512"/>
                    <a:pt x="0" y="26512"/>
                  </a:cubicBezTo>
                  <a:cubicBezTo>
                    <a:pt x="0" y="27907"/>
                    <a:pt x="0" y="28954"/>
                    <a:pt x="349" y="30349"/>
                  </a:cubicBezTo>
                  <a:cubicBezTo>
                    <a:pt x="698" y="31744"/>
                    <a:pt x="698" y="33140"/>
                    <a:pt x="1047" y="34186"/>
                  </a:cubicBezTo>
                  <a:cubicBezTo>
                    <a:pt x="4187" y="45000"/>
                    <a:pt x="14303" y="52675"/>
                    <a:pt x="26163" y="52675"/>
                  </a:cubicBezTo>
                  <a:cubicBezTo>
                    <a:pt x="40815" y="53024"/>
                    <a:pt x="52675" y="41163"/>
                    <a:pt x="52675" y="26861"/>
                  </a:cubicBezTo>
                  <a:cubicBezTo>
                    <a:pt x="52675" y="26861"/>
                    <a:pt x="52675" y="26861"/>
                    <a:pt x="52675" y="26861"/>
                  </a:cubicBezTo>
                  <a:close/>
                </a:path>
              </a:pathLst>
            </a:custGeom>
            <a:grpFill/>
            <a:ln w="3488" cap="flat">
              <a:noFill/>
              <a:prstDash val="solid"/>
              <a:miter/>
            </a:ln>
          </p:spPr>
          <p:txBody>
            <a:bodyPr rtlCol="0" anchor="ctr"/>
            <a:lstStyle/>
            <a:p>
              <a:endParaRPr lang="en-ID"/>
            </a:p>
          </p:txBody>
        </p:sp>
        <p:sp>
          <p:nvSpPr>
            <p:cNvPr id="1272" name="Freeform: Shape 1271">
              <a:extLst>
                <a:ext uri="{FF2B5EF4-FFF2-40B4-BE49-F238E27FC236}">
                  <a16:creationId xmlns:a16="http://schemas.microsoft.com/office/drawing/2014/main" id="{ABFA7477-0D6A-1576-E910-2D26E621BC21}"/>
                </a:ext>
              </a:extLst>
            </p:cNvPr>
            <p:cNvSpPr/>
            <p:nvPr/>
          </p:nvSpPr>
          <p:spPr>
            <a:xfrm>
              <a:off x="8581493"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73" name="Freeform: Shape 1272">
              <a:extLst>
                <a:ext uri="{FF2B5EF4-FFF2-40B4-BE49-F238E27FC236}">
                  <a16:creationId xmlns:a16="http://schemas.microsoft.com/office/drawing/2014/main" id="{A021E469-5C5A-16DC-E4A7-23B62A300741}"/>
                </a:ext>
              </a:extLst>
            </p:cNvPr>
            <p:cNvSpPr/>
            <p:nvPr/>
          </p:nvSpPr>
          <p:spPr>
            <a:xfrm rot="21046898">
              <a:off x="8581647" y="3978308"/>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274" name="Freeform: Shape 1273">
              <a:extLst>
                <a:ext uri="{FF2B5EF4-FFF2-40B4-BE49-F238E27FC236}">
                  <a16:creationId xmlns:a16="http://schemas.microsoft.com/office/drawing/2014/main" id="{EA3D0B1C-D003-29C2-BEE9-19F63249B0B3}"/>
                </a:ext>
              </a:extLst>
            </p:cNvPr>
            <p:cNvSpPr/>
            <p:nvPr/>
          </p:nvSpPr>
          <p:spPr>
            <a:xfrm>
              <a:off x="847684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5" name="Freeform: Shape 1274">
              <a:extLst>
                <a:ext uri="{FF2B5EF4-FFF2-40B4-BE49-F238E27FC236}">
                  <a16:creationId xmlns:a16="http://schemas.microsoft.com/office/drawing/2014/main" id="{54C2327B-A17A-B6ED-FAF1-F13C1395FF5C}"/>
                </a:ext>
              </a:extLst>
            </p:cNvPr>
            <p:cNvSpPr/>
            <p:nvPr/>
          </p:nvSpPr>
          <p:spPr>
            <a:xfrm>
              <a:off x="8372188"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6" name="Freeform: Shape 1275">
              <a:extLst>
                <a:ext uri="{FF2B5EF4-FFF2-40B4-BE49-F238E27FC236}">
                  <a16:creationId xmlns:a16="http://schemas.microsoft.com/office/drawing/2014/main" id="{2DD88DBC-0133-93E1-E7A9-51C4D1AFE565}"/>
                </a:ext>
              </a:extLst>
            </p:cNvPr>
            <p:cNvSpPr/>
            <p:nvPr/>
          </p:nvSpPr>
          <p:spPr>
            <a:xfrm>
              <a:off x="79535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7" name="Freeform: Shape 1276">
              <a:extLst>
                <a:ext uri="{FF2B5EF4-FFF2-40B4-BE49-F238E27FC236}">
                  <a16:creationId xmlns:a16="http://schemas.microsoft.com/office/drawing/2014/main" id="{A907E215-BB5D-8EF5-9961-7922649538F0}"/>
                </a:ext>
              </a:extLst>
            </p:cNvPr>
            <p:cNvSpPr/>
            <p:nvPr/>
          </p:nvSpPr>
          <p:spPr>
            <a:xfrm>
              <a:off x="774427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8" name="Freeform: Shape 1277">
              <a:extLst>
                <a:ext uri="{FF2B5EF4-FFF2-40B4-BE49-F238E27FC236}">
                  <a16:creationId xmlns:a16="http://schemas.microsoft.com/office/drawing/2014/main" id="{CF9A1C90-D976-75C2-6D43-71FCEBC75262}"/>
                </a:ext>
              </a:extLst>
            </p:cNvPr>
            <p:cNvSpPr/>
            <p:nvPr/>
          </p:nvSpPr>
          <p:spPr>
            <a:xfrm>
              <a:off x="72210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9" name="Freeform: Shape 1278">
              <a:extLst>
                <a:ext uri="{FF2B5EF4-FFF2-40B4-BE49-F238E27FC236}">
                  <a16:creationId xmlns:a16="http://schemas.microsoft.com/office/drawing/2014/main" id="{9BF952BF-F72B-37BB-BE83-FEB67FE5739E}"/>
                </a:ext>
              </a:extLst>
            </p:cNvPr>
            <p:cNvSpPr/>
            <p:nvPr/>
          </p:nvSpPr>
          <p:spPr>
            <a:xfrm>
              <a:off x="7011708"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80" name="Freeform: Shape 1279">
              <a:extLst>
                <a:ext uri="{FF2B5EF4-FFF2-40B4-BE49-F238E27FC236}">
                  <a16:creationId xmlns:a16="http://schemas.microsoft.com/office/drawing/2014/main" id="{954A5DB8-D122-054B-9B10-3AA4F815B3B9}"/>
                </a:ext>
              </a:extLst>
            </p:cNvPr>
            <p:cNvSpPr/>
            <p:nvPr/>
          </p:nvSpPr>
          <p:spPr>
            <a:xfrm>
              <a:off x="69070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1" name="Freeform: Shape 1280">
              <a:extLst>
                <a:ext uri="{FF2B5EF4-FFF2-40B4-BE49-F238E27FC236}">
                  <a16:creationId xmlns:a16="http://schemas.microsoft.com/office/drawing/2014/main" id="{15E8D822-5499-9BA0-6B78-EC4AA56A8776}"/>
                </a:ext>
              </a:extLst>
            </p:cNvPr>
            <p:cNvSpPr/>
            <p:nvPr/>
          </p:nvSpPr>
          <p:spPr>
            <a:xfrm>
              <a:off x="6697751"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2" name="Freeform: Shape 1281">
              <a:extLst>
                <a:ext uri="{FF2B5EF4-FFF2-40B4-BE49-F238E27FC236}">
                  <a16:creationId xmlns:a16="http://schemas.microsoft.com/office/drawing/2014/main" id="{CA7641EF-4198-6C8C-136B-A43E7C8778A0}"/>
                </a:ext>
              </a:extLst>
            </p:cNvPr>
            <p:cNvSpPr/>
            <p:nvPr/>
          </p:nvSpPr>
          <p:spPr>
            <a:xfrm>
              <a:off x="1182571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3" name="Freeform: Shape 1282">
              <a:extLst>
                <a:ext uri="{FF2B5EF4-FFF2-40B4-BE49-F238E27FC236}">
                  <a16:creationId xmlns:a16="http://schemas.microsoft.com/office/drawing/2014/main" id="{281DC701-61FC-39D8-A2E0-845C159CFC3C}"/>
                </a:ext>
              </a:extLst>
            </p:cNvPr>
            <p:cNvSpPr/>
            <p:nvPr/>
          </p:nvSpPr>
          <p:spPr>
            <a:xfrm>
              <a:off x="8162884" y="5024948"/>
              <a:ext cx="51986" cy="52326"/>
            </a:xfrm>
            <a:custGeom>
              <a:avLst/>
              <a:gdLst>
                <a:gd name="connsiteX0" fmla="*/ 31396 w 51986"/>
                <a:gd name="connsiteY0" fmla="*/ 698 h 52326"/>
                <a:gd name="connsiteX1" fmla="*/ 26163 w 51986"/>
                <a:gd name="connsiteY1" fmla="*/ 0 h 52326"/>
                <a:gd name="connsiteX2" fmla="*/ 26163 w 51986"/>
                <a:gd name="connsiteY2" fmla="*/ 0 h 52326"/>
                <a:gd name="connsiteX3" fmla="*/ 26163 w 51986"/>
                <a:gd name="connsiteY3" fmla="*/ 0 h 52326"/>
                <a:gd name="connsiteX4" fmla="*/ 0 w 51986"/>
                <a:gd name="connsiteY4" fmla="*/ 26163 h 52326"/>
                <a:gd name="connsiteX5" fmla="*/ 13604 w 51986"/>
                <a:gd name="connsiteY5" fmla="*/ 49187 h 52326"/>
                <a:gd name="connsiteX6" fmla="*/ 13954 w 51986"/>
                <a:gd name="connsiteY6" fmla="*/ 49535 h 52326"/>
                <a:gd name="connsiteX7" fmla="*/ 15698 w 51986"/>
                <a:gd name="connsiteY7" fmla="*/ 50233 h 52326"/>
                <a:gd name="connsiteX8" fmla="*/ 25814 w 51986"/>
                <a:gd name="connsiteY8" fmla="*/ 52326 h 52326"/>
                <a:gd name="connsiteX9" fmla="*/ 31047 w 51986"/>
                <a:gd name="connsiteY9" fmla="*/ 51629 h 52326"/>
                <a:gd name="connsiteX10" fmla="*/ 38023 w 51986"/>
                <a:gd name="connsiteY10" fmla="*/ 49187 h 52326"/>
                <a:gd name="connsiteX11" fmla="*/ 38373 w 51986"/>
                <a:gd name="connsiteY11" fmla="*/ 49187 h 52326"/>
                <a:gd name="connsiteX12" fmla="*/ 51977 w 51986"/>
                <a:gd name="connsiteY12" fmla="*/ 26163 h 52326"/>
                <a:gd name="connsiteX13" fmla="*/ 51977 w 51986"/>
                <a:gd name="connsiteY13" fmla="*/ 26163 h 52326"/>
                <a:gd name="connsiteX14" fmla="*/ 31396 w 51986"/>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6" h="52326">
                  <a:moveTo>
                    <a:pt x="31396" y="698"/>
                  </a:moveTo>
                  <a:cubicBezTo>
                    <a:pt x="29652" y="349"/>
                    <a:pt x="27907" y="0"/>
                    <a:pt x="26163" y="0"/>
                  </a:cubicBezTo>
                  <a:cubicBezTo>
                    <a:pt x="26163" y="0"/>
                    <a:pt x="26163" y="0"/>
                    <a:pt x="26163" y="0"/>
                  </a:cubicBezTo>
                  <a:cubicBezTo>
                    <a:pt x="26163" y="0"/>
                    <a:pt x="26163" y="0"/>
                    <a:pt x="26163" y="0"/>
                  </a:cubicBezTo>
                  <a:cubicBezTo>
                    <a:pt x="11860" y="0"/>
                    <a:pt x="0" y="11861"/>
                    <a:pt x="0" y="26163"/>
                  </a:cubicBezTo>
                  <a:cubicBezTo>
                    <a:pt x="0" y="35931"/>
                    <a:pt x="5582" y="44652"/>
                    <a:pt x="13604" y="49187"/>
                  </a:cubicBezTo>
                  <a:cubicBezTo>
                    <a:pt x="13604" y="49187"/>
                    <a:pt x="13954" y="49187"/>
                    <a:pt x="13954" y="49535"/>
                  </a:cubicBezTo>
                  <a:cubicBezTo>
                    <a:pt x="14651" y="49884"/>
                    <a:pt x="15000" y="50233"/>
                    <a:pt x="15698" y="50233"/>
                  </a:cubicBezTo>
                  <a:cubicBezTo>
                    <a:pt x="18837" y="51629"/>
                    <a:pt x="22325" y="52326"/>
                    <a:pt x="25814" y="52326"/>
                  </a:cubicBezTo>
                  <a:cubicBezTo>
                    <a:pt x="27558" y="52326"/>
                    <a:pt x="29302" y="51977"/>
                    <a:pt x="31047" y="51629"/>
                  </a:cubicBezTo>
                  <a:cubicBezTo>
                    <a:pt x="33489" y="51279"/>
                    <a:pt x="35931" y="50233"/>
                    <a:pt x="38023" y="49187"/>
                  </a:cubicBezTo>
                  <a:cubicBezTo>
                    <a:pt x="38023"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84" name="Freeform: Shape 1283">
              <a:extLst>
                <a:ext uri="{FF2B5EF4-FFF2-40B4-BE49-F238E27FC236}">
                  <a16:creationId xmlns:a16="http://schemas.microsoft.com/office/drawing/2014/main" id="{2FA91796-18A5-C12F-1AD2-D7C49B0EE796}"/>
                </a:ext>
              </a:extLst>
            </p:cNvPr>
            <p:cNvSpPr/>
            <p:nvPr/>
          </p:nvSpPr>
          <p:spPr>
            <a:xfrm>
              <a:off x="962801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lnTo>
                    <a:pt x="52326" y="26163"/>
                  </a:lnTo>
                  <a:cubicBezTo>
                    <a:pt x="52326" y="11861"/>
                    <a:pt x="40466" y="0"/>
                    <a:pt x="26163" y="0"/>
                  </a:cubicBezTo>
                  <a:lnTo>
                    <a:pt x="26163" y="0"/>
                  </a:ln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85" name="Freeform: Shape 1284">
              <a:extLst>
                <a:ext uri="{FF2B5EF4-FFF2-40B4-BE49-F238E27FC236}">
                  <a16:creationId xmlns:a16="http://schemas.microsoft.com/office/drawing/2014/main" id="{B0E4A5BA-92D7-9399-2D99-D504D0A472CC}"/>
                </a:ext>
              </a:extLst>
            </p:cNvPr>
            <p:cNvSpPr/>
            <p:nvPr/>
          </p:nvSpPr>
          <p:spPr>
            <a:xfrm>
              <a:off x="8372188" y="2617944"/>
              <a:ext cx="52326" cy="52326"/>
            </a:xfrm>
            <a:custGeom>
              <a:avLst/>
              <a:gdLst>
                <a:gd name="connsiteX0" fmla="*/ 31396 w 52326"/>
                <a:gd name="connsiteY0" fmla="*/ 349 h 52326"/>
                <a:gd name="connsiteX1" fmla="*/ 26163 w 52326"/>
                <a:gd name="connsiteY1" fmla="*/ 0 h 52326"/>
                <a:gd name="connsiteX2" fmla="*/ 26163 w 52326"/>
                <a:gd name="connsiteY2" fmla="*/ 0 h 52326"/>
                <a:gd name="connsiteX3" fmla="*/ 0 w 52326"/>
                <a:gd name="connsiteY3" fmla="*/ 26163 h 52326"/>
                <a:gd name="connsiteX4" fmla="*/ 18489 w 52326"/>
                <a:gd name="connsiteY4" fmla="*/ 51280 h 52326"/>
                <a:gd name="connsiteX5" fmla="*/ 26163 w 52326"/>
                <a:gd name="connsiteY5" fmla="*/ 52326 h 52326"/>
                <a:gd name="connsiteX6" fmla="*/ 52326 w 52326"/>
                <a:gd name="connsiteY6" fmla="*/ 26163 h 52326"/>
                <a:gd name="connsiteX7" fmla="*/ 52326 w 52326"/>
                <a:gd name="connsiteY7" fmla="*/ 26163 h 52326"/>
                <a:gd name="connsiteX8" fmla="*/ 31396 w 52326"/>
                <a:gd name="connsiteY8" fmla="*/ 34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1396" y="349"/>
                  </a:moveTo>
                  <a:cubicBezTo>
                    <a:pt x="29652" y="0"/>
                    <a:pt x="27907" y="0"/>
                    <a:pt x="26163" y="0"/>
                  </a:cubicBezTo>
                  <a:lnTo>
                    <a:pt x="26163" y="0"/>
                  </a:lnTo>
                  <a:cubicBezTo>
                    <a:pt x="11860" y="0"/>
                    <a:pt x="0" y="11861"/>
                    <a:pt x="0" y="26163"/>
                  </a:cubicBezTo>
                  <a:cubicBezTo>
                    <a:pt x="0" y="38024"/>
                    <a:pt x="7674" y="47791"/>
                    <a:pt x="18489" y="51280"/>
                  </a:cubicBezTo>
                  <a:cubicBezTo>
                    <a:pt x="20930" y="51977"/>
                    <a:pt x="23721" y="52326"/>
                    <a:pt x="26163" y="52326"/>
                  </a:cubicBezTo>
                  <a:cubicBezTo>
                    <a:pt x="40466" y="52326"/>
                    <a:pt x="52326" y="40466"/>
                    <a:pt x="52326" y="26163"/>
                  </a:cubicBezTo>
                  <a:lnTo>
                    <a:pt x="52326" y="26163"/>
                  </a:lnTo>
                  <a:cubicBezTo>
                    <a:pt x="52326" y="13605"/>
                    <a:pt x="43256" y="2791"/>
                    <a:pt x="31396" y="349"/>
                  </a:cubicBezTo>
                  <a:close/>
                </a:path>
              </a:pathLst>
            </a:custGeom>
            <a:grpFill/>
            <a:ln w="3488" cap="flat">
              <a:noFill/>
              <a:prstDash val="solid"/>
              <a:miter/>
            </a:ln>
          </p:spPr>
          <p:txBody>
            <a:bodyPr rtlCol="0" anchor="ctr"/>
            <a:lstStyle/>
            <a:p>
              <a:endParaRPr lang="en-ID"/>
            </a:p>
          </p:txBody>
        </p:sp>
        <p:sp>
          <p:nvSpPr>
            <p:cNvPr id="1286" name="Freeform: Shape 1285">
              <a:extLst>
                <a:ext uri="{FF2B5EF4-FFF2-40B4-BE49-F238E27FC236}">
                  <a16:creationId xmlns:a16="http://schemas.microsoft.com/office/drawing/2014/main" id="{FD39EAA4-04C8-9217-CE05-A8B4DB4EC80D}"/>
                </a:ext>
              </a:extLst>
            </p:cNvPr>
            <p:cNvSpPr/>
            <p:nvPr/>
          </p:nvSpPr>
          <p:spPr>
            <a:xfrm>
              <a:off x="983732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7" name="Freeform: Shape 1286">
              <a:extLst>
                <a:ext uri="{FF2B5EF4-FFF2-40B4-BE49-F238E27FC236}">
                  <a16:creationId xmlns:a16="http://schemas.microsoft.com/office/drawing/2014/main" id="{6B4CF80B-6843-9263-E667-736498A4AF6F}"/>
                </a:ext>
              </a:extLst>
            </p:cNvPr>
            <p:cNvSpPr/>
            <p:nvPr/>
          </p:nvSpPr>
          <p:spPr>
            <a:xfrm>
              <a:off x="1119780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8" name="Freeform: Shape 1287">
              <a:extLst>
                <a:ext uri="{FF2B5EF4-FFF2-40B4-BE49-F238E27FC236}">
                  <a16:creationId xmlns:a16="http://schemas.microsoft.com/office/drawing/2014/main" id="{49738FF3-8D9C-78DF-6091-7C0A6B901506}"/>
                </a:ext>
              </a:extLst>
            </p:cNvPr>
            <p:cNvSpPr/>
            <p:nvPr/>
          </p:nvSpPr>
          <p:spPr>
            <a:xfrm>
              <a:off x="1077919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9" name="Freeform: Shape 1288">
              <a:extLst>
                <a:ext uri="{FF2B5EF4-FFF2-40B4-BE49-F238E27FC236}">
                  <a16:creationId xmlns:a16="http://schemas.microsoft.com/office/drawing/2014/main" id="{70485DCF-5720-1077-6E76-451B117AAF7C}"/>
                </a:ext>
              </a:extLst>
            </p:cNvPr>
            <p:cNvSpPr/>
            <p:nvPr/>
          </p:nvSpPr>
          <p:spPr>
            <a:xfrm>
              <a:off x="941871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0" name="Freeform: Shape 1289">
              <a:extLst>
                <a:ext uri="{FF2B5EF4-FFF2-40B4-BE49-F238E27FC236}">
                  <a16:creationId xmlns:a16="http://schemas.microsoft.com/office/drawing/2014/main" id="{690F3266-4B93-9478-10F9-D80491F89FA4}"/>
                </a:ext>
              </a:extLst>
            </p:cNvPr>
            <p:cNvSpPr/>
            <p:nvPr/>
          </p:nvSpPr>
          <p:spPr>
            <a:xfrm>
              <a:off x="931406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1" name="Freeform: Shape 1290">
              <a:extLst>
                <a:ext uri="{FF2B5EF4-FFF2-40B4-BE49-F238E27FC236}">
                  <a16:creationId xmlns:a16="http://schemas.microsoft.com/office/drawing/2014/main" id="{E46D30E5-59C4-A8A0-DE7E-8681E17A60D2}"/>
                </a:ext>
              </a:extLst>
            </p:cNvPr>
            <p:cNvSpPr/>
            <p:nvPr/>
          </p:nvSpPr>
          <p:spPr>
            <a:xfrm>
              <a:off x="868614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2" name="Freeform: Shape 1291">
              <a:extLst>
                <a:ext uri="{FF2B5EF4-FFF2-40B4-BE49-F238E27FC236}">
                  <a16:creationId xmlns:a16="http://schemas.microsoft.com/office/drawing/2014/main" id="{4BF2EADF-19B5-90D4-3947-A8B8416A6B98}"/>
                </a:ext>
              </a:extLst>
            </p:cNvPr>
            <p:cNvSpPr/>
            <p:nvPr/>
          </p:nvSpPr>
          <p:spPr>
            <a:xfrm>
              <a:off x="8581144" y="3350510"/>
              <a:ext cx="52326" cy="52326"/>
            </a:xfrm>
            <a:custGeom>
              <a:avLst/>
              <a:gdLst>
                <a:gd name="connsiteX0" fmla="*/ 13256 w 52326"/>
                <a:gd name="connsiteY0" fmla="*/ 48838 h 52326"/>
                <a:gd name="connsiteX1" fmla="*/ 14652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2 w 52326"/>
                <a:gd name="connsiteY6" fmla="*/ 3140 h 52326"/>
                <a:gd name="connsiteX7" fmla="*/ 38373 w 52326"/>
                <a:gd name="connsiteY7" fmla="*/ 3140 h 52326"/>
                <a:gd name="connsiteX8" fmla="*/ 36280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3" y="49535"/>
                    <a:pt x="14652" y="49535"/>
                  </a:cubicBezTo>
                  <a:cubicBezTo>
                    <a:pt x="16745" y="50582"/>
                    <a:pt x="18838" y="51280"/>
                    <a:pt x="20930" y="51628"/>
                  </a:cubicBezTo>
                  <a:cubicBezTo>
                    <a:pt x="22675" y="51977"/>
                    <a:pt x="24419" y="52326"/>
                    <a:pt x="26163" y="52326"/>
                  </a:cubicBezTo>
                  <a:lnTo>
                    <a:pt x="26163" y="52326"/>
                  </a:lnTo>
                  <a:cubicBezTo>
                    <a:pt x="40466" y="52326"/>
                    <a:pt x="52326" y="40465"/>
                    <a:pt x="52326" y="26163"/>
                  </a:cubicBezTo>
                  <a:cubicBezTo>
                    <a:pt x="52326" y="16396"/>
                    <a:pt x="46745" y="7675"/>
                    <a:pt x="38722" y="3140"/>
                  </a:cubicBezTo>
                  <a:cubicBezTo>
                    <a:pt x="38722" y="3140"/>
                    <a:pt x="38373" y="3140"/>
                    <a:pt x="38373" y="3140"/>
                  </a:cubicBezTo>
                  <a:cubicBezTo>
                    <a:pt x="37675" y="2791"/>
                    <a:pt x="36978" y="2442"/>
                    <a:pt x="36280" y="2093"/>
                  </a:cubicBezTo>
                  <a:cubicBezTo>
                    <a:pt x="33140" y="698"/>
                    <a:pt x="29652" y="0"/>
                    <a:pt x="26163" y="0"/>
                  </a:cubicBezTo>
                  <a:cubicBezTo>
                    <a:pt x="11861" y="0"/>
                    <a:pt x="0" y="11861"/>
                    <a:pt x="0" y="26163"/>
                  </a:cubicBezTo>
                  <a:cubicBezTo>
                    <a:pt x="349" y="35931"/>
                    <a:pt x="5582" y="44303"/>
                    <a:pt x="13256" y="48838"/>
                  </a:cubicBezTo>
                  <a:close/>
                </a:path>
              </a:pathLst>
            </a:custGeom>
            <a:grpFill/>
            <a:ln w="3488" cap="flat">
              <a:noFill/>
              <a:prstDash val="solid"/>
              <a:miter/>
            </a:ln>
          </p:spPr>
          <p:txBody>
            <a:bodyPr rtlCol="0" anchor="ctr"/>
            <a:lstStyle/>
            <a:p>
              <a:endParaRPr lang="en-ID"/>
            </a:p>
          </p:txBody>
        </p:sp>
        <p:sp>
          <p:nvSpPr>
            <p:cNvPr id="1293" name="Freeform: Shape 1292">
              <a:extLst>
                <a:ext uri="{FF2B5EF4-FFF2-40B4-BE49-F238E27FC236}">
                  <a16:creationId xmlns:a16="http://schemas.microsoft.com/office/drawing/2014/main" id="{7C5F19F3-058A-38F1-66C7-81745E485560}"/>
                </a:ext>
              </a:extLst>
            </p:cNvPr>
            <p:cNvSpPr/>
            <p:nvPr/>
          </p:nvSpPr>
          <p:spPr>
            <a:xfrm>
              <a:off x="847684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4" name="Freeform: Shape 1293">
              <a:extLst>
                <a:ext uri="{FF2B5EF4-FFF2-40B4-BE49-F238E27FC236}">
                  <a16:creationId xmlns:a16="http://schemas.microsoft.com/office/drawing/2014/main" id="{E6AB42A1-7EFB-0821-6C7C-4D1607E70819}"/>
                </a:ext>
              </a:extLst>
            </p:cNvPr>
            <p:cNvSpPr/>
            <p:nvPr/>
          </p:nvSpPr>
          <p:spPr>
            <a:xfrm>
              <a:off x="847684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5" name="Freeform: Shape 1294">
              <a:extLst>
                <a:ext uri="{FF2B5EF4-FFF2-40B4-BE49-F238E27FC236}">
                  <a16:creationId xmlns:a16="http://schemas.microsoft.com/office/drawing/2014/main" id="{DEACB508-FBC8-3015-B938-AB7BB78FA10F}"/>
                </a:ext>
              </a:extLst>
            </p:cNvPr>
            <p:cNvSpPr/>
            <p:nvPr/>
          </p:nvSpPr>
          <p:spPr>
            <a:xfrm>
              <a:off x="8372188"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1744"/>
                    <a:pt x="1744" y="36628"/>
                    <a:pt x="4535" y="40814"/>
                  </a:cubicBezTo>
                  <a:cubicBezTo>
                    <a:pt x="9070" y="47791"/>
                    <a:pt x="17093" y="52326"/>
                    <a:pt x="26163" y="52326"/>
                  </a:cubicBezTo>
                  <a:cubicBezTo>
                    <a:pt x="40466" y="52326"/>
                    <a:pt x="52326" y="40465"/>
                    <a:pt x="52326" y="26163"/>
                  </a:cubicBezTo>
                  <a:lnTo>
                    <a:pt x="52326" y="26163"/>
                  </a:ln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296" name="Freeform: Shape 1295">
              <a:extLst>
                <a:ext uri="{FF2B5EF4-FFF2-40B4-BE49-F238E27FC236}">
                  <a16:creationId xmlns:a16="http://schemas.microsoft.com/office/drawing/2014/main" id="{F32EBE3E-13E2-F02C-52D5-EF587EE4356D}"/>
                </a:ext>
              </a:extLst>
            </p:cNvPr>
            <p:cNvSpPr/>
            <p:nvPr/>
          </p:nvSpPr>
          <p:spPr>
            <a:xfrm>
              <a:off x="6907055"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7" name="Freeform: Shape 1296">
              <a:extLst>
                <a:ext uri="{FF2B5EF4-FFF2-40B4-BE49-F238E27FC236}">
                  <a16:creationId xmlns:a16="http://schemas.microsoft.com/office/drawing/2014/main" id="{CB48D397-AA2C-90FC-6209-EE3251F4AFAB}"/>
                </a:ext>
              </a:extLst>
            </p:cNvPr>
            <p:cNvSpPr/>
            <p:nvPr/>
          </p:nvSpPr>
          <p:spPr>
            <a:xfrm>
              <a:off x="690705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8" name="Freeform: Shape 1297">
              <a:extLst>
                <a:ext uri="{FF2B5EF4-FFF2-40B4-BE49-F238E27FC236}">
                  <a16:creationId xmlns:a16="http://schemas.microsoft.com/office/drawing/2014/main" id="{FD7EAB85-39F4-CEFA-08B7-1B2A22869A6E}"/>
                </a:ext>
              </a:extLst>
            </p:cNvPr>
            <p:cNvSpPr/>
            <p:nvPr/>
          </p:nvSpPr>
          <p:spPr>
            <a:xfrm>
              <a:off x="6488446"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9" name="Freeform: Shape 1298">
              <a:extLst>
                <a:ext uri="{FF2B5EF4-FFF2-40B4-BE49-F238E27FC236}">
                  <a16:creationId xmlns:a16="http://schemas.microsoft.com/office/drawing/2014/main" id="{606F6D58-5CEC-06F7-AA91-608596BBDBCC}"/>
                </a:ext>
              </a:extLst>
            </p:cNvPr>
            <p:cNvSpPr/>
            <p:nvPr/>
          </p:nvSpPr>
          <p:spPr>
            <a:xfrm>
              <a:off x="9523364"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8"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2326"/>
                    <a:pt x="51629" y="18838"/>
                    <a:pt x="50233" y="15698"/>
                  </a:cubicBezTo>
                  <a:close/>
                </a:path>
              </a:pathLst>
            </a:custGeom>
            <a:grpFill/>
            <a:ln w="3488" cap="flat">
              <a:noFill/>
              <a:prstDash val="solid"/>
              <a:miter/>
            </a:ln>
          </p:spPr>
          <p:txBody>
            <a:bodyPr rtlCol="0" anchor="ctr"/>
            <a:lstStyle/>
            <a:p>
              <a:endParaRPr lang="en-ID"/>
            </a:p>
          </p:txBody>
        </p:sp>
        <p:sp>
          <p:nvSpPr>
            <p:cNvPr id="1300" name="Freeform: Shape 1299">
              <a:extLst>
                <a:ext uri="{FF2B5EF4-FFF2-40B4-BE49-F238E27FC236}">
                  <a16:creationId xmlns:a16="http://schemas.microsoft.com/office/drawing/2014/main" id="{6CE014B5-A8C6-0400-826E-9D2C74E4C47F}"/>
                </a:ext>
              </a:extLst>
            </p:cNvPr>
            <p:cNvSpPr/>
            <p:nvPr/>
          </p:nvSpPr>
          <p:spPr>
            <a:xfrm>
              <a:off x="11197802" y="3978424"/>
              <a:ext cx="52326" cy="52326"/>
            </a:xfrm>
            <a:custGeom>
              <a:avLst/>
              <a:gdLst>
                <a:gd name="connsiteX0" fmla="*/ 52326 w 52326"/>
                <a:gd name="connsiteY0" fmla="*/ 26163 h 52326"/>
                <a:gd name="connsiteX1" fmla="*/ 49187 w 52326"/>
                <a:gd name="connsiteY1" fmla="*/ 13605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1628"/>
                    <a:pt x="51279" y="17442"/>
                    <a:pt x="49187" y="13605"/>
                  </a:cubicBezTo>
                  <a:cubicBezTo>
                    <a:pt x="44652" y="5581"/>
                    <a:pt x="36279"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1" name="Freeform: Shape 1300">
              <a:extLst>
                <a:ext uri="{FF2B5EF4-FFF2-40B4-BE49-F238E27FC236}">
                  <a16:creationId xmlns:a16="http://schemas.microsoft.com/office/drawing/2014/main" id="{B809661D-85CC-A157-1C66-B8E9D3C82761}"/>
                </a:ext>
              </a:extLst>
            </p:cNvPr>
            <p:cNvSpPr/>
            <p:nvPr/>
          </p:nvSpPr>
          <p:spPr>
            <a:xfrm>
              <a:off x="10779193"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2" name="Freeform: Shape 1301">
              <a:extLst>
                <a:ext uri="{FF2B5EF4-FFF2-40B4-BE49-F238E27FC236}">
                  <a16:creationId xmlns:a16="http://schemas.microsoft.com/office/drawing/2014/main" id="{62FE74D1-A4BC-0CAC-06AE-ADFBCFC766C8}"/>
                </a:ext>
              </a:extLst>
            </p:cNvPr>
            <p:cNvSpPr/>
            <p:nvPr/>
          </p:nvSpPr>
          <p:spPr>
            <a:xfrm>
              <a:off x="8162884" y="5129252"/>
              <a:ext cx="52326" cy="52326"/>
            </a:xfrm>
            <a:custGeom>
              <a:avLst/>
              <a:gdLst>
                <a:gd name="connsiteX0" fmla="*/ 38722 w 52326"/>
                <a:gd name="connsiteY0" fmla="*/ 3488 h 52326"/>
                <a:gd name="connsiteX1" fmla="*/ 38722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4 w 52326"/>
                <a:gd name="connsiteY5" fmla="*/ 49187 h 52326"/>
                <a:gd name="connsiteX6" fmla="*/ 26163 w 52326"/>
                <a:gd name="connsiteY6" fmla="*/ 52326 h 52326"/>
                <a:gd name="connsiteX7" fmla="*/ 52326 w 52326"/>
                <a:gd name="connsiteY7" fmla="*/ 26163 h 52326"/>
                <a:gd name="connsiteX8" fmla="*/ 38722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2" y="3488"/>
                  </a:moveTo>
                  <a:cubicBezTo>
                    <a:pt x="38373" y="3488"/>
                    <a:pt x="38373" y="3488"/>
                    <a:pt x="38722" y="3488"/>
                  </a:cubicBezTo>
                  <a:cubicBezTo>
                    <a:pt x="36279" y="2093"/>
                    <a:pt x="33837" y="1395"/>
                    <a:pt x="31396" y="698"/>
                  </a:cubicBezTo>
                  <a:cubicBezTo>
                    <a:pt x="29652" y="349"/>
                    <a:pt x="27907" y="0"/>
                    <a:pt x="26163" y="0"/>
                  </a:cubicBezTo>
                  <a:cubicBezTo>
                    <a:pt x="11860" y="0"/>
                    <a:pt x="0" y="11861"/>
                    <a:pt x="0" y="26163"/>
                  </a:cubicBezTo>
                  <a:cubicBezTo>
                    <a:pt x="0" y="35930"/>
                    <a:pt x="5582" y="44651"/>
                    <a:pt x="13604" y="49187"/>
                  </a:cubicBezTo>
                  <a:cubicBezTo>
                    <a:pt x="17442" y="51279"/>
                    <a:pt x="21628" y="52326"/>
                    <a:pt x="26163" y="52326"/>
                  </a:cubicBezTo>
                  <a:cubicBezTo>
                    <a:pt x="40466" y="52326"/>
                    <a:pt x="52326" y="40465"/>
                    <a:pt x="52326" y="26163"/>
                  </a:cubicBezTo>
                  <a:cubicBezTo>
                    <a:pt x="52326" y="16744"/>
                    <a:pt x="46744" y="8023"/>
                    <a:pt x="38722" y="3488"/>
                  </a:cubicBezTo>
                  <a:close/>
                </a:path>
              </a:pathLst>
            </a:custGeom>
            <a:grpFill/>
            <a:ln w="3488" cap="flat">
              <a:noFill/>
              <a:prstDash val="solid"/>
              <a:miter/>
            </a:ln>
          </p:spPr>
          <p:txBody>
            <a:bodyPr rtlCol="0" anchor="ctr"/>
            <a:lstStyle/>
            <a:p>
              <a:endParaRPr lang="en-ID"/>
            </a:p>
          </p:txBody>
        </p:sp>
        <p:sp>
          <p:nvSpPr>
            <p:cNvPr id="1303" name="Freeform: Shape 1302">
              <a:extLst>
                <a:ext uri="{FF2B5EF4-FFF2-40B4-BE49-F238E27FC236}">
                  <a16:creationId xmlns:a16="http://schemas.microsoft.com/office/drawing/2014/main" id="{89E2CC1F-1120-79B3-0A22-A5D6E0ECBDE3}"/>
                </a:ext>
              </a:extLst>
            </p:cNvPr>
            <p:cNvSpPr/>
            <p:nvPr/>
          </p:nvSpPr>
          <p:spPr>
            <a:xfrm>
              <a:off x="9418712"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6" y="52326"/>
                    <a:pt x="52326" y="40465"/>
                    <a:pt x="52326" y="26163"/>
                  </a:cubicBezTo>
                  <a:cubicBezTo>
                    <a:pt x="52326" y="26163"/>
                    <a:pt x="52326" y="26163"/>
                    <a:pt x="52326" y="26163"/>
                  </a:cubicBezTo>
                  <a:lnTo>
                    <a:pt x="52326" y="26163"/>
                  </a:lnTo>
                  <a:cubicBezTo>
                    <a:pt x="52326" y="11861"/>
                    <a:pt x="40466" y="0"/>
                    <a:pt x="26163" y="0"/>
                  </a:cubicBez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4" name="Freeform: Shape 1303">
              <a:extLst>
                <a:ext uri="{FF2B5EF4-FFF2-40B4-BE49-F238E27FC236}">
                  <a16:creationId xmlns:a16="http://schemas.microsoft.com/office/drawing/2014/main" id="{A018D496-24CF-320D-8B28-F42B0ED2659C}"/>
                </a:ext>
              </a:extLst>
            </p:cNvPr>
            <p:cNvSpPr/>
            <p:nvPr/>
          </p:nvSpPr>
          <p:spPr>
            <a:xfrm>
              <a:off x="10151278"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0"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1" y="52326"/>
                    <a:pt x="26163" y="52326"/>
                  </a:cubicBezTo>
                  <a:cubicBezTo>
                    <a:pt x="40466"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1305" name="Freeform: Shape 1304">
              <a:extLst>
                <a:ext uri="{FF2B5EF4-FFF2-40B4-BE49-F238E27FC236}">
                  <a16:creationId xmlns:a16="http://schemas.microsoft.com/office/drawing/2014/main" id="{F117F20B-3FDD-9D14-3E22-542726C08DDD}"/>
                </a:ext>
              </a:extLst>
            </p:cNvPr>
            <p:cNvSpPr/>
            <p:nvPr/>
          </p:nvSpPr>
          <p:spPr>
            <a:xfrm>
              <a:off x="9732669" y="5129600"/>
              <a:ext cx="52326" cy="52326"/>
            </a:xfrm>
            <a:custGeom>
              <a:avLst/>
              <a:gdLst>
                <a:gd name="connsiteX0" fmla="*/ 26163 w 52326"/>
                <a:gd name="connsiteY0" fmla="*/ 52326 h 52326"/>
                <a:gd name="connsiteX1" fmla="*/ 52326 w 52326"/>
                <a:gd name="connsiteY1" fmla="*/ 26163 h 52326"/>
                <a:gd name="connsiteX2" fmla="*/ 48489 w 52326"/>
                <a:gd name="connsiteY2" fmla="*/ 12209 h 52326"/>
                <a:gd name="connsiteX3" fmla="*/ 26163 w 52326"/>
                <a:gd name="connsiteY3" fmla="*/ 0 h 52326"/>
                <a:gd name="connsiteX4" fmla="*/ 0 w 52326"/>
                <a:gd name="connsiteY4" fmla="*/ 26163 h 52326"/>
                <a:gd name="connsiteX5" fmla="*/ 7674 w 52326"/>
                <a:gd name="connsiteY5" fmla="*/ 44652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0930"/>
                    <a:pt x="50931" y="16395"/>
                    <a:pt x="48489" y="12209"/>
                  </a:cubicBezTo>
                  <a:cubicBezTo>
                    <a:pt x="43954" y="4884"/>
                    <a:pt x="35582"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06" name="Freeform: Shape 1305">
              <a:extLst>
                <a:ext uri="{FF2B5EF4-FFF2-40B4-BE49-F238E27FC236}">
                  <a16:creationId xmlns:a16="http://schemas.microsoft.com/office/drawing/2014/main" id="{6E65988E-1DD1-533D-1ECC-934AC29BE005}"/>
                </a:ext>
              </a:extLst>
            </p:cNvPr>
            <p:cNvSpPr/>
            <p:nvPr/>
          </p:nvSpPr>
          <p:spPr>
            <a:xfrm>
              <a:off x="12035021"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6" y="0"/>
                    <a:pt x="26163" y="0"/>
                  </a:cubicBezTo>
                  <a:cubicBezTo>
                    <a:pt x="18837" y="0"/>
                    <a:pt x="12559" y="2791"/>
                    <a:pt x="7674" y="7675"/>
                  </a:cubicBezTo>
                  <a:cubicBezTo>
                    <a:pt x="2791" y="12558"/>
                    <a:pt x="0" y="1883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7" name="Freeform: Shape 1306">
              <a:extLst>
                <a:ext uri="{FF2B5EF4-FFF2-40B4-BE49-F238E27FC236}">
                  <a16:creationId xmlns:a16="http://schemas.microsoft.com/office/drawing/2014/main" id="{C5037A03-76A6-0078-7F53-4388FDC52878}"/>
                </a:ext>
              </a:extLst>
            </p:cNvPr>
            <p:cNvSpPr/>
            <p:nvPr/>
          </p:nvSpPr>
          <p:spPr>
            <a:xfrm>
              <a:off x="1130245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8" name="Freeform: Shape 1307">
              <a:extLst>
                <a:ext uri="{FF2B5EF4-FFF2-40B4-BE49-F238E27FC236}">
                  <a16:creationId xmlns:a16="http://schemas.microsoft.com/office/drawing/2014/main" id="{E93C299C-A772-668F-4E5C-DFA2FD558675}"/>
                </a:ext>
              </a:extLst>
            </p:cNvPr>
            <p:cNvSpPr/>
            <p:nvPr/>
          </p:nvSpPr>
          <p:spPr>
            <a:xfrm>
              <a:off x="1130245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9" name="Freeform: Shape 1308">
              <a:extLst>
                <a:ext uri="{FF2B5EF4-FFF2-40B4-BE49-F238E27FC236}">
                  <a16:creationId xmlns:a16="http://schemas.microsoft.com/office/drawing/2014/main" id="{1CDEF70C-06FC-17EE-ED3C-F75AB269614F}"/>
                </a:ext>
              </a:extLst>
            </p:cNvPr>
            <p:cNvSpPr/>
            <p:nvPr/>
          </p:nvSpPr>
          <p:spPr>
            <a:xfrm>
              <a:off x="1109315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0" name="Freeform: Shape 1309">
              <a:extLst>
                <a:ext uri="{FF2B5EF4-FFF2-40B4-BE49-F238E27FC236}">
                  <a16:creationId xmlns:a16="http://schemas.microsoft.com/office/drawing/2014/main" id="{D2BB7C7F-ACBA-79B1-6620-17DF5EABB9E4}"/>
                </a:ext>
              </a:extLst>
            </p:cNvPr>
            <p:cNvSpPr/>
            <p:nvPr/>
          </p:nvSpPr>
          <p:spPr>
            <a:xfrm>
              <a:off x="1067454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1" name="Freeform: Shape 1310">
              <a:extLst>
                <a:ext uri="{FF2B5EF4-FFF2-40B4-BE49-F238E27FC236}">
                  <a16:creationId xmlns:a16="http://schemas.microsoft.com/office/drawing/2014/main" id="{84E58057-FEC2-5DB3-E07D-63FF4578EF91}"/>
                </a:ext>
              </a:extLst>
            </p:cNvPr>
            <p:cNvSpPr/>
            <p:nvPr/>
          </p:nvSpPr>
          <p:spPr>
            <a:xfrm>
              <a:off x="10465236"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2" name="Freeform: Shape 1311">
              <a:extLst>
                <a:ext uri="{FF2B5EF4-FFF2-40B4-BE49-F238E27FC236}">
                  <a16:creationId xmlns:a16="http://schemas.microsoft.com/office/drawing/2014/main" id="{55A0EAC4-420C-BF4A-CC61-6547960AD0C4}"/>
                </a:ext>
              </a:extLst>
            </p:cNvPr>
            <p:cNvSpPr/>
            <p:nvPr/>
          </p:nvSpPr>
          <p:spPr>
            <a:xfrm>
              <a:off x="10465236"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3" name="Freeform: Shape 1312">
              <a:extLst>
                <a:ext uri="{FF2B5EF4-FFF2-40B4-BE49-F238E27FC236}">
                  <a16:creationId xmlns:a16="http://schemas.microsoft.com/office/drawing/2014/main" id="{C13F2698-7B84-9113-44B2-72832BC724A4}"/>
                </a:ext>
              </a:extLst>
            </p:cNvPr>
            <p:cNvSpPr/>
            <p:nvPr/>
          </p:nvSpPr>
          <p:spPr>
            <a:xfrm>
              <a:off x="1151175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4" name="Freeform: Shape 1313">
              <a:extLst>
                <a:ext uri="{FF2B5EF4-FFF2-40B4-BE49-F238E27FC236}">
                  <a16:creationId xmlns:a16="http://schemas.microsoft.com/office/drawing/2014/main" id="{2850A9AC-4561-3AF4-8F04-F4E4FB460332}"/>
                </a:ext>
              </a:extLst>
            </p:cNvPr>
            <p:cNvSpPr/>
            <p:nvPr/>
          </p:nvSpPr>
          <p:spPr>
            <a:xfrm>
              <a:off x="1151175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5" name="Freeform: Shape 1314">
              <a:extLst>
                <a:ext uri="{FF2B5EF4-FFF2-40B4-BE49-F238E27FC236}">
                  <a16:creationId xmlns:a16="http://schemas.microsoft.com/office/drawing/2014/main" id="{611C0C9A-FF9D-E933-D96D-358620F1B033}"/>
                </a:ext>
              </a:extLst>
            </p:cNvPr>
            <p:cNvSpPr/>
            <p:nvPr/>
          </p:nvSpPr>
          <p:spPr>
            <a:xfrm>
              <a:off x="1119780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16" name="Freeform: Shape 1315">
              <a:extLst>
                <a:ext uri="{FF2B5EF4-FFF2-40B4-BE49-F238E27FC236}">
                  <a16:creationId xmlns:a16="http://schemas.microsoft.com/office/drawing/2014/main" id="{AAAF6CF0-2914-0BB1-3B9E-789DE9B294FD}"/>
                </a:ext>
              </a:extLst>
            </p:cNvPr>
            <p:cNvSpPr/>
            <p:nvPr/>
          </p:nvSpPr>
          <p:spPr>
            <a:xfrm>
              <a:off x="1119780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7" name="Freeform: Shape 1316">
              <a:extLst>
                <a:ext uri="{FF2B5EF4-FFF2-40B4-BE49-F238E27FC236}">
                  <a16:creationId xmlns:a16="http://schemas.microsoft.com/office/drawing/2014/main" id="{3E54849C-5AB1-A12D-B79A-9F39CFB4D1C2}"/>
                </a:ext>
              </a:extLst>
            </p:cNvPr>
            <p:cNvSpPr/>
            <p:nvPr/>
          </p:nvSpPr>
          <p:spPr>
            <a:xfrm>
              <a:off x="1098849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18" name="Freeform: Shape 1317">
              <a:extLst>
                <a:ext uri="{FF2B5EF4-FFF2-40B4-BE49-F238E27FC236}">
                  <a16:creationId xmlns:a16="http://schemas.microsoft.com/office/drawing/2014/main" id="{1A724A4B-72F2-D39F-0813-CCD41B5E6927}"/>
                </a:ext>
              </a:extLst>
            </p:cNvPr>
            <p:cNvSpPr/>
            <p:nvPr/>
          </p:nvSpPr>
          <p:spPr>
            <a:xfrm>
              <a:off x="10151278"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19" name="Freeform: Shape 1318">
              <a:extLst>
                <a:ext uri="{FF2B5EF4-FFF2-40B4-BE49-F238E27FC236}">
                  <a16:creationId xmlns:a16="http://schemas.microsoft.com/office/drawing/2014/main" id="{C36615BF-AFD9-A9E9-A2C3-CC7BC1C6E9C2}"/>
                </a:ext>
              </a:extLst>
            </p:cNvPr>
            <p:cNvSpPr/>
            <p:nvPr/>
          </p:nvSpPr>
          <p:spPr>
            <a:xfrm>
              <a:off x="8686145"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0" name="Freeform: Shape 1319">
              <a:extLst>
                <a:ext uri="{FF2B5EF4-FFF2-40B4-BE49-F238E27FC236}">
                  <a16:creationId xmlns:a16="http://schemas.microsoft.com/office/drawing/2014/main" id="{5F6EA4E2-EFA6-597E-2A3E-E3C164961C3C}"/>
                </a:ext>
              </a:extLst>
            </p:cNvPr>
            <p:cNvSpPr/>
            <p:nvPr/>
          </p:nvSpPr>
          <p:spPr>
            <a:xfrm>
              <a:off x="795357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1" name="Freeform: Shape 1320">
              <a:extLst>
                <a:ext uri="{FF2B5EF4-FFF2-40B4-BE49-F238E27FC236}">
                  <a16:creationId xmlns:a16="http://schemas.microsoft.com/office/drawing/2014/main" id="{9CB89ADA-0ACB-AC83-5186-842B5FC194B1}"/>
                </a:ext>
              </a:extLst>
            </p:cNvPr>
            <p:cNvSpPr/>
            <p:nvPr/>
          </p:nvSpPr>
          <p:spPr>
            <a:xfrm>
              <a:off x="77442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22" name="Freeform: Shape 1321">
              <a:extLst>
                <a:ext uri="{FF2B5EF4-FFF2-40B4-BE49-F238E27FC236}">
                  <a16:creationId xmlns:a16="http://schemas.microsoft.com/office/drawing/2014/main" id="{DBC6FD97-15FF-666E-BAE1-C59892E3C61C}"/>
                </a:ext>
              </a:extLst>
            </p:cNvPr>
            <p:cNvSpPr/>
            <p:nvPr/>
          </p:nvSpPr>
          <p:spPr>
            <a:xfrm>
              <a:off x="74303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3" name="Freeform: Shape 1322">
              <a:extLst>
                <a:ext uri="{FF2B5EF4-FFF2-40B4-BE49-F238E27FC236}">
                  <a16:creationId xmlns:a16="http://schemas.microsoft.com/office/drawing/2014/main" id="{884A7DB6-74E0-2992-809A-E88C18F7AFAA}"/>
                </a:ext>
              </a:extLst>
            </p:cNvPr>
            <p:cNvSpPr/>
            <p:nvPr/>
          </p:nvSpPr>
          <p:spPr>
            <a:xfrm>
              <a:off x="701170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4" name="Freeform: Shape 1323">
              <a:extLst>
                <a:ext uri="{FF2B5EF4-FFF2-40B4-BE49-F238E27FC236}">
                  <a16:creationId xmlns:a16="http://schemas.microsoft.com/office/drawing/2014/main" id="{6856EBD7-4F7E-DF18-6ACE-B25E1CA2B778}"/>
                </a:ext>
              </a:extLst>
            </p:cNvPr>
            <p:cNvSpPr/>
            <p:nvPr/>
          </p:nvSpPr>
          <p:spPr>
            <a:xfrm>
              <a:off x="6907055"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5"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25" name="Freeform: Shape 1324">
              <a:extLst>
                <a:ext uri="{FF2B5EF4-FFF2-40B4-BE49-F238E27FC236}">
                  <a16:creationId xmlns:a16="http://schemas.microsoft.com/office/drawing/2014/main" id="{40C23A2C-0064-2024-6FD3-821C0978548A}"/>
                </a:ext>
              </a:extLst>
            </p:cNvPr>
            <p:cNvSpPr/>
            <p:nvPr/>
          </p:nvSpPr>
          <p:spPr>
            <a:xfrm>
              <a:off x="6069836" y="4711340"/>
              <a:ext cx="52326" cy="52326"/>
            </a:xfrm>
            <a:custGeom>
              <a:avLst/>
              <a:gdLst>
                <a:gd name="connsiteX0" fmla="*/ 2791 w 52326"/>
                <a:gd name="connsiteY0" fmla="*/ 37326 h 52326"/>
                <a:gd name="connsiteX1" fmla="*/ 23372 w 52326"/>
                <a:gd name="connsiteY1" fmla="*/ 51977 h 52326"/>
                <a:gd name="connsiteX2" fmla="*/ 26512 w 52326"/>
                <a:gd name="connsiteY2" fmla="*/ 52326 h 52326"/>
                <a:gd name="connsiteX3" fmla="*/ 26512 w 52326"/>
                <a:gd name="connsiteY3" fmla="*/ 52326 h 52326"/>
                <a:gd name="connsiteX4" fmla="*/ 29652 w 52326"/>
                <a:gd name="connsiteY4" fmla="*/ 51977 h 52326"/>
                <a:gd name="connsiteX5" fmla="*/ 45001 w 52326"/>
                <a:gd name="connsiteY5" fmla="*/ 44652 h 52326"/>
                <a:gd name="connsiteX6" fmla="*/ 45001 w 52326"/>
                <a:gd name="connsiteY6" fmla="*/ 44652 h 52326"/>
                <a:gd name="connsiteX7" fmla="*/ 49884 w 52326"/>
                <a:gd name="connsiteY7" fmla="*/ 37675 h 52326"/>
                <a:gd name="connsiteX8" fmla="*/ 52326 w 52326"/>
                <a:gd name="connsiteY8" fmla="*/ 28954 h 52326"/>
                <a:gd name="connsiteX9" fmla="*/ 52326 w 52326"/>
                <a:gd name="connsiteY9" fmla="*/ 26163 h 52326"/>
                <a:gd name="connsiteX10" fmla="*/ 52326 w 52326"/>
                <a:gd name="connsiteY10" fmla="*/ 23372 h 52326"/>
                <a:gd name="connsiteX11" fmla="*/ 49187 w 52326"/>
                <a:gd name="connsiteY11" fmla="*/ 13605 h 52326"/>
                <a:gd name="connsiteX12" fmla="*/ 46396 w 52326"/>
                <a:gd name="connsiteY12" fmla="*/ 9419 h 52326"/>
                <a:gd name="connsiteX13" fmla="*/ 26163 w 52326"/>
                <a:gd name="connsiteY13" fmla="*/ 0 h 52326"/>
                <a:gd name="connsiteX14" fmla="*/ 26163 w 52326"/>
                <a:gd name="connsiteY14" fmla="*/ 0 h 52326"/>
                <a:gd name="connsiteX15" fmla="*/ 7674 w 52326"/>
                <a:gd name="connsiteY15" fmla="*/ 7675 h 52326"/>
                <a:gd name="connsiteX16" fmla="*/ 3140 w 52326"/>
                <a:gd name="connsiteY16" fmla="*/ 13605 h 52326"/>
                <a:gd name="connsiteX17" fmla="*/ 0 w 52326"/>
                <a:gd name="connsiteY17" fmla="*/ 23372 h 52326"/>
                <a:gd name="connsiteX18" fmla="*/ 0 w 52326"/>
                <a:gd name="connsiteY18" fmla="*/ 26163 h 52326"/>
                <a:gd name="connsiteX19" fmla="*/ 0 w 52326"/>
                <a:gd name="connsiteY19" fmla="*/ 28954 h 52326"/>
                <a:gd name="connsiteX20" fmla="*/ 2791 w 52326"/>
                <a:gd name="connsiteY20" fmla="*/ 3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2791" y="37326"/>
                  </a:moveTo>
                  <a:cubicBezTo>
                    <a:pt x="6628" y="45349"/>
                    <a:pt x="14302" y="50931"/>
                    <a:pt x="23372" y="51977"/>
                  </a:cubicBezTo>
                  <a:cubicBezTo>
                    <a:pt x="24419" y="51977"/>
                    <a:pt x="25466"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7"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395" y="34535"/>
                    <a:pt x="2791" y="37326"/>
                  </a:cubicBezTo>
                  <a:close/>
                </a:path>
              </a:pathLst>
            </a:custGeom>
            <a:grpFill/>
            <a:ln w="3488" cap="flat">
              <a:noFill/>
              <a:prstDash val="solid"/>
              <a:miter/>
            </a:ln>
          </p:spPr>
          <p:txBody>
            <a:bodyPr rtlCol="0" anchor="ctr"/>
            <a:lstStyle/>
            <a:p>
              <a:endParaRPr lang="en-ID"/>
            </a:p>
          </p:txBody>
        </p:sp>
        <p:sp>
          <p:nvSpPr>
            <p:cNvPr id="1326" name="Freeform: Shape 1325">
              <a:extLst>
                <a:ext uri="{FF2B5EF4-FFF2-40B4-BE49-F238E27FC236}">
                  <a16:creationId xmlns:a16="http://schemas.microsoft.com/office/drawing/2014/main" id="{5D44F52B-8B83-7075-BC8F-E78D881DB0F8}"/>
                </a:ext>
              </a:extLst>
            </p:cNvPr>
            <p:cNvSpPr/>
            <p:nvPr/>
          </p:nvSpPr>
          <p:spPr>
            <a:xfrm>
              <a:off x="11511759"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0" y="52326"/>
                    <a:pt x="26163" y="52326"/>
                  </a:cubicBez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1327" name="Freeform: Shape 1326">
              <a:extLst>
                <a:ext uri="{FF2B5EF4-FFF2-40B4-BE49-F238E27FC236}">
                  <a16:creationId xmlns:a16="http://schemas.microsoft.com/office/drawing/2014/main" id="{92799337-35F8-B62F-28D6-828B63630412}"/>
                </a:ext>
              </a:extLst>
            </p:cNvPr>
            <p:cNvSpPr/>
            <p:nvPr/>
          </p:nvSpPr>
          <p:spPr>
            <a:xfrm>
              <a:off x="10151278"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28" name="Freeform: Shape 1327">
              <a:extLst>
                <a:ext uri="{FF2B5EF4-FFF2-40B4-BE49-F238E27FC236}">
                  <a16:creationId xmlns:a16="http://schemas.microsoft.com/office/drawing/2014/main" id="{3167A192-1BA1-AC81-E1B4-BCE4848997FF}"/>
                </a:ext>
              </a:extLst>
            </p:cNvPr>
            <p:cNvSpPr/>
            <p:nvPr/>
          </p:nvSpPr>
          <p:spPr>
            <a:xfrm>
              <a:off x="10255931" y="4815643"/>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29" name="Freeform: Shape 1328">
              <a:extLst>
                <a:ext uri="{FF2B5EF4-FFF2-40B4-BE49-F238E27FC236}">
                  <a16:creationId xmlns:a16="http://schemas.microsoft.com/office/drawing/2014/main" id="{F9C1EE55-3967-2BAB-BD1E-54D5440F991D}"/>
                </a:ext>
              </a:extLst>
            </p:cNvPr>
            <p:cNvSpPr/>
            <p:nvPr/>
          </p:nvSpPr>
          <p:spPr>
            <a:xfrm>
              <a:off x="1203502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0" name="Freeform: Shape 1329">
              <a:extLst>
                <a:ext uri="{FF2B5EF4-FFF2-40B4-BE49-F238E27FC236}">
                  <a16:creationId xmlns:a16="http://schemas.microsoft.com/office/drawing/2014/main" id="{66CC8220-B84A-3FB7-3028-36B2106363F7}"/>
                </a:ext>
              </a:extLst>
            </p:cNvPr>
            <p:cNvSpPr/>
            <p:nvPr/>
          </p:nvSpPr>
          <p:spPr>
            <a:xfrm>
              <a:off x="117210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1" name="Freeform: Shape 1330">
              <a:extLst>
                <a:ext uri="{FF2B5EF4-FFF2-40B4-BE49-F238E27FC236}">
                  <a16:creationId xmlns:a16="http://schemas.microsoft.com/office/drawing/2014/main" id="{0F23696D-96D8-97C1-B76F-4FE237E525AF}"/>
                </a:ext>
              </a:extLst>
            </p:cNvPr>
            <p:cNvSpPr/>
            <p:nvPr/>
          </p:nvSpPr>
          <p:spPr>
            <a:xfrm>
              <a:off x="1130245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32" name="Freeform: Shape 1331">
              <a:extLst>
                <a:ext uri="{FF2B5EF4-FFF2-40B4-BE49-F238E27FC236}">
                  <a16:creationId xmlns:a16="http://schemas.microsoft.com/office/drawing/2014/main" id="{FBEA91C0-C483-B768-9B18-4CB3C63B0728}"/>
                </a:ext>
              </a:extLst>
            </p:cNvPr>
            <p:cNvSpPr/>
            <p:nvPr/>
          </p:nvSpPr>
          <p:spPr>
            <a:xfrm>
              <a:off x="1067454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33" name="Freeform: Shape 1332">
              <a:extLst>
                <a:ext uri="{FF2B5EF4-FFF2-40B4-BE49-F238E27FC236}">
                  <a16:creationId xmlns:a16="http://schemas.microsoft.com/office/drawing/2014/main" id="{0D5EFC26-B19E-6CB8-158F-40B8C4836453}"/>
                </a:ext>
              </a:extLst>
            </p:cNvPr>
            <p:cNvSpPr/>
            <p:nvPr/>
          </p:nvSpPr>
          <p:spPr>
            <a:xfrm>
              <a:off x="1025593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4" name="Freeform: Shape 1333">
              <a:extLst>
                <a:ext uri="{FF2B5EF4-FFF2-40B4-BE49-F238E27FC236}">
                  <a16:creationId xmlns:a16="http://schemas.microsoft.com/office/drawing/2014/main" id="{939CDED1-D5CC-1349-6B7F-41E36C31775A}"/>
                </a:ext>
              </a:extLst>
            </p:cNvPr>
            <p:cNvSpPr/>
            <p:nvPr/>
          </p:nvSpPr>
          <p:spPr>
            <a:xfrm>
              <a:off x="983732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5" name="Freeform: Shape 1334">
              <a:extLst>
                <a:ext uri="{FF2B5EF4-FFF2-40B4-BE49-F238E27FC236}">
                  <a16:creationId xmlns:a16="http://schemas.microsoft.com/office/drawing/2014/main" id="{B190F3E7-4BC6-326A-89E8-1F9B89809133}"/>
                </a:ext>
              </a:extLst>
            </p:cNvPr>
            <p:cNvSpPr/>
            <p:nvPr/>
          </p:nvSpPr>
          <p:spPr>
            <a:xfrm>
              <a:off x="1151175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6" name="Freeform: Shape 1335">
              <a:extLst>
                <a:ext uri="{FF2B5EF4-FFF2-40B4-BE49-F238E27FC236}">
                  <a16:creationId xmlns:a16="http://schemas.microsoft.com/office/drawing/2014/main" id="{C32569BD-2449-E894-4228-936D31997DC8}"/>
                </a:ext>
              </a:extLst>
            </p:cNvPr>
            <p:cNvSpPr/>
            <p:nvPr/>
          </p:nvSpPr>
          <p:spPr>
            <a:xfrm>
              <a:off x="1119780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7" name="Freeform: Shape 1336">
              <a:extLst>
                <a:ext uri="{FF2B5EF4-FFF2-40B4-BE49-F238E27FC236}">
                  <a16:creationId xmlns:a16="http://schemas.microsoft.com/office/drawing/2014/main" id="{688D98DD-4A9E-7267-26CD-3DA5F676C29B}"/>
                </a:ext>
              </a:extLst>
            </p:cNvPr>
            <p:cNvSpPr/>
            <p:nvPr/>
          </p:nvSpPr>
          <p:spPr>
            <a:xfrm>
              <a:off x="1077919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8" name="Freeform: Shape 1337">
              <a:extLst>
                <a:ext uri="{FF2B5EF4-FFF2-40B4-BE49-F238E27FC236}">
                  <a16:creationId xmlns:a16="http://schemas.microsoft.com/office/drawing/2014/main" id="{2D85C822-B2D3-34D1-F2F7-E98618E76B02}"/>
                </a:ext>
              </a:extLst>
            </p:cNvPr>
            <p:cNvSpPr/>
            <p:nvPr/>
          </p:nvSpPr>
          <p:spPr>
            <a:xfrm>
              <a:off x="889545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9" name="Freeform: Shape 1338">
              <a:extLst>
                <a:ext uri="{FF2B5EF4-FFF2-40B4-BE49-F238E27FC236}">
                  <a16:creationId xmlns:a16="http://schemas.microsoft.com/office/drawing/2014/main" id="{EFF9E4D8-B8F0-3302-D5F4-F142B4C664BF}"/>
                </a:ext>
              </a:extLst>
            </p:cNvPr>
            <p:cNvSpPr/>
            <p:nvPr/>
          </p:nvSpPr>
          <p:spPr>
            <a:xfrm>
              <a:off x="879079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0" name="Freeform: Shape 1339">
              <a:extLst>
                <a:ext uri="{FF2B5EF4-FFF2-40B4-BE49-F238E27FC236}">
                  <a16:creationId xmlns:a16="http://schemas.microsoft.com/office/drawing/2014/main" id="{425F3776-3B89-FF70-C09E-31A7EBD5940B}"/>
                </a:ext>
              </a:extLst>
            </p:cNvPr>
            <p:cNvSpPr/>
            <p:nvPr/>
          </p:nvSpPr>
          <p:spPr>
            <a:xfrm rot="21046898">
              <a:off x="8581663" y="492019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341" name="Freeform: Shape 1340">
              <a:extLst>
                <a:ext uri="{FF2B5EF4-FFF2-40B4-BE49-F238E27FC236}">
                  <a16:creationId xmlns:a16="http://schemas.microsoft.com/office/drawing/2014/main" id="{A03B8F9F-4DA4-9E19-2A3D-23D262A410D9}"/>
                </a:ext>
              </a:extLst>
            </p:cNvPr>
            <p:cNvSpPr/>
            <p:nvPr/>
          </p:nvSpPr>
          <p:spPr>
            <a:xfrm>
              <a:off x="805823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2" name="Freeform: Shape 1341">
              <a:extLst>
                <a:ext uri="{FF2B5EF4-FFF2-40B4-BE49-F238E27FC236}">
                  <a16:creationId xmlns:a16="http://schemas.microsoft.com/office/drawing/2014/main" id="{95D41E11-B6D3-930A-3AEC-7B2702F215B9}"/>
                </a:ext>
              </a:extLst>
            </p:cNvPr>
            <p:cNvSpPr/>
            <p:nvPr/>
          </p:nvSpPr>
          <p:spPr>
            <a:xfrm>
              <a:off x="6383793"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3" name="Freeform: Shape 1342">
              <a:extLst>
                <a:ext uri="{FF2B5EF4-FFF2-40B4-BE49-F238E27FC236}">
                  <a16:creationId xmlns:a16="http://schemas.microsoft.com/office/drawing/2014/main" id="{8A71BD20-65AF-05DB-AFCD-274D899A9F8C}"/>
                </a:ext>
              </a:extLst>
            </p:cNvPr>
            <p:cNvSpPr/>
            <p:nvPr/>
          </p:nvSpPr>
          <p:spPr>
            <a:xfrm>
              <a:off x="61744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4" name="Freeform: Shape 1343">
              <a:extLst>
                <a:ext uri="{FF2B5EF4-FFF2-40B4-BE49-F238E27FC236}">
                  <a16:creationId xmlns:a16="http://schemas.microsoft.com/office/drawing/2014/main" id="{861327D2-B0DF-D384-5E90-E5C886551F2E}"/>
                </a:ext>
              </a:extLst>
            </p:cNvPr>
            <p:cNvSpPr/>
            <p:nvPr/>
          </p:nvSpPr>
          <p:spPr>
            <a:xfrm>
              <a:off x="1172106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5" name="Freeform: Shape 1344">
              <a:extLst>
                <a:ext uri="{FF2B5EF4-FFF2-40B4-BE49-F238E27FC236}">
                  <a16:creationId xmlns:a16="http://schemas.microsoft.com/office/drawing/2014/main" id="{F23DF464-2618-12D9-650B-B777126D1C51}"/>
                </a:ext>
              </a:extLst>
            </p:cNvPr>
            <p:cNvSpPr/>
            <p:nvPr/>
          </p:nvSpPr>
          <p:spPr>
            <a:xfrm>
              <a:off x="8895450" y="4920296"/>
              <a:ext cx="52326" cy="52326"/>
            </a:xfrm>
            <a:custGeom>
              <a:avLst/>
              <a:gdLst>
                <a:gd name="connsiteX0" fmla="*/ 26163 w 52326"/>
                <a:gd name="connsiteY0" fmla="*/ 52326 h 52326"/>
                <a:gd name="connsiteX1" fmla="*/ 51279 w 52326"/>
                <a:gd name="connsiteY1" fmla="*/ 33837 h 52326"/>
                <a:gd name="connsiteX2" fmla="*/ 52326 w 52326"/>
                <a:gd name="connsiteY2" fmla="*/ 26163 h 52326"/>
                <a:gd name="connsiteX3" fmla="*/ 26163 w 52326"/>
                <a:gd name="connsiteY3" fmla="*/ 0 h 52326"/>
                <a:gd name="connsiteX4" fmla="*/ 1047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3" y="52326"/>
                    <a:pt x="47791" y="44652"/>
                    <a:pt x="51279" y="33837"/>
                  </a:cubicBezTo>
                  <a:cubicBezTo>
                    <a:pt x="51977" y="31396"/>
                    <a:pt x="52326" y="28605"/>
                    <a:pt x="52326" y="26163"/>
                  </a:cubicBez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46" name="Freeform: Shape 1345">
              <a:extLst>
                <a:ext uri="{FF2B5EF4-FFF2-40B4-BE49-F238E27FC236}">
                  <a16:creationId xmlns:a16="http://schemas.microsoft.com/office/drawing/2014/main" id="{3DB2324A-08D4-F544-DF1F-D2FBBE3AC745}"/>
                </a:ext>
              </a:extLst>
            </p:cNvPr>
            <p:cNvSpPr/>
            <p:nvPr/>
          </p:nvSpPr>
          <p:spPr>
            <a:xfrm>
              <a:off x="12139673" y="4606338"/>
              <a:ext cx="52326" cy="52326"/>
            </a:xfrm>
            <a:custGeom>
              <a:avLst/>
              <a:gdLst>
                <a:gd name="connsiteX0" fmla="*/ 26163 w 52326"/>
                <a:gd name="connsiteY0" fmla="*/ 0 h 52326"/>
                <a:gd name="connsiteX1" fmla="*/ 11512 w 52326"/>
                <a:gd name="connsiteY1" fmla="*/ 453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20581" y="0"/>
                    <a:pt x="15698" y="1744"/>
                    <a:pt x="11512" y="4535"/>
                  </a:cubicBezTo>
                  <a:cubicBezTo>
                    <a:pt x="4535" y="9070"/>
                    <a:pt x="0" y="17093"/>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47" name="Freeform: Shape 1346">
              <a:extLst>
                <a:ext uri="{FF2B5EF4-FFF2-40B4-BE49-F238E27FC236}">
                  <a16:creationId xmlns:a16="http://schemas.microsoft.com/office/drawing/2014/main" id="{90454D5C-AD70-1B8B-0B53-3DCD0E0DD803}"/>
                </a:ext>
              </a:extLst>
            </p:cNvPr>
            <p:cNvSpPr/>
            <p:nvPr/>
          </p:nvSpPr>
          <p:spPr>
            <a:xfrm>
              <a:off x="10779193"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3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6" y="52326"/>
                    <a:pt x="52326" y="40465"/>
                    <a:pt x="52326" y="26163"/>
                  </a:cubicBezTo>
                  <a:cubicBezTo>
                    <a:pt x="52326" y="16047"/>
                    <a:pt x="46396" y="7326"/>
                    <a:pt x="38023" y="2791"/>
                  </a:cubicBezTo>
                  <a:cubicBezTo>
                    <a:pt x="34535" y="1046"/>
                    <a:pt x="30349" y="0"/>
                    <a:pt x="26163" y="0"/>
                  </a:cubicBezTo>
                  <a:lnTo>
                    <a:pt x="26163" y="0"/>
                  </a:lnTo>
                  <a:cubicBezTo>
                    <a:pt x="11860"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48" name="Freeform: Shape 1347">
              <a:extLst>
                <a:ext uri="{FF2B5EF4-FFF2-40B4-BE49-F238E27FC236}">
                  <a16:creationId xmlns:a16="http://schemas.microsoft.com/office/drawing/2014/main" id="{F12008F7-8FB5-96C2-3552-FEFD70741E6D}"/>
                </a:ext>
              </a:extLst>
            </p:cNvPr>
            <p:cNvSpPr/>
            <p:nvPr/>
          </p:nvSpPr>
          <p:spPr>
            <a:xfrm>
              <a:off x="1182571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49" name="Freeform: Shape 1348">
              <a:extLst>
                <a:ext uri="{FF2B5EF4-FFF2-40B4-BE49-F238E27FC236}">
                  <a16:creationId xmlns:a16="http://schemas.microsoft.com/office/drawing/2014/main" id="{F78BAD45-C0C8-E947-CBEF-EDECF32894B1}"/>
                </a:ext>
              </a:extLst>
            </p:cNvPr>
            <p:cNvSpPr/>
            <p:nvPr/>
          </p:nvSpPr>
          <p:spPr>
            <a:xfrm>
              <a:off x="12139673"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20930 w 52326"/>
                <a:gd name="connsiteY3" fmla="*/ 51628 h 52326"/>
                <a:gd name="connsiteX4" fmla="*/ 26163 w 52326"/>
                <a:gd name="connsiteY4" fmla="*/ 52326 h 52326"/>
                <a:gd name="connsiteX5" fmla="*/ 52326 w 52326"/>
                <a:gd name="connsiteY5" fmla="*/ 26163 h 52326"/>
                <a:gd name="connsiteX6" fmla="*/ 52326 w 52326"/>
                <a:gd name="connsiteY6" fmla="*/ 26163 h 52326"/>
                <a:gd name="connsiteX7" fmla="*/ 31396 w 52326"/>
                <a:gd name="connsiteY7"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1396" y="698"/>
                  </a:moveTo>
                  <a:cubicBezTo>
                    <a:pt x="29652" y="349"/>
                    <a:pt x="27907" y="0"/>
                    <a:pt x="26163" y="0"/>
                  </a:cubicBezTo>
                  <a:cubicBezTo>
                    <a:pt x="11860" y="0"/>
                    <a:pt x="0" y="11861"/>
                    <a:pt x="0" y="26163"/>
                  </a:cubicBezTo>
                  <a:cubicBezTo>
                    <a:pt x="0" y="38721"/>
                    <a:pt x="9070" y="49187"/>
                    <a:pt x="20930" y="51628"/>
                  </a:cubicBezTo>
                  <a:cubicBezTo>
                    <a:pt x="22675" y="51977"/>
                    <a:pt x="24419" y="52326"/>
                    <a:pt x="26163" y="52326"/>
                  </a:cubicBezTo>
                  <a:cubicBezTo>
                    <a:pt x="40466" y="52326"/>
                    <a:pt x="52326" y="40465"/>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350" name="Freeform: Shape 1349">
              <a:extLst>
                <a:ext uri="{FF2B5EF4-FFF2-40B4-BE49-F238E27FC236}">
                  <a16:creationId xmlns:a16="http://schemas.microsoft.com/office/drawing/2014/main" id="{C8040B2A-2FE3-2653-A83B-CD889055F35A}"/>
                </a:ext>
              </a:extLst>
            </p:cNvPr>
            <p:cNvSpPr/>
            <p:nvPr/>
          </p:nvSpPr>
          <p:spPr>
            <a:xfrm>
              <a:off x="110931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1" name="Freeform: Shape 1350">
              <a:extLst>
                <a:ext uri="{FF2B5EF4-FFF2-40B4-BE49-F238E27FC236}">
                  <a16:creationId xmlns:a16="http://schemas.microsoft.com/office/drawing/2014/main" id="{D8E1B2D8-F59D-7A6E-0DE7-37E84AC2E48B}"/>
                </a:ext>
              </a:extLst>
            </p:cNvPr>
            <p:cNvSpPr/>
            <p:nvPr/>
          </p:nvSpPr>
          <p:spPr>
            <a:xfrm>
              <a:off x="108838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2" name="Freeform: Shape 1351">
              <a:extLst>
                <a:ext uri="{FF2B5EF4-FFF2-40B4-BE49-F238E27FC236}">
                  <a16:creationId xmlns:a16="http://schemas.microsoft.com/office/drawing/2014/main" id="{1A44BEC6-6329-9FC0-DD01-1A21D58B0D30}"/>
                </a:ext>
              </a:extLst>
            </p:cNvPr>
            <p:cNvSpPr/>
            <p:nvPr/>
          </p:nvSpPr>
          <p:spPr>
            <a:xfrm>
              <a:off x="1046523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3" name="Freeform: Shape 1352">
              <a:extLst>
                <a:ext uri="{FF2B5EF4-FFF2-40B4-BE49-F238E27FC236}">
                  <a16:creationId xmlns:a16="http://schemas.microsoft.com/office/drawing/2014/main" id="{EE3EC49F-F281-31D0-BD2E-567D60EBC4DA}"/>
                </a:ext>
              </a:extLst>
            </p:cNvPr>
            <p:cNvSpPr/>
            <p:nvPr/>
          </p:nvSpPr>
          <p:spPr>
            <a:xfrm>
              <a:off x="9941974"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5"/>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54" name="Freeform: Shape 1353">
              <a:extLst>
                <a:ext uri="{FF2B5EF4-FFF2-40B4-BE49-F238E27FC236}">
                  <a16:creationId xmlns:a16="http://schemas.microsoft.com/office/drawing/2014/main" id="{04288206-2C01-AB59-D176-319951B0EE44}"/>
                </a:ext>
              </a:extLst>
            </p:cNvPr>
            <p:cNvSpPr/>
            <p:nvPr/>
          </p:nvSpPr>
          <p:spPr>
            <a:xfrm>
              <a:off x="879079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5" name="Freeform: Shape 1354">
              <a:extLst>
                <a:ext uri="{FF2B5EF4-FFF2-40B4-BE49-F238E27FC236}">
                  <a16:creationId xmlns:a16="http://schemas.microsoft.com/office/drawing/2014/main" id="{16EAA284-75AE-9DBD-ED9C-2103D4DCBFFE}"/>
                </a:ext>
              </a:extLst>
            </p:cNvPr>
            <p:cNvSpPr/>
            <p:nvPr/>
          </p:nvSpPr>
          <p:spPr>
            <a:xfrm>
              <a:off x="77442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6" name="Freeform: Shape 1355">
              <a:extLst>
                <a:ext uri="{FF2B5EF4-FFF2-40B4-BE49-F238E27FC236}">
                  <a16:creationId xmlns:a16="http://schemas.microsoft.com/office/drawing/2014/main" id="{58C0A78F-3566-82A6-BB8B-51FC05F0667E}"/>
                </a:ext>
              </a:extLst>
            </p:cNvPr>
            <p:cNvSpPr/>
            <p:nvPr/>
          </p:nvSpPr>
          <p:spPr>
            <a:xfrm>
              <a:off x="753496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57" name="Freeform: Shape 1356">
              <a:extLst>
                <a:ext uri="{FF2B5EF4-FFF2-40B4-BE49-F238E27FC236}">
                  <a16:creationId xmlns:a16="http://schemas.microsoft.com/office/drawing/2014/main" id="{0FABA3D7-27CF-4741-D292-A48D2B65A282}"/>
                </a:ext>
              </a:extLst>
            </p:cNvPr>
            <p:cNvSpPr/>
            <p:nvPr/>
          </p:nvSpPr>
          <p:spPr>
            <a:xfrm>
              <a:off x="7325665"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8" name="Freeform: Shape 1357">
              <a:extLst>
                <a:ext uri="{FF2B5EF4-FFF2-40B4-BE49-F238E27FC236}">
                  <a16:creationId xmlns:a16="http://schemas.microsoft.com/office/drawing/2014/main" id="{00BAEDCF-ED03-B85F-9818-3F6A77FC0FE9}"/>
                </a:ext>
              </a:extLst>
            </p:cNvPr>
            <p:cNvSpPr/>
            <p:nvPr/>
          </p:nvSpPr>
          <p:spPr>
            <a:xfrm rot="17550026">
              <a:off x="7221191" y="45015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359" name="Freeform: Shape 1358">
              <a:extLst>
                <a:ext uri="{FF2B5EF4-FFF2-40B4-BE49-F238E27FC236}">
                  <a16:creationId xmlns:a16="http://schemas.microsoft.com/office/drawing/2014/main" id="{0311D409-2EB2-AB12-670A-56BF0C0DDC42}"/>
                </a:ext>
              </a:extLst>
            </p:cNvPr>
            <p:cNvSpPr/>
            <p:nvPr/>
          </p:nvSpPr>
          <p:spPr>
            <a:xfrm>
              <a:off x="6488446"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60" name="Freeform: Shape 1359">
              <a:extLst>
                <a:ext uri="{FF2B5EF4-FFF2-40B4-BE49-F238E27FC236}">
                  <a16:creationId xmlns:a16="http://schemas.microsoft.com/office/drawing/2014/main" id="{4B277B86-105D-DB02-5B8D-A3E5AC0FC1EA}"/>
                </a:ext>
              </a:extLst>
            </p:cNvPr>
            <p:cNvSpPr/>
            <p:nvPr/>
          </p:nvSpPr>
          <p:spPr>
            <a:xfrm>
              <a:off x="638379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1" name="Freeform: Shape 1360">
              <a:extLst>
                <a:ext uri="{FF2B5EF4-FFF2-40B4-BE49-F238E27FC236}">
                  <a16:creationId xmlns:a16="http://schemas.microsoft.com/office/drawing/2014/main" id="{28409FA3-55D9-45CC-1410-DF1C4A75A33F}"/>
                </a:ext>
              </a:extLst>
            </p:cNvPr>
            <p:cNvSpPr/>
            <p:nvPr/>
          </p:nvSpPr>
          <p:spPr>
            <a:xfrm>
              <a:off x="7744274"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62" name="Freeform: Shape 1361">
              <a:extLst>
                <a:ext uri="{FF2B5EF4-FFF2-40B4-BE49-F238E27FC236}">
                  <a16:creationId xmlns:a16="http://schemas.microsoft.com/office/drawing/2014/main" id="{78DCB44A-B792-8A3B-B7B5-C97226E6D746}"/>
                </a:ext>
              </a:extLst>
            </p:cNvPr>
            <p:cNvSpPr/>
            <p:nvPr/>
          </p:nvSpPr>
          <p:spPr>
            <a:xfrm>
              <a:off x="11092801" y="1571420"/>
              <a:ext cx="52675" cy="52326"/>
            </a:xfrm>
            <a:custGeom>
              <a:avLst/>
              <a:gdLst>
                <a:gd name="connsiteX0" fmla="*/ 26512 w 52675"/>
                <a:gd name="connsiteY0" fmla="*/ 52326 h 52326"/>
                <a:gd name="connsiteX1" fmla="*/ 26512 w 52675"/>
                <a:gd name="connsiteY1" fmla="*/ 52326 h 52326"/>
                <a:gd name="connsiteX2" fmla="*/ 30350 w 52675"/>
                <a:gd name="connsiteY2" fmla="*/ 51977 h 52326"/>
                <a:gd name="connsiteX3" fmla="*/ 34187 w 52675"/>
                <a:gd name="connsiteY3" fmla="*/ 51280 h 52326"/>
                <a:gd name="connsiteX4" fmla="*/ 52675 w 52675"/>
                <a:gd name="connsiteY4" fmla="*/ 26163 h 52326"/>
                <a:gd name="connsiteX5" fmla="*/ 52675 w 52675"/>
                <a:gd name="connsiteY5" fmla="*/ 26163 h 52326"/>
                <a:gd name="connsiteX6" fmla="*/ 26512 w 52675"/>
                <a:gd name="connsiteY6" fmla="*/ 0 h 52326"/>
                <a:gd name="connsiteX7" fmla="*/ 26512 w 52675"/>
                <a:gd name="connsiteY7" fmla="*/ 0 h 52326"/>
                <a:gd name="connsiteX8" fmla="*/ 22326 w 52675"/>
                <a:gd name="connsiteY8" fmla="*/ 349 h 52326"/>
                <a:gd name="connsiteX9" fmla="*/ 18489 w 52675"/>
                <a:gd name="connsiteY9" fmla="*/ 1047 h 52326"/>
                <a:gd name="connsiteX10" fmla="*/ 0 w 52675"/>
                <a:gd name="connsiteY10" fmla="*/ 26163 h 52326"/>
                <a:gd name="connsiteX11" fmla="*/ 26512 w 52675"/>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75" h="52326">
                  <a:moveTo>
                    <a:pt x="26512" y="52326"/>
                  </a:moveTo>
                  <a:lnTo>
                    <a:pt x="26512" y="52326"/>
                  </a:lnTo>
                  <a:cubicBezTo>
                    <a:pt x="27907" y="52326"/>
                    <a:pt x="28954" y="52326"/>
                    <a:pt x="30350" y="51977"/>
                  </a:cubicBezTo>
                  <a:cubicBezTo>
                    <a:pt x="31745" y="51629"/>
                    <a:pt x="33140" y="51629"/>
                    <a:pt x="34187" y="51280"/>
                  </a:cubicBezTo>
                  <a:cubicBezTo>
                    <a:pt x="45001" y="48140"/>
                    <a:pt x="52675" y="38024"/>
                    <a:pt x="52675" y="26163"/>
                  </a:cubicBezTo>
                  <a:lnTo>
                    <a:pt x="52675" y="26163"/>
                  </a:lnTo>
                  <a:cubicBezTo>
                    <a:pt x="52675" y="11861"/>
                    <a:pt x="40815" y="0"/>
                    <a:pt x="26512" y="0"/>
                  </a:cubicBezTo>
                  <a:lnTo>
                    <a:pt x="26512" y="0"/>
                  </a:lnTo>
                  <a:cubicBezTo>
                    <a:pt x="25117" y="0"/>
                    <a:pt x="23721" y="0"/>
                    <a:pt x="22326" y="349"/>
                  </a:cubicBezTo>
                  <a:cubicBezTo>
                    <a:pt x="20930" y="698"/>
                    <a:pt x="19885" y="698"/>
                    <a:pt x="18489" y="1047"/>
                  </a:cubicBezTo>
                  <a:cubicBezTo>
                    <a:pt x="7675" y="4186"/>
                    <a:pt x="0" y="14302"/>
                    <a:pt x="0" y="26163"/>
                  </a:cubicBezTo>
                  <a:cubicBezTo>
                    <a:pt x="349" y="40466"/>
                    <a:pt x="12209" y="52326"/>
                    <a:pt x="26512" y="52326"/>
                  </a:cubicBezTo>
                  <a:close/>
                </a:path>
              </a:pathLst>
            </a:custGeom>
            <a:grpFill/>
            <a:ln w="3488" cap="flat">
              <a:noFill/>
              <a:prstDash val="solid"/>
              <a:miter/>
            </a:ln>
          </p:spPr>
          <p:txBody>
            <a:bodyPr rtlCol="0" anchor="ctr"/>
            <a:lstStyle/>
            <a:p>
              <a:endParaRPr lang="en-ID"/>
            </a:p>
          </p:txBody>
        </p:sp>
        <p:sp>
          <p:nvSpPr>
            <p:cNvPr id="1363" name="Freeform: Shape 1362">
              <a:extLst>
                <a:ext uri="{FF2B5EF4-FFF2-40B4-BE49-F238E27FC236}">
                  <a16:creationId xmlns:a16="http://schemas.microsoft.com/office/drawing/2014/main" id="{E1A09FAA-A034-09DF-AC70-DB2C2C39B1FC}"/>
                </a:ext>
              </a:extLst>
            </p:cNvPr>
            <p:cNvSpPr/>
            <p:nvPr/>
          </p:nvSpPr>
          <p:spPr>
            <a:xfrm>
              <a:off x="743031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64" name="Freeform: Shape 1363">
              <a:extLst>
                <a:ext uri="{FF2B5EF4-FFF2-40B4-BE49-F238E27FC236}">
                  <a16:creationId xmlns:a16="http://schemas.microsoft.com/office/drawing/2014/main" id="{0BB03476-A1E9-CB03-E6E6-26B890374893}"/>
                </a:ext>
              </a:extLst>
            </p:cNvPr>
            <p:cNvSpPr/>
            <p:nvPr/>
          </p:nvSpPr>
          <p:spPr>
            <a:xfrm>
              <a:off x="10465236"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grpSp>
      <p:sp>
        <p:nvSpPr>
          <p:cNvPr id="2" name="Title Placeholder 1">
            <a:extLst>
              <a:ext uri="{FF2B5EF4-FFF2-40B4-BE49-F238E27FC236}">
                <a16:creationId xmlns:a16="http://schemas.microsoft.com/office/drawing/2014/main" id="{419C2E46-11E5-88D3-0FF6-CBCD9F6DEC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F53B2CE-A44D-9B86-9ACA-658E5D367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D872984-2B4C-0CF5-E2EC-59514ACE5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B9409A-2ED3-4A80-A81F-CE5938D0E575}" type="datetimeFigureOut">
              <a:rPr lang="en-ID" smtClean="0"/>
              <a:t>09/05/2026</a:t>
            </a:fld>
            <a:endParaRPr lang="en-ID"/>
          </a:p>
        </p:txBody>
      </p:sp>
      <p:sp>
        <p:nvSpPr>
          <p:cNvPr id="5" name="Footer Placeholder 4">
            <a:extLst>
              <a:ext uri="{FF2B5EF4-FFF2-40B4-BE49-F238E27FC236}">
                <a16:creationId xmlns:a16="http://schemas.microsoft.com/office/drawing/2014/main" id="{A6DF9786-BE83-FAC0-F059-8C02BC9CA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0150B2FF-B463-6673-129A-B658D713D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BD5E2-D8FC-4378-826C-0157312ED133}" type="slidenum">
              <a:rPr lang="en-ID" smtClean="0"/>
              <a:t>‹#›</a:t>
            </a:fld>
            <a:endParaRPr lang="en-ID"/>
          </a:p>
        </p:txBody>
      </p:sp>
      <p:sp>
        <p:nvSpPr>
          <p:cNvPr id="7" name="Rectangle: Single Corner Rounded 6">
            <a:extLst>
              <a:ext uri="{FF2B5EF4-FFF2-40B4-BE49-F238E27FC236}">
                <a16:creationId xmlns:a16="http://schemas.microsoft.com/office/drawing/2014/main" id="{B1763308-D78F-7ED2-5BFA-A2B525533D3C}"/>
              </a:ext>
            </a:extLst>
          </p:cNvPr>
          <p:cNvSpPr/>
          <p:nvPr userDrawn="1"/>
        </p:nvSpPr>
        <p:spPr>
          <a:xfrm rot="16200000" flipV="1">
            <a:off x="-3171305" y="3171305"/>
            <a:ext cx="6857940" cy="515329"/>
          </a:xfrm>
          <a:prstGeom prst="round1Rect">
            <a:avLst>
              <a:gd name="adj" fmla="val 50000"/>
            </a:avLst>
          </a:prstGeom>
          <a:solidFill>
            <a:schemeClr val="accent1">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Box 7">
            <a:extLst>
              <a:ext uri="{FF2B5EF4-FFF2-40B4-BE49-F238E27FC236}">
                <a16:creationId xmlns:a16="http://schemas.microsoft.com/office/drawing/2014/main" id="{251058DC-2801-0245-F13D-8AEA6EC32B25}"/>
              </a:ext>
            </a:extLst>
          </p:cNvPr>
          <p:cNvSpPr txBox="1"/>
          <p:nvPr userDrawn="1"/>
        </p:nvSpPr>
        <p:spPr>
          <a:xfrm rot="16200000">
            <a:off x="-755749" y="879269"/>
            <a:ext cx="2026828" cy="246221"/>
          </a:xfrm>
          <a:prstGeom prst="rect">
            <a:avLst/>
          </a:prstGeom>
          <a:noFill/>
        </p:spPr>
        <p:txBody>
          <a:bodyPr wrap="square" rtlCol="0">
            <a:spAutoFit/>
          </a:bodyPr>
          <a:lstStyle/>
          <a:p>
            <a:pPr algn="ctr"/>
            <a:r>
              <a:rPr lang="en-US" sz="1000" spc="600">
                <a:solidFill>
                  <a:schemeClr val="bg1"/>
                </a:solidFill>
                <a:latin typeface="+mj-lt"/>
              </a:rPr>
              <a:t>EAI SYSTEMS</a:t>
            </a:r>
          </a:p>
        </p:txBody>
      </p:sp>
      <p:sp>
        <p:nvSpPr>
          <p:cNvPr id="9" name="Flowchart: Manual Input 8">
            <a:extLst>
              <a:ext uri="{FF2B5EF4-FFF2-40B4-BE49-F238E27FC236}">
                <a16:creationId xmlns:a16="http://schemas.microsoft.com/office/drawing/2014/main" id="{7C6A7AE0-F02B-14A4-CCDD-613181559483}"/>
              </a:ext>
            </a:extLst>
          </p:cNvPr>
          <p:cNvSpPr/>
          <p:nvPr userDrawn="1"/>
        </p:nvSpPr>
        <p:spPr>
          <a:xfrm rot="10800000" flipV="1">
            <a:off x="0" y="6288789"/>
            <a:ext cx="515329" cy="569211"/>
          </a:xfrm>
          <a:prstGeom prst="flowChartManualInput">
            <a:avLst/>
          </a:prstGeom>
          <a:gradFill>
            <a:gsLst>
              <a:gs pos="0">
                <a:schemeClr val="accent2">
                  <a:alpha val="0"/>
                </a:schemeClr>
              </a:gs>
              <a:gs pos="61000">
                <a:schemeClr val="accent2">
                  <a:alpha val="28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0" name="Straight Connector 9">
            <a:extLst>
              <a:ext uri="{FF2B5EF4-FFF2-40B4-BE49-F238E27FC236}">
                <a16:creationId xmlns:a16="http://schemas.microsoft.com/office/drawing/2014/main" id="{21F95FE2-5C71-7038-92C7-A284E4C18C1F}"/>
              </a:ext>
            </a:extLst>
          </p:cNvPr>
          <p:cNvCxnSpPr>
            <a:cxnSpLocks/>
          </p:cNvCxnSpPr>
          <p:nvPr userDrawn="1"/>
        </p:nvCxnSpPr>
        <p:spPr>
          <a:xfrm flipH="1">
            <a:off x="257665" y="1965275"/>
            <a:ext cx="1" cy="4238755"/>
          </a:xfrm>
          <a:prstGeom prst="line">
            <a:avLst/>
          </a:prstGeom>
          <a:ln w="6350">
            <a:solidFill>
              <a:schemeClr val="bg1">
                <a:alpha val="18000"/>
              </a:schemeClr>
            </a:solidFill>
          </a:ln>
        </p:spPr>
        <p:style>
          <a:lnRef idx="1">
            <a:schemeClr val="accent1"/>
          </a:lnRef>
          <a:fillRef idx="0">
            <a:schemeClr val="accent1"/>
          </a:fillRef>
          <a:effectRef idx="0">
            <a:schemeClr val="accent1"/>
          </a:effectRef>
          <a:fontRef idx="minor">
            <a:schemeClr val="tx1"/>
          </a:fontRef>
        </p:style>
      </p:cxnSp>
      <p:pic>
        <p:nvPicPr>
          <p:cNvPr id="1367" name="Picture 1366">
            <a:extLst>
              <a:ext uri="{FF2B5EF4-FFF2-40B4-BE49-F238E27FC236}">
                <a16:creationId xmlns:a16="http://schemas.microsoft.com/office/drawing/2014/main" id="{BDA538EC-67BB-8026-DCCF-64C13196D03A}"/>
              </a:ext>
            </a:extLst>
          </p:cNvPr>
          <p:cNvPicPr>
            <a:picLocks noChangeAspect="1"/>
          </p:cNvPicPr>
          <p:nvPr userDrawn="1"/>
        </p:nvPicPr>
        <p:blipFill>
          <a:blip r:embed="rId12"/>
          <a:stretch>
            <a:fillRect/>
          </a:stretch>
        </p:blipFill>
        <p:spPr>
          <a:xfrm>
            <a:off x="11241718" y="314964"/>
            <a:ext cx="550269" cy="438150"/>
          </a:xfrm>
          <a:prstGeom prst="rect">
            <a:avLst/>
          </a:prstGeom>
        </p:spPr>
      </p:pic>
      <p:sp>
        <p:nvSpPr>
          <p:cNvPr id="1381" name="TextBox 1380">
            <a:extLst>
              <a:ext uri="{FF2B5EF4-FFF2-40B4-BE49-F238E27FC236}">
                <a16:creationId xmlns:a16="http://schemas.microsoft.com/office/drawing/2014/main" id="{232D3875-1128-548E-EF99-4B2313750E91}"/>
              </a:ext>
            </a:extLst>
          </p:cNvPr>
          <p:cNvSpPr txBox="1"/>
          <p:nvPr userDrawn="1"/>
        </p:nvSpPr>
        <p:spPr>
          <a:xfrm>
            <a:off x="-236695" y="6490960"/>
            <a:ext cx="930917" cy="261610"/>
          </a:xfrm>
          <a:prstGeom prst="rect">
            <a:avLst/>
          </a:prstGeom>
          <a:noFill/>
        </p:spPr>
        <p:txBody>
          <a:bodyPr wrap="square" rtlCol="0">
            <a:spAutoFit/>
          </a:bodyPr>
          <a:lstStyle/>
          <a:p>
            <a:pPr algn="ctr"/>
            <a:fld id="{102009AA-E089-4079-8153-5D7FB6B42523}" type="slidenum">
              <a:rPr lang="en-US" sz="1100" b="1" smtClean="0">
                <a:solidFill>
                  <a:schemeClr val="bg1"/>
                </a:solidFill>
                <a:latin typeface="+mj-lt"/>
              </a:rPr>
              <a:pPr algn="ctr"/>
              <a:t>‹#›</a:t>
            </a:fld>
            <a:endParaRPr lang="en-ID" sz="1100" b="1">
              <a:solidFill>
                <a:schemeClr val="bg1"/>
              </a:solidFill>
              <a:latin typeface="+mj-lt"/>
            </a:endParaRPr>
          </a:p>
        </p:txBody>
      </p:sp>
    </p:spTree>
    <p:extLst>
      <p:ext uri="{BB962C8B-B14F-4D97-AF65-F5344CB8AC3E}">
        <p14:creationId xmlns:p14="http://schemas.microsoft.com/office/powerpoint/2010/main" val="1460864201"/>
      </p:ext>
    </p:extLst>
  </p:cSld>
  <p:clrMap bg1="lt1" tx1="dk1" bg2="lt2" tx2="dk2" accent1="accent1" accent2="accent2" accent3="accent3" accent4="accent4" accent5="accent5" accent6="accent6" hlink="hlink" folHlink="folHlink"/>
  <p:sldLayoutIdLst>
    <p:sldLayoutId id="2147483847" r:id="rId1"/>
    <p:sldLayoutId id="2147483849" r:id="rId2"/>
    <p:sldLayoutId id="2147483882" r:id="rId3"/>
    <p:sldLayoutId id="2147483860" r:id="rId4"/>
    <p:sldLayoutId id="2147483861" r:id="rId5"/>
    <p:sldLayoutId id="2147483883" r:id="rId6"/>
    <p:sldLayoutId id="2147483862" r:id="rId7"/>
    <p:sldLayoutId id="2147483863" r:id="rId8"/>
    <p:sldLayoutId id="2147483864" r:id="rId9"/>
    <p:sldLayoutId id="214748386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EAA3C8-FBAF-010E-EF83-0B99FAAF80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CC70FC4F-072C-5DD4-D305-4CDB2F428D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BE912A2-4D7B-8D68-E131-EBD98087E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44607B-1194-48B0-BAF3-A55B43A1FBE0}" type="datetimeFigureOut">
              <a:rPr lang="en-ID" smtClean="0"/>
              <a:t>09/05/2026</a:t>
            </a:fld>
            <a:endParaRPr lang="en-ID"/>
          </a:p>
        </p:txBody>
      </p:sp>
      <p:sp>
        <p:nvSpPr>
          <p:cNvPr id="5" name="Footer Placeholder 4">
            <a:extLst>
              <a:ext uri="{FF2B5EF4-FFF2-40B4-BE49-F238E27FC236}">
                <a16:creationId xmlns:a16="http://schemas.microsoft.com/office/drawing/2014/main" id="{0AB707DA-4D73-99F0-5EE3-EC56FDC31B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63C8F47E-3C9E-43AE-2C5F-E6BE397FF9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DE71C3-CDEB-4551-B01D-B88AA76021FD}" type="slidenum">
              <a:rPr lang="en-ID" smtClean="0"/>
              <a:t>‹#›</a:t>
            </a:fld>
            <a:endParaRPr lang="en-ID"/>
          </a:p>
        </p:txBody>
      </p:sp>
      <p:sp>
        <p:nvSpPr>
          <p:cNvPr id="7" name="Rectangle 6">
            <a:extLst>
              <a:ext uri="{FF2B5EF4-FFF2-40B4-BE49-F238E27FC236}">
                <a16:creationId xmlns:a16="http://schemas.microsoft.com/office/drawing/2014/main" id="{E9B73EF1-FA95-F3C5-F0E3-C4EE37D3671C}"/>
              </a:ext>
            </a:extLst>
          </p:cNvPr>
          <p:cNvSpPr/>
          <p:nvPr userDrawn="1"/>
        </p:nvSpPr>
        <p:spPr>
          <a:xfrm>
            <a:off x="1" y="0"/>
            <a:ext cx="634999" cy="793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434031192"/>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8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1.xml"/><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g"/><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slideLayout" Target="../slideLayouts/slideLayout13.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jp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3" Type="http://schemas.openxmlformats.org/officeDocument/2006/relationships/image" Target="../media/image30.png"/><Relationship Id="rId18" Type="http://schemas.microsoft.com/office/2007/relationships/hdphoto" Target="../media/hdphoto2.wdp"/><Relationship Id="rId26" Type="http://schemas.openxmlformats.org/officeDocument/2006/relationships/image" Target="../media/image38.png"/><Relationship Id="rId39" Type="http://schemas.openxmlformats.org/officeDocument/2006/relationships/image" Target="../media/image46.png"/><Relationship Id="rId21" Type="http://schemas.openxmlformats.org/officeDocument/2006/relationships/image" Target="../media/image35.png"/><Relationship Id="rId34" Type="http://schemas.openxmlformats.org/officeDocument/2006/relationships/image" Target="../media/image43.png"/><Relationship Id="rId42" Type="http://schemas.openxmlformats.org/officeDocument/2006/relationships/image" Target="../media/image49.png"/><Relationship Id="rId7" Type="http://schemas.openxmlformats.org/officeDocument/2006/relationships/image" Target="../media/image24.png"/><Relationship Id="rId2" Type="http://schemas.openxmlformats.org/officeDocument/2006/relationships/image" Target="../media/image19.png"/><Relationship Id="rId16" Type="http://schemas.openxmlformats.org/officeDocument/2006/relationships/image" Target="../media/image32.png"/><Relationship Id="rId20" Type="http://schemas.microsoft.com/office/2007/relationships/hdphoto" Target="../media/hdphoto3.wdp"/><Relationship Id="rId29" Type="http://schemas.openxmlformats.org/officeDocument/2006/relationships/image" Target="../media/image40.png"/><Relationship Id="rId41" Type="http://schemas.openxmlformats.org/officeDocument/2006/relationships/image" Target="../media/image48.png"/><Relationship Id="rId1" Type="http://schemas.openxmlformats.org/officeDocument/2006/relationships/slideLayout" Target="../slideLayouts/slideLayout16.xml"/><Relationship Id="rId6" Type="http://schemas.openxmlformats.org/officeDocument/2006/relationships/image" Target="../media/image23.png"/><Relationship Id="rId11" Type="http://schemas.openxmlformats.org/officeDocument/2006/relationships/image" Target="../media/image28.png"/><Relationship Id="rId24" Type="http://schemas.openxmlformats.org/officeDocument/2006/relationships/image" Target="../media/image37.png"/><Relationship Id="rId32" Type="http://schemas.openxmlformats.org/officeDocument/2006/relationships/image" Target="../media/image42.png"/><Relationship Id="rId37" Type="http://schemas.microsoft.com/office/2007/relationships/hdphoto" Target="../media/hdphoto10.wdp"/><Relationship Id="rId40" Type="http://schemas.openxmlformats.org/officeDocument/2006/relationships/image" Target="../media/image47.png"/><Relationship Id="rId5" Type="http://schemas.openxmlformats.org/officeDocument/2006/relationships/image" Target="../media/image22.png"/><Relationship Id="rId15" Type="http://schemas.microsoft.com/office/2007/relationships/hdphoto" Target="../media/hdphoto1.wdp"/><Relationship Id="rId23" Type="http://schemas.microsoft.com/office/2007/relationships/hdphoto" Target="../media/hdphoto4.wdp"/><Relationship Id="rId28" Type="http://schemas.openxmlformats.org/officeDocument/2006/relationships/image" Target="../media/image39.png"/><Relationship Id="rId36" Type="http://schemas.openxmlformats.org/officeDocument/2006/relationships/image" Target="../media/image44.png"/><Relationship Id="rId10" Type="http://schemas.openxmlformats.org/officeDocument/2006/relationships/image" Target="../media/image27.png"/><Relationship Id="rId19" Type="http://schemas.openxmlformats.org/officeDocument/2006/relationships/image" Target="../media/image34.png"/><Relationship Id="rId31" Type="http://schemas.openxmlformats.org/officeDocument/2006/relationships/image" Target="../media/image41.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22" Type="http://schemas.openxmlformats.org/officeDocument/2006/relationships/image" Target="../media/image36.png"/><Relationship Id="rId27" Type="http://schemas.microsoft.com/office/2007/relationships/hdphoto" Target="../media/hdphoto6.wdp"/><Relationship Id="rId30" Type="http://schemas.microsoft.com/office/2007/relationships/hdphoto" Target="../media/hdphoto7.wdp"/><Relationship Id="rId35" Type="http://schemas.microsoft.com/office/2007/relationships/hdphoto" Target="../media/hdphoto9.wdp"/><Relationship Id="rId43" Type="http://schemas.openxmlformats.org/officeDocument/2006/relationships/image" Target="../media/image50.png"/><Relationship Id="rId8" Type="http://schemas.openxmlformats.org/officeDocument/2006/relationships/image" Target="../media/image25.png"/><Relationship Id="rId3" Type="http://schemas.openxmlformats.org/officeDocument/2006/relationships/image" Target="../media/image20.png"/><Relationship Id="rId12" Type="http://schemas.openxmlformats.org/officeDocument/2006/relationships/image" Target="../media/image29.png"/><Relationship Id="rId17" Type="http://schemas.openxmlformats.org/officeDocument/2006/relationships/image" Target="../media/image33.png"/><Relationship Id="rId25" Type="http://schemas.microsoft.com/office/2007/relationships/hdphoto" Target="../media/hdphoto5.wdp"/><Relationship Id="rId33" Type="http://schemas.microsoft.com/office/2007/relationships/hdphoto" Target="../media/hdphoto8.wdp"/><Relationship Id="rId38" Type="http://schemas.openxmlformats.org/officeDocument/2006/relationships/image" Target="../media/image45.png"/></Relationships>
</file>

<file path=ppt/slides/_rels/slide7.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17.xml"/><Relationship Id="rId6" Type="http://schemas.openxmlformats.org/officeDocument/2006/relationships/image" Target="../media/image55.jpeg"/><Relationship Id="rId5" Type="http://schemas.openxmlformats.org/officeDocument/2006/relationships/image" Target="../media/image54.png"/><Relationship Id="rId4" Type="http://schemas.openxmlformats.org/officeDocument/2006/relationships/image" Target="../media/image53.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7.jpe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59.svg"/><Relationship Id="rId7" Type="http://schemas.openxmlformats.org/officeDocument/2006/relationships/image" Target="../media/image62.svg"/><Relationship Id="rId2" Type="http://schemas.openxmlformats.org/officeDocument/2006/relationships/image" Target="../media/image58.jpg"/><Relationship Id="rId1" Type="http://schemas.openxmlformats.org/officeDocument/2006/relationships/slideLayout" Target="../slideLayouts/slideLayout19.xml"/><Relationship Id="rId6" Type="http://schemas.openxmlformats.org/officeDocument/2006/relationships/image" Target="../media/image3.png"/><Relationship Id="rId5" Type="http://schemas.openxmlformats.org/officeDocument/2006/relationships/image" Target="../media/image61.svg"/><Relationship Id="rId4" Type="http://schemas.openxmlformats.org/officeDocument/2006/relationships/image" Target="../media/image60.svg"/></Relationships>
</file>

<file path=ppt/slides/_rels/slide1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person with a blue face&#10;&#10;Description automatically generated with medium confidence">
            <a:extLst>
              <a:ext uri="{FF2B5EF4-FFF2-40B4-BE49-F238E27FC236}">
                <a16:creationId xmlns:a16="http://schemas.microsoft.com/office/drawing/2014/main" id="{AF53E038-16BE-0E96-6322-A5D6F9E50523}"/>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2" r="12"/>
          <a:stretch/>
        </p:blipFill>
        <p:spPr>
          <a:xfrm>
            <a:off x="6096000" y="1"/>
            <a:ext cx="6096000" cy="6857999"/>
          </a:xfrm>
        </p:spPr>
      </p:pic>
      <p:sp>
        <p:nvSpPr>
          <p:cNvPr id="10" name="Rectangle 9">
            <a:extLst>
              <a:ext uri="{FF2B5EF4-FFF2-40B4-BE49-F238E27FC236}">
                <a16:creationId xmlns:a16="http://schemas.microsoft.com/office/drawing/2014/main" id="{71715C38-5C28-0505-AB86-32EFD1A35AE9}"/>
              </a:ext>
            </a:extLst>
          </p:cNvPr>
          <p:cNvSpPr/>
          <p:nvPr/>
        </p:nvSpPr>
        <p:spPr>
          <a:xfrm>
            <a:off x="0" y="-1"/>
            <a:ext cx="12192000" cy="6858000"/>
          </a:xfrm>
          <a:prstGeom prst="rect">
            <a:avLst/>
          </a:prstGeom>
          <a:gradFill>
            <a:gsLst>
              <a:gs pos="51000">
                <a:schemeClr val="tx1"/>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376" name="Group 1375">
            <a:extLst>
              <a:ext uri="{FF2B5EF4-FFF2-40B4-BE49-F238E27FC236}">
                <a16:creationId xmlns:a16="http://schemas.microsoft.com/office/drawing/2014/main" id="{74DB8DC4-034B-C03A-7E53-975D97C0EBC1}"/>
              </a:ext>
            </a:extLst>
          </p:cNvPr>
          <p:cNvGrpSpPr/>
          <p:nvPr/>
        </p:nvGrpSpPr>
        <p:grpSpPr>
          <a:xfrm>
            <a:off x="1" y="2724173"/>
            <a:ext cx="12191999" cy="4133827"/>
            <a:chOff x="0" y="1362116"/>
            <a:chExt cx="12191999" cy="4133827"/>
          </a:xfrm>
          <a:gradFill>
            <a:gsLst>
              <a:gs pos="23000">
                <a:schemeClr val="accent1">
                  <a:alpha val="77000"/>
                </a:schemeClr>
              </a:gs>
              <a:gs pos="100000">
                <a:schemeClr val="accent1">
                  <a:alpha val="0"/>
                </a:schemeClr>
              </a:gs>
            </a:gsLst>
            <a:lin ang="4800000" scaled="0"/>
          </a:gradFill>
        </p:grpSpPr>
        <p:sp>
          <p:nvSpPr>
            <p:cNvPr id="23" name="Freeform: Shape 22">
              <a:extLst>
                <a:ext uri="{FF2B5EF4-FFF2-40B4-BE49-F238E27FC236}">
                  <a16:creationId xmlns:a16="http://schemas.microsoft.com/office/drawing/2014/main" id="{2D7A363B-2BF2-D10D-7737-612BB0E46206}"/>
                </a:ext>
              </a:extLst>
            </p:cNvPr>
            <p:cNvSpPr/>
            <p:nvPr/>
          </p:nvSpPr>
          <p:spPr>
            <a:xfrm>
              <a:off x="565122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20528BF9-A558-E287-2AD7-F43B2DB2B113}"/>
                </a:ext>
              </a:extLst>
            </p:cNvPr>
            <p:cNvSpPr/>
            <p:nvPr/>
          </p:nvSpPr>
          <p:spPr>
            <a:xfrm rot="17550026">
              <a:off x="5023405" y="1675995"/>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7CDCAEF6-ED56-846C-A399-34621D2A26C7}"/>
                </a:ext>
              </a:extLst>
            </p:cNvPr>
            <p:cNvSpPr/>
            <p:nvPr/>
          </p:nvSpPr>
          <p:spPr>
            <a:xfrm>
              <a:off x="4395399"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3BE29E0B-1F98-9020-81F6-8B06904D4A35}"/>
                </a:ext>
              </a:extLst>
            </p:cNvPr>
            <p:cNvSpPr/>
            <p:nvPr/>
          </p:nvSpPr>
          <p:spPr>
            <a:xfrm>
              <a:off x="544192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23116629-69B9-44CA-FEC9-31AB0AB3555F}"/>
                </a:ext>
              </a:extLst>
            </p:cNvPr>
            <p:cNvSpPr/>
            <p:nvPr/>
          </p:nvSpPr>
          <p:spPr>
            <a:xfrm>
              <a:off x="5127965"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 name="Freeform: Shape 27">
              <a:extLst>
                <a:ext uri="{FF2B5EF4-FFF2-40B4-BE49-F238E27FC236}">
                  <a16:creationId xmlns:a16="http://schemas.microsoft.com/office/drawing/2014/main" id="{97E274CB-C5E6-2FB2-A71B-7BB2237C1677}"/>
                </a:ext>
              </a:extLst>
            </p:cNvPr>
            <p:cNvSpPr/>
            <p:nvPr/>
          </p:nvSpPr>
          <p:spPr>
            <a:xfrm>
              <a:off x="324422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599A5F37-B596-6500-960D-94BC982B46B8}"/>
                </a:ext>
              </a:extLst>
            </p:cNvPr>
            <p:cNvSpPr/>
            <p:nvPr/>
          </p:nvSpPr>
          <p:spPr>
            <a:xfrm>
              <a:off x="303491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D4411C5F-AF06-C7FE-A5F0-85B0EBFD8D61}"/>
                </a:ext>
              </a:extLst>
            </p:cNvPr>
            <p:cNvSpPr/>
            <p:nvPr/>
          </p:nvSpPr>
          <p:spPr>
            <a:xfrm>
              <a:off x="30349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A448544E-2672-5257-31F0-5ACC006DB42B}"/>
                </a:ext>
              </a:extLst>
            </p:cNvPr>
            <p:cNvSpPr/>
            <p:nvPr/>
          </p:nvSpPr>
          <p:spPr>
            <a:xfrm>
              <a:off x="2825613"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 name="Freeform: Shape 31">
              <a:extLst>
                <a:ext uri="{FF2B5EF4-FFF2-40B4-BE49-F238E27FC236}">
                  <a16:creationId xmlns:a16="http://schemas.microsoft.com/office/drawing/2014/main" id="{A8356345-3D56-5CA0-A346-DB0B50930D45}"/>
                </a:ext>
              </a:extLst>
            </p:cNvPr>
            <p:cNvSpPr/>
            <p:nvPr/>
          </p:nvSpPr>
          <p:spPr>
            <a:xfrm>
              <a:off x="25116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 name="Freeform: Shape 32">
              <a:extLst>
                <a:ext uri="{FF2B5EF4-FFF2-40B4-BE49-F238E27FC236}">
                  <a16:creationId xmlns:a16="http://schemas.microsoft.com/office/drawing/2014/main" id="{B6B442C1-0B1A-3535-2DE6-958CDFC53959}"/>
                </a:ext>
              </a:extLst>
            </p:cNvPr>
            <p:cNvSpPr/>
            <p:nvPr/>
          </p:nvSpPr>
          <p:spPr>
            <a:xfrm>
              <a:off x="251165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 name="Freeform: Shape 33">
              <a:extLst>
                <a:ext uri="{FF2B5EF4-FFF2-40B4-BE49-F238E27FC236}">
                  <a16:creationId xmlns:a16="http://schemas.microsoft.com/office/drawing/2014/main" id="{44F2D411-CDAE-B61F-37A2-59904B0066CB}"/>
                </a:ext>
              </a:extLst>
            </p:cNvPr>
            <p:cNvSpPr/>
            <p:nvPr/>
          </p:nvSpPr>
          <p:spPr>
            <a:xfrm>
              <a:off x="2093047"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lnTo>
                    <a:pt x="26163" y="0"/>
                  </a:lnTo>
                  <a:cubicBezTo>
                    <a:pt x="26163" y="0"/>
                    <a:pt x="26163" y="0"/>
                    <a:pt x="26163" y="0"/>
                  </a:cubicBezTo>
                  <a:cubicBezTo>
                    <a:pt x="11861" y="0"/>
                    <a:pt x="0" y="11861"/>
                    <a:pt x="0" y="26163"/>
                  </a:cubicBezTo>
                  <a:cubicBezTo>
                    <a:pt x="0" y="40466"/>
                    <a:pt x="11861" y="51977"/>
                    <a:pt x="26163" y="51977"/>
                  </a:cubicBezTo>
                  <a:close/>
                </a:path>
              </a:pathLst>
            </a:custGeom>
            <a:grpFill/>
            <a:ln w="3488" cap="flat">
              <a:noFill/>
              <a:prstDash val="solid"/>
              <a:miter/>
            </a:ln>
          </p:spPr>
          <p:txBody>
            <a:bodyPr rtlCol="0" anchor="ctr"/>
            <a:lstStyle/>
            <a:p>
              <a:endParaRPr lang="en-ID"/>
            </a:p>
          </p:txBody>
        </p:sp>
        <p:sp>
          <p:nvSpPr>
            <p:cNvPr id="35" name="Freeform: Shape 34">
              <a:extLst>
                <a:ext uri="{FF2B5EF4-FFF2-40B4-BE49-F238E27FC236}">
                  <a16:creationId xmlns:a16="http://schemas.microsoft.com/office/drawing/2014/main" id="{1891BFC2-E57E-6D82-F083-747FC70674CE}"/>
                </a:ext>
              </a:extLst>
            </p:cNvPr>
            <p:cNvSpPr/>
            <p:nvPr/>
          </p:nvSpPr>
          <p:spPr>
            <a:xfrm>
              <a:off x="4186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 name="Freeform: Shape 35">
              <a:extLst>
                <a:ext uri="{FF2B5EF4-FFF2-40B4-BE49-F238E27FC236}">
                  <a16:creationId xmlns:a16="http://schemas.microsoft.com/office/drawing/2014/main" id="{FA0FFB5E-5A4F-4A6C-5BA5-0F2BA88131C1}"/>
                </a:ext>
              </a:extLst>
            </p:cNvPr>
            <p:cNvSpPr/>
            <p:nvPr/>
          </p:nvSpPr>
          <p:spPr>
            <a:xfrm>
              <a:off x="10465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 name="Freeform: Shape 36">
              <a:extLst>
                <a:ext uri="{FF2B5EF4-FFF2-40B4-BE49-F238E27FC236}">
                  <a16:creationId xmlns:a16="http://schemas.microsoft.com/office/drawing/2014/main" id="{F5530F6A-CB14-55F9-9368-0EAC76C8970B}"/>
                </a:ext>
              </a:extLst>
            </p:cNvPr>
            <p:cNvSpPr/>
            <p:nvPr/>
          </p:nvSpPr>
          <p:spPr>
            <a:xfrm>
              <a:off x="0" y="2408639"/>
              <a:ext cx="52326" cy="52326"/>
            </a:xfrm>
            <a:custGeom>
              <a:avLst/>
              <a:gdLst>
                <a:gd name="connsiteX0" fmla="*/ 9419 w 52326"/>
                <a:gd name="connsiteY0" fmla="*/ 46396 h 52326"/>
                <a:gd name="connsiteX1" fmla="*/ 26163 w 52326"/>
                <a:gd name="connsiteY1" fmla="*/ 52326 h 52326"/>
                <a:gd name="connsiteX2" fmla="*/ 52326 w 52326"/>
                <a:gd name="connsiteY2" fmla="*/ 26163 h 52326"/>
                <a:gd name="connsiteX3" fmla="*/ 43256 w 52326"/>
                <a:gd name="connsiteY3" fmla="*/ 6628 h 52326"/>
                <a:gd name="connsiteX4" fmla="*/ 26163 w 52326"/>
                <a:gd name="connsiteY4" fmla="*/ 0 h 52326"/>
                <a:gd name="connsiteX5" fmla="*/ 26163 w 52326"/>
                <a:gd name="connsiteY5" fmla="*/ 0 h 52326"/>
                <a:gd name="connsiteX6" fmla="*/ 0 w 52326"/>
                <a:gd name="connsiteY6" fmla="*/ 26163 h 52326"/>
                <a:gd name="connsiteX7" fmla="*/ 9419 w 52326"/>
                <a:gd name="connsiteY7" fmla="*/ 46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9419" y="46396"/>
                  </a:moveTo>
                  <a:cubicBezTo>
                    <a:pt x="13954" y="50233"/>
                    <a:pt x="19884" y="52326"/>
                    <a:pt x="26163" y="52326"/>
                  </a:cubicBezTo>
                  <a:cubicBezTo>
                    <a:pt x="40466" y="52326"/>
                    <a:pt x="52326" y="40466"/>
                    <a:pt x="52326" y="26163"/>
                  </a:cubicBezTo>
                  <a:cubicBezTo>
                    <a:pt x="52326" y="18140"/>
                    <a:pt x="48838" y="11163"/>
                    <a:pt x="43256" y="6628"/>
                  </a:cubicBezTo>
                  <a:cubicBezTo>
                    <a:pt x="38721" y="2442"/>
                    <a:pt x="32791" y="0"/>
                    <a:pt x="26163" y="0"/>
                  </a:cubicBezTo>
                  <a:lnTo>
                    <a:pt x="26163" y="0"/>
                  </a:lnTo>
                  <a:cubicBezTo>
                    <a:pt x="11861" y="0"/>
                    <a:pt x="0" y="11861"/>
                    <a:pt x="0" y="26163"/>
                  </a:cubicBezTo>
                  <a:cubicBezTo>
                    <a:pt x="0" y="34186"/>
                    <a:pt x="3837" y="41512"/>
                    <a:pt x="9419" y="46396"/>
                  </a:cubicBezTo>
                  <a:close/>
                </a:path>
              </a:pathLst>
            </a:custGeom>
            <a:grpFill/>
            <a:ln w="3488" cap="flat">
              <a:noFill/>
              <a:prstDash val="solid"/>
              <a:miter/>
            </a:ln>
          </p:spPr>
          <p:txBody>
            <a:bodyPr rtlCol="0" anchor="ctr"/>
            <a:lstStyle/>
            <a:p>
              <a:endParaRPr lang="en-ID"/>
            </a:p>
          </p:txBody>
        </p:sp>
        <p:sp>
          <p:nvSpPr>
            <p:cNvPr id="38" name="Freeform: Shape 37">
              <a:extLst>
                <a:ext uri="{FF2B5EF4-FFF2-40B4-BE49-F238E27FC236}">
                  <a16:creationId xmlns:a16="http://schemas.microsoft.com/office/drawing/2014/main" id="{0FA5E9E8-9227-D09E-B9B8-77318F4EDE77}"/>
                </a:ext>
              </a:extLst>
            </p:cNvPr>
            <p:cNvSpPr/>
            <p:nvPr/>
          </p:nvSpPr>
          <p:spPr>
            <a:xfrm>
              <a:off x="5337270"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9" name="Freeform: Shape 38">
              <a:extLst>
                <a:ext uri="{FF2B5EF4-FFF2-40B4-BE49-F238E27FC236}">
                  <a16:creationId xmlns:a16="http://schemas.microsoft.com/office/drawing/2014/main" id="{43751A31-5ED7-D38B-19DF-346F0AB15C5E}"/>
                </a:ext>
              </a:extLst>
            </p:cNvPr>
            <p:cNvSpPr/>
            <p:nvPr/>
          </p:nvSpPr>
          <p:spPr>
            <a:xfrm>
              <a:off x="59651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0" name="Freeform: Shape 39">
              <a:extLst>
                <a:ext uri="{FF2B5EF4-FFF2-40B4-BE49-F238E27FC236}">
                  <a16:creationId xmlns:a16="http://schemas.microsoft.com/office/drawing/2014/main" id="{FA420C41-C5B1-5C81-1889-2153F1F5297F}"/>
                </a:ext>
              </a:extLst>
            </p:cNvPr>
            <p:cNvSpPr/>
            <p:nvPr/>
          </p:nvSpPr>
          <p:spPr>
            <a:xfrm>
              <a:off x="596518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99E7D7EE-89E5-0B00-A7A6-7EAE96FA09DD}"/>
                </a:ext>
              </a:extLst>
            </p:cNvPr>
            <p:cNvSpPr/>
            <p:nvPr/>
          </p:nvSpPr>
          <p:spPr>
            <a:xfrm>
              <a:off x="554657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2" name="Freeform: Shape 41">
              <a:extLst>
                <a:ext uri="{FF2B5EF4-FFF2-40B4-BE49-F238E27FC236}">
                  <a16:creationId xmlns:a16="http://schemas.microsoft.com/office/drawing/2014/main" id="{22B98E9F-05F0-6A71-3E14-531498A37143}"/>
                </a:ext>
              </a:extLst>
            </p:cNvPr>
            <p:cNvSpPr/>
            <p:nvPr/>
          </p:nvSpPr>
          <p:spPr>
            <a:xfrm>
              <a:off x="50233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CBCA572B-B45F-EF52-95F3-6923ED46778E}"/>
                </a:ext>
              </a:extLst>
            </p:cNvPr>
            <p:cNvSpPr/>
            <p:nvPr/>
          </p:nvSpPr>
          <p:spPr>
            <a:xfrm>
              <a:off x="418609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8C128CB4-C4DD-2F19-0D2A-8BC96EA9E768}"/>
                </a:ext>
              </a:extLst>
            </p:cNvPr>
            <p:cNvSpPr/>
            <p:nvPr/>
          </p:nvSpPr>
          <p:spPr>
            <a:xfrm>
              <a:off x="5441922"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AFC75BF9-54D0-823E-8C07-4C1744DBB391}"/>
                </a:ext>
              </a:extLst>
            </p:cNvPr>
            <p:cNvSpPr/>
            <p:nvPr/>
          </p:nvSpPr>
          <p:spPr>
            <a:xfrm>
              <a:off x="544192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 name="Freeform: Shape 45">
              <a:extLst>
                <a:ext uri="{FF2B5EF4-FFF2-40B4-BE49-F238E27FC236}">
                  <a16:creationId xmlns:a16="http://schemas.microsoft.com/office/drawing/2014/main" id="{6F5BAE70-93F1-ED44-43C1-B7CB20588ABB}"/>
                </a:ext>
              </a:extLst>
            </p:cNvPr>
            <p:cNvSpPr/>
            <p:nvPr/>
          </p:nvSpPr>
          <p:spPr>
            <a:xfrm>
              <a:off x="544192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A69A98D4-01AF-F966-8E05-3EEA6120CCE0}"/>
                </a:ext>
              </a:extLst>
            </p:cNvPr>
            <p:cNvSpPr/>
            <p:nvPr/>
          </p:nvSpPr>
          <p:spPr>
            <a:xfrm>
              <a:off x="49186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E886EB2F-4DD1-97D7-902B-98EB1F81F7FC}"/>
                </a:ext>
              </a:extLst>
            </p:cNvPr>
            <p:cNvSpPr/>
            <p:nvPr/>
          </p:nvSpPr>
          <p:spPr>
            <a:xfrm>
              <a:off x="408144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03E87EB3-E5D1-82BA-FD26-49DE0D6DC142}"/>
                </a:ext>
              </a:extLst>
            </p:cNvPr>
            <p:cNvSpPr/>
            <p:nvPr/>
          </p:nvSpPr>
          <p:spPr>
            <a:xfrm>
              <a:off x="387213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2C315E6C-2C40-BF2D-D1C6-5BD797C73A88}"/>
                </a:ext>
              </a:extLst>
            </p:cNvPr>
            <p:cNvSpPr/>
            <p:nvPr/>
          </p:nvSpPr>
          <p:spPr>
            <a:xfrm>
              <a:off x="28256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7060F76E-950C-3D4D-BCB5-DF89BB6BF66D}"/>
                </a:ext>
              </a:extLst>
            </p:cNvPr>
            <p:cNvSpPr/>
            <p:nvPr/>
          </p:nvSpPr>
          <p:spPr>
            <a:xfrm>
              <a:off x="272096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 name="Freeform: Shape 51">
              <a:extLst>
                <a:ext uri="{FF2B5EF4-FFF2-40B4-BE49-F238E27FC236}">
                  <a16:creationId xmlns:a16="http://schemas.microsoft.com/office/drawing/2014/main" id="{1AF4EF61-3B69-8F58-2B0E-013DAECE4508}"/>
                </a:ext>
              </a:extLst>
            </p:cNvPr>
            <p:cNvSpPr/>
            <p:nvPr/>
          </p:nvSpPr>
          <p:spPr>
            <a:xfrm>
              <a:off x="240700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6B2BF38F-C989-ABBC-F68D-1BAC91371294}"/>
                </a:ext>
              </a:extLst>
            </p:cNvPr>
            <p:cNvSpPr/>
            <p:nvPr/>
          </p:nvSpPr>
          <p:spPr>
            <a:xfrm>
              <a:off x="18837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B8AD19F4-6046-2F4C-4072-175607EC1ACE}"/>
                </a:ext>
              </a:extLst>
            </p:cNvPr>
            <p:cNvSpPr/>
            <p:nvPr/>
          </p:nvSpPr>
          <p:spPr>
            <a:xfrm>
              <a:off x="136048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EC48D427-63A8-D244-7BD4-6EA962E16E11}"/>
                </a:ext>
              </a:extLst>
            </p:cNvPr>
            <p:cNvSpPr/>
            <p:nvPr/>
          </p:nvSpPr>
          <p:spPr>
            <a:xfrm>
              <a:off x="136048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65CCC628-4AD6-FE11-3894-E4DBAEB79D2B}"/>
                </a:ext>
              </a:extLst>
            </p:cNvPr>
            <p:cNvSpPr/>
            <p:nvPr/>
          </p:nvSpPr>
          <p:spPr>
            <a:xfrm>
              <a:off x="125582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D2851713-3861-3EE5-B5A2-30FB0BD664DF}"/>
                </a:ext>
              </a:extLst>
            </p:cNvPr>
            <p:cNvSpPr/>
            <p:nvPr/>
          </p:nvSpPr>
          <p:spPr>
            <a:xfrm>
              <a:off x="1046523"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1378DE51-66D4-E297-BCC7-B306A34E43FE}"/>
                </a:ext>
              </a:extLst>
            </p:cNvPr>
            <p:cNvSpPr/>
            <p:nvPr/>
          </p:nvSpPr>
          <p:spPr>
            <a:xfrm>
              <a:off x="94187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 name="Freeform: Shape 58">
              <a:extLst>
                <a:ext uri="{FF2B5EF4-FFF2-40B4-BE49-F238E27FC236}">
                  <a16:creationId xmlns:a16="http://schemas.microsoft.com/office/drawing/2014/main" id="{AF3D3528-11CA-BEC7-AF69-1ACD4817058B}"/>
                </a:ext>
              </a:extLst>
            </p:cNvPr>
            <p:cNvSpPr/>
            <p:nvPr/>
          </p:nvSpPr>
          <p:spPr>
            <a:xfrm>
              <a:off x="0"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0" name="Freeform: Shape 59">
              <a:extLst>
                <a:ext uri="{FF2B5EF4-FFF2-40B4-BE49-F238E27FC236}">
                  <a16:creationId xmlns:a16="http://schemas.microsoft.com/office/drawing/2014/main" id="{FD5F4D0B-D111-4C2C-2274-83AD93098207}"/>
                </a:ext>
              </a:extLst>
            </p:cNvPr>
            <p:cNvSpPr/>
            <p:nvPr/>
          </p:nvSpPr>
          <p:spPr>
            <a:xfrm>
              <a:off x="3034918"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1" name="Freeform: Shape 60">
              <a:extLst>
                <a:ext uri="{FF2B5EF4-FFF2-40B4-BE49-F238E27FC236}">
                  <a16:creationId xmlns:a16="http://schemas.microsoft.com/office/drawing/2014/main" id="{43978E0B-867B-1EEB-5F4A-00262210BDB6}"/>
                </a:ext>
              </a:extLst>
            </p:cNvPr>
            <p:cNvSpPr/>
            <p:nvPr/>
          </p:nvSpPr>
          <p:spPr>
            <a:xfrm>
              <a:off x="3872137"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2" name="Freeform: Shape 61">
              <a:extLst>
                <a:ext uri="{FF2B5EF4-FFF2-40B4-BE49-F238E27FC236}">
                  <a16:creationId xmlns:a16="http://schemas.microsoft.com/office/drawing/2014/main" id="{3708F332-5D4A-5B25-C47E-567EDE679E06}"/>
                </a:ext>
              </a:extLst>
            </p:cNvPr>
            <p:cNvSpPr/>
            <p:nvPr/>
          </p:nvSpPr>
          <p:spPr>
            <a:xfrm>
              <a:off x="57558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 name="Freeform: Shape 62">
              <a:extLst>
                <a:ext uri="{FF2B5EF4-FFF2-40B4-BE49-F238E27FC236}">
                  <a16:creationId xmlns:a16="http://schemas.microsoft.com/office/drawing/2014/main" id="{7ECD76B4-9D6A-49E1-6C20-F3E4B4A49031}"/>
                </a:ext>
              </a:extLst>
            </p:cNvPr>
            <p:cNvSpPr/>
            <p:nvPr/>
          </p:nvSpPr>
          <p:spPr>
            <a:xfrm>
              <a:off x="59651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4" name="Freeform: Shape 63">
              <a:extLst>
                <a:ext uri="{FF2B5EF4-FFF2-40B4-BE49-F238E27FC236}">
                  <a16:creationId xmlns:a16="http://schemas.microsoft.com/office/drawing/2014/main" id="{3065ACC7-5BAE-F33E-2561-8F8A71D44250}"/>
                </a:ext>
              </a:extLst>
            </p:cNvPr>
            <p:cNvSpPr/>
            <p:nvPr/>
          </p:nvSpPr>
          <p:spPr>
            <a:xfrm>
              <a:off x="554657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 name="Freeform: Shape 64">
              <a:extLst>
                <a:ext uri="{FF2B5EF4-FFF2-40B4-BE49-F238E27FC236}">
                  <a16:creationId xmlns:a16="http://schemas.microsoft.com/office/drawing/2014/main" id="{48A718C5-4DC7-E399-0921-A1B4F85E7AEC}"/>
                </a:ext>
              </a:extLst>
            </p:cNvPr>
            <p:cNvSpPr/>
            <p:nvPr/>
          </p:nvSpPr>
          <p:spPr>
            <a:xfrm>
              <a:off x="4395399"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6" name="Freeform: Shape 65">
              <a:extLst>
                <a:ext uri="{FF2B5EF4-FFF2-40B4-BE49-F238E27FC236}">
                  <a16:creationId xmlns:a16="http://schemas.microsoft.com/office/drawing/2014/main" id="{5F254CD5-88D3-5560-9E0B-8CEF9AFEDE82}"/>
                </a:ext>
              </a:extLst>
            </p:cNvPr>
            <p:cNvSpPr/>
            <p:nvPr/>
          </p:nvSpPr>
          <p:spPr>
            <a:xfrm>
              <a:off x="5127965" y="5443557"/>
              <a:ext cx="52674" cy="52326"/>
            </a:xfrm>
            <a:custGeom>
              <a:avLst/>
              <a:gdLst>
                <a:gd name="connsiteX0" fmla="*/ 26163 w 52674"/>
                <a:gd name="connsiteY0" fmla="*/ 0 h 52326"/>
                <a:gd name="connsiteX1" fmla="*/ 0 w 52674"/>
                <a:gd name="connsiteY1" fmla="*/ 26163 h 52326"/>
                <a:gd name="connsiteX2" fmla="*/ 26163 w 52674"/>
                <a:gd name="connsiteY2" fmla="*/ 52326 h 52326"/>
                <a:gd name="connsiteX3" fmla="*/ 29652 w 52674"/>
                <a:gd name="connsiteY3" fmla="*/ 51977 h 52326"/>
                <a:gd name="connsiteX4" fmla="*/ 36628 w 52674"/>
                <a:gd name="connsiteY4" fmla="*/ 50233 h 52326"/>
                <a:gd name="connsiteX5" fmla="*/ 42558 w 52674"/>
                <a:gd name="connsiteY5" fmla="*/ 46745 h 52326"/>
                <a:gd name="connsiteX6" fmla="*/ 45001 w 52674"/>
                <a:gd name="connsiteY6" fmla="*/ 44652 h 52326"/>
                <a:gd name="connsiteX7" fmla="*/ 52675 w 52674"/>
                <a:gd name="connsiteY7" fmla="*/ 26163 h 52326"/>
                <a:gd name="connsiteX8" fmla="*/ 26163 w 52674"/>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4" h="52326">
                  <a:moveTo>
                    <a:pt x="26163" y="0"/>
                  </a:moveTo>
                  <a:cubicBezTo>
                    <a:pt x="11861" y="0"/>
                    <a:pt x="0" y="11861"/>
                    <a:pt x="0" y="26163"/>
                  </a:cubicBezTo>
                  <a:cubicBezTo>
                    <a:pt x="0" y="40465"/>
                    <a:pt x="11861" y="52326"/>
                    <a:pt x="26163" y="52326"/>
                  </a:cubicBezTo>
                  <a:cubicBezTo>
                    <a:pt x="27210" y="52326"/>
                    <a:pt x="28256" y="52326"/>
                    <a:pt x="29652" y="51977"/>
                  </a:cubicBezTo>
                  <a:cubicBezTo>
                    <a:pt x="32093" y="51629"/>
                    <a:pt x="34535" y="50931"/>
                    <a:pt x="36628" y="50233"/>
                  </a:cubicBezTo>
                  <a:cubicBezTo>
                    <a:pt x="38721" y="49187"/>
                    <a:pt x="40814" y="48140"/>
                    <a:pt x="42558" y="46745"/>
                  </a:cubicBezTo>
                  <a:cubicBezTo>
                    <a:pt x="43256" y="46047"/>
                    <a:pt x="44303" y="45349"/>
                    <a:pt x="45001" y="44652"/>
                  </a:cubicBezTo>
                  <a:cubicBezTo>
                    <a:pt x="49884" y="39768"/>
                    <a:pt x="52675" y="33489"/>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7" name="Freeform: Shape 66">
              <a:extLst>
                <a:ext uri="{FF2B5EF4-FFF2-40B4-BE49-F238E27FC236}">
                  <a16:creationId xmlns:a16="http://schemas.microsoft.com/office/drawing/2014/main" id="{AAA6F5DB-A7EE-7988-78FD-87F932566795}"/>
                </a:ext>
              </a:extLst>
            </p:cNvPr>
            <p:cNvSpPr/>
            <p:nvPr/>
          </p:nvSpPr>
          <p:spPr>
            <a:xfrm>
              <a:off x="3872137"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8" name="Freeform: Shape 67">
              <a:extLst>
                <a:ext uri="{FF2B5EF4-FFF2-40B4-BE49-F238E27FC236}">
                  <a16:creationId xmlns:a16="http://schemas.microsoft.com/office/drawing/2014/main" id="{325515C0-2164-A544-304F-A60EA909FAF5}"/>
                </a:ext>
              </a:extLst>
            </p:cNvPr>
            <p:cNvSpPr/>
            <p:nvPr/>
          </p:nvSpPr>
          <p:spPr>
            <a:xfrm>
              <a:off x="345352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9" name="Freeform: Shape 68">
              <a:extLst>
                <a:ext uri="{FF2B5EF4-FFF2-40B4-BE49-F238E27FC236}">
                  <a16:creationId xmlns:a16="http://schemas.microsoft.com/office/drawing/2014/main" id="{B1F893D2-753E-7C19-CE6B-E151235FCB60}"/>
                </a:ext>
              </a:extLst>
            </p:cNvPr>
            <p:cNvSpPr/>
            <p:nvPr/>
          </p:nvSpPr>
          <p:spPr>
            <a:xfrm>
              <a:off x="324422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0" name="Freeform: Shape 69">
              <a:extLst>
                <a:ext uri="{FF2B5EF4-FFF2-40B4-BE49-F238E27FC236}">
                  <a16:creationId xmlns:a16="http://schemas.microsoft.com/office/drawing/2014/main" id="{FC88BF81-9C8E-0B11-6739-D4C7A62AEA07}"/>
                </a:ext>
              </a:extLst>
            </p:cNvPr>
            <p:cNvSpPr/>
            <p:nvPr/>
          </p:nvSpPr>
          <p:spPr>
            <a:xfrm>
              <a:off x="324422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1" name="Freeform: Shape 70">
              <a:extLst>
                <a:ext uri="{FF2B5EF4-FFF2-40B4-BE49-F238E27FC236}">
                  <a16:creationId xmlns:a16="http://schemas.microsoft.com/office/drawing/2014/main" id="{749C17B7-ED68-613D-FBC1-FAE0C359A026}"/>
                </a:ext>
              </a:extLst>
            </p:cNvPr>
            <p:cNvSpPr/>
            <p:nvPr/>
          </p:nvSpPr>
          <p:spPr>
            <a:xfrm>
              <a:off x="3244223"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23023 w 52326"/>
                <a:gd name="connsiteY6" fmla="*/ 349 h 52326"/>
                <a:gd name="connsiteX7" fmla="*/ 15698 w 52326"/>
                <a:gd name="connsiteY7" fmla="*/ 2442 h 52326"/>
                <a:gd name="connsiteX8" fmla="*/ 0 w 52326"/>
                <a:gd name="connsiteY8" fmla="*/ 26512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25117" y="0"/>
                    <a:pt x="24070" y="0"/>
                    <a:pt x="23023" y="349"/>
                  </a:cubicBezTo>
                  <a:cubicBezTo>
                    <a:pt x="20582" y="698"/>
                    <a:pt x="18140" y="1395"/>
                    <a:pt x="15698" y="2442"/>
                  </a:cubicBezTo>
                  <a:cubicBezTo>
                    <a:pt x="6279" y="6279"/>
                    <a:pt x="0" y="15698"/>
                    <a:pt x="0" y="26512"/>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2" name="Freeform: Shape 71">
              <a:extLst>
                <a:ext uri="{FF2B5EF4-FFF2-40B4-BE49-F238E27FC236}">
                  <a16:creationId xmlns:a16="http://schemas.microsoft.com/office/drawing/2014/main" id="{78DD32AD-DD8E-D07C-EA90-F1F78D8BAA8F}"/>
                </a:ext>
              </a:extLst>
            </p:cNvPr>
            <p:cNvSpPr/>
            <p:nvPr/>
          </p:nvSpPr>
          <p:spPr>
            <a:xfrm>
              <a:off x="23023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3" name="Freeform: Shape 72">
              <a:extLst>
                <a:ext uri="{FF2B5EF4-FFF2-40B4-BE49-F238E27FC236}">
                  <a16:creationId xmlns:a16="http://schemas.microsoft.com/office/drawing/2014/main" id="{3B221BBF-323C-21B5-B778-3C73C8E77F00}"/>
                </a:ext>
              </a:extLst>
            </p:cNvPr>
            <p:cNvSpPr/>
            <p:nvPr/>
          </p:nvSpPr>
          <p:spPr>
            <a:xfrm>
              <a:off x="146513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4" name="Freeform: Shape 73">
              <a:extLst>
                <a:ext uri="{FF2B5EF4-FFF2-40B4-BE49-F238E27FC236}">
                  <a16:creationId xmlns:a16="http://schemas.microsoft.com/office/drawing/2014/main" id="{9988F02A-39DF-D0AF-514E-7298E9860DC5}"/>
                </a:ext>
              </a:extLst>
            </p:cNvPr>
            <p:cNvSpPr/>
            <p:nvPr/>
          </p:nvSpPr>
          <p:spPr>
            <a:xfrm>
              <a:off x="136048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5" name="Freeform: Shape 74">
              <a:extLst>
                <a:ext uri="{FF2B5EF4-FFF2-40B4-BE49-F238E27FC236}">
                  <a16:creationId xmlns:a16="http://schemas.microsoft.com/office/drawing/2014/main" id="{DEB82C59-B1CD-D511-EDE6-D58077DD792D}"/>
                </a:ext>
              </a:extLst>
            </p:cNvPr>
            <p:cNvSpPr/>
            <p:nvPr/>
          </p:nvSpPr>
          <p:spPr>
            <a:xfrm>
              <a:off x="94187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6" name="Freeform: Shape 75">
              <a:extLst>
                <a:ext uri="{FF2B5EF4-FFF2-40B4-BE49-F238E27FC236}">
                  <a16:creationId xmlns:a16="http://schemas.microsoft.com/office/drawing/2014/main" id="{07F28A3A-0536-8236-6AD9-288A285EE3E9}"/>
                </a:ext>
              </a:extLst>
            </p:cNvPr>
            <p:cNvSpPr/>
            <p:nvPr/>
          </p:nvSpPr>
          <p:spPr>
            <a:xfrm>
              <a:off x="4186094" y="4187729"/>
              <a:ext cx="52326" cy="52326"/>
            </a:xfrm>
            <a:custGeom>
              <a:avLst/>
              <a:gdLst>
                <a:gd name="connsiteX0" fmla="*/ 52326 w 52326"/>
                <a:gd name="connsiteY0" fmla="*/ 23372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52326 w 52326"/>
                <a:gd name="connsiteY5" fmla="*/ 26163 h 52326"/>
                <a:gd name="connsiteX6" fmla="*/ 52326 w 52326"/>
                <a:gd name="connsiteY6"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3372"/>
                  </a:moveTo>
                  <a:cubicBezTo>
                    <a:pt x="50931" y="10116"/>
                    <a:pt x="39768"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77" name="Freeform: Shape 76">
              <a:extLst>
                <a:ext uri="{FF2B5EF4-FFF2-40B4-BE49-F238E27FC236}">
                  <a16:creationId xmlns:a16="http://schemas.microsoft.com/office/drawing/2014/main" id="{A1903472-E190-1335-0D54-0A5FD2F010F2}"/>
                </a:ext>
              </a:extLst>
            </p:cNvPr>
            <p:cNvSpPr/>
            <p:nvPr/>
          </p:nvSpPr>
          <p:spPr>
            <a:xfrm>
              <a:off x="1360480" y="3873772"/>
              <a:ext cx="52326" cy="52326"/>
            </a:xfrm>
            <a:custGeom>
              <a:avLst/>
              <a:gdLst>
                <a:gd name="connsiteX0" fmla="*/ 26163 w 52326"/>
                <a:gd name="connsiteY0" fmla="*/ 52326 h 52326"/>
                <a:gd name="connsiteX1" fmla="*/ 52326 w 52326"/>
                <a:gd name="connsiteY1" fmla="*/ 26163 h 52326"/>
                <a:gd name="connsiteX2" fmla="*/ 45698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8" y="8721"/>
                  </a:cubicBezTo>
                  <a:cubicBezTo>
                    <a:pt x="40814" y="3140"/>
                    <a:pt x="33838" y="0"/>
                    <a:pt x="26163" y="0"/>
                  </a:cubicBezTo>
                  <a:cubicBezTo>
                    <a:pt x="11861"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78" name="Freeform: Shape 77">
              <a:extLst>
                <a:ext uri="{FF2B5EF4-FFF2-40B4-BE49-F238E27FC236}">
                  <a16:creationId xmlns:a16="http://schemas.microsoft.com/office/drawing/2014/main" id="{4D4B44BF-D86A-E172-B215-B48681A915AA}"/>
                </a:ext>
              </a:extLst>
            </p:cNvPr>
            <p:cNvSpPr/>
            <p:nvPr/>
          </p:nvSpPr>
          <p:spPr>
            <a:xfrm>
              <a:off x="26163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9" name="Freeform: Shape 78">
              <a:extLst>
                <a:ext uri="{FF2B5EF4-FFF2-40B4-BE49-F238E27FC236}">
                  <a16:creationId xmlns:a16="http://schemas.microsoft.com/office/drawing/2014/main" id="{4DB3F0F8-FEC4-77C2-A940-B9C6E3518512}"/>
                </a:ext>
              </a:extLst>
            </p:cNvPr>
            <p:cNvSpPr/>
            <p:nvPr/>
          </p:nvSpPr>
          <p:spPr>
            <a:xfrm>
              <a:off x="5755879"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 name="Freeform: Shape 79">
              <a:extLst>
                <a:ext uri="{FF2B5EF4-FFF2-40B4-BE49-F238E27FC236}">
                  <a16:creationId xmlns:a16="http://schemas.microsoft.com/office/drawing/2014/main" id="{38150164-DDB8-5544-2AE1-4752DA4604DA}"/>
                </a:ext>
              </a:extLst>
            </p:cNvPr>
            <p:cNvSpPr/>
            <p:nvPr/>
          </p:nvSpPr>
          <p:spPr>
            <a:xfrm>
              <a:off x="4918660" y="3350510"/>
              <a:ext cx="52326" cy="52326"/>
            </a:xfrm>
            <a:custGeom>
              <a:avLst/>
              <a:gdLst>
                <a:gd name="connsiteX0" fmla="*/ 18489 w 52326"/>
                <a:gd name="connsiteY0" fmla="*/ 51280 h 52326"/>
                <a:gd name="connsiteX1" fmla="*/ 22326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6" y="51977"/>
                  </a:cubicBezTo>
                  <a:cubicBezTo>
                    <a:pt x="23721" y="52326"/>
                    <a:pt x="24768" y="52326"/>
                    <a:pt x="26163" y="52326"/>
                  </a:cubicBez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81" name="Freeform: Shape 80">
              <a:extLst>
                <a:ext uri="{FF2B5EF4-FFF2-40B4-BE49-F238E27FC236}">
                  <a16:creationId xmlns:a16="http://schemas.microsoft.com/office/drawing/2014/main" id="{4FF6BFE6-277E-91F7-53B1-C2D32EC40748}"/>
                </a:ext>
              </a:extLst>
            </p:cNvPr>
            <p:cNvSpPr/>
            <p:nvPr/>
          </p:nvSpPr>
          <p:spPr>
            <a:xfrm>
              <a:off x="491866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2" name="Freeform: Shape 81">
              <a:extLst>
                <a:ext uri="{FF2B5EF4-FFF2-40B4-BE49-F238E27FC236}">
                  <a16:creationId xmlns:a16="http://schemas.microsoft.com/office/drawing/2014/main" id="{6FA3D860-3596-6816-97D5-C7F4709F31BC}"/>
                </a:ext>
              </a:extLst>
            </p:cNvPr>
            <p:cNvSpPr/>
            <p:nvPr/>
          </p:nvSpPr>
          <p:spPr>
            <a:xfrm>
              <a:off x="491866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 name="Freeform: Shape 82">
              <a:extLst>
                <a:ext uri="{FF2B5EF4-FFF2-40B4-BE49-F238E27FC236}">
                  <a16:creationId xmlns:a16="http://schemas.microsoft.com/office/drawing/2014/main" id="{3B61936F-48CD-6FDB-C936-BF7E3FF4FD3B}"/>
                </a:ext>
              </a:extLst>
            </p:cNvPr>
            <p:cNvSpPr/>
            <p:nvPr/>
          </p:nvSpPr>
          <p:spPr>
            <a:xfrm>
              <a:off x="23023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4" name="Freeform: Shape 83">
              <a:extLst>
                <a:ext uri="{FF2B5EF4-FFF2-40B4-BE49-F238E27FC236}">
                  <a16:creationId xmlns:a16="http://schemas.microsoft.com/office/drawing/2014/main" id="{5309F8A8-C422-CE48-5E16-608F01152718}"/>
                </a:ext>
              </a:extLst>
            </p:cNvPr>
            <p:cNvSpPr/>
            <p:nvPr/>
          </p:nvSpPr>
          <p:spPr>
            <a:xfrm>
              <a:off x="2093047"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5" name="Freeform: Shape 84">
              <a:extLst>
                <a:ext uri="{FF2B5EF4-FFF2-40B4-BE49-F238E27FC236}">
                  <a16:creationId xmlns:a16="http://schemas.microsoft.com/office/drawing/2014/main" id="{6F7D78BB-A304-B2BD-0046-E1F5A83140E5}"/>
                </a:ext>
              </a:extLst>
            </p:cNvPr>
            <p:cNvSpPr/>
            <p:nvPr/>
          </p:nvSpPr>
          <p:spPr>
            <a:xfrm>
              <a:off x="941871"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6" name="Freeform: Shape 85">
              <a:extLst>
                <a:ext uri="{FF2B5EF4-FFF2-40B4-BE49-F238E27FC236}">
                  <a16:creationId xmlns:a16="http://schemas.microsoft.com/office/drawing/2014/main" id="{E08AFDF8-BD63-3416-CA98-C536092D0387}"/>
                </a:ext>
              </a:extLst>
            </p:cNvPr>
            <p:cNvSpPr/>
            <p:nvPr/>
          </p:nvSpPr>
          <p:spPr>
            <a:xfrm>
              <a:off x="313957"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7" name="Freeform: Shape 86">
              <a:extLst>
                <a:ext uri="{FF2B5EF4-FFF2-40B4-BE49-F238E27FC236}">
                  <a16:creationId xmlns:a16="http://schemas.microsoft.com/office/drawing/2014/main" id="{89C8D48A-AC07-92A8-DFF2-54C68C0AC760}"/>
                </a:ext>
              </a:extLst>
            </p:cNvPr>
            <p:cNvSpPr/>
            <p:nvPr/>
          </p:nvSpPr>
          <p:spPr>
            <a:xfrm>
              <a:off x="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8" name="Freeform: Shape 87">
              <a:extLst>
                <a:ext uri="{FF2B5EF4-FFF2-40B4-BE49-F238E27FC236}">
                  <a16:creationId xmlns:a16="http://schemas.microsoft.com/office/drawing/2014/main" id="{BE4E98EF-1FDB-59A5-9150-7F16F3CCEEF6}"/>
                </a:ext>
              </a:extLst>
            </p:cNvPr>
            <p:cNvSpPr/>
            <p:nvPr/>
          </p:nvSpPr>
          <p:spPr>
            <a:xfrm>
              <a:off x="3244560" y="3978424"/>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89" name="Freeform: Shape 88">
              <a:extLst>
                <a:ext uri="{FF2B5EF4-FFF2-40B4-BE49-F238E27FC236}">
                  <a16:creationId xmlns:a16="http://schemas.microsoft.com/office/drawing/2014/main" id="{46E3E353-A78F-DE93-4DCB-5379D13CA246}"/>
                </a:ext>
              </a:extLst>
            </p:cNvPr>
            <p:cNvSpPr/>
            <p:nvPr/>
          </p:nvSpPr>
          <p:spPr>
            <a:xfrm>
              <a:off x="324422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90" name="Freeform: Shape 89">
              <a:extLst>
                <a:ext uri="{FF2B5EF4-FFF2-40B4-BE49-F238E27FC236}">
                  <a16:creationId xmlns:a16="http://schemas.microsoft.com/office/drawing/2014/main" id="{0C2F5FAA-478F-EAC6-AFF3-7F9C430DC2DA}"/>
                </a:ext>
              </a:extLst>
            </p:cNvPr>
            <p:cNvSpPr/>
            <p:nvPr/>
          </p:nvSpPr>
          <p:spPr>
            <a:xfrm>
              <a:off x="5127965" y="5338905"/>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3140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40" y="13605"/>
                  </a:cubicBezTo>
                  <a:cubicBezTo>
                    <a:pt x="3140" y="13605"/>
                    <a:pt x="3140" y="13954"/>
                    <a:pt x="3140" y="13954"/>
                  </a:cubicBezTo>
                  <a:cubicBezTo>
                    <a:pt x="2791" y="14651"/>
                    <a:pt x="2442" y="15349"/>
                    <a:pt x="2093" y="16047"/>
                  </a:cubicBezTo>
                  <a:cubicBezTo>
                    <a:pt x="698" y="19186"/>
                    <a:pt x="0" y="22675"/>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1" name="Freeform: Shape 90">
              <a:extLst>
                <a:ext uri="{FF2B5EF4-FFF2-40B4-BE49-F238E27FC236}">
                  <a16:creationId xmlns:a16="http://schemas.microsoft.com/office/drawing/2014/main" id="{84E5EBBE-0088-DE30-E7E4-78183D5244FC}"/>
                </a:ext>
              </a:extLst>
            </p:cNvPr>
            <p:cNvSpPr/>
            <p:nvPr/>
          </p:nvSpPr>
          <p:spPr>
            <a:xfrm>
              <a:off x="2093047"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80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2" name="Freeform: Shape 91">
              <a:extLst>
                <a:ext uri="{FF2B5EF4-FFF2-40B4-BE49-F238E27FC236}">
                  <a16:creationId xmlns:a16="http://schemas.microsoft.com/office/drawing/2014/main" id="{9FF58457-2893-F2AD-92C1-27761C6D735B}"/>
                </a:ext>
              </a:extLst>
            </p:cNvPr>
            <p:cNvSpPr/>
            <p:nvPr/>
          </p:nvSpPr>
          <p:spPr>
            <a:xfrm>
              <a:off x="5755879"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 name="Freeform: Shape 92">
              <a:extLst>
                <a:ext uri="{FF2B5EF4-FFF2-40B4-BE49-F238E27FC236}">
                  <a16:creationId xmlns:a16="http://schemas.microsoft.com/office/drawing/2014/main" id="{8C3CEC71-ABA9-40A3-F3D8-735A47234BBA}"/>
                </a:ext>
              </a:extLst>
            </p:cNvPr>
            <p:cNvSpPr/>
            <p:nvPr/>
          </p:nvSpPr>
          <p:spPr>
            <a:xfrm>
              <a:off x="56512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 name="Freeform: Shape 93">
              <a:extLst>
                <a:ext uri="{FF2B5EF4-FFF2-40B4-BE49-F238E27FC236}">
                  <a16:creationId xmlns:a16="http://schemas.microsoft.com/office/drawing/2014/main" id="{91BEB106-B7C6-F9D3-CB8C-36D5028CFDB2}"/>
                </a:ext>
              </a:extLst>
            </p:cNvPr>
            <p:cNvSpPr/>
            <p:nvPr/>
          </p:nvSpPr>
          <p:spPr>
            <a:xfrm>
              <a:off x="512796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95" name="Freeform: Shape 94">
              <a:extLst>
                <a:ext uri="{FF2B5EF4-FFF2-40B4-BE49-F238E27FC236}">
                  <a16:creationId xmlns:a16="http://schemas.microsoft.com/office/drawing/2014/main" id="{3842E530-C95E-400C-A111-426592F766E4}"/>
                </a:ext>
              </a:extLst>
            </p:cNvPr>
            <p:cNvSpPr/>
            <p:nvPr/>
          </p:nvSpPr>
          <p:spPr>
            <a:xfrm>
              <a:off x="251165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6" name="Freeform: Shape 95">
              <a:extLst>
                <a:ext uri="{FF2B5EF4-FFF2-40B4-BE49-F238E27FC236}">
                  <a16:creationId xmlns:a16="http://schemas.microsoft.com/office/drawing/2014/main" id="{50949A7F-CACF-6793-DB07-A24ED28F4713}"/>
                </a:ext>
              </a:extLst>
            </p:cNvPr>
            <p:cNvSpPr/>
            <p:nvPr/>
          </p:nvSpPr>
          <p:spPr>
            <a:xfrm>
              <a:off x="1674437" y="3978773"/>
              <a:ext cx="52326" cy="52326"/>
            </a:xfrm>
            <a:custGeom>
              <a:avLst/>
              <a:gdLst>
                <a:gd name="connsiteX0" fmla="*/ 40814 w 52326"/>
                <a:gd name="connsiteY0" fmla="*/ 4186 h 52326"/>
                <a:gd name="connsiteX1" fmla="*/ 37675 w 52326"/>
                <a:gd name="connsiteY1" fmla="*/ 2442 h 52326"/>
                <a:gd name="connsiteX2" fmla="*/ 33838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1" y="3140"/>
                    <a:pt x="37675" y="2442"/>
                  </a:cubicBezTo>
                  <a:cubicBezTo>
                    <a:pt x="36279" y="1744"/>
                    <a:pt x="35233" y="1395"/>
                    <a:pt x="33838" y="1047"/>
                  </a:cubicBezTo>
                  <a:cubicBezTo>
                    <a:pt x="31396" y="349"/>
                    <a:pt x="28605"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97" name="Freeform: Shape 96">
              <a:extLst>
                <a:ext uri="{FF2B5EF4-FFF2-40B4-BE49-F238E27FC236}">
                  <a16:creationId xmlns:a16="http://schemas.microsoft.com/office/drawing/2014/main" id="{34E1BCD0-BF69-03C5-A402-4F66CB9BA762}"/>
                </a:ext>
              </a:extLst>
            </p:cNvPr>
            <p:cNvSpPr/>
            <p:nvPr/>
          </p:nvSpPr>
          <p:spPr>
            <a:xfrm>
              <a:off x="13604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 name="Freeform: Shape 97">
              <a:extLst>
                <a:ext uri="{FF2B5EF4-FFF2-40B4-BE49-F238E27FC236}">
                  <a16:creationId xmlns:a16="http://schemas.microsoft.com/office/drawing/2014/main" id="{0272A723-C956-C9E0-20DB-7647FA647AAE}"/>
                </a:ext>
              </a:extLst>
            </p:cNvPr>
            <p:cNvSpPr/>
            <p:nvPr/>
          </p:nvSpPr>
          <p:spPr>
            <a:xfrm>
              <a:off x="94187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9" name="Freeform: Shape 98">
              <a:extLst>
                <a:ext uri="{FF2B5EF4-FFF2-40B4-BE49-F238E27FC236}">
                  <a16:creationId xmlns:a16="http://schemas.microsoft.com/office/drawing/2014/main" id="{78C41027-3485-656B-1A0E-1444A24617DB}"/>
                </a:ext>
              </a:extLst>
            </p:cNvPr>
            <p:cNvSpPr/>
            <p:nvPr/>
          </p:nvSpPr>
          <p:spPr>
            <a:xfrm>
              <a:off x="62791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0" name="Freeform: Shape 99">
              <a:extLst>
                <a:ext uri="{FF2B5EF4-FFF2-40B4-BE49-F238E27FC236}">
                  <a16:creationId xmlns:a16="http://schemas.microsoft.com/office/drawing/2014/main" id="{2A765AB7-5D0D-347F-724B-4D86A31BF9F5}"/>
                </a:ext>
              </a:extLst>
            </p:cNvPr>
            <p:cNvSpPr/>
            <p:nvPr/>
          </p:nvSpPr>
          <p:spPr>
            <a:xfrm>
              <a:off x="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01" name="Freeform: Shape 100">
              <a:extLst>
                <a:ext uri="{FF2B5EF4-FFF2-40B4-BE49-F238E27FC236}">
                  <a16:creationId xmlns:a16="http://schemas.microsoft.com/office/drawing/2014/main" id="{49B71FA1-8B73-BBB7-D11B-B4002424D2C4}"/>
                </a:ext>
              </a:extLst>
            </p:cNvPr>
            <p:cNvSpPr/>
            <p:nvPr/>
          </p:nvSpPr>
          <p:spPr>
            <a:xfrm>
              <a:off x="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02" name="Freeform: Shape 101">
              <a:extLst>
                <a:ext uri="{FF2B5EF4-FFF2-40B4-BE49-F238E27FC236}">
                  <a16:creationId xmlns:a16="http://schemas.microsoft.com/office/drawing/2014/main" id="{B2AB2FFC-F2B5-52F5-5FC6-D9E15D42F874}"/>
                </a:ext>
              </a:extLst>
            </p:cNvPr>
            <p:cNvSpPr/>
            <p:nvPr/>
          </p:nvSpPr>
          <p:spPr>
            <a:xfrm>
              <a:off x="5651227"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3" name="Freeform: Shape 102">
              <a:extLst>
                <a:ext uri="{FF2B5EF4-FFF2-40B4-BE49-F238E27FC236}">
                  <a16:creationId xmlns:a16="http://schemas.microsoft.com/office/drawing/2014/main" id="{5077AD3C-5102-A0E8-FB94-06AD09F795C5}"/>
                </a:ext>
              </a:extLst>
            </p:cNvPr>
            <p:cNvSpPr/>
            <p:nvPr/>
          </p:nvSpPr>
          <p:spPr>
            <a:xfrm>
              <a:off x="3453527" y="4083077"/>
              <a:ext cx="52326" cy="52326"/>
            </a:xfrm>
            <a:custGeom>
              <a:avLst/>
              <a:gdLst>
                <a:gd name="connsiteX0" fmla="*/ 26163 w 52326"/>
                <a:gd name="connsiteY0" fmla="*/ 0 h 52326"/>
                <a:gd name="connsiteX1" fmla="*/ 1046 w 52326"/>
                <a:gd name="connsiteY1" fmla="*/ 18489 h 52326"/>
                <a:gd name="connsiteX2" fmla="*/ 0 w 52326"/>
                <a:gd name="connsiteY2" fmla="*/ 26163 h 52326"/>
                <a:gd name="connsiteX3" fmla="*/ 26163 w 52326"/>
                <a:gd name="connsiteY3" fmla="*/ 52326 h 52326"/>
                <a:gd name="connsiteX4" fmla="*/ 51628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2" y="0"/>
                    <a:pt x="4535" y="7675"/>
                    <a:pt x="1046" y="18489"/>
                  </a:cubicBezTo>
                  <a:cubicBezTo>
                    <a:pt x="349" y="20930"/>
                    <a:pt x="0" y="23721"/>
                    <a:pt x="0" y="26163"/>
                  </a:cubicBezTo>
                  <a:cubicBezTo>
                    <a:pt x="0" y="40465"/>
                    <a:pt x="11861" y="52326"/>
                    <a:pt x="26163" y="52326"/>
                  </a:cubicBezTo>
                  <a:cubicBezTo>
                    <a:pt x="38721" y="52326"/>
                    <a:pt x="49187" y="43256"/>
                    <a:pt x="51628" y="31396"/>
                  </a:cubicBezTo>
                  <a:cubicBezTo>
                    <a:pt x="51977" y="29652"/>
                    <a:pt x="52326" y="2790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4" name="Freeform: Shape 103">
              <a:extLst>
                <a:ext uri="{FF2B5EF4-FFF2-40B4-BE49-F238E27FC236}">
                  <a16:creationId xmlns:a16="http://schemas.microsoft.com/office/drawing/2014/main" id="{6CE83723-CCB3-E7C6-084A-0AC8A06D8D04}"/>
                </a:ext>
              </a:extLst>
            </p:cNvPr>
            <p:cNvSpPr/>
            <p:nvPr/>
          </p:nvSpPr>
          <p:spPr>
            <a:xfrm>
              <a:off x="52326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 name="Freeform: Shape 104">
              <a:extLst>
                <a:ext uri="{FF2B5EF4-FFF2-40B4-BE49-F238E27FC236}">
                  <a16:creationId xmlns:a16="http://schemas.microsoft.com/office/drawing/2014/main" id="{79A590B7-AC04-BC1C-345C-03EFC2914174}"/>
                </a:ext>
              </a:extLst>
            </p:cNvPr>
            <p:cNvSpPr/>
            <p:nvPr/>
          </p:nvSpPr>
          <p:spPr>
            <a:xfrm>
              <a:off x="418609" y="3141206"/>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106" name="Freeform: Shape 105">
              <a:extLst>
                <a:ext uri="{FF2B5EF4-FFF2-40B4-BE49-F238E27FC236}">
                  <a16:creationId xmlns:a16="http://schemas.microsoft.com/office/drawing/2014/main" id="{40740599-6ACD-46FC-F390-89CF6B8822D3}"/>
                </a:ext>
              </a:extLst>
            </p:cNvPr>
            <p:cNvSpPr/>
            <p:nvPr/>
          </p:nvSpPr>
          <p:spPr>
            <a:xfrm>
              <a:off x="533727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 name="Freeform: Shape 106">
              <a:extLst>
                <a:ext uri="{FF2B5EF4-FFF2-40B4-BE49-F238E27FC236}">
                  <a16:creationId xmlns:a16="http://schemas.microsoft.com/office/drawing/2014/main" id="{055B4A1E-C6E8-4D0A-3B7E-EC9DA51A604A}"/>
                </a:ext>
              </a:extLst>
            </p:cNvPr>
            <p:cNvSpPr/>
            <p:nvPr/>
          </p:nvSpPr>
          <p:spPr>
            <a:xfrm>
              <a:off x="533727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 name="Freeform: Shape 107">
              <a:extLst>
                <a:ext uri="{FF2B5EF4-FFF2-40B4-BE49-F238E27FC236}">
                  <a16:creationId xmlns:a16="http://schemas.microsoft.com/office/drawing/2014/main" id="{E0EA31E9-1882-BC0A-B755-874614C69CD5}"/>
                </a:ext>
              </a:extLst>
            </p:cNvPr>
            <p:cNvSpPr/>
            <p:nvPr/>
          </p:nvSpPr>
          <p:spPr>
            <a:xfrm>
              <a:off x="533727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9" name="Freeform: Shape 108">
              <a:extLst>
                <a:ext uri="{FF2B5EF4-FFF2-40B4-BE49-F238E27FC236}">
                  <a16:creationId xmlns:a16="http://schemas.microsoft.com/office/drawing/2014/main" id="{3C17820D-5502-9E7E-A16F-B368D82AA881}"/>
                </a:ext>
              </a:extLst>
            </p:cNvPr>
            <p:cNvSpPr/>
            <p:nvPr/>
          </p:nvSpPr>
          <p:spPr>
            <a:xfrm>
              <a:off x="596518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 name="Freeform: Shape 109">
              <a:extLst>
                <a:ext uri="{FF2B5EF4-FFF2-40B4-BE49-F238E27FC236}">
                  <a16:creationId xmlns:a16="http://schemas.microsoft.com/office/drawing/2014/main" id="{020DBD8C-3B96-38EB-79B1-0C0DE32700A9}"/>
                </a:ext>
              </a:extLst>
            </p:cNvPr>
            <p:cNvSpPr/>
            <p:nvPr/>
          </p:nvSpPr>
          <p:spPr>
            <a:xfrm>
              <a:off x="554657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1" name="Freeform: Shape 110">
              <a:extLst>
                <a:ext uri="{FF2B5EF4-FFF2-40B4-BE49-F238E27FC236}">
                  <a16:creationId xmlns:a16="http://schemas.microsoft.com/office/drawing/2014/main" id="{223105D6-E1B4-7F20-962F-81CFABDC861A}"/>
                </a:ext>
              </a:extLst>
            </p:cNvPr>
            <p:cNvSpPr/>
            <p:nvPr/>
          </p:nvSpPr>
          <p:spPr>
            <a:xfrm>
              <a:off x="554657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 name="Freeform: Shape 111">
              <a:extLst>
                <a:ext uri="{FF2B5EF4-FFF2-40B4-BE49-F238E27FC236}">
                  <a16:creationId xmlns:a16="http://schemas.microsoft.com/office/drawing/2014/main" id="{1476B2D8-ACFE-3545-601E-9513435547FA}"/>
                </a:ext>
              </a:extLst>
            </p:cNvPr>
            <p:cNvSpPr/>
            <p:nvPr/>
          </p:nvSpPr>
          <p:spPr>
            <a:xfrm>
              <a:off x="523261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 name="Freeform: Shape 112">
              <a:extLst>
                <a:ext uri="{FF2B5EF4-FFF2-40B4-BE49-F238E27FC236}">
                  <a16:creationId xmlns:a16="http://schemas.microsoft.com/office/drawing/2014/main" id="{2B26A2FB-F0E4-4FA4-C5BF-BE26A0450E19}"/>
                </a:ext>
              </a:extLst>
            </p:cNvPr>
            <p:cNvSpPr/>
            <p:nvPr/>
          </p:nvSpPr>
          <p:spPr>
            <a:xfrm>
              <a:off x="46047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 name="Freeform: Shape 113">
              <a:extLst>
                <a:ext uri="{FF2B5EF4-FFF2-40B4-BE49-F238E27FC236}">
                  <a16:creationId xmlns:a16="http://schemas.microsoft.com/office/drawing/2014/main" id="{4A342819-6A5B-374D-A07E-20ABDA7F59CE}"/>
                </a:ext>
              </a:extLst>
            </p:cNvPr>
            <p:cNvSpPr/>
            <p:nvPr/>
          </p:nvSpPr>
          <p:spPr>
            <a:xfrm>
              <a:off x="439539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5" name="Freeform: Shape 114">
              <a:extLst>
                <a:ext uri="{FF2B5EF4-FFF2-40B4-BE49-F238E27FC236}">
                  <a16:creationId xmlns:a16="http://schemas.microsoft.com/office/drawing/2014/main" id="{9E6472A6-CFE0-D9ED-A6A7-ABCDB83EEF0B}"/>
                </a:ext>
              </a:extLst>
            </p:cNvPr>
            <p:cNvSpPr/>
            <p:nvPr/>
          </p:nvSpPr>
          <p:spPr>
            <a:xfrm>
              <a:off x="418609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 name="Freeform: Shape 115">
              <a:extLst>
                <a:ext uri="{FF2B5EF4-FFF2-40B4-BE49-F238E27FC236}">
                  <a16:creationId xmlns:a16="http://schemas.microsoft.com/office/drawing/2014/main" id="{6E2F4874-5295-8830-BD9A-D52ECFEEA264}"/>
                </a:ext>
              </a:extLst>
            </p:cNvPr>
            <p:cNvSpPr/>
            <p:nvPr/>
          </p:nvSpPr>
          <p:spPr>
            <a:xfrm>
              <a:off x="37674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 name="Freeform: Shape 116">
              <a:extLst>
                <a:ext uri="{FF2B5EF4-FFF2-40B4-BE49-F238E27FC236}">
                  <a16:creationId xmlns:a16="http://schemas.microsoft.com/office/drawing/2014/main" id="{EB29DCB9-6938-9CD2-0F7D-0603AD8884E8}"/>
                </a:ext>
              </a:extLst>
            </p:cNvPr>
            <p:cNvSpPr/>
            <p:nvPr/>
          </p:nvSpPr>
          <p:spPr>
            <a:xfrm>
              <a:off x="512796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8" name="Freeform: Shape 117">
              <a:extLst>
                <a:ext uri="{FF2B5EF4-FFF2-40B4-BE49-F238E27FC236}">
                  <a16:creationId xmlns:a16="http://schemas.microsoft.com/office/drawing/2014/main" id="{A1182078-DCBB-BAEF-AF59-5E66A4D1FAF0}"/>
                </a:ext>
              </a:extLst>
            </p:cNvPr>
            <p:cNvSpPr/>
            <p:nvPr/>
          </p:nvSpPr>
          <p:spPr>
            <a:xfrm>
              <a:off x="38721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9" name="Freeform: Shape 118">
              <a:extLst>
                <a:ext uri="{FF2B5EF4-FFF2-40B4-BE49-F238E27FC236}">
                  <a16:creationId xmlns:a16="http://schemas.microsoft.com/office/drawing/2014/main" id="{C7CD042B-F236-21AE-77CA-DC8FBA44112B}"/>
                </a:ext>
              </a:extLst>
            </p:cNvPr>
            <p:cNvSpPr/>
            <p:nvPr/>
          </p:nvSpPr>
          <p:spPr>
            <a:xfrm>
              <a:off x="366283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 name="Freeform: Shape 119">
              <a:extLst>
                <a:ext uri="{FF2B5EF4-FFF2-40B4-BE49-F238E27FC236}">
                  <a16:creationId xmlns:a16="http://schemas.microsoft.com/office/drawing/2014/main" id="{B31CFA89-2091-633A-AF93-B802167D90FA}"/>
                </a:ext>
              </a:extLst>
            </p:cNvPr>
            <p:cNvSpPr/>
            <p:nvPr/>
          </p:nvSpPr>
          <p:spPr>
            <a:xfrm>
              <a:off x="3453527" y="3350510"/>
              <a:ext cx="52326" cy="52326"/>
            </a:xfrm>
            <a:custGeom>
              <a:avLst/>
              <a:gdLst>
                <a:gd name="connsiteX0" fmla="*/ 26163 w 52326"/>
                <a:gd name="connsiteY0" fmla="*/ 52326 h 52326"/>
                <a:gd name="connsiteX1" fmla="*/ 26163 w 52326"/>
                <a:gd name="connsiteY1" fmla="*/ 52326 h 52326"/>
                <a:gd name="connsiteX2" fmla="*/ 38721 w 52326"/>
                <a:gd name="connsiteY2" fmla="*/ 49187 h 52326"/>
                <a:gd name="connsiteX3" fmla="*/ 52326 w 52326"/>
                <a:gd name="connsiteY3" fmla="*/ 26163 h 52326"/>
                <a:gd name="connsiteX4" fmla="*/ 26163 w 52326"/>
                <a:gd name="connsiteY4" fmla="*/ 0 h 52326"/>
                <a:gd name="connsiteX5" fmla="*/ 13605 w 52326"/>
                <a:gd name="connsiteY5" fmla="*/ 3140 h 52326"/>
                <a:gd name="connsiteX6" fmla="*/ 10465 w 52326"/>
                <a:gd name="connsiteY6" fmla="*/ 5233 h 52326"/>
                <a:gd name="connsiteX7" fmla="*/ 7675 w 52326"/>
                <a:gd name="connsiteY7" fmla="*/ 767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1" y="49187"/>
                  </a:cubicBezTo>
                  <a:cubicBezTo>
                    <a:pt x="46745" y="44652"/>
                    <a:pt x="52326" y="36280"/>
                    <a:pt x="52326" y="26163"/>
                  </a:cubicBezTo>
                  <a:cubicBezTo>
                    <a:pt x="52326" y="11861"/>
                    <a:pt x="40465" y="0"/>
                    <a:pt x="26163" y="0"/>
                  </a:cubicBezTo>
                  <a:cubicBezTo>
                    <a:pt x="21628" y="0"/>
                    <a:pt x="17442" y="1046"/>
                    <a:pt x="13605" y="3140"/>
                  </a:cubicBezTo>
                  <a:cubicBezTo>
                    <a:pt x="12558" y="3837"/>
                    <a:pt x="11512" y="4535"/>
                    <a:pt x="10465" y="5233"/>
                  </a:cubicBezTo>
                  <a:cubicBezTo>
                    <a:pt x="9419" y="5930"/>
                    <a:pt x="8372" y="6628"/>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1" name="Freeform: Shape 120">
              <a:extLst>
                <a:ext uri="{FF2B5EF4-FFF2-40B4-BE49-F238E27FC236}">
                  <a16:creationId xmlns:a16="http://schemas.microsoft.com/office/drawing/2014/main" id="{ADEAA22A-032E-A7FA-98A3-7C3B97371C44}"/>
                </a:ext>
              </a:extLst>
            </p:cNvPr>
            <p:cNvSpPr/>
            <p:nvPr/>
          </p:nvSpPr>
          <p:spPr>
            <a:xfrm>
              <a:off x="3244223"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22" name="Freeform: Shape 121">
              <a:extLst>
                <a:ext uri="{FF2B5EF4-FFF2-40B4-BE49-F238E27FC236}">
                  <a16:creationId xmlns:a16="http://schemas.microsoft.com/office/drawing/2014/main" id="{80BB8D62-152F-5926-E866-8281FFA5423C}"/>
                </a:ext>
              </a:extLst>
            </p:cNvPr>
            <p:cNvSpPr/>
            <p:nvPr/>
          </p:nvSpPr>
          <p:spPr>
            <a:xfrm>
              <a:off x="303491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3" name="Freeform: Shape 122">
              <a:extLst>
                <a:ext uri="{FF2B5EF4-FFF2-40B4-BE49-F238E27FC236}">
                  <a16:creationId xmlns:a16="http://schemas.microsoft.com/office/drawing/2014/main" id="{DF615185-BCD3-B21C-DE79-D5807F9B6548}"/>
                </a:ext>
              </a:extLst>
            </p:cNvPr>
            <p:cNvSpPr/>
            <p:nvPr/>
          </p:nvSpPr>
          <p:spPr>
            <a:xfrm>
              <a:off x="293026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4" name="Freeform: Shape 123">
              <a:extLst>
                <a:ext uri="{FF2B5EF4-FFF2-40B4-BE49-F238E27FC236}">
                  <a16:creationId xmlns:a16="http://schemas.microsoft.com/office/drawing/2014/main" id="{C96B8DFB-DD0B-2A33-F067-4AD4F0B4D5F8}"/>
                </a:ext>
              </a:extLst>
            </p:cNvPr>
            <p:cNvSpPr/>
            <p:nvPr/>
          </p:nvSpPr>
          <p:spPr>
            <a:xfrm rot="17550026">
              <a:off x="1151246" y="3978445"/>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25" name="Freeform: Shape 124">
              <a:extLst>
                <a:ext uri="{FF2B5EF4-FFF2-40B4-BE49-F238E27FC236}">
                  <a16:creationId xmlns:a16="http://schemas.microsoft.com/office/drawing/2014/main" id="{168B4F27-5927-1E38-B8C9-57045658460A}"/>
                </a:ext>
              </a:extLst>
            </p:cNvPr>
            <p:cNvSpPr/>
            <p:nvPr/>
          </p:nvSpPr>
          <p:spPr>
            <a:xfrm>
              <a:off x="94187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6" name="Freeform: Shape 125">
              <a:extLst>
                <a:ext uri="{FF2B5EF4-FFF2-40B4-BE49-F238E27FC236}">
                  <a16:creationId xmlns:a16="http://schemas.microsoft.com/office/drawing/2014/main" id="{6DEBC016-A754-D22F-F743-6521E557B212}"/>
                </a:ext>
              </a:extLst>
            </p:cNvPr>
            <p:cNvSpPr/>
            <p:nvPr/>
          </p:nvSpPr>
          <p:spPr>
            <a:xfrm>
              <a:off x="837218"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27" name="Freeform: Shape 126">
              <a:extLst>
                <a:ext uri="{FF2B5EF4-FFF2-40B4-BE49-F238E27FC236}">
                  <a16:creationId xmlns:a16="http://schemas.microsoft.com/office/drawing/2014/main" id="{94A3304E-BBBE-0EE8-71F0-BB0ED3FBFE3B}"/>
                </a:ext>
              </a:extLst>
            </p:cNvPr>
            <p:cNvSpPr/>
            <p:nvPr/>
          </p:nvSpPr>
          <p:spPr>
            <a:xfrm>
              <a:off x="73256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28" name="Freeform: Shape 127">
              <a:extLst>
                <a:ext uri="{FF2B5EF4-FFF2-40B4-BE49-F238E27FC236}">
                  <a16:creationId xmlns:a16="http://schemas.microsoft.com/office/drawing/2014/main" id="{4EBDCCFE-B238-D639-E49B-065695420FE1}"/>
                </a:ext>
              </a:extLst>
            </p:cNvPr>
            <p:cNvSpPr/>
            <p:nvPr/>
          </p:nvSpPr>
          <p:spPr>
            <a:xfrm>
              <a:off x="10465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29" name="Freeform: Shape 128">
              <a:extLst>
                <a:ext uri="{FF2B5EF4-FFF2-40B4-BE49-F238E27FC236}">
                  <a16:creationId xmlns:a16="http://schemas.microsoft.com/office/drawing/2014/main" id="{2B981F02-4768-F362-C5DC-C140A0686DE5}"/>
                </a:ext>
              </a:extLst>
            </p:cNvPr>
            <p:cNvSpPr/>
            <p:nvPr/>
          </p:nvSpPr>
          <p:spPr>
            <a:xfrm>
              <a:off x="1779090"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1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1" y="0"/>
                    <a:pt x="0" y="11861"/>
                    <a:pt x="0" y="26163"/>
                  </a:cubicBezTo>
                  <a:cubicBezTo>
                    <a:pt x="0" y="26163"/>
                    <a:pt x="0" y="26163"/>
                    <a:pt x="0" y="26163"/>
                  </a:cubicBezTo>
                  <a:cubicBezTo>
                    <a:pt x="0" y="40465"/>
                    <a:pt x="11861" y="52326"/>
                    <a:pt x="26163" y="52326"/>
                  </a:cubicBezTo>
                  <a:cubicBezTo>
                    <a:pt x="27907" y="52326"/>
                    <a:pt x="29652" y="51977"/>
                    <a:pt x="31396" y="51629"/>
                  </a:cubicBezTo>
                  <a:cubicBezTo>
                    <a:pt x="33838" y="51279"/>
                    <a:pt x="36280" y="50233"/>
                    <a:pt x="38373" y="49187"/>
                  </a:cubicBezTo>
                  <a:cubicBezTo>
                    <a:pt x="38373" y="49187"/>
                    <a:pt x="38721" y="49187"/>
                    <a:pt x="38721" y="49187"/>
                  </a:cubicBezTo>
                  <a:cubicBezTo>
                    <a:pt x="46745"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30" name="Freeform: Shape 129">
              <a:extLst>
                <a:ext uri="{FF2B5EF4-FFF2-40B4-BE49-F238E27FC236}">
                  <a16:creationId xmlns:a16="http://schemas.microsoft.com/office/drawing/2014/main" id="{6FA682E6-6E3F-B61E-9D98-36C2213A72F0}"/>
                </a:ext>
              </a:extLst>
            </p:cNvPr>
            <p:cNvSpPr/>
            <p:nvPr/>
          </p:nvSpPr>
          <p:spPr>
            <a:xfrm>
              <a:off x="1988394" y="5338905"/>
              <a:ext cx="52326" cy="52326"/>
            </a:xfrm>
            <a:custGeom>
              <a:avLst/>
              <a:gdLst>
                <a:gd name="connsiteX0" fmla="*/ 26163 w 52326"/>
                <a:gd name="connsiteY0" fmla="*/ 0 h 52326"/>
                <a:gd name="connsiteX1" fmla="*/ 3140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6" y="0"/>
                    <a:pt x="7675" y="5581"/>
                    <a:pt x="3140" y="13605"/>
                  </a:cubicBezTo>
                  <a:cubicBezTo>
                    <a:pt x="1046" y="17442"/>
                    <a:pt x="0" y="21628"/>
                    <a:pt x="0" y="26163"/>
                  </a:cubicBezTo>
                  <a:cubicBezTo>
                    <a:pt x="0" y="40465"/>
                    <a:pt x="11861" y="52326"/>
                    <a:pt x="26163" y="52326"/>
                  </a:cubicBezTo>
                  <a:cubicBezTo>
                    <a:pt x="35931" y="52326"/>
                    <a:pt x="44652" y="46745"/>
                    <a:pt x="49187" y="38721"/>
                  </a:cubicBezTo>
                  <a:cubicBezTo>
                    <a:pt x="51280"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31" name="Freeform: Shape 130">
              <a:extLst>
                <a:ext uri="{FF2B5EF4-FFF2-40B4-BE49-F238E27FC236}">
                  <a16:creationId xmlns:a16="http://schemas.microsoft.com/office/drawing/2014/main" id="{0B6C18AF-DA92-AA21-9F0D-7415A8617DB3}"/>
                </a:ext>
              </a:extLst>
            </p:cNvPr>
            <p:cNvSpPr/>
            <p:nvPr/>
          </p:nvSpPr>
          <p:spPr>
            <a:xfrm>
              <a:off x="1255828" y="4815643"/>
              <a:ext cx="52326" cy="52326"/>
            </a:xfrm>
            <a:custGeom>
              <a:avLst/>
              <a:gdLst>
                <a:gd name="connsiteX0" fmla="*/ 38721 w 52326"/>
                <a:gd name="connsiteY0" fmla="*/ 3140 h 52326"/>
                <a:gd name="connsiteX1" fmla="*/ 26163 w 52326"/>
                <a:gd name="connsiteY1" fmla="*/ 0 h 52326"/>
                <a:gd name="connsiteX2" fmla="*/ 0 w 52326"/>
                <a:gd name="connsiteY2" fmla="*/ 26163 h 52326"/>
                <a:gd name="connsiteX3" fmla="*/ 13605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1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1" y="3140"/>
                  </a:moveTo>
                  <a:cubicBezTo>
                    <a:pt x="34884" y="1046"/>
                    <a:pt x="30698" y="0"/>
                    <a:pt x="26163" y="0"/>
                  </a:cubicBezTo>
                  <a:cubicBezTo>
                    <a:pt x="11861" y="0"/>
                    <a:pt x="0" y="11861"/>
                    <a:pt x="0" y="26163"/>
                  </a:cubicBezTo>
                  <a:cubicBezTo>
                    <a:pt x="0" y="35931"/>
                    <a:pt x="5581" y="44652"/>
                    <a:pt x="13605" y="49187"/>
                  </a:cubicBezTo>
                  <a:cubicBezTo>
                    <a:pt x="17442" y="51280"/>
                    <a:pt x="21628" y="52326"/>
                    <a:pt x="26163" y="52326"/>
                  </a:cubicBezTo>
                  <a:lnTo>
                    <a:pt x="26163" y="52326"/>
                  </a:lnTo>
                  <a:cubicBezTo>
                    <a:pt x="40466" y="52326"/>
                    <a:pt x="52326" y="40465"/>
                    <a:pt x="52326" y="26163"/>
                  </a:cubicBezTo>
                  <a:cubicBezTo>
                    <a:pt x="52326" y="16396"/>
                    <a:pt x="46745" y="7675"/>
                    <a:pt x="38721" y="3140"/>
                  </a:cubicBezTo>
                  <a:close/>
                </a:path>
              </a:pathLst>
            </a:custGeom>
            <a:grpFill/>
            <a:ln w="3488" cap="flat">
              <a:noFill/>
              <a:prstDash val="solid"/>
              <a:miter/>
            </a:ln>
          </p:spPr>
          <p:txBody>
            <a:bodyPr rtlCol="0" anchor="ctr"/>
            <a:lstStyle/>
            <a:p>
              <a:endParaRPr lang="en-ID"/>
            </a:p>
          </p:txBody>
        </p:sp>
        <p:sp>
          <p:nvSpPr>
            <p:cNvPr id="132" name="Freeform: Shape 131">
              <a:extLst>
                <a:ext uri="{FF2B5EF4-FFF2-40B4-BE49-F238E27FC236}">
                  <a16:creationId xmlns:a16="http://schemas.microsoft.com/office/drawing/2014/main" id="{B4968732-0780-F770-AFED-68854718A383}"/>
                </a:ext>
              </a:extLst>
            </p:cNvPr>
            <p:cNvSpPr/>
            <p:nvPr/>
          </p:nvSpPr>
          <p:spPr>
            <a:xfrm>
              <a:off x="57558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 name="Freeform: Shape 132">
              <a:extLst>
                <a:ext uri="{FF2B5EF4-FFF2-40B4-BE49-F238E27FC236}">
                  <a16:creationId xmlns:a16="http://schemas.microsoft.com/office/drawing/2014/main" id="{6DCED16D-4FAE-7B3C-537F-71523BFDFC32}"/>
                </a:ext>
              </a:extLst>
            </p:cNvPr>
            <p:cNvSpPr/>
            <p:nvPr/>
          </p:nvSpPr>
          <p:spPr>
            <a:xfrm>
              <a:off x="46047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 name="Freeform: Shape 133">
              <a:extLst>
                <a:ext uri="{FF2B5EF4-FFF2-40B4-BE49-F238E27FC236}">
                  <a16:creationId xmlns:a16="http://schemas.microsoft.com/office/drawing/2014/main" id="{14C9E974-A0CA-20A6-8BEA-A2EFB315CEDD}"/>
                </a:ext>
              </a:extLst>
            </p:cNvPr>
            <p:cNvSpPr/>
            <p:nvPr/>
          </p:nvSpPr>
          <p:spPr>
            <a:xfrm>
              <a:off x="418609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5" name="Freeform: Shape 134">
              <a:extLst>
                <a:ext uri="{FF2B5EF4-FFF2-40B4-BE49-F238E27FC236}">
                  <a16:creationId xmlns:a16="http://schemas.microsoft.com/office/drawing/2014/main" id="{4D667BD7-C0E1-1F62-3C1E-8AFDA527D33C}"/>
                </a:ext>
              </a:extLst>
            </p:cNvPr>
            <p:cNvSpPr/>
            <p:nvPr/>
          </p:nvSpPr>
          <p:spPr>
            <a:xfrm>
              <a:off x="397678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 name="Freeform: Shape 135">
              <a:extLst>
                <a:ext uri="{FF2B5EF4-FFF2-40B4-BE49-F238E27FC236}">
                  <a16:creationId xmlns:a16="http://schemas.microsoft.com/office/drawing/2014/main" id="{85297408-FD9C-3785-BFEE-AFE349ECEDFD}"/>
                </a:ext>
              </a:extLst>
            </p:cNvPr>
            <p:cNvSpPr/>
            <p:nvPr/>
          </p:nvSpPr>
          <p:spPr>
            <a:xfrm>
              <a:off x="544192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7" name="Freeform: Shape 136">
              <a:extLst>
                <a:ext uri="{FF2B5EF4-FFF2-40B4-BE49-F238E27FC236}">
                  <a16:creationId xmlns:a16="http://schemas.microsoft.com/office/drawing/2014/main" id="{9723B484-ED22-FDB3-C878-0D7BCB87D481}"/>
                </a:ext>
              </a:extLst>
            </p:cNvPr>
            <p:cNvSpPr/>
            <p:nvPr/>
          </p:nvSpPr>
          <p:spPr>
            <a:xfrm>
              <a:off x="491866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8" name="Freeform: Shape 137">
              <a:extLst>
                <a:ext uri="{FF2B5EF4-FFF2-40B4-BE49-F238E27FC236}">
                  <a16:creationId xmlns:a16="http://schemas.microsoft.com/office/drawing/2014/main" id="{82F2C35C-C6A4-1039-93DB-1840B0B1BDAD}"/>
                </a:ext>
              </a:extLst>
            </p:cNvPr>
            <p:cNvSpPr/>
            <p:nvPr/>
          </p:nvSpPr>
          <p:spPr>
            <a:xfrm>
              <a:off x="47093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9" name="Freeform: Shape 138">
              <a:extLst>
                <a:ext uri="{FF2B5EF4-FFF2-40B4-BE49-F238E27FC236}">
                  <a16:creationId xmlns:a16="http://schemas.microsoft.com/office/drawing/2014/main" id="{ADD2AFD9-676B-F1BB-4521-856A7996BDD4}"/>
                </a:ext>
              </a:extLst>
            </p:cNvPr>
            <p:cNvSpPr/>
            <p:nvPr/>
          </p:nvSpPr>
          <p:spPr>
            <a:xfrm>
              <a:off x="38721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0" name="Freeform: Shape 139">
              <a:extLst>
                <a:ext uri="{FF2B5EF4-FFF2-40B4-BE49-F238E27FC236}">
                  <a16:creationId xmlns:a16="http://schemas.microsoft.com/office/drawing/2014/main" id="{B94AF9ED-EF32-1F0F-EEB5-AA148DC4064E}"/>
                </a:ext>
              </a:extLst>
            </p:cNvPr>
            <p:cNvSpPr/>
            <p:nvPr/>
          </p:nvSpPr>
          <p:spPr>
            <a:xfrm>
              <a:off x="3034918"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8" y="46396"/>
                    <a:pt x="49884" y="37326"/>
                  </a:cubicBezTo>
                  <a:cubicBezTo>
                    <a:pt x="50931" y="34884"/>
                    <a:pt x="51628" y="32442"/>
                    <a:pt x="51977" y="29652"/>
                  </a:cubicBezTo>
                  <a:cubicBezTo>
                    <a:pt x="51977" y="28605"/>
                    <a:pt x="52326" y="27558"/>
                    <a:pt x="52326" y="26163"/>
                  </a:cubicBezTo>
                  <a:cubicBezTo>
                    <a:pt x="52326" y="11860"/>
                    <a:pt x="40465" y="0"/>
                    <a:pt x="26163" y="0"/>
                  </a:cubicBezTo>
                  <a:lnTo>
                    <a:pt x="26163" y="0"/>
                  </a:lnTo>
                  <a:cubicBezTo>
                    <a:pt x="15349" y="0"/>
                    <a:pt x="5930" y="6628"/>
                    <a:pt x="2093" y="16047"/>
                  </a:cubicBezTo>
                  <a:cubicBezTo>
                    <a:pt x="1046" y="18140"/>
                    <a:pt x="698" y="20582"/>
                    <a:pt x="349" y="22675"/>
                  </a:cubicBezTo>
                  <a:cubicBezTo>
                    <a:pt x="349" y="23721"/>
                    <a:pt x="0" y="25116"/>
                    <a:pt x="0" y="26163"/>
                  </a:cubicBezTo>
                  <a:cubicBezTo>
                    <a:pt x="0" y="40814"/>
                    <a:pt x="11861" y="52675"/>
                    <a:pt x="26163" y="52675"/>
                  </a:cubicBezTo>
                  <a:close/>
                </a:path>
              </a:pathLst>
            </a:custGeom>
            <a:grpFill/>
            <a:ln w="3488" cap="flat">
              <a:noFill/>
              <a:prstDash val="solid"/>
              <a:miter/>
            </a:ln>
          </p:spPr>
          <p:txBody>
            <a:bodyPr rtlCol="0" anchor="ctr"/>
            <a:lstStyle/>
            <a:p>
              <a:endParaRPr lang="en-ID"/>
            </a:p>
          </p:txBody>
        </p:sp>
        <p:sp>
          <p:nvSpPr>
            <p:cNvPr id="141" name="Freeform: Shape 140">
              <a:extLst>
                <a:ext uri="{FF2B5EF4-FFF2-40B4-BE49-F238E27FC236}">
                  <a16:creationId xmlns:a16="http://schemas.microsoft.com/office/drawing/2014/main" id="{74498C3F-5E2D-AB58-A0D4-327C8052A951}"/>
                </a:ext>
              </a:extLst>
            </p:cNvPr>
            <p:cNvSpPr/>
            <p:nvPr/>
          </p:nvSpPr>
          <p:spPr>
            <a:xfrm>
              <a:off x="28256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2" name="Freeform: Shape 141">
              <a:extLst>
                <a:ext uri="{FF2B5EF4-FFF2-40B4-BE49-F238E27FC236}">
                  <a16:creationId xmlns:a16="http://schemas.microsoft.com/office/drawing/2014/main" id="{772CAFBD-47B1-4039-9DF3-E040306591EE}"/>
                </a:ext>
              </a:extLst>
            </p:cNvPr>
            <p:cNvSpPr/>
            <p:nvPr/>
          </p:nvSpPr>
          <p:spPr>
            <a:xfrm>
              <a:off x="23023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3" name="Freeform: Shape 142">
              <a:extLst>
                <a:ext uri="{FF2B5EF4-FFF2-40B4-BE49-F238E27FC236}">
                  <a16:creationId xmlns:a16="http://schemas.microsoft.com/office/drawing/2014/main" id="{6AD1DFD9-D112-3D15-6CDE-AEE4B25B429A}"/>
                </a:ext>
              </a:extLst>
            </p:cNvPr>
            <p:cNvSpPr/>
            <p:nvPr/>
          </p:nvSpPr>
          <p:spPr>
            <a:xfrm>
              <a:off x="94187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 name="Freeform: Shape 143">
              <a:extLst>
                <a:ext uri="{FF2B5EF4-FFF2-40B4-BE49-F238E27FC236}">
                  <a16:creationId xmlns:a16="http://schemas.microsoft.com/office/drawing/2014/main" id="{DE9497A0-9BEB-4384-2AA6-8D163DA8FD4B}"/>
                </a:ext>
              </a:extLst>
            </p:cNvPr>
            <p:cNvSpPr/>
            <p:nvPr/>
          </p:nvSpPr>
          <p:spPr>
            <a:xfrm>
              <a:off x="20930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5" name="Freeform: Shape 144">
              <a:extLst>
                <a:ext uri="{FF2B5EF4-FFF2-40B4-BE49-F238E27FC236}">
                  <a16:creationId xmlns:a16="http://schemas.microsoft.com/office/drawing/2014/main" id="{BAAB5D85-87DB-EF98-5114-E6B7697D25E6}"/>
                </a:ext>
              </a:extLst>
            </p:cNvPr>
            <p:cNvSpPr/>
            <p:nvPr/>
          </p:nvSpPr>
          <p:spPr>
            <a:xfrm>
              <a:off x="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6" name="Freeform: Shape 145">
              <a:extLst>
                <a:ext uri="{FF2B5EF4-FFF2-40B4-BE49-F238E27FC236}">
                  <a16:creationId xmlns:a16="http://schemas.microsoft.com/office/drawing/2014/main" id="{05E36F71-DD9D-590A-BB34-8D3A66557D95}"/>
                </a:ext>
              </a:extLst>
            </p:cNvPr>
            <p:cNvSpPr/>
            <p:nvPr/>
          </p:nvSpPr>
          <p:spPr>
            <a:xfrm>
              <a:off x="512796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7" name="Freeform: Shape 146">
              <a:extLst>
                <a:ext uri="{FF2B5EF4-FFF2-40B4-BE49-F238E27FC236}">
                  <a16:creationId xmlns:a16="http://schemas.microsoft.com/office/drawing/2014/main" id="{8324345A-4CF6-D622-3767-2B40830DABF5}"/>
                </a:ext>
              </a:extLst>
            </p:cNvPr>
            <p:cNvSpPr/>
            <p:nvPr/>
          </p:nvSpPr>
          <p:spPr>
            <a:xfrm>
              <a:off x="5127965"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1"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148" name="Freeform: Shape 147">
              <a:extLst>
                <a:ext uri="{FF2B5EF4-FFF2-40B4-BE49-F238E27FC236}">
                  <a16:creationId xmlns:a16="http://schemas.microsoft.com/office/drawing/2014/main" id="{AAC85DC1-A89C-DF30-184E-2C2C05A1526E}"/>
                </a:ext>
              </a:extLst>
            </p:cNvPr>
            <p:cNvSpPr/>
            <p:nvPr/>
          </p:nvSpPr>
          <p:spPr>
            <a:xfrm>
              <a:off x="2511656"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49" name="Freeform: Shape 148">
              <a:extLst>
                <a:ext uri="{FF2B5EF4-FFF2-40B4-BE49-F238E27FC236}">
                  <a16:creationId xmlns:a16="http://schemas.microsoft.com/office/drawing/2014/main" id="{3294E5A1-F20C-87C2-8C34-5671104F549F}"/>
                </a:ext>
              </a:extLst>
            </p:cNvPr>
            <p:cNvSpPr/>
            <p:nvPr/>
          </p:nvSpPr>
          <p:spPr>
            <a:xfrm>
              <a:off x="6069836" y="3350510"/>
              <a:ext cx="51990" cy="52674"/>
            </a:xfrm>
            <a:custGeom>
              <a:avLst/>
              <a:gdLst>
                <a:gd name="connsiteX0" fmla="*/ 36280 w 51990"/>
                <a:gd name="connsiteY0" fmla="*/ 2093 h 52674"/>
                <a:gd name="connsiteX1" fmla="*/ 26163 w 51990"/>
                <a:gd name="connsiteY1" fmla="*/ 0 h 52674"/>
                <a:gd name="connsiteX2" fmla="*/ 26163 w 51990"/>
                <a:gd name="connsiteY2" fmla="*/ 0 h 52674"/>
                <a:gd name="connsiteX3" fmla="*/ 20930 w 51990"/>
                <a:gd name="connsiteY3" fmla="*/ 698 h 52674"/>
                <a:gd name="connsiteX4" fmla="*/ 18489 w 51990"/>
                <a:gd name="connsiteY4" fmla="*/ 1395 h 52674"/>
                <a:gd name="connsiteX5" fmla="*/ 2093 w 51990"/>
                <a:gd name="connsiteY5" fmla="*/ 16047 h 52674"/>
                <a:gd name="connsiteX6" fmla="*/ 0 w 51990"/>
                <a:gd name="connsiteY6" fmla="*/ 26163 h 52674"/>
                <a:gd name="connsiteX7" fmla="*/ 0 w 51990"/>
                <a:gd name="connsiteY7" fmla="*/ 28954 h 52674"/>
                <a:gd name="connsiteX8" fmla="*/ 18140 w 51990"/>
                <a:gd name="connsiteY8" fmla="*/ 51280 h 52674"/>
                <a:gd name="connsiteX9" fmla="*/ 20582 w 51990"/>
                <a:gd name="connsiteY9" fmla="*/ 51977 h 52674"/>
                <a:gd name="connsiteX10" fmla="*/ 25814 w 51990"/>
                <a:gd name="connsiteY10" fmla="*/ 52675 h 52674"/>
                <a:gd name="connsiteX11" fmla="*/ 25814 w 51990"/>
                <a:gd name="connsiteY11" fmla="*/ 52675 h 52674"/>
                <a:gd name="connsiteX12" fmla="*/ 35931 w 51990"/>
                <a:gd name="connsiteY12" fmla="*/ 50582 h 52674"/>
                <a:gd name="connsiteX13" fmla="*/ 51977 w 51990"/>
                <a:gd name="connsiteY13" fmla="*/ 26512 h 52674"/>
                <a:gd name="connsiteX14" fmla="*/ 36280 w 51990"/>
                <a:gd name="connsiteY14" fmla="*/ 209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90" h="52674">
                  <a:moveTo>
                    <a:pt x="36280" y="2093"/>
                  </a:moveTo>
                  <a:cubicBezTo>
                    <a:pt x="33140" y="698"/>
                    <a:pt x="29652" y="0"/>
                    <a:pt x="26163" y="0"/>
                  </a:cubicBezTo>
                  <a:lnTo>
                    <a:pt x="26163" y="0"/>
                  </a:lnTo>
                  <a:cubicBezTo>
                    <a:pt x="24419" y="0"/>
                    <a:pt x="22675" y="349"/>
                    <a:pt x="20930" y="698"/>
                  </a:cubicBezTo>
                  <a:cubicBezTo>
                    <a:pt x="20233" y="1046"/>
                    <a:pt x="19186" y="1046"/>
                    <a:pt x="18489" y="1395"/>
                  </a:cubicBezTo>
                  <a:cubicBezTo>
                    <a:pt x="11163" y="3837"/>
                    <a:pt x="5233" y="9070"/>
                    <a:pt x="2093" y="16047"/>
                  </a:cubicBezTo>
                  <a:cubicBezTo>
                    <a:pt x="698" y="19186"/>
                    <a:pt x="0" y="22675"/>
                    <a:pt x="0" y="26163"/>
                  </a:cubicBezTo>
                  <a:cubicBezTo>
                    <a:pt x="0" y="27210"/>
                    <a:pt x="0" y="27907"/>
                    <a:pt x="0" y="28954"/>
                  </a:cubicBezTo>
                  <a:cubicBezTo>
                    <a:pt x="1047" y="39419"/>
                    <a:pt x="8372" y="48140"/>
                    <a:pt x="18140" y="51280"/>
                  </a:cubicBezTo>
                  <a:cubicBezTo>
                    <a:pt x="18838" y="51628"/>
                    <a:pt x="19884" y="51628"/>
                    <a:pt x="20582" y="51977"/>
                  </a:cubicBezTo>
                  <a:cubicBezTo>
                    <a:pt x="22326" y="52326"/>
                    <a:pt x="24070" y="52675"/>
                    <a:pt x="25814" y="52675"/>
                  </a:cubicBezTo>
                  <a:lnTo>
                    <a:pt x="25814" y="52675"/>
                  </a:lnTo>
                  <a:cubicBezTo>
                    <a:pt x="29303" y="52675"/>
                    <a:pt x="32791" y="51977"/>
                    <a:pt x="35931" y="50582"/>
                  </a:cubicBezTo>
                  <a:cubicBezTo>
                    <a:pt x="45349" y="46745"/>
                    <a:pt x="51977" y="37326"/>
                    <a:pt x="51977" y="26512"/>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150" name="Freeform: Shape 149">
              <a:extLst>
                <a:ext uri="{FF2B5EF4-FFF2-40B4-BE49-F238E27FC236}">
                  <a16:creationId xmlns:a16="http://schemas.microsoft.com/office/drawing/2014/main" id="{F13BDBFD-7D74-C4FA-0673-00317865C945}"/>
                </a:ext>
              </a:extLst>
            </p:cNvPr>
            <p:cNvSpPr/>
            <p:nvPr/>
          </p:nvSpPr>
          <p:spPr>
            <a:xfrm>
              <a:off x="4081442"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51" name="Freeform: Shape 150">
              <a:extLst>
                <a:ext uri="{FF2B5EF4-FFF2-40B4-BE49-F238E27FC236}">
                  <a16:creationId xmlns:a16="http://schemas.microsoft.com/office/drawing/2014/main" id="{7C4BB122-F500-67C4-D5E0-D83A972D8D06}"/>
                </a:ext>
              </a:extLst>
            </p:cNvPr>
            <p:cNvSpPr/>
            <p:nvPr/>
          </p:nvSpPr>
          <p:spPr>
            <a:xfrm>
              <a:off x="4081442"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2" name="Freeform: Shape 151">
              <a:extLst>
                <a:ext uri="{FF2B5EF4-FFF2-40B4-BE49-F238E27FC236}">
                  <a16:creationId xmlns:a16="http://schemas.microsoft.com/office/drawing/2014/main" id="{6053160E-78DA-F8F7-1C5D-033EA7F5B705}"/>
                </a:ext>
              </a:extLst>
            </p:cNvPr>
            <p:cNvSpPr/>
            <p:nvPr/>
          </p:nvSpPr>
          <p:spPr>
            <a:xfrm>
              <a:off x="3662832"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3" name="Freeform: Shape 152">
              <a:extLst>
                <a:ext uri="{FF2B5EF4-FFF2-40B4-BE49-F238E27FC236}">
                  <a16:creationId xmlns:a16="http://schemas.microsoft.com/office/drawing/2014/main" id="{EAB827FB-BBC1-B592-EB0E-69A7262EFFE2}"/>
                </a:ext>
              </a:extLst>
            </p:cNvPr>
            <p:cNvSpPr/>
            <p:nvPr/>
          </p:nvSpPr>
          <p:spPr>
            <a:xfrm>
              <a:off x="3139570" y="5443557"/>
              <a:ext cx="52326" cy="52326"/>
            </a:xfrm>
            <a:custGeom>
              <a:avLst/>
              <a:gdLst>
                <a:gd name="connsiteX0" fmla="*/ 26163 w 52326"/>
                <a:gd name="connsiteY0" fmla="*/ 52326 h 52326"/>
                <a:gd name="connsiteX1" fmla="*/ 26163 w 52326"/>
                <a:gd name="connsiteY1" fmla="*/ 52326 h 52326"/>
                <a:gd name="connsiteX2" fmla="*/ 33838 w 52326"/>
                <a:gd name="connsiteY2" fmla="*/ 51279 h 52326"/>
                <a:gd name="connsiteX3" fmla="*/ 37326 w 52326"/>
                <a:gd name="connsiteY3" fmla="*/ 49884 h 52326"/>
                <a:gd name="connsiteX4" fmla="*/ 40814 w 52326"/>
                <a:gd name="connsiteY4" fmla="*/ 47791 h 52326"/>
                <a:gd name="connsiteX5" fmla="*/ 52326 w 52326"/>
                <a:gd name="connsiteY5" fmla="*/ 26163 h 52326"/>
                <a:gd name="connsiteX6" fmla="*/ 26163 w 52326"/>
                <a:gd name="connsiteY6" fmla="*/ 0 h 52326"/>
                <a:gd name="connsiteX7" fmla="*/ 18489 w 52326"/>
                <a:gd name="connsiteY7" fmla="*/ 1047 h 52326"/>
                <a:gd name="connsiteX8" fmla="*/ 15000 w 52326"/>
                <a:gd name="connsiteY8" fmla="*/ 2442 h 52326"/>
                <a:gd name="connsiteX9" fmla="*/ 11512 w 52326"/>
                <a:gd name="connsiteY9" fmla="*/ 4535 h 52326"/>
                <a:gd name="connsiteX10" fmla="*/ 0 w 52326"/>
                <a:gd name="connsiteY10" fmla="*/ 26163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28954" y="52326"/>
                    <a:pt x="31396" y="51977"/>
                    <a:pt x="33838" y="51279"/>
                  </a:cubicBezTo>
                  <a:cubicBezTo>
                    <a:pt x="34884" y="50931"/>
                    <a:pt x="36280" y="50582"/>
                    <a:pt x="37326" y="49884"/>
                  </a:cubicBezTo>
                  <a:cubicBezTo>
                    <a:pt x="38373" y="49187"/>
                    <a:pt x="39768" y="48838"/>
                    <a:pt x="40814" y="47791"/>
                  </a:cubicBezTo>
                  <a:cubicBezTo>
                    <a:pt x="47791" y="43256"/>
                    <a:pt x="52326" y="35233"/>
                    <a:pt x="52326" y="26163"/>
                  </a:cubicBezTo>
                  <a:cubicBezTo>
                    <a:pt x="52326" y="11861"/>
                    <a:pt x="40465" y="0"/>
                    <a:pt x="26163" y="0"/>
                  </a:cubicBezTo>
                  <a:cubicBezTo>
                    <a:pt x="23372" y="0"/>
                    <a:pt x="20930" y="349"/>
                    <a:pt x="18489" y="1047"/>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4" name="Freeform: Shape 153">
              <a:extLst>
                <a:ext uri="{FF2B5EF4-FFF2-40B4-BE49-F238E27FC236}">
                  <a16:creationId xmlns:a16="http://schemas.microsoft.com/office/drawing/2014/main" id="{007735D3-8514-4059-E1EB-737E7FEF2159}"/>
                </a:ext>
              </a:extLst>
            </p:cNvPr>
            <p:cNvSpPr/>
            <p:nvPr/>
          </p:nvSpPr>
          <p:spPr>
            <a:xfrm>
              <a:off x="272096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5" name="Freeform: Shape 154">
              <a:extLst>
                <a:ext uri="{FF2B5EF4-FFF2-40B4-BE49-F238E27FC236}">
                  <a16:creationId xmlns:a16="http://schemas.microsoft.com/office/drawing/2014/main" id="{B0B3F024-7A9B-4AC3-FB87-B4641C69C6C2}"/>
                </a:ext>
              </a:extLst>
            </p:cNvPr>
            <p:cNvSpPr/>
            <p:nvPr/>
          </p:nvSpPr>
          <p:spPr>
            <a:xfrm>
              <a:off x="2093047" y="5443557"/>
              <a:ext cx="52326" cy="52326"/>
            </a:xfrm>
            <a:custGeom>
              <a:avLst/>
              <a:gdLst>
                <a:gd name="connsiteX0" fmla="*/ 33838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8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8"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8" y="1047"/>
                  </a:cubicBezTo>
                  <a:close/>
                </a:path>
              </a:pathLst>
            </a:custGeom>
            <a:grpFill/>
            <a:ln w="3488" cap="flat">
              <a:noFill/>
              <a:prstDash val="solid"/>
              <a:miter/>
            </a:ln>
          </p:spPr>
          <p:txBody>
            <a:bodyPr rtlCol="0" anchor="ctr"/>
            <a:lstStyle/>
            <a:p>
              <a:endParaRPr lang="en-ID"/>
            </a:p>
          </p:txBody>
        </p:sp>
        <p:sp>
          <p:nvSpPr>
            <p:cNvPr id="156" name="Freeform: Shape 155">
              <a:extLst>
                <a:ext uri="{FF2B5EF4-FFF2-40B4-BE49-F238E27FC236}">
                  <a16:creationId xmlns:a16="http://schemas.microsoft.com/office/drawing/2014/main" id="{074E9A9A-1C54-83C3-CEE4-6479BD575C8B}"/>
                </a:ext>
              </a:extLst>
            </p:cNvPr>
            <p:cNvSpPr/>
            <p:nvPr/>
          </p:nvSpPr>
          <p:spPr>
            <a:xfrm>
              <a:off x="2093047" y="3664467"/>
              <a:ext cx="52326" cy="52326"/>
            </a:xfrm>
            <a:custGeom>
              <a:avLst/>
              <a:gdLst>
                <a:gd name="connsiteX0" fmla="*/ 26163 w 52326"/>
                <a:gd name="connsiteY0" fmla="*/ 52326 h 52326"/>
                <a:gd name="connsiteX1" fmla="*/ 26163 w 52326"/>
                <a:gd name="connsiteY1" fmla="*/ 52326 h 52326"/>
                <a:gd name="connsiteX2" fmla="*/ 44652 w 52326"/>
                <a:gd name="connsiteY2" fmla="*/ 44652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3489" y="52326"/>
                    <a:pt x="39768" y="49535"/>
                    <a:pt x="44652" y="44652"/>
                  </a:cubicBezTo>
                  <a:cubicBezTo>
                    <a:pt x="49535" y="39768"/>
                    <a:pt x="52326" y="33489"/>
                    <a:pt x="52326" y="26163"/>
                  </a:cubicBezTo>
                  <a:cubicBezTo>
                    <a:pt x="52326" y="11861"/>
                    <a:pt x="40465" y="0"/>
                    <a:pt x="26163" y="0"/>
                  </a:cubicBezTo>
                  <a:cubicBezTo>
                    <a:pt x="18838" y="0"/>
                    <a:pt x="12558" y="2791"/>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7" name="Freeform: Shape 156">
              <a:extLst>
                <a:ext uri="{FF2B5EF4-FFF2-40B4-BE49-F238E27FC236}">
                  <a16:creationId xmlns:a16="http://schemas.microsoft.com/office/drawing/2014/main" id="{943E16D2-515F-95C1-92FF-6F7501B0C154}"/>
                </a:ext>
              </a:extLst>
            </p:cNvPr>
            <p:cNvSpPr/>
            <p:nvPr/>
          </p:nvSpPr>
          <p:spPr>
            <a:xfrm>
              <a:off x="62791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8" name="Freeform: Shape 157">
              <a:extLst>
                <a:ext uri="{FF2B5EF4-FFF2-40B4-BE49-F238E27FC236}">
                  <a16:creationId xmlns:a16="http://schemas.microsoft.com/office/drawing/2014/main" id="{C6A6CAB4-592E-ED5E-1093-96AC30634050}"/>
                </a:ext>
              </a:extLst>
            </p:cNvPr>
            <p:cNvSpPr/>
            <p:nvPr/>
          </p:nvSpPr>
          <p:spPr>
            <a:xfrm>
              <a:off x="31395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9" name="Freeform: Shape 158">
              <a:extLst>
                <a:ext uri="{FF2B5EF4-FFF2-40B4-BE49-F238E27FC236}">
                  <a16:creationId xmlns:a16="http://schemas.microsoft.com/office/drawing/2014/main" id="{F53F78EB-522A-DB60-B0E5-CB4BBF5445CC}"/>
                </a:ext>
              </a:extLst>
            </p:cNvPr>
            <p:cNvSpPr/>
            <p:nvPr/>
          </p:nvSpPr>
          <p:spPr>
            <a:xfrm>
              <a:off x="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0" name="Freeform: Shape 159">
              <a:extLst>
                <a:ext uri="{FF2B5EF4-FFF2-40B4-BE49-F238E27FC236}">
                  <a16:creationId xmlns:a16="http://schemas.microsoft.com/office/drawing/2014/main" id="{8FC510D7-7C5C-0FCA-9921-6206D5E9B4EE}"/>
                </a:ext>
              </a:extLst>
            </p:cNvPr>
            <p:cNvSpPr/>
            <p:nvPr/>
          </p:nvSpPr>
          <p:spPr>
            <a:xfrm>
              <a:off x="0"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1" name="Freeform: Shape 160">
              <a:extLst>
                <a:ext uri="{FF2B5EF4-FFF2-40B4-BE49-F238E27FC236}">
                  <a16:creationId xmlns:a16="http://schemas.microsoft.com/office/drawing/2014/main" id="{18A756E8-0877-C6CF-9B7C-E81C4784CC52}"/>
                </a:ext>
              </a:extLst>
            </p:cNvPr>
            <p:cNvSpPr/>
            <p:nvPr/>
          </p:nvSpPr>
          <p:spPr>
            <a:xfrm>
              <a:off x="5023313" y="3664467"/>
              <a:ext cx="52674" cy="52326"/>
            </a:xfrm>
            <a:custGeom>
              <a:avLst/>
              <a:gdLst>
                <a:gd name="connsiteX0" fmla="*/ 26163 w 52674"/>
                <a:gd name="connsiteY0" fmla="*/ 0 h 52326"/>
                <a:gd name="connsiteX1" fmla="*/ 0 w 52674"/>
                <a:gd name="connsiteY1" fmla="*/ 26163 h 52326"/>
                <a:gd name="connsiteX2" fmla="*/ 15349 w 52674"/>
                <a:gd name="connsiteY2" fmla="*/ 49884 h 52326"/>
                <a:gd name="connsiteX3" fmla="*/ 23372 w 52674"/>
                <a:gd name="connsiteY3" fmla="*/ 51977 h 52326"/>
                <a:gd name="connsiteX4" fmla="*/ 26512 w 52674"/>
                <a:gd name="connsiteY4" fmla="*/ 52326 h 52326"/>
                <a:gd name="connsiteX5" fmla="*/ 52675 w 52674"/>
                <a:gd name="connsiteY5" fmla="*/ 26163 h 52326"/>
                <a:gd name="connsiteX6" fmla="*/ 26163 w 52674"/>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4" h="52326">
                  <a:moveTo>
                    <a:pt x="26163" y="0"/>
                  </a:move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814" y="52326"/>
                    <a:pt x="52675" y="40465"/>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62" name="Freeform: Shape 161">
              <a:extLst>
                <a:ext uri="{FF2B5EF4-FFF2-40B4-BE49-F238E27FC236}">
                  <a16:creationId xmlns:a16="http://schemas.microsoft.com/office/drawing/2014/main" id="{0F05CDBB-D0B3-7108-9C07-2F316DD92726}"/>
                </a:ext>
              </a:extLst>
            </p:cNvPr>
            <p:cNvSpPr/>
            <p:nvPr/>
          </p:nvSpPr>
          <p:spPr>
            <a:xfrm>
              <a:off x="3872137"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3605" y="0"/>
                    <a:pt x="3140" y="9070"/>
                    <a:pt x="698" y="20930"/>
                  </a:cubicBezTo>
                  <a:cubicBezTo>
                    <a:pt x="349" y="22675"/>
                    <a:pt x="0" y="2441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3" name="Freeform: Shape 162">
              <a:extLst>
                <a:ext uri="{FF2B5EF4-FFF2-40B4-BE49-F238E27FC236}">
                  <a16:creationId xmlns:a16="http://schemas.microsoft.com/office/drawing/2014/main" id="{86D7EA2A-6E80-9860-9BF6-EFA87E65D657}"/>
                </a:ext>
              </a:extLst>
            </p:cNvPr>
            <p:cNvSpPr/>
            <p:nvPr/>
          </p:nvSpPr>
          <p:spPr>
            <a:xfrm>
              <a:off x="5023313" y="3350510"/>
              <a:ext cx="52326" cy="52326"/>
            </a:xfrm>
            <a:custGeom>
              <a:avLst/>
              <a:gdLst>
                <a:gd name="connsiteX0" fmla="*/ 0 w 52326"/>
                <a:gd name="connsiteY0" fmla="*/ 26163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0 w 52326"/>
                <a:gd name="connsiteY9" fmla="*/ 26163 h 52326"/>
                <a:gd name="connsiteX10" fmla="*/ 0 w 52326"/>
                <a:gd name="connsiteY10"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0" y="26163"/>
                  </a:moveTo>
                  <a:cubicBezTo>
                    <a:pt x="0" y="26163"/>
                    <a:pt x="0" y="26163"/>
                    <a:pt x="0" y="26163"/>
                  </a:cubicBezTo>
                  <a:cubicBezTo>
                    <a:pt x="0" y="40465"/>
                    <a:pt x="11861" y="52326"/>
                    <a:pt x="26163" y="52326"/>
                  </a:cubicBez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64" name="Freeform: Shape 163">
              <a:extLst>
                <a:ext uri="{FF2B5EF4-FFF2-40B4-BE49-F238E27FC236}">
                  <a16:creationId xmlns:a16="http://schemas.microsoft.com/office/drawing/2014/main" id="{32D3359A-FFA4-1368-2224-FE845A9B5245}"/>
                </a:ext>
              </a:extLst>
            </p:cNvPr>
            <p:cNvSpPr/>
            <p:nvPr/>
          </p:nvSpPr>
          <p:spPr>
            <a:xfrm>
              <a:off x="3244223"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5" name="Freeform: Shape 164">
              <a:extLst>
                <a:ext uri="{FF2B5EF4-FFF2-40B4-BE49-F238E27FC236}">
                  <a16:creationId xmlns:a16="http://schemas.microsoft.com/office/drawing/2014/main" id="{2FD0DF06-E119-04D4-B3F3-E848615A44FB}"/>
                </a:ext>
              </a:extLst>
            </p:cNvPr>
            <p:cNvSpPr/>
            <p:nvPr/>
          </p:nvSpPr>
          <p:spPr>
            <a:xfrm>
              <a:off x="1674437"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66" name="Freeform: Shape 165">
              <a:extLst>
                <a:ext uri="{FF2B5EF4-FFF2-40B4-BE49-F238E27FC236}">
                  <a16:creationId xmlns:a16="http://schemas.microsoft.com/office/drawing/2014/main" id="{3744C384-C508-A433-45DC-C1FFCF718330}"/>
                </a:ext>
              </a:extLst>
            </p:cNvPr>
            <p:cNvSpPr/>
            <p:nvPr/>
          </p:nvSpPr>
          <p:spPr>
            <a:xfrm>
              <a:off x="2093047"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67" name="Freeform: Shape 166">
              <a:extLst>
                <a:ext uri="{FF2B5EF4-FFF2-40B4-BE49-F238E27FC236}">
                  <a16:creationId xmlns:a16="http://schemas.microsoft.com/office/drawing/2014/main" id="{1B14B83F-83F8-F683-5126-D7744027FD9F}"/>
                </a:ext>
              </a:extLst>
            </p:cNvPr>
            <p:cNvSpPr/>
            <p:nvPr/>
          </p:nvSpPr>
          <p:spPr>
            <a:xfrm>
              <a:off x="533727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8" name="Freeform: Shape 167">
              <a:extLst>
                <a:ext uri="{FF2B5EF4-FFF2-40B4-BE49-F238E27FC236}">
                  <a16:creationId xmlns:a16="http://schemas.microsoft.com/office/drawing/2014/main" id="{A38C13C0-A142-9B9B-96CD-BE93771940A7}"/>
                </a:ext>
              </a:extLst>
            </p:cNvPr>
            <p:cNvSpPr/>
            <p:nvPr/>
          </p:nvSpPr>
          <p:spPr>
            <a:xfrm>
              <a:off x="5546575"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7 w 52326"/>
                <a:gd name="connsiteY3" fmla="*/ 2442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5"/>
                    <a:pt x="52326" y="26163"/>
                  </a:cubicBezTo>
                  <a:cubicBezTo>
                    <a:pt x="52326" y="15698"/>
                    <a:pt x="46047" y="6628"/>
                    <a:pt x="36977" y="2442"/>
                  </a:cubicBezTo>
                  <a:cubicBezTo>
                    <a:pt x="34535" y="1395"/>
                    <a:pt x="31744" y="698"/>
                    <a:pt x="29303" y="349"/>
                  </a:cubicBezTo>
                  <a:cubicBezTo>
                    <a:pt x="28256" y="349"/>
                    <a:pt x="27210"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9" name="Freeform: Shape 168">
              <a:extLst>
                <a:ext uri="{FF2B5EF4-FFF2-40B4-BE49-F238E27FC236}">
                  <a16:creationId xmlns:a16="http://schemas.microsoft.com/office/drawing/2014/main" id="{7EDBCD92-2AAC-EDCC-0BFB-75C846BADE96}"/>
                </a:ext>
              </a:extLst>
            </p:cNvPr>
            <p:cNvSpPr/>
            <p:nvPr/>
          </p:nvSpPr>
          <p:spPr>
            <a:xfrm>
              <a:off x="460470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0" name="Freeform: Shape 169">
              <a:extLst>
                <a:ext uri="{FF2B5EF4-FFF2-40B4-BE49-F238E27FC236}">
                  <a16:creationId xmlns:a16="http://schemas.microsoft.com/office/drawing/2014/main" id="{936B92DE-79E1-723C-522C-4F540D267823}"/>
                </a:ext>
              </a:extLst>
            </p:cNvPr>
            <p:cNvSpPr/>
            <p:nvPr/>
          </p:nvSpPr>
          <p:spPr>
            <a:xfrm>
              <a:off x="439539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1" name="Freeform: Shape 170">
              <a:extLst>
                <a:ext uri="{FF2B5EF4-FFF2-40B4-BE49-F238E27FC236}">
                  <a16:creationId xmlns:a16="http://schemas.microsoft.com/office/drawing/2014/main" id="{90D8E629-ADA1-2701-BCD7-3F73498E257D}"/>
                </a:ext>
              </a:extLst>
            </p:cNvPr>
            <p:cNvSpPr/>
            <p:nvPr/>
          </p:nvSpPr>
          <p:spPr>
            <a:xfrm>
              <a:off x="408144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2" name="Freeform: Shape 171">
              <a:extLst>
                <a:ext uri="{FF2B5EF4-FFF2-40B4-BE49-F238E27FC236}">
                  <a16:creationId xmlns:a16="http://schemas.microsoft.com/office/drawing/2014/main" id="{30DCCAA1-CC22-5750-BD6D-4B909B4AA0D9}"/>
                </a:ext>
              </a:extLst>
            </p:cNvPr>
            <p:cNvSpPr/>
            <p:nvPr/>
          </p:nvSpPr>
          <p:spPr>
            <a:xfrm>
              <a:off x="366283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3" name="Freeform: Shape 172">
              <a:extLst>
                <a:ext uri="{FF2B5EF4-FFF2-40B4-BE49-F238E27FC236}">
                  <a16:creationId xmlns:a16="http://schemas.microsoft.com/office/drawing/2014/main" id="{8B7A9211-C71D-ABAB-8304-AAF750579A49}"/>
                </a:ext>
              </a:extLst>
            </p:cNvPr>
            <p:cNvSpPr/>
            <p:nvPr/>
          </p:nvSpPr>
          <p:spPr>
            <a:xfrm>
              <a:off x="3558180" y="3350510"/>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lnTo>
                    <a:pt x="26163" y="52326"/>
                  </a:lnTo>
                  <a:cubicBezTo>
                    <a:pt x="40465" y="52326"/>
                    <a:pt x="52326" y="40465"/>
                    <a:pt x="52326" y="26163"/>
                  </a:cubicBezTo>
                  <a:cubicBezTo>
                    <a:pt x="52326" y="11861"/>
                    <a:pt x="40465" y="0"/>
                    <a:pt x="26163" y="0"/>
                  </a:cubicBezTo>
                  <a:lnTo>
                    <a:pt x="26163" y="0"/>
                  </a:ln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4" name="Freeform: Shape 173">
              <a:extLst>
                <a:ext uri="{FF2B5EF4-FFF2-40B4-BE49-F238E27FC236}">
                  <a16:creationId xmlns:a16="http://schemas.microsoft.com/office/drawing/2014/main" id="{1D43F500-73C3-19CF-8A06-747EEA19DFA2}"/>
                </a:ext>
              </a:extLst>
            </p:cNvPr>
            <p:cNvSpPr/>
            <p:nvPr/>
          </p:nvSpPr>
          <p:spPr>
            <a:xfrm>
              <a:off x="3558180"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5" name="Freeform: Shape 174">
              <a:extLst>
                <a:ext uri="{FF2B5EF4-FFF2-40B4-BE49-F238E27FC236}">
                  <a16:creationId xmlns:a16="http://schemas.microsoft.com/office/drawing/2014/main" id="{AB4F4F49-B2A9-2E8A-F33F-22EBAA53A27B}"/>
                </a:ext>
              </a:extLst>
            </p:cNvPr>
            <p:cNvSpPr/>
            <p:nvPr/>
          </p:nvSpPr>
          <p:spPr>
            <a:xfrm>
              <a:off x="355818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6" name="Freeform: Shape 175">
              <a:extLst>
                <a:ext uri="{FF2B5EF4-FFF2-40B4-BE49-F238E27FC236}">
                  <a16:creationId xmlns:a16="http://schemas.microsoft.com/office/drawing/2014/main" id="{F84AFF90-2393-770F-4179-EDA81414EFC4}"/>
                </a:ext>
              </a:extLst>
            </p:cNvPr>
            <p:cNvSpPr/>
            <p:nvPr/>
          </p:nvSpPr>
          <p:spPr>
            <a:xfrm>
              <a:off x="2511656"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6" y="52326"/>
                    <a:pt x="41163" y="48838"/>
                    <a:pt x="46047" y="43256"/>
                  </a:cubicBezTo>
                  <a:cubicBezTo>
                    <a:pt x="46396" y="42907"/>
                    <a:pt x="46745" y="42210"/>
                    <a:pt x="47094" y="41861"/>
                  </a:cubicBezTo>
                  <a:cubicBezTo>
                    <a:pt x="47791" y="40814"/>
                    <a:pt x="48489" y="39768"/>
                    <a:pt x="49187" y="38721"/>
                  </a:cubicBezTo>
                  <a:cubicBezTo>
                    <a:pt x="51280" y="34884"/>
                    <a:pt x="52326" y="30698"/>
                    <a:pt x="52326" y="26163"/>
                  </a:cubicBezTo>
                  <a:cubicBezTo>
                    <a:pt x="52326" y="11861"/>
                    <a:pt x="40465" y="0"/>
                    <a:pt x="26163" y="0"/>
                  </a:cubicBezTo>
                  <a:lnTo>
                    <a:pt x="26163" y="0"/>
                  </a:lnTo>
                  <a:cubicBezTo>
                    <a:pt x="16396" y="0"/>
                    <a:pt x="7675" y="5581"/>
                    <a:pt x="3140" y="13605"/>
                  </a:cubicBezTo>
                  <a:cubicBezTo>
                    <a:pt x="1046"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7" name="Freeform: Shape 176">
              <a:extLst>
                <a:ext uri="{FF2B5EF4-FFF2-40B4-BE49-F238E27FC236}">
                  <a16:creationId xmlns:a16="http://schemas.microsoft.com/office/drawing/2014/main" id="{F2C93147-359E-A6E4-45B3-E8B009ED591F}"/>
                </a:ext>
              </a:extLst>
            </p:cNvPr>
            <p:cNvSpPr/>
            <p:nvPr/>
          </p:nvSpPr>
          <p:spPr>
            <a:xfrm>
              <a:off x="167443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8" name="Freeform: Shape 177">
              <a:extLst>
                <a:ext uri="{FF2B5EF4-FFF2-40B4-BE49-F238E27FC236}">
                  <a16:creationId xmlns:a16="http://schemas.microsoft.com/office/drawing/2014/main" id="{ABF73DBA-9052-6171-4666-7A34CD2573E7}"/>
                </a:ext>
              </a:extLst>
            </p:cNvPr>
            <p:cNvSpPr/>
            <p:nvPr/>
          </p:nvSpPr>
          <p:spPr>
            <a:xfrm>
              <a:off x="136048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9" name="Freeform: Shape 178">
              <a:extLst>
                <a:ext uri="{FF2B5EF4-FFF2-40B4-BE49-F238E27FC236}">
                  <a16:creationId xmlns:a16="http://schemas.microsoft.com/office/drawing/2014/main" id="{9CC639BD-5F21-4D2C-33B1-5D0A966103D8}"/>
                </a:ext>
              </a:extLst>
            </p:cNvPr>
            <p:cNvSpPr/>
            <p:nvPr/>
          </p:nvSpPr>
          <p:spPr>
            <a:xfrm>
              <a:off x="83721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0" name="Freeform: Shape 179">
              <a:extLst>
                <a:ext uri="{FF2B5EF4-FFF2-40B4-BE49-F238E27FC236}">
                  <a16:creationId xmlns:a16="http://schemas.microsoft.com/office/drawing/2014/main" id="{66D9FB82-2B66-9178-73BB-EF88DC32C911}"/>
                </a:ext>
              </a:extLst>
            </p:cNvPr>
            <p:cNvSpPr/>
            <p:nvPr/>
          </p:nvSpPr>
          <p:spPr>
            <a:xfrm rot="17550026">
              <a:off x="523350" y="5338960"/>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81" name="Freeform: Shape 180">
              <a:extLst>
                <a:ext uri="{FF2B5EF4-FFF2-40B4-BE49-F238E27FC236}">
                  <a16:creationId xmlns:a16="http://schemas.microsoft.com/office/drawing/2014/main" id="{903E7213-CBD8-171B-5883-93F3C42E3F71}"/>
                </a:ext>
              </a:extLst>
            </p:cNvPr>
            <p:cNvSpPr/>
            <p:nvPr/>
          </p:nvSpPr>
          <p:spPr>
            <a:xfrm>
              <a:off x="418609"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2" name="Freeform: Shape 181">
              <a:extLst>
                <a:ext uri="{FF2B5EF4-FFF2-40B4-BE49-F238E27FC236}">
                  <a16:creationId xmlns:a16="http://schemas.microsoft.com/office/drawing/2014/main" id="{0ED6A35D-2413-E63C-CF9D-45DCF828DF75}"/>
                </a:ext>
              </a:extLst>
            </p:cNvPr>
            <p:cNvSpPr/>
            <p:nvPr/>
          </p:nvSpPr>
          <p:spPr>
            <a:xfrm>
              <a:off x="20930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3" name="Freeform: Shape 182">
              <a:extLst>
                <a:ext uri="{FF2B5EF4-FFF2-40B4-BE49-F238E27FC236}">
                  <a16:creationId xmlns:a16="http://schemas.microsoft.com/office/drawing/2014/main" id="{B7668314-061B-D0DC-D6D6-9F9CC38891EC}"/>
                </a:ext>
              </a:extLst>
            </p:cNvPr>
            <p:cNvSpPr/>
            <p:nvPr/>
          </p:nvSpPr>
          <p:spPr>
            <a:xfrm>
              <a:off x="2511656"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4" y="0"/>
                    <a:pt x="26163" y="0"/>
                  </a:cubicBezTo>
                  <a:cubicBezTo>
                    <a:pt x="11861" y="0"/>
                    <a:pt x="0" y="11861"/>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84" name="Freeform: Shape 183">
              <a:extLst>
                <a:ext uri="{FF2B5EF4-FFF2-40B4-BE49-F238E27FC236}">
                  <a16:creationId xmlns:a16="http://schemas.microsoft.com/office/drawing/2014/main" id="{24C99B4D-25AF-E214-80F9-4C201E3B1148}"/>
                </a:ext>
              </a:extLst>
            </p:cNvPr>
            <p:cNvSpPr/>
            <p:nvPr/>
          </p:nvSpPr>
          <p:spPr>
            <a:xfrm>
              <a:off x="5546575" y="3350510"/>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373"/>
                    <a:pt x="3140" y="38373"/>
                  </a:cubicBezTo>
                  <a:cubicBezTo>
                    <a:pt x="7674" y="46745"/>
                    <a:pt x="16395"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1"/>
                    <a:pt x="0" y="26163"/>
                  </a:cubicBezTo>
                  <a:cubicBezTo>
                    <a:pt x="0" y="29652"/>
                    <a:pt x="698" y="33140"/>
                    <a:pt x="2093" y="36280"/>
                  </a:cubicBezTo>
                  <a:cubicBezTo>
                    <a:pt x="2442" y="36977"/>
                    <a:pt x="2791" y="37675"/>
                    <a:pt x="3140" y="38373"/>
                  </a:cubicBezTo>
                  <a:close/>
                </a:path>
              </a:pathLst>
            </a:custGeom>
            <a:grpFill/>
            <a:ln w="3488" cap="flat">
              <a:noFill/>
              <a:prstDash val="solid"/>
              <a:miter/>
            </a:ln>
          </p:spPr>
          <p:txBody>
            <a:bodyPr rtlCol="0" anchor="ctr"/>
            <a:lstStyle/>
            <a:p>
              <a:endParaRPr lang="en-ID"/>
            </a:p>
          </p:txBody>
        </p:sp>
        <p:sp>
          <p:nvSpPr>
            <p:cNvPr id="185" name="Freeform: Shape 184">
              <a:extLst>
                <a:ext uri="{FF2B5EF4-FFF2-40B4-BE49-F238E27FC236}">
                  <a16:creationId xmlns:a16="http://schemas.microsoft.com/office/drawing/2014/main" id="{D4239932-D0D0-5284-F869-95951489152B}"/>
                </a:ext>
              </a:extLst>
            </p:cNvPr>
            <p:cNvSpPr/>
            <p:nvPr/>
          </p:nvSpPr>
          <p:spPr>
            <a:xfrm>
              <a:off x="4604703" y="5338905"/>
              <a:ext cx="52326" cy="52326"/>
            </a:xfrm>
            <a:custGeom>
              <a:avLst/>
              <a:gdLst>
                <a:gd name="connsiteX0" fmla="*/ 49187 w 52326"/>
                <a:gd name="connsiteY0" fmla="*/ 13605 h 52326"/>
                <a:gd name="connsiteX1" fmla="*/ 26163 w 52326"/>
                <a:gd name="connsiteY1" fmla="*/ 0 h 52326"/>
                <a:gd name="connsiteX2" fmla="*/ 0 w 52326"/>
                <a:gd name="connsiteY2" fmla="*/ 26163 h 52326"/>
                <a:gd name="connsiteX3" fmla="*/ 3140 w 52326"/>
                <a:gd name="connsiteY3" fmla="*/ 38721 h 52326"/>
                <a:gd name="connsiteX4" fmla="*/ 26163 w 52326"/>
                <a:gd name="connsiteY4" fmla="*/ 52326 h 52326"/>
                <a:gd name="connsiteX5" fmla="*/ 52326 w 52326"/>
                <a:gd name="connsiteY5" fmla="*/ 26163 h 52326"/>
                <a:gd name="connsiteX6" fmla="*/ 49187 w 52326"/>
                <a:gd name="connsiteY6" fmla="*/ 13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9187" y="13605"/>
                  </a:moveTo>
                  <a:cubicBezTo>
                    <a:pt x="44652" y="5581"/>
                    <a:pt x="36280" y="0"/>
                    <a:pt x="26163" y="0"/>
                  </a:cubicBezTo>
                  <a:cubicBezTo>
                    <a:pt x="11861" y="0"/>
                    <a:pt x="0" y="11861"/>
                    <a:pt x="0" y="26163"/>
                  </a:cubicBezTo>
                  <a:cubicBezTo>
                    <a:pt x="0" y="30698"/>
                    <a:pt x="1047" y="34884"/>
                    <a:pt x="3140" y="38721"/>
                  </a:cubicBezTo>
                  <a:cubicBezTo>
                    <a:pt x="7674" y="46745"/>
                    <a:pt x="16047" y="52326"/>
                    <a:pt x="26163" y="52326"/>
                  </a:cubicBezTo>
                  <a:cubicBezTo>
                    <a:pt x="40465" y="52326"/>
                    <a:pt x="52326" y="40465"/>
                    <a:pt x="52326" y="26163"/>
                  </a:cubicBezTo>
                  <a:cubicBezTo>
                    <a:pt x="52326" y="21628"/>
                    <a:pt x="51279" y="17442"/>
                    <a:pt x="49187" y="13605"/>
                  </a:cubicBezTo>
                  <a:close/>
                </a:path>
              </a:pathLst>
            </a:custGeom>
            <a:grpFill/>
            <a:ln w="3488" cap="flat">
              <a:noFill/>
              <a:prstDash val="solid"/>
              <a:miter/>
            </a:ln>
          </p:spPr>
          <p:txBody>
            <a:bodyPr rtlCol="0" anchor="ctr"/>
            <a:lstStyle/>
            <a:p>
              <a:endParaRPr lang="en-ID"/>
            </a:p>
          </p:txBody>
        </p:sp>
        <p:sp>
          <p:nvSpPr>
            <p:cNvPr id="186" name="Freeform: Shape 185">
              <a:extLst>
                <a:ext uri="{FF2B5EF4-FFF2-40B4-BE49-F238E27FC236}">
                  <a16:creationId xmlns:a16="http://schemas.microsoft.com/office/drawing/2014/main" id="{C5BC8E46-C596-19B5-1BE5-34856A7A520D}"/>
                </a:ext>
              </a:extLst>
            </p:cNvPr>
            <p:cNvSpPr/>
            <p:nvPr/>
          </p:nvSpPr>
          <p:spPr>
            <a:xfrm>
              <a:off x="941871" y="5443557"/>
              <a:ext cx="52326" cy="52326"/>
            </a:xfrm>
            <a:custGeom>
              <a:avLst/>
              <a:gdLst>
                <a:gd name="connsiteX0" fmla="*/ 698 w 52326"/>
                <a:gd name="connsiteY0" fmla="*/ 31396 h 52326"/>
                <a:gd name="connsiteX1" fmla="*/ 26163 w 52326"/>
                <a:gd name="connsiteY1" fmla="*/ 52326 h 52326"/>
                <a:gd name="connsiteX2" fmla="*/ 26163 w 52326"/>
                <a:gd name="connsiteY2" fmla="*/ 52326 h 52326"/>
                <a:gd name="connsiteX3" fmla="*/ 52326 w 52326"/>
                <a:gd name="connsiteY3" fmla="*/ 26163 h 52326"/>
                <a:gd name="connsiteX4" fmla="*/ 51628 w 52326"/>
                <a:gd name="connsiteY4" fmla="*/ 20930 h 52326"/>
                <a:gd name="connsiteX5" fmla="*/ 26163 w 52326"/>
                <a:gd name="connsiteY5" fmla="*/ 0 h 52326"/>
                <a:gd name="connsiteX6" fmla="*/ 0 w 52326"/>
                <a:gd name="connsiteY6" fmla="*/ 26163 h 52326"/>
                <a:gd name="connsiteX7" fmla="*/ 698 w 52326"/>
                <a:gd name="connsiteY7" fmla="*/ 31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698" y="31396"/>
                  </a:moveTo>
                  <a:cubicBezTo>
                    <a:pt x="3140" y="43256"/>
                    <a:pt x="13605" y="52326"/>
                    <a:pt x="26163" y="52326"/>
                  </a:cubicBezTo>
                  <a:lnTo>
                    <a:pt x="26163" y="52326"/>
                  </a:lnTo>
                  <a:cubicBezTo>
                    <a:pt x="40466" y="52326"/>
                    <a:pt x="52326" y="40465"/>
                    <a:pt x="52326" y="26163"/>
                  </a:cubicBezTo>
                  <a:cubicBezTo>
                    <a:pt x="52326" y="24419"/>
                    <a:pt x="51977" y="22675"/>
                    <a:pt x="51628" y="20930"/>
                  </a:cubicBezTo>
                  <a:cubicBezTo>
                    <a:pt x="49187" y="9070"/>
                    <a:pt x="38721" y="0"/>
                    <a:pt x="26163" y="0"/>
                  </a:cubicBezTo>
                  <a:cubicBezTo>
                    <a:pt x="11861" y="0"/>
                    <a:pt x="0" y="11861"/>
                    <a:pt x="0" y="26163"/>
                  </a:cubicBezTo>
                  <a:cubicBezTo>
                    <a:pt x="0" y="27907"/>
                    <a:pt x="349" y="29652"/>
                    <a:pt x="698" y="31396"/>
                  </a:cubicBezTo>
                  <a:close/>
                </a:path>
              </a:pathLst>
            </a:custGeom>
            <a:grpFill/>
            <a:ln w="3488" cap="flat">
              <a:noFill/>
              <a:prstDash val="solid"/>
              <a:miter/>
            </a:ln>
          </p:spPr>
          <p:txBody>
            <a:bodyPr rtlCol="0" anchor="ctr"/>
            <a:lstStyle/>
            <a:p>
              <a:endParaRPr lang="en-ID"/>
            </a:p>
          </p:txBody>
        </p:sp>
        <p:sp>
          <p:nvSpPr>
            <p:cNvPr id="187" name="Freeform: Shape 186">
              <a:extLst>
                <a:ext uri="{FF2B5EF4-FFF2-40B4-BE49-F238E27FC236}">
                  <a16:creationId xmlns:a16="http://schemas.microsoft.com/office/drawing/2014/main" id="{09370507-839A-7755-9C81-4C6E29B146A2}"/>
                </a:ext>
              </a:extLst>
            </p:cNvPr>
            <p:cNvSpPr/>
            <p:nvPr/>
          </p:nvSpPr>
          <p:spPr>
            <a:xfrm>
              <a:off x="439539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8" name="Freeform: Shape 187">
              <a:extLst>
                <a:ext uri="{FF2B5EF4-FFF2-40B4-BE49-F238E27FC236}">
                  <a16:creationId xmlns:a16="http://schemas.microsoft.com/office/drawing/2014/main" id="{FDB56F14-979A-39A9-89C5-382BBF1E19E4}"/>
                </a:ext>
              </a:extLst>
            </p:cNvPr>
            <p:cNvSpPr/>
            <p:nvPr/>
          </p:nvSpPr>
          <p:spPr>
            <a:xfrm>
              <a:off x="4395399"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9" name="Freeform: Shape 188">
              <a:extLst>
                <a:ext uri="{FF2B5EF4-FFF2-40B4-BE49-F238E27FC236}">
                  <a16:creationId xmlns:a16="http://schemas.microsoft.com/office/drawing/2014/main" id="{B74A6168-FF59-DCC8-C1D7-F48C00F548BF}"/>
                </a:ext>
              </a:extLst>
            </p:cNvPr>
            <p:cNvSpPr/>
            <p:nvPr/>
          </p:nvSpPr>
          <p:spPr>
            <a:xfrm>
              <a:off x="5127965"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0" name="Freeform: Shape 189">
              <a:extLst>
                <a:ext uri="{FF2B5EF4-FFF2-40B4-BE49-F238E27FC236}">
                  <a16:creationId xmlns:a16="http://schemas.microsoft.com/office/drawing/2014/main" id="{C52D7283-5278-32AB-B209-EF0A5F4A8889}"/>
                </a:ext>
              </a:extLst>
            </p:cNvPr>
            <p:cNvSpPr/>
            <p:nvPr/>
          </p:nvSpPr>
          <p:spPr>
            <a:xfrm>
              <a:off x="47093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 name="Freeform: Shape 190">
              <a:extLst>
                <a:ext uri="{FF2B5EF4-FFF2-40B4-BE49-F238E27FC236}">
                  <a16:creationId xmlns:a16="http://schemas.microsoft.com/office/drawing/2014/main" id="{178A6CD4-ACDA-AF52-5042-1A1C88026B8A}"/>
                </a:ext>
              </a:extLst>
            </p:cNvPr>
            <p:cNvSpPr/>
            <p:nvPr/>
          </p:nvSpPr>
          <p:spPr>
            <a:xfrm>
              <a:off x="45000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2" name="Freeform: Shape 191">
              <a:extLst>
                <a:ext uri="{FF2B5EF4-FFF2-40B4-BE49-F238E27FC236}">
                  <a16:creationId xmlns:a16="http://schemas.microsoft.com/office/drawing/2014/main" id="{5F0E8B26-CDD5-5DAA-761C-6B4B90EFD26E}"/>
                </a:ext>
              </a:extLst>
            </p:cNvPr>
            <p:cNvSpPr/>
            <p:nvPr/>
          </p:nvSpPr>
          <p:spPr>
            <a:xfrm>
              <a:off x="38721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3" name="Freeform: Shape 192">
              <a:extLst>
                <a:ext uri="{FF2B5EF4-FFF2-40B4-BE49-F238E27FC236}">
                  <a16:creationId xmlns:a16="http://schemas.microsoft.com/office/drawing/2014/main" id="{C9ED4331-AB2D-1B07-DD54-7AE43985EC26}"/>
                </a:ext>
              </a:extLst>
            </p:cNvPr>
            <p:cNvSpPr/>
            <p:nvPr/>
          </p:nvSpPr>
          <p:spPr>
            <a:xfrm>
              <a:off x="324422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4" name="Freeform: Shape 193">
              <a:extLst>
                <a:ext uri="{FF2B5EF4-FFF2-40B4-BE49-F238E27FC236}">
                  <a16:creationId xmlns:a16="http://schemas.microsoft.com/office/drawing/2014/main" id="{8D468DFC-E88B-CADC-E846-145A2BC20CC0}"/>
                </a:ext>
              </a:extLst>
            </p:cNvPr>
            <p:cNvSpPr/>
            <p:nvPr/>
          </p:nvSpPr>
          <p:spPr>
            <a:xfrm>
              <a:off x="293026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5" name="Freeform: Shape 194">
              <a:extLst>
                <a:ext uri="{FF2B5EF4-FFF2-40B4-BE49-F238E27FC236}">
                  <a16:creationId xmlns:a16="http://schemas.microsoft.com/office/drawing/2014/main" id="{C795F829-0B21-A2B2-B2D9-91E1F4F584DC}"/>
                </a:ext>
              </a:extLst>
            </p:cNvPr>
            <p:cNvSpPr/>
            <p:nvPr/>
          </p:nvSpPr>
          <p:spPr>
            <a:xfrm>
              <a:off x="251165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6" name="Freeform: Shape 195">
              <a:extLst>
                <a:ext uri="{FF2B5EF4-FFF2-40B4-BE49-F238E27FC236}">
                  <a16:creationId xmlns:a16="http://schemas.microsoft.com/office/drawing/2014/main" id="{82F8F606-B167-8143-7FB7-33DDFF05F60E}"/>
                </a:ext>
              </a:extLst>
            </p:cNvPr>
            <p:cNvSpPr/>
            <p:nvPr/>
          </p:nvSpPr>
          <p:spPr>
            <a:xfrm>
              <a:off x="23023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7" name="Freeform: Shape 196">
              <a:extLst>
                <a:ext uri="{FF2B5EF4-FFF2-40B4-BE49-F238E27FC236}">
                  <a16:creationId xmlns:a16="http://schemas.microsoft.com/office/drawing/2014/main" id="{4CBD0758-50AC-1BCB-B959-1DFE046457A2}"/>
                </a:ext>
              </a:extLst>
            </p:cNvPr>
            <p:cNvSpPr/>
            <p:nvPr/>
          </p:nvSpPr>
          <p:spPr>
            <a:xfrm>
              <a:off x="146513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8" name="Freeform: Shape 197">
              <a:extLst>
                <a:ext uri="{FF2B5EF4-FFF2-40B4-BE49-F238E27FC236}">
                  <a16:creationId xmlns:a16="http://schemas.microsoft.com/office/drawing/2014/main" id="{20DBB82E-6629-B275-0CCD-938B8D905D2D}"/>
                </a:ext>
              </a:extLst>
            </p:cNvPr>
            <p:cNvSpPr/>
            <p:nvPr/>
          </p:nvSpPr>
          <p:spPr>
            <a:xfrm>
              <a:off x="136048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9" name="Freeform: Shape 198">
              <a:extLst>
                <a:ext uri="{FF2B5EF4-FFF2-40B4-BE49-F238E27FC236}">
                  <a16:creationId xmlns:a16="http://schemas.microsoft.com/office/drawing/2014/main" id="{A83D9545-CFCE-0C16-6AC8-6596CE0909B5}"/>
                </a:ext>
              </a:extLst>
            </p:cNvPr>
            <p:cNvSpPr/>
            <p:nvPr/>
          </p:nvSpPr>
          <p:spPr>
            <a:xfrm>
              <a:off x="627914"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00" name="Freeform: Shape 199">
              <a:extLst>
                <a:ext uri="{FF2B5EF4-FFF2-40B4-BE49-F238E27FC236}">
                  <a16:creationId xmlns:a16="http://schemas.microsoft.com/office/drawing/2014/main" id="{A91916E4-1F86-31BE-F38D-6DD889AFF837}"/>
                </a:ext>
              </a:extLst>
            </p:cNvPr>
            <p:cNvSpPr/>
            <p:nvPr/>
          </p:nvSpPr>
          <p:spPr>
            <a:xfrm>
              <a:off x="57558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1" name="Freeform: Shape 200">
              <a:extLst>
                <a:ext uri="{FF2B5EF4-FFF2-40B4-BE49-F238E27FC236}">
                  <a16:creationId xmlns:a16="http://schemas.microsoft.com/office/drawing/2014/main" id="{D7B59ED2-28F2-32E2-528D-AF78421DB8C5}"/>
                </a:ext>
              </a:extLst>
            </p:cNvPr>
            <p:cNvSpPr/>
            <p:nvPr/>
          </p:nvSpPr>
          <p:spPr>
            <a:xfrm>
              <a:off x="596518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2" name="Freeform: Shape 201">
              <a:extLst>
                <a:ext uri="{FF2B5EF4-FFF2-40B4-BE49-F238E27FC236}">
                  <a16:creationId xmlns:a16="http://schemas.microsoft.com/office/drawing/2014/main" id="{813C3515-C1EC-DE02-FBDE-58504F331926}"/>
                </a:ext>
              </a:extLst>
            </p:cNvPr>
            <p:cNvSpPr/>
            <p:nvPr/>
          </p:nvSpPr>
          <p:spPr>
            <a:xfrm>
              <a:off x="596518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3" name="Freeform: Shape 202">
              <a:extLst>
                <a:ext uri="{FF2B5EF4-FFF2-40B4-BE49-F238E27FC236}">
                  <a16:creationId xmlns:a16="http://schemas.microsoft.com/office/drawing/2014/main" id="{D72E0491-A31E-488D-4262-F0DBEAFBDED1}"/>
                </a:ext>
              </a:extLst>
            </p:cNvPr>
            <p:cNvSpPr/>
            <p:nvPr/>
          </p:nvSpPr>
          <p:spPr>
            <a:xfrm>
              <a:off x="5651568" y="4710991"/>
              <a:ext cx="51984" cy="52326"/>
            </a:xfrm>
            <a:custGeom>
              <a:avLst/>
              <a:gdLst>
                <a:gd name="connsiteX0" fmla="*/ 25822 w 51984"/>
                <a:gd name="connsiteY0" fmla="*/ 52326 h 52326"/>
                <a:gd name="connsiteX1" fmla="*/ 35938 w 51984"/>
                <a:gd name="connsiteY1" fmla="*/ 50233 h 52326"/>
                <a:gd name="connsiteX2" fmla="*/ 51985 w 51984"/>
                <a:gd name="connsiteY2" fmla="*/ 26163 h 52326"/>
                <a:gd name="connsiteX3" fmla="*/ 25822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2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2" y="52326"/>
                  </a:moveTo>
                  <a:cubicBezTo>
                    <a:pt x="29310" y="52326"/>
                    <a:pt x="32799" y="51628"/>
                    <a:pt x="35938" y="50233"/>
                  </a:cubicBezTo>
                  <a:cubicBezTo>
                    <a:pt x="45357" y="46396"/>
                    <a:pt x="51985" y="36977"/>
                    <a:pt x="51985" y="26163"/>
                  </a:cubicBezTo>
                  <a:cubicBezTo>
                    <a:pt x="51985" y="11861"/>
                    <a:pt x="40124" y="0"/>
                    <a:pt x="25822" y="0"/>
                  </a:cubicBezTo>
                  <a:cubicBezTo>
                    <a:pt x="24078" y="0"/>
                    <a:pt x="22333" y="349"/>
                    <a:pt x="20589" y="698"/>
                  </a:cubicBezTo>
                  <a:cubicBezTo>
                    <a:pt x="18147" y="1046"/>
                    <a:pt x="15705" y="2093"/>
                    <a:pt x="13612" y="3140"/>
                  </a:cubicBezTo>
                  <a:cubicBezTo>
                    <a:pt x="13612" y="3140"/>
                    <a:pt x="13612" y="3140"/>
                    <a:pt x="13612" y="3140"/>
                  </a:cubicBezTo>
                  <a:cubicBezTo>
                    <a:pt x="5589" y="7675"/>
                    <a:pt x="8" y="16047"/>
                    <a:pt x="8" y="26163"/>
                  </a:cubicBezTo>
                  <a:cubicBezTo>
                    <a:pt x="-341" y="40465"/>
                    <a:pt x="11519" y="52326"/>
                    <a:pt x="25822" y="52326"/>
                  </a:cubicBezTo>
                  <a:close/>
                </a:path>
              </a:pathLst>
            </a:custGeom>
            <a:grpFill/>
            <a:ln w="3488" cap="flat">
              <a:noFill/>
              <a:prstDash val="solid"/>
              <a:miter/>
            </a:ln>
          </p:spPr>
          <p:txBody>
            <a:bodyPr rtlCol="0" anchor="ctr"/>
            <a:lstStyle/>
            <a:p>
              <a:endParaRPr lang="en-ID"/>
            </a:p>
          </p:txBody>
        </p:sp>
        <p:sp>
          <p:nvSpPr>
            <p:cNvPr id="204" name="Freeform: Shape 203">
              <a:extLst>
                <a:ext uri="{FF2B5EF4-FFF2-40B4-BE49-F238E27FC236}">
                  <a16:creationId xmlns:a16="http://schemas.microsoft.com/office/drawing/2014/main" id="{2B34C7DE-FFCD-90DA-A8B4-585B1C219454}"/>
                </a:ext>
              </a:extLst>
            </p:cNvPr>
            <p:cNvSpPr/>
            <p:nvPr/>
          </p:nvSpPr>
          <p:spPr>
            <a:xfrm>
              <a:off x="50233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5" name="Freeform: Shape 204">
              <a:extLst>
                <a:ext uri="{FF2B5EF4-FFF2-40B4-BE49-F238E27FC236}">
                  <a16:creationId xmlns:a16="http://schemas.microsoft.com/office/drawing/2014/main" id="{F205ACF6-86FE-4A5D-D617-005A414B2937}"/>
                </a:ext>
              </a:extLst>
            </p:cNvPr>
            <p:cNvSpPr/>
            <p:nvPr/>
          </p:nvSpPr>
          <p:spPr>
            <a:xfrm>
              <a:off x="4604703" y="25132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0" y="26163"/>
                  </a:moveTo>
                  <a:cubicBezTo>
                    <a:pt x="0" y="40466"/>
                    <a:pt x="11861" y="52326"/>
                    <a:pt x="26163" y="52326"/>
                  </a:cubicBezTo>
                  <a:cubicBezTo>
                    <a:pt x="40465" y="52326"/>
                    <a:pt x="52326" y="40466"/>
                    <a:pt x="52326" y="26163"/>
                  </a:cubicBezTo>
                  <a:cubicBezTo>
                    <a:pt x="52326" y="11861"/>
                    <a:pt x="40465" y="0"/>
                    <a:pt x="26163" y="0"/>
                  </a:cubicBez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206" name="Freeform: Shape 205">
              <a:extLst>
                <a:ext uri="{FF2B5EF4-FFF2-40B4-BE49-F238E27FC236}">
                  <a16:creationId xmlns:a16="http://schemas.microsoft.com/office/drawing/2014/main" id="{B2C703B0-5FB6-DC04-B5AF-C2FE35088357}"/>
                </a:ext>
              </a:extLst>
            </p:cNvPr>
            <p:cNvSpPr/>
            <p:nvPr/>
          </p:nvSpPr>
          <p:spPr>
            <a:xfrm>
              <a:off x="3976789"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7" name="Freeform: Shape 206">
              <a:extLst>
                <a:ext uri="{FF2B5EF4-FFF2-40B4-BE49-F238E27FC236}">
                  <a16:creationId xmlns:a16="http://schemas.microsoft.com/office/drawing/2014/main" id="{4B34BD7E-FCF1-9A05-BA9A-1B7A0C807635}"/>
                </a:ext>
              </a:extLst>
            </p:cNvPr>
            <p:cNvSpPr/>
            <p:nvPr/>
          </p:nvSpPr>
          <p:spPr>
            <a:xfrm>
              <a:off x="261630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8" name="Freeform: Shape 207">
              <a:extLst>
                <a:ext uri="{FF2B5EF4-FFF2-40B4-BE49-F238E27FC236}">
                  <a16:creationId xmlns:a16="http://schemas.microsoft.com/office/drawing/2014/main" id="{762928FE-F98B-94C0-A1CB-2F7DF616D280}"/>
                </a:ext>
              </a:extLst>
            </p:cNvPr>
            <p:cNvSpPr/>
            <p:nvPr/>
          </p:nvSpPr>
          <p:spPr>
            <a:xfrm>
              <a:off x="2616309"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cubicBezTo>
                    <a:pt x="26163" y="0"/>
                    <a:pt x="26163"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9" name="Freeform: Shape 208">
              <a:extLst>
                <a:ext uri="{FF2B5EF4-FFF2-40B4-BE49-F238E27FC236}">
                  <a16:creationId xmlns:a16="http://schemas.microsoft.com/office/drawing/2014/main" id="{18870163-E090-D069-E6CA-3C3FB66406CD}"/>
                </a:ext>
              </a:extLst>
            </p:cNvPr>
            <p:cNvSpPr/>
            <p:nvPr/>
          </p:nvSpPr>
          <p:spPr>
            <a:xfrm>
              <a:off x="25116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0" name="Freeform: Shape 209">
              <a:extLst>
                <a:ext uri="{FF2B5EF4-FFF2-40B4-BE49-F238E27FC236}">
                  <a16:creationId xmlns:a16="http://schemas.microsoft.com/office/drawing/2014/main" id="{A663C725-F250-FD5C-4B1C-3124174AE701}"/>
                </a:ext>
              </a:extLst>
            </p:cNvPr>
            <p:cNvSpPr/>
            <p:nvPr/>
          </p:nvSpPr>
          <p:spPr>
            <a:xfrm>
              <a:off x="2302351"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1" name="Freeform: Shape 210">
              <a:extLst>
                <a:ext uri="{FF2B5EF4-FFF2-40B4-BE49-F238E27FC236}">
                  <a16:creationId xmlns:a16="http://schemas.microsoft.com/office/drawing/2014/main" id="{51F431A3-7A13-AF35-3035-60924D9AF190}"/>
                </a:ext>
              </a:extLst>
            </p:cNvPr>
            <p:cNvSpPr/>
            <p:nvPr/>
          </p:nvSpPr>
          <p:spPr>
            <a:xfrm>
              <a:off x="188374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2" name="Freeform: Shape 211">
              <a:extLst>
                <a:ext uri="{FF2B5EF4-FFF2-40B4-BE49-F238E27FC236}">
                  <a16:creationId xmlns:a16="http://schemas.microsoft.com/office/drawing/2014/main" id="{4D37291A-E535-97A5-EFE8-52F73CADA207}"/>
                </a:ext>
              </a:extLst>
            </p:cNvPr>
            <p:cNvSpPr/>
            <p:nvPr/>
          </p:nvSpPr>
          <p:spPr>
            <a:xfrm>
              <a:off x="1151175"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3" name="Freeform: Shape 212">
              <a:extLst>
                <a:ext uri="{FF2B5EF4-FFF2-40B4-BE49-F238E27FC236}">
                  <a16:creationId xmlns:a16="http://schemas.microsoft.com/office/drawing/2014/main" id="{5047D989-3214-4F2D-4DC7-416056B0FDCA}"/>
                </a:ext>
              </a:extLst>
            </p:cNvPr>
            <p:cNvSpPr/>
            <p:nvPr/>
          </p:nvSpPr>
          <p:spPr>
            <a:xfrm>
              <a:off x="62791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4" name="Freeform: Shape 213">
              <a:extLst>
                <a:ext uri="{FF2B5EF4-FFF2-40B4-BE49-F238E27FC236}">
                  <a16:creationId xmlns:a16="http://schemas.microsoft.com/office/drawing/2014/main" id="{1948ED7F-7E77-AF47-8610-83A4A64BE81E}"/>
                </a:ext>
              </a:extLst>
            </p:cNvPr>
            <p:cNvSpPr/>
            <p:nvPr/>
          </p:nvSpPr>
          <p:spPr>
            <a:xfrm>
              <a:off x="523261" y="502494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26163 w 52326"/>
                <a:gd name="connsiteY4" fmla="*/ 52326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52326"/>
                  </a:moveTo>
                  <a:cubicBezTo>
                    <a:pt x="40466" y="52326"/>
                    <a:pt x="52326" y="40465"/>
                    <a:pt x="52326" y="26163"/>
                  </a:cubicBezTo>
                  <a:cubicBezTo>
                    <a:pt x="52326" y="11861"/>
                    <a:pt x="40466"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5" name="Freeform: Shape 214">
              <a:extLst>
                <a:ext uri="{FF2B5EF4-FFF2-40B4-BE49-F238E27FC236}">
                  <a16:creationId xmlns:a16="http://schemas.microsoft.com/office/drawing/2014/main" id="{79111086-0A8E-D8F9-EE92-84D26EFAD6DD}"/>
                </a:ext>
              </a:extLst>
            </p:cNvPr>
            <p:cNvSpPr/>
            <p:nvPr/>
          </p:nvSpPr>
          <p:spPr>
            <a:xfrm>
              <a:off x="31395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6" name="Freeform: Shape 215">
              <a:extLst>
                <a:ext uri="{FF2B5EF4-FFF2-40B4-BE49-F238E27FC236}">
                  <a16:creationId xmlns:a16="http://schemas.microsoft.com/office/drawing/2014/main" id="{671C637A-F6FD-D92B-B953-991DB67DE708}"/>
                </a:ext>
              </a:extLst>
            </p:cNvPr>
            <p:cNvSpPr/>
            <p:nvPr/>
          </p:nvSpPr>
          <p:spPr>
            <a:xfrm>
              <a:off x="418609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7" name="Freeform: Shape 216">
              <a:extLst>
                <a:ext uri="{FF2B5EF4-FFF2-40B4-BE49-F238E27FC236}">
                  <a16:creationId xmlns:a16="http://schemas.microsoft.com/office/drawing/2014/main" id="{2737E26A-5F9C-8DC4-4FE3-9BC4537BC51E}"/>
                </a:ext>
              </a:extLst>
            </p:cNvPr>
            <p:cNvSpPr/>
            <p:nvPr/>
          </p:nvSpPr>
          <p:spPr>
            <a:xfrm>
              <a:off x="3034918" y="4187729"/>
              <a:ext cx="52326" cy="52674"/>
            </a:xfrm>
            <a:custGeom>
              <a:avLst/>
              <a:gdLst>
                <a:gd name="connsiteX0" fmla="*/ 52326 w 52326"/>
                <a:gd name="connsiteY0" fmla="*/ 26163 h 52674"/>
                <a:gd name="connsiteX1" fmla="*/ 51977 w 52326"/>
                <a:gd name="connsiteY1" fmla="*/ 22326 h 52674"/>
                <a:gd name="connsiteX2" fmla="*/ 51280 w 52326"/>
                <a:gd name="connsiteY2" fmla="*/ 18489 h 52674"/>
                <a:gd name="connsiteX3" fmla="*/ 26163 w 52326"/>
                <a:gd name="connsiteY3" fmla="*/ 0 h 52674"/>
                <a:gd name="connsiteX4" fmla="*/ 0 w 52326"/>
                <a:gd name="connsiteY4" fmla="*/ 26163 h 52674"/>
                <a:gd name="connsiteX5" fmla="*/ 0 w 52326"/>
                <a:gd name="connsiteY5" fmla="*/ 26163 h 52674"/>
                <a:gd name="connsiteX6" fmla="*/ 349 w 52326"/>
                <a:gd name="connsiteY6" fmla="*/ 29303 h 52674"/>
                <a:gd name="connsiteX7" fmla="*/ 2442 w 52326"/>
                <a:gd name="connsiteY7" fmla="*/ 36628 h 52674"/>
                <a:gd name="connsiteX8" fmla="*/ 5930 w 52326"/>
                <a:gd name="connsiteY8" fmla="*/ 42559 h 52674"/>
                <a:gd name="connsiteX9" fmla="*/ 8023 w 52326"/>
                <a:gd name="connsiteY9" fmla="*/ 45001 h 52674"/>
                <a:gd name="connsiteX10" fmla="*/ 26512 w 52326"/>
                <a:gd name="connsiteY10" fmla="*/ 52675 h 52674"/>
                <a:gd name="connsiteX11" fmla="*/ 52326 w 52326"/>
                <a:gd name="connsiteY11" fmla="*/ 26163 h 52674"/>
                <a:gd name="connsiteX12" fmla="*/ 52326 w 52326"/>
                <a:gd name="connsiteY12"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26" h="52674">
                  <a:moveTo>
                    <a:pt x="52326" y="26163"/>
                  </a:moveTo>
                  <a:cubicBezTo>
                    <a:pt x="52326" y="24768"/>
                    <a:pt x="52326" y="23721"/>
                    <a:pt x="51977" y="22326"/>
                  </a:cubicBezTo>
                  <a:cubicBezTo>
                    <a:pt x="51628" y="20930"/>
                    <a:pt x="51628" y="19535"/>
                    <a:pt x="51280" y="18489"/>
                  </a:cubicBezTo>
                  <a:cubicBezTo>
                    <a:pt x="48140" y="7675"/>
                    <a:pt x="38024" y="0"/>
                    <a:pt x="26163" y="0"/>
                  </a:cubicBezTo>
                  <a:cubicBezTo>
                    <a:pt x="11861" y="0"/>
                    <a:pt x="0" y="11861"/>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18" name="Freeform: Shape 217">
              <a:extLst>
                <a:ext uri="{FF2B5EF4-FFF2-40B4-BE49-F238E27FC236}">
                  <a16:creationId xmlns:a16="http://schemas.microsoft.com/office/drawing/2014/main" id="{FB9CB076-8686-A091-39D8-A6EBC25986B8}"/>
                </a:ext>
              </a:extLst>
            </p:cNvPr>
            <p:cNvSpPr/>
            <p:nvPr/>
          </p:nvSpPr>
          <p:spPr>
            <a:xfrm>
              <a:off x="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19" name="Freeform: Shape 218">
              <a:extLst>
                <a:ext uri="{FF2B5EF4-FFF2-40B4-BE49-F238E27FC236}">
                  <a16:creationId xmlns:a16="http://schemas.microsoft.com/office/drawing/2014/main" id="{9434D94F-AFA3-6D15-0B76-6CB7E40770AD}"/>
                </a:ext>
              </a:extLst>
            </p:cNvPr>
            <p:cNvSpPr/>
            <p:nvPr/>
          </p:nvSpPr>
          <p:spPr>
            <a:xfrm>
              <a:off x="5755879"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79" y="51977"/>
                    <a:pt x="21279" y="51977"/>
                    <a:pt x="21628" y="51977"/>
                  </a:cubicBezTo>
                  <a:cubicBezTo>
                    <a:pt x="23023" y="52326"/>
                    <a:pt x="24768" y="52326"/>
                    <a:pt x="26163" y="52326"/>
                  </a:cubicBezTo>
                  <a:lnTo>
                    <a:pt x="26163" y="52326"/>
                  </a:lnTo>
                  <a:cubicBezTo>
                    <a:pt x="26163" y="52326"/>
                    <a:pt x="26163" y="52326"/>
                    <a:pt x="26163" y="52326"/>
                  </a:cubicBezTo>
                  <a:cubicBezTo>
                    <a:pt x="40465" y="52326"/>
                    <a:pt x="52326" y="40465"/>
                    <a:pt x="52326" y="26163"/>
                  </a:cubicBezTo>
                  <a:lnTo>
                    <a:pt x="52326" y="26163"/>
                  </a:lnTo>
                  <a:cubicBezTo>
                    <a:pt x="52326" y="11860"/>
                    <a:pt x="40465" y="0"/>
                    <a:pt x="26163" y="0"/>
                  </a:cubicBezTo>
                  <a:cubicBezTo>
                    <a:pt x="26163" y="0"/>
                    <a:pt x="26163" y="0"/>
                    <a:pt x="26163" y="0"/>
                  </a:cubicBezTo>
                  <a:lnTo>
                    <a:pt x="26163" y="0"/>
                  </a:lnTo>
                  <a:cubicBezTo>
                    <a:pt x="11861"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220" name="Freeform: Shape 219">
              <a:extLst>
                <a:ext uri="{FF2B5EF4-FFF2-40B4-BE49-F238E27FC236}">
                  <a16:creationId xmlns:a16="http://schemas.microsoft.com/office/drawing/2014/main" id="{7180B052-F234-D2D8-816F-FB8AD406EDBB}"/>
                </a:ext>
              </a:extLst>
            </p:cNvPr>
            <p:cNvSpPr/>
            <p:nvPr/>
          </p:nvSpPr>
          <p:spPr>
            <a:xfrm>
              <a:off x="1255828"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21" name="Freeform: Shape 220">
              <a:extLst>
                <a:ext uri="{FF2B5EF4-FFF2-40B4-BE49-F238E27FC236}">
                  <a16:creationId xmlns:a16="http://schemas.microsoft.com/office/drawing/2014/main" id="{6F6146FB-2F02-56B1-82F9-39357B4EAD25}"/>
                </a:ext>
              </a:extLst>
            </p:cNvPr>
            <p:cNvSpPr/>
            <p:nvPr/>
          </p:nvSpPr>
          <p:spPr>
            <a:xfrm>
              <a:off x="230235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2" name="Freeform: Shape 221">
              <a:extLst>
                <a:ext uri="{FF2B5EF4-FFF2-40B4-BE49-F238E27FC236}">
                  <a16:creationId xmlns:a16="http://schemas.microsoft.com/office/drawing/2014/main" id="{CB782E66-5032-D0FB-77A5-DF36CE37F583}"/>
                </a:ext>
              </a:extLst>
            </p:cNvPr>
            <p:cNvSpPr/>
            <p:nvPr/>
          </p:nvSpPr>
          <p:spPr>
            <a:xfrm>
              <a:off x="4395399" y="4187729"/>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23" name="Freeform: Shape 222">
              <a:extLst>
                <a:ext uri="{FF2B5EF4-FFF2-40B4-BE49-F238E27FC236}">
                  <a16:creationId xmlns:a16="http://schemas.microsoft.com/office/drawing/2014/main" id="{3B7F94F5-C53C-B344-D589-8ED0256ED1D2}"/>
                </a:ext>
              </a:extLst>
            </p:cNvPr>
            <p:cNvSpPr/>
            <p:nvPr/>
          </p:nvSpPr>
          <p:spPr>
            <a:xfrm>
              <a:off x="575587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4" name="Freeform: Shape 223">
              <a:extLst>
                <a:ext uri="{FF2B5EF4-FFF2-40B4-BE49-F238E27FC236}">
                  <a16:creationId xmlns:a16="http://schemas.microsoft.com/office/drawing/2014/main" id="{1424015F-37DE-3B5B-6E26-8164F931276B}"/>
                </a:ext>
              </a:extLst>
            </p:cNvPr>
            <p:cNvSpPr/>
            <p:nvPr/>
          </p:nvSpPr>
          <p:spPr>
            <a:xfrm>
              <a:off x="502331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5" name="Freeform: Shape 224">
              <a:extLst>
                <a:ext uri="{FF2B5EF4-FFF2-40B4-BE49-F238E27FC236}">
                  <a16:creationId xmlns:a16="http://schemas.microsoft.com/office/drawing/2014/main" id="{EEE05DFA-52BD-4148-8F4A-9F7A49003E24}"/>
                </a:ext>
              </a:extLst>
            </p:cNvPr>
            <p:cNvSpPr/>
            <p:nvPr/>
          </p:nvSpPr>
          <p:spPr>
            <a:xfrm>
              <a:off x="40814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6" name="Freeform: Shape 225">
              <a:extLst>
                <a:ext uri="{FF2B5EF4-FFF2-40B4-BE49-F238E27FC236}">
                  <a16:creationId xmlns:a16="http://schemas.microsoft.com/office/drawing/2014/main" id="{6B071E41-57D8-B21A-F7D6-1D8B1032C0FD}"/>
                </a:ext>
              </a:extLst>
            </p:cNvPr>
            <p:cNvSpPr/>
            <p:nvPr/>
          </p:nvSpPr>
          <p:spPr>
            <a:xfrm>
              <a:off x="40814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27" name="Freeform: Shape 226">
              <a:extLst>
                <a:ext uri="{FF2B5EF4-FFF2-40B4-BE49-F238E27FC236}">
                  <a16:creationId xmlns:a16="http://schemas.microsoft.com/office/drawing/2014/main" id="{A98FAE89-3DC1-1C98-39A2-7BB8D75E3A13}"/>
                </a:ext>
              </a:extLst>
            </p:cNvPr>
            <p:cNvSpPr/>
            <p:nvPr/>
          </p:nvSpPr>
          <p:spPr>
            <a:xfrm>
              <a:off x="355818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8" name="Freeform: Shape 227">
              <a:extLst>
                <a:ext uri="{FF2B5EF4-FFF2-40B4-BE49-F238E27FC236}">
                  <a16:creationId xmlns:a16="http://schemas.microsoft.com/office/drawing/2014/main" id="{8C2C4CB4-04FF-30EC-FD2C-FDDC9B10A7A5}"/>
                </a:ext>
              </a:extLst>
            </p:cNvPr>
            <p:cNvSpPr/>
            <p:nvPr/>
          </p:nvSpPr>
          <p:spPr>
            <a:xfrm>
              <a:off x="345352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9" name="Freeform: Shape 228">
              <a:extLst>
                <a:ext uri="{FF2B5EF4-FFF2-40B4-BE49-F238E27FC236}">
                  <a16:creationId xmlns:a16="http://schemas.microsoft.com/office/drawing/2014/main" id="{78D81148-9E1A-7A19-9867-E8A91187E985}"/>
                </a:ext>
              </a:extLst>
            </p:cNvPr>
            <p:cNvSpPr/>
            <p:nvPr/>
          </p:nvSpPr>
          <p:spPr>
            <a:xfrm>
              <a:off x="324422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30" name="Freeform: Shape 229">
              <a:extLst>
                <a:ext uri="{FF2B5EF4-FFF2-40B4-BE49-F238E27FC236}">
                  <a16:creationId xmlns:a16="http://schemas.microsoft.com/office/drawing/2014/main" id="{8C4833B7-793C-D234-44BE-7089782DC1A6}"/>
                </a:ext>
              </a:extLst>
            </p:cNvPr>
            <p:cNvSpPr/>
            <p:nvPr/>
          </p:nvSpPr>
          <p:spPr>
            <a:xfrm>
              <a:off x="313957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31" name="Freeform: Shape 230">
              <a:extLst>
                <a:ext uri="{FF2B5EF4-FFF2-40B4-BE49-F238E27FC236}">
                  <a16:creationId xmlns:a16="http://schemas.microsoft.com/office/drawing/2014/main" id="{068376C8-72D9-E9AD-ACE6-0A66B826781A}"/>
                </a:ext>
              </a:extLst>
            </p:cNvPr>
            <p:cNvSpPr/>
            <p:nvPr/>
          </p:nvSpPr>
          <p:spPr>
            <a:xfrm>
              <a:off x="303491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32" name="Freeform: Shape 231">
              <a:extLst>
                <a:ext uri="{FF2B5EF4-FFF2-40B4-BE49-F238E27FC236}">
                  <a16:creationId xmlns:a16="http://schemas.microsoft.com/office/drawing/2014/main" id="{12DD8DA4-903D-B5D5-5EFF-28638808F51B}"/>
                </a:ext>
              </a:extLst>
            </p:cNvPr>
            <p:cNvSpPr/>
            <p:nvPr/>
          </p:nvSpPr>
          <p:spPr>
            <a:xfrm>
              <a:off x="2930266"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33" name="Freeform: Shape 232">
              <a:extLst>
                <a:ext uri="{FF2B5EF4-FFF2-40B4-BE49-F238E27FC236}">
                  <a16:creationId xmlns:a16="http://schemas.microsoft.com/office/drawing/2014/main" id="{F9797562-2B77-11F6-E50C-5DF3E1A142FD}"/>
                </a:ext>
              </a:extLst>
            </p:cNvPr>
            <p:cNvSpPr/>
            <p:nvPr/>
          </p:nvSpPr>
          <p:spPr>
            <a:xfrm>
              <a:off x="293026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34" name="Freeform: Shape 233">
              <a:extLst>
                <a:ext uri="{FF2B5EF4-FFF2-40B4-BE49-F238E27FC236}">
                  <a16:creationId xmlns:a16="http://schemas.microsoft.com/office/drawing/2014/main" id="{0EDBDCF0-FA01-AABB-8926-7EA547D6F738}"/>
                </a:ext>
              </a:extLst>
            </p:cNvPr>
            <p:cNvSpPr/>
            <p:nvPr/>
          </p:nvSpPr>
          <p:spPr>
            <a:xfrm>
              <a:off x="240700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35" name="Freeform: Shape 234">
              <a:extLst>
                <a:ext uri="{FF2B5EF4-FFF2-40B4-BE49-F238E27FC236}">
                  <a16:creationId xmlns:a16="http://schemas.microsoft.com/office/drawing/2014/main" id="{D6462009-D7D5-2EBD-44A3-5521C322D3A8}"/>
                </a:ext>
              </a:extLst>
            </p:cNvPr>
            <p:cNvSpPr/>
            <p:nvPr/>
          </p:nvSpPr>
          <p:spPr>
            <a:xfrm>
              <a:off x="1779090"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36" name="Freeform: Shape 235">
              <a:extLst>
                <a:ext uri="{FF2B5EF4-FFF2-40B4-BE49-F238E27FC236}">
                  <a16:creationId xmlns:a16="http://schemas.microsoft.com/office/drawing/2014/main" id="{F92D0AE7-61BB-CD4A-380B-2C4CC1A29A13}"/>
                </a:ext>
              </a:extLst>
            </p:cNvPr>
            <p:cNvSpPr/>
            <p:nvPr/>
          </p:nvSpPr>
          <p:spPr>
            <a:xfrm>
              <a:off x="16744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37" name="Freeform: Shape 236">
              <a:extLst>
                <a:ext uri="{FF2B5EF4-FFF2-40B4-BE49-F238E27FC236}">
                  <a16:creationId xmlns:a16="http://schemas.microsoft.com/office/drawing/2014/main" id="{51CB0B79-FF77-D779-4324-668D5D0DCF48}"/>
                </a:ext>
              </a:extLst>
            </p:cNvPr>
            <p:cNvSpPr/>
            <p:nvPr/>
          </p:nvSpPr>
          <p:spPr>
            <a:xfrm>
              <a:off x="167443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8" name="Freeform: Shape 237">
              <a:extLst>
                <a:ext uri="{FF2B5EF4-FFF2-40B4-BE49-F238E27FC236}">
                  <a16:creationId xmlns:a16="http://schemas.microsoft.com/office/drawing/2014/main" id="{70990184-D09F-B4FE-4608-FEF0CE8F1DF2}"/>
                </a:ext>
              </a:extLst>
            </p:cNvPr>
            <p:cNvSpPr/>
            <p:nvPr/>
          </p:nvSpPr>
          <p:spPr>
            <a:xfrm>
              <a:off x="136048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39" name="Freeform: Shape 238">
              <a:extLst>
                <a:ext uri="{FF2B5EF4-FFF2-40B4-BE49-F238E27FC236}">
                  <a16:creationId xmlns:a16="http://schemas.microsoft.com/office/drawing/2014/main" id="{7044DA82-FF8C-ECD0-DDD6-B6D1EE50B376}"/>
                </a:ext>
              </a:extLst>
            </p:cNvPr>
            <p:cNvSpPr/>
            <p:nvPr/>
          </p:nvSpPr>
          <p:spPr>
            <a:xfrm>
              <a:off x="104652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0" name="Freeform: Shape 239">
              <a:extLst>
                <a:ext uri="{FF2B5EF4-FFF2-40B4-BE49-F238E27FC236}">
                  <a16:creationId xmlns:a16="http://schemas.microsoft.com/office/drawing/2014/main" id="{CC6024A8-3D3B-601B-A393-43F7A57B4E49}"/>
                </a:ext>
              </a:extLst>
            </p:cNvPr>
            <p:cNvSpPr/>
            <p:nvPr/>
          </p:nvSpPr>
          <p:spPr>
            <a:xfrm>
              <a:off x="313957"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1" name="Freeform: Shape 240">
              <a:extLst>
                <a:ext uri="{FF2B5EF4-FFF2-40B4-BE49-F238E27FC236}">
                  <a16:creationId xmlns:a16="http://schemas.microsoft.com/office/drawing/2014/main" id="{1DEFC352-ECC3-C6AE-B9F8-6EC01EB7C07F}"/>
                </a:ext>
              </a:extLst>
            </p:cNvPr>
            <p:cNvSpPr/>
            <p:nvPr/>
          </p:nvSpPr>
          <p:spPr>
            <a:xfrm>
              <a:off x="37674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2" name="Freeform: Shape 241">
              <a:extLst>
                <a:ext uri="{FF2B5EF4-FFF2-40B4-BE49-F238E27FC236}">
                  <a16:creationId xmlns:a16="http://schemas.microsoft.com/office/drawing/2014/main" id="{EF7E1F67-08B3-73AF-BCAE-6D520D568D9F}"/>
                </a:ext>
              </a:extLst>
            </p:cNvPr>
            <p:cNvSpPr/>
            <p:nvPr/>
          </p:nvSpPr>
          <p:spPr>
            <a:xfrm>
              <a:off x="4604703"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43" name="Freeform: Shape 242">
              <a:extLst>
                <a:ext uri="{FF2B5EF4-FFF2-40B4-BE49-F238E27FC236}">
                  <a16:creationId xmlns:a16="http://schemas.microsoft.com/office/drawing/2014/main" id="{626CB1E7-0177-9E73-9335-6BF8C72BD07D}"/>
                </a:ext>
              </a:extLst>
            </p:cNvPr>
            <p:cNvSpPr/>
            <p:nvPr/>
          </p:nvSpPr>
          <p:spPr>
            <a:xfrm>
              <a:off x="4500051" y="5338905"/>
              <a:ext cx="52326" cy="52326"/>
            </a:xfrm>
            <a:custGeom>
              <a:avLst/>
              <a:gdLst>
                <a:gd name="connsiteX0" fmla="*/ 26163 w 52326"/>
                <a:gd name="connsiteY0" fmla="*/ 0 h 52326"/>
                <a:gd name="connsiteX1" fmla="*/ 26163 w 52326"/>
                <a:gd name="connsiteY1" fmla="*/ 0 h 52326"/>
                <a:gd name="connsiteX2" fmla="*/ 11512 w 52326"/>
                <a:gd name="connsiteY2" fmla="*/ 4535 h 52326"/>
                <a:gd name="connsiteX3" fmla="*/ 0 w 52326"/>
                <a:gd name="connsiteY3" fmla="*/ 26163 h 52326"/>
                <a:gd name="connsiteX4" fmla="*/ 26163 w 52326"/>
                <a:gd name="connsiteY4" fmla="*/ 52326 h 52326"/>
                <a:gd name="connsiteX5" fmla="*/ 40814 w 52326"/>
                <a:gd name="connsiteY5" fmla="*/ 47791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0582" y="0"/>
                    <a:pt x="15698" y="1744"/>
                    <a:pt x="11512" y="4535"/>
                  </a:cubicBezTo>
                  <a:cubicBezTo>
                    <a:pt x="4535" y="9070"/>
                    <a:pt x="0" y="17093"/>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44" name="Freeform: Shape 243">
              <a:extLst>
                <a:ext uri="{FF2B5EF4-FFF2-40B4-BE49-F238E27FC236}">
                  <a16:creationId xmlns:a16="http://schemas.microsoft.com/office/drawing/2014/main" id="{83CBBC93-BAEF-4C1F-F261-81F52E18DBE5}"/>
                </a:ext>
              </a:extLst>
            </p:cNvPr>
            <p:cNvSpPr/>
            <p:nvPr/>
          </p:nvSpPr>
          <p:spPr>
            <a:xfrm>
              <a:off x="554657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 name="Freeform: Shape 244">
              <a:extLst>
                <a:ext uri="{FF2B5EF4-FFF2-40B4-BE49-F238E27FC236}">
                  <a16:creationId xmlns:a16="http://schemas.microsoft.com/office/drawing/2014/main" id="{8E142CC4-F3E1-65FD-9D5F-7DE650B4E3AB}"/>
                </a:ext>
              </a:extLst>
            </p:cNvPr>
            <p:cNvSpPr/>
            <p:nvPr/>
          </p:nvSpPr>
          <p:spPr>
            <a:xfrm>
              <a:off x="565122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6" name="Freeform: Shape 245">
              <a:extLst>
                <a:ext uri="{FF2B5EF4-FFF2-40B4-BE49-F238E27FC236}">
                  <a16:creationId xmlns:a16="http://schemas.microsoft.com/office/drawing/2014/main" id="{22F68E7E-1159-8590-C31F-CB7F6E9A54E5}"/>
                </a:ext>
              </a:extLst>
            </p:cNvPr>
            <p:cNvSpPr/>
            <p:nvPr/>
          </p:nvSpPr>
          <p:spPr>
            <a:xfrm>
              <a:off x="52326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7" name="Freeform: Shape 246">
              <a:extLst>
                <a:ext uri="{FF2B5EF4-FFF2-40B4-BE49-F238E27FC236}">
                  <a16:creationId xmlns:a16="http://schemas.microsoft.com/office/drawing/2014/main" id="{29C40716-EC3C-6DF6-6D51-8BBF3E832D56}"/>
                </a:ext>
              </a:extLst>
            </p:cNvPr>
            <p:cNvSpPr/>
            <p:nvPr/>
          </p:nvSpPr>
          <p:spPr>
            <a:xfrm>
              <a:off x="52326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8" name="Freeform: Shape 247">
              <a:extLst>
                <a:ext uri="{FF2B5EF4-FFF2-40B4-BE49-F238E27FC236}">
                  <a16:creationId xmlns:a16="http://schemas.microsoft.com/office/drawing/2014/main" id="{F90A1E6B-8731-317F-5A9B-69620DB141F2}"/>
                </a:ext>
              </a:extLst>
            </p:cNvPr>
            <p:cNvSpPr/>
            <p:nvPr/>
          </p:nvSpPr>
          <p:spPr>
            <a:xfrm>
              <a:off x="39767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9" name="Freeform: Shape 248">
              <a:extLst>
                <a:ext uri="{FF2B5EF4-FFF2-40B4-BE49-F238E27FC236}">
                  <a16:creationId xmlns:a16="http://schemas.microsoft.com/office/drawing/2014/main" id="{2D3ECAF1-FE24-0756-AE75-CCDA21716855}"/>
                </a:ext>
              </a:extLst>
            </p:cNvPr>
            <p:cNvSpPr/>
            <p:nvPr/>
          </p:nvSpPr>
          <p:spPr>
            <a:xfrm>
              <a:off x="397678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0" name="Freeform: Shape 249">
              <a:extLst>
                <a:ext uri="{FF2B5EF4-FFF2-40B4-BE49-F238E27FC236}">
                  <a16:creationId xmlns:a16="http://schemas.microsoft.com/office/drawing/2014/main" id="{96102D20-23B4-74CA-7D4A-C804172A3E55}"/>
                </a:ext>
              </a:extLst>
            </p:cNvPr>
            <p:cNvSpPr/>
            <p:nvPr/>
          </p:nvSpPr>
          <p:spPr>
            <a:xfrm>
              <a:off x="397678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1" name="Freeform: Shape 250">
              <a:extLst>
                <a:ext uri="{FF2B5EF4-FFF2-40B4-BE49-F238E27FC236}">
                  <a16:creationId xmlns:a16="http://schemas.microsoft.com/office/drawing/2014/main" id="{38C95B58-78B3-F42C-5735-68872FEBCC93}"/>
                </a:ext>
              </a:extLst>
            </p:cNvPr>
            <p:cNvSpPr/>
            <p:nvPr/>
          </p:nvSpPr>
          <p:spPr>
            <a:xfrm>
              <a:off x="3767484"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0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2" name="Freeform: Shape 251">
              <a:extLst>
                <a:ext uri="{FF2B5EF4-FFF2-40B4-BE49-F238E27FC236}">
                  <a16:creationId xmlns:a16="http://schemas.microsoft.com/office/drawing/2014/main" id="{0E128A43-21E1-799A-2443-64C66CBFD421}"/>
                </a:ext>
              </a:extLst>
            </p:cNvPr>
            <p:cNvSpPr/>
            <p:nvPr/>
          </p:nvSpPr>
          <p:spPr>
            <a:xfrm>
              <a:off x="512796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3" name="Freeform: Shape 252">
              <a:extLst>
                <a:ext uri="{FF2B5EF4-FFF2-40B4-BE49-F238E27FC236}">
                  <a16:creationId xmlns:a16="http://schemas.microsoft.com/office/drawing/2014/main" id="{96AF90DC-7CDE-5721-FEA6-E024AE5BD499}"/>
                </a:ext>
              </a:extLst>
            </p:cNvPr>
            <p:cNvSpPr/>
            <p:nvPr/>
          </p:nvSpPr>
          <p:spPr>
            <a:xfrm>
              <a:off x="512796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4" name="Freeform: Shape 253">
              <a:extLst>
                <a:ext uri="{FF2B5EF4-FFF2-40B4-BE49-F238E27FC236}">
                  <a16:creationId xmlns:a16="http://schemas.microsoft.com/office/drawing/2014/main" id="{82E8024F-9067-99D8-48B2-16B90EC55364}"/>
                </a:ext>
              </a:extLst>
            </p:cNvPr>
            <p:cNvSpPr/>
            <p:nvPr/>
          </p:nvSpPr>
          <p:spPr>
            <a:xfrm>
              <a:off x="4918660"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55" name="Freeform: Shape 254">
              <a:extLst>
                <a:ext uri="{FF2B5EF4-FFF2-40B4-BE49-F238E27FC236}">
                  <a16:creationId xmlns:a16="http://schemas.microsoft.com/office/drawing/2014/main" id="{833FA7DC-0080-E81D-72DB-C51266D799A4}"/>
                </a:ext>
              </a:extLst>
            </p:cNvPr>
            <p:cNvSpPr/>
            <p:nvPr/>
          </p:nvSpPr>
          <p:spPr>
            <a:xfrm>
              <a:off x="4081442"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6" name="Freeform: Shape 255">
              <a:extLst>
                <a:ext uri="{FF2B5EF4-FFF2-40B4-BE49-F238E27FC236}">
                  <a16:creationId xmlns:a16="http://schemas.microsoft.com/office/drawing/2014/main" id="{67163682-C206-4964-FD2E-56834017E9E4}"/>
                </a:ext>
              </a:extLst>
            </p:cNvPr>
            <p:cNvSpPr/>
            <p:nvPr/>
          </p:nvSpPr>
          <p:spPr>
            <a:xfrm>
              <a:off x="272096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7" name="Freeform: Shape 256">
              <a:extLst>
                <a:ext uri="{FF2B5EF4-FFF2-40B4-BE49-F238E27FC236}">
                  <a16:creationId xmlns:a16="http://schemas.microsoft.com/office/drawing/2014/main" id="{883923D9-E1FC-3CDB-EF7B-3F2CD87352D1}"/>
                </a:ext>
              </a:extLst>
            </p:cNvPr>
            <p:cNvSpPr/>
            <p:nvPr/>
          </p:nvSpPr>
          <p:spPr>
            <a:xfrm>
              <a:off x="230235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58" name="Freeform: Shape 257">
              <a:extLst>
                <a:ext uri="{FF2B5EF4-FFF2-40B4-BE49-F238E27FC236}">
                  <a16:creationId xmlns:a16="http://schemas.microsoft.com/office/drawing/2014/main" id="{8464542E-DB93-89E9-2CAB-E69E0468D751}"/>
                </a:ext>
              </a:extLst>
            </p:cNvPr>
            <p:cNvSpPr/>
            <p:nvPr/>
          </p:nvSpPr>
          <p:spPr>
            <a:xfrm>
              <a:off x="837218"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9" name="Freeform: Shape 258">
              <a:extLst>
                <a:ext uri="{FF2B5EF4-FFF2-40B4-BE49-F238E27FC236}">
                  <a16:creationId xmlns:a16="http://schemas.microsoft.com/office/drawing/2014/main" id="{07877B90-5E87-065D-61E5-0664D57C07B9}"/>
                </a:ext>
              </a:extLst>
            </p:cNvPr>
            <p:cNvSpPr/>
            <p:nvPr/>
          </p:nvSpPr>
          <p:spPr>
            <a:xfrm>
              <a:off x="62791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0" name="Freeform: Shape 259">
              <a:extLst>
                <a:ext uri="{FF2B5EF4-FFF2-40B4-BE49-F238E27FC236}">
                  <a16:creationId xmlns:a16="http://schemas.microsoft.com/office/drawing/2014/main" id="{EF096B8B-E49F-DFD9-A2E9-EAB8116415A0}"/>
                </a:ext>
              </a:extLst>
            </p:cNvPr>
            <p:cNvSpPr/>
            <p:nvPr/>
          </p:nvSpPr>
          <p:spPr>
            <a:xfrm>
              <a:off x="31395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1" name="Freeform: Shape 260">
              <a:extLst>
                <a:ext uri="{FF2B5EF4-FFF2-40B4-BE49-F238E27FC236}">
                  <a16:creationId xmlns:a16="http://schemas.microsoft.com/office/drawing/2014/main" id="{86B59D0D-5B74-EEBA-00EF-189E6D2C10BB}"/>
                </a:ext>
              </a:extLst>
            </p:cNvPr>
            <p:cNvSpPr/>
            <p:nvPr/>
          </p:nvSpPr>
          <p:spPr>
            <a:xfrm>
              <a:off x="209304"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62" name="Freeform: Shape 261">
              <a:extLst>
                <a:ext uri="{FF2B5EF4-FFF2-40B4-BE49-F238E27FC236}">
                  <a16:creationId xmlns:a16="http://schemas.microsoft.com/office/drawing/2014/main" id="{381D5619-7A30-04D8-96C3-591E06CCC601}"/>
                </a:ext>
              </a:extLst>
            </p:cNvPr>
            <p:cNvSpPr/>
            <p:nvPr/>
          </p:nvSpPr>
          <p:spPr>
            <a:xfrm>
              <a:off x="209304" y="418772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63" name="Freeform: Shape 262">
              <a:extLst>
                <a:ext uri="{FF2B5EF4-FFF2-40B4-BE49-F238E27FC236}">
                  <a16:creationId xmlns:a16="http://schemas.microsoft.com/office/drawing/2014/main" id="{17676CBE-F3A4-FFA0-9EE1-67CC7F6D7ADA}"/>
                </a:ext>
              </a:extLst>
            </p:cNvPr>
            <p:cNvSpPr/>
            <p:nvPr/>
          </p:nvSpPr>
          <p:spPr>
            <a:xfrm>
              <a:off x="5337270" y="3245509"/>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40" y="38721"/>
                  </a:cubicBezTo>
                  <a:cubicBezTo>
                    <a:pt x="7674" y="46745"/>
                    <a:pt x="16047" y="52326"/>
                    <a:pt x="26163" y="52326"/>
                  </a:cubicBezTo>
                  <a:cubicBezTo>
                    <a:pt x="40465" y="52326"/>
                    <a:pt x="52326" y="40465"/>
                    <a:pt x="52326" y="26163"/>
                  </a:cubicBezTo>
                  <a:lnTo>
                    <a:pt x="52326" y="26163"/>
                  </a:lnTo>
                  <a:cubicBezTo>
                    <a:pt x="52326" y="21628"/>
                    <a:pt x="51279" y="17442"/>
                    <a:pt x="49187" y="13605"/>
                  </a:cubicBezTo>
                  <a:cubicBezTo>
                    <a:pt x="44652" y="5581"/>
                    <a:pt x="36280"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64" name="Freeform: Shape 263">
              <a:extLst>
                <a:ext uri="{FF2B5EF4-FFF2-40B4-BE49-F238E27FC236}">
                  <a16:creationId xmlns:a16="http://schemas.microsoft.com/office/drawing/2014/main" id="{F3B92C76-0361-EBA0-C87F-863E7EEDCDE2}"/>
                </a:ext>
              </a:extLst>
            </p:cNvPr>
            <p:cNvSpPr/>
            <p:nvPr/>
          </p:nvSpPr>
          <p:spPr>
            <a:xfrm>
              <a:off x="4081442"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977 w 52326"/>
                <a:gd name="connsiteY3" fmla="*/ 21977 h 52326"/>
                <a:gd name="connsiteX4" fmla="*/ 26163 w 52326"/>
                <a:gd name="connsiteY4" fmla="*/ 0 h 52326"/>
                <a:gd name="connsiteX5" fmla="*/ 0 w 52326"/>
                <a:gd name="connsiteY5" fmla="*/ 26163 h 52326"/>
                <a:gd name="connsiteX6" fmla="*/ 1047 w 52326"/>
                <a:gd name="connsiteY6" fmla="*/ 3383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5" y="52326"/>
                    <a:pt x="52326" y="40466"/>
                    <a:pt x="52326" y="26163"/>
                  </a:cubicBezTo>
                  <a:cubicBezTo>
                    <a:pt x="52326" y="24768"/>
                    <a:pt x="52326" y="23372"/>
                    <a:pt x="51977" y="21977"/>
                  </a:cubicBezTo>
                  <a:cubicBezTo>
                    <a:pt x="49884" y="9419"/>
                    <a:pt x="39070"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65" name="Freeform: Shape 264">
              <a:extLst>
                <a:ext uri="{FF2B5EF4-FFF2-40B4-BE49-F238E27FC236}">
                  <a16:creationId xmlns:a16="http://schemas.microsoft.com/office/drawing/2014/main" id="{B9066420-28FD-C8DC-6DC4-4FF50572CE1D}"/>
                </a:ext>
              </a:extLst>
            </p:cNvPr>
            <p:cNvSpPr/>
            <p:nvPr/>
          </p:nvSpPr>
          <p:spPr>
            <a:xfrm>
              <a:off x="2302351" y="4605990"/>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79 h 52326"/>
                <a:gd name="connsiteX9" fmla="*/ 2791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791" y="38373"/>
                  </a:moveTo>
                  <a:cubicBezTo>
                    <a:pt x="2791" y="38373"/>
                    <a:pt x="2791" y="38721"/>
                    <a:pt x="3140" y="38721"/>
                  </a:cubicBezTo>
                  <a:cubicBezTo>
                    <a:pt x="7675" y="46745"/>
                    <a:pt x="16047"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66" name="Freeform: Shape 265">
              <a:extLst>
                <a:ext uri="{FF2B5EF4-FFF2-40B4-BE49-F238E27FC236}">
                  <a16:creationId xmlns:a16="http://schemas.microsoft.com/office/drawing/2014/main" id="{5535FC62-BA14-80BD-B989-AB99361E3DBC}"/>
                </a:ext>
              </a:extLst>
            </p:cNvPr>
            <p:cNvSpPr/>
            <p:nvPr/>
          </p:nvSpPr>
          <p:spPr>
            <a:xfrm>
              <a:off x="4290746"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67" name="Freeform: Shape 266">
              <a:extLst>
                <a:ext uri="{FF2B5EF4-FFF2-40B4-BE49-F238E27FC236}">
                  <a16:creationId xmlns:a16="http://schemas.microsoft.com/office/drawing/2014/main" id="{5EF9B8DD-C70F-EA04-6ADE-2AA71D604296}"/>
                </a:ext>
              </a:extLst>
            </p:cNvPr>
            <p:cNvSpPr/>
            <p:nvPr/>
          </p:nvSpPr>
          <p:spPr>
            <a:xfrm>
              <a:off x="3034569" y="4397034"/>
              <a:ext cx="52674" cy="52674"/>
            </a:xfrm>
            <a:custGeom>
              <a:avLst/>
              <a:gdLst>
                <a:gd name="connsiteX0" fmla="*/ 52675 w 52674"/>
                <a:gd name="connsiteY0" fmla="*/ 26163 h 52674"/>
                <a:gd name="connsiteX1" fmla="*/ 26512 w 52674"/>
                <a:gd name="connsiteY1" fmla="*/ 0 h 52674"/>
                <a:gd name="connsiteX2" fmla="*/ 23721 w 52674"/>
                <a:gd name="connsiteY2" fmla="*/ 0 h 52674"/>
                <a:gd name="connsiteX3" fmla="*/ 4535 w 52674"/>
                <a:gd name="connsiteY3" fmla="*/ 11512 h 52674"/>
                <a:gd name="connsiteX4" fmla="*/ 2791 w 52674"/>
                <a:gd name="connsiteY4" fmla="*/ 14651 h 52674"/>
                <a:gd name="connsiteX5" fmla="*/ 349 w 52674"/>
                <a:gd name="connsiteY5" fmla="*/ 22675 h 52674"/>
                <a:gd name="connsiteX6" fmla="*/ 0 w 52674"/>
                <a:gd name="connsiteY6" fmla="*/ 26163 h 52674"/>
                <a:gd name="connsiteX7" fmla="*/ 0 w 52674"/>
                <a:gd name="connsiteY7" fmla="*/ 26163 h 52674"/>
                <a:gd name="connsiteX8" fmla="*/ 349 w 52674"/>
                <a:gd name="connsiteY8" fmla="*/ 29303 h 52674"/>
                <a:gd name="connsiteX9" fmla="*/ 2442 w 52674"/>
                <a:gd name="connsiteY9" fmla="*/ 36628 h 52674"/>
                <a:gd name="connsiteX10" fmla="*/ 5930 w 52674"/>
                <a:gd name="connsiteY10" fmla="*/ 42559 h 52674"/>
                <a:gd name="connsiteX11" fmla="*/ 8023 w 52674"/>
                <a:gd name="connsiteY11" fmla="*/ 45001 h 52674"/>
                <a:gd name="connsiteX12" fmla="*/ 26512 w 52674"/>
                <a:gd name="connsiteY12" fmla="*/ 52675 h 52674"/>
                <a:gd name="connsiteX13" fmla="*/ 52675 w 52674"/>
                <a:gd name="connsiteY13" fmla="*/ 26163 h 52674"/>
                <a:gd name="connsiteX14" fmla="*/ 52675 w 52674"/>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4" h="52674">
                  <a:moveTo>
                    <a:pt x="52675" y="26163"/>
                  </a:moveTo>
                  <a:cubicBezTo>
                    <a:pt x="52675" y="11861"/>
                    <a:pt x="40814" y="0"/>
                    <a:pt x="26512" y="0"/>
                  </a:cubicBezTo>
                  <a:cubicBezTo>
                    <a:pt x="25465" y="0"/>
                    <a:pt x="24768" y="0"/>
                    <a:pt x="23721" y="0"/>
                  </a:cubicBezTo>
                  <a:cubicBezTo>
                    <a:pt x="15698" y="698"/>
                    <a:pt x="9070" y="5233"/>
                    <a:pt x="4535" y="11512"/>
                  </a:cubicBezTo>
                  <a:cubicBezTo>
                    <a:pt x="3837" y="12558"/>
                    <a:pt x="3139"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814"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268" name="Freeform: Shape 267">
              <a:extLst>
                <a:ext uri="{FF2B5EF4-FFF2-40B4-BE49-F238E27FC236}">
                  <a16:creationId xmlns:a16="http://schemas.microsoft.com/office/drawing/2014/main" id="{5910E40D-240C-D3F9-B190-78BFA2EFF714}"/>
                </a:ext>
              </a:extLst>
            </p:cNvPr>
            <p:cNvSpPr/>
            <p:nvPr/>
          </p:nvSpPr>
          <p:spPr>
            <a:xfrm>
              <a:off x="533727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9" name="Freeform: Shape 268">
              <a:extLst>
                <a:ext uri="{FF2B5EF4-FFF2-40B4-BE49-F238E27FC236}">
                  <a16:creationId xmlns:a16="http://schemas.microsoft.com/office/drawing/2014/main" id="{B8A834DD-60BE-BA90-FC44-75058759C70F}"/>
                </a:ext>
              </a:extLst>
            </p:cNvPr>
            <p:cNvSpPr/>
            <p:nvPr/>
          </p:nvSpPr>
          <p:spPr>
            <a:xfrm>
              <a:off x="533727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0" name="Freeform: Shape 269">
              <a:extLst>
                <a:ext uri="{FF2B5EF4-FFF2-40B4-BE49-F238E27FC236}">
                  <a16:creationId xmlns:a16="http://schemas.microsoft.com/office/drawing/2014/main" id="{6C3FF99D-BE67-045D-9F25-5BA2CE2274D3}"/>
                </a:ext>
              </a:extLst>
            </p:cNvPr>
            <p:cNvSpPr/>
            <p:nvPr/>
          </p:nvSpPr>
          <p:spPr>
            <a:xfrm>
              <a:off x="52326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1" name="Freeform: Shape 270">
              <a:extLst>
                <a:ext uri="{FF2B5EF4-FFF2-40B4-BE49-F238E27FC236}">
                  <a16:creationId xmlns:a16="http://schemas.microsoft.com/office/drawing/2014/main" id="{9312C043-1E96-44F7-8BF3-117DB9784689}"/>
                </a:ext>
              </a:extLst>
            </p:cNvPr>
            <p:cNvSpPr/>
            <p:nvPr/>
          </p:nvSpPr>
          <p:spPr>
            <a:xfrm>
              <a:off x="5023313"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2" name="Freeform: Shape 271">
              <a:extLst>
                <a:ext uri="{FF2B5EF4-FFF2-40B4-BE49-F238E27FC236}">
                  <a16:creationId xmlns:a16="http://schemas.microsoft.com/office/drawing/2014/main" id="{0C73B674-B5F1-80FE-A28C-45800668CB7A}"/>
                </a:ext>
              </a:extLst>
            </p:cNvPr>
            <p:cNvSpPr/>
            <p:nvPr/>
          </p:nvSpPr>
          <p:spPr>
            <a:xfrm>
              <a:off x="418609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73" name="Freeform: Shape 272">
              <a:extLst>
                <a:ext uri="{FF2B5EF4-FFF2-40B4-BE49-F238E27FC236}">
                  <a16:creationId xmlns:a16="http://schemas.microsoft.com/office/drawing/2014/main" id="{2D13857C-42DD-CFBD-AFE2-AC19D010C6D1}"/>
                </a:ext>
              </a:extLst>
            </p:cNvPr>
            <p:cNvSpPr/>
            <p:nvPr/>
          </p:nvSpPr>
          <p:spPr>
            <a:xfrm>
              <a:off x="4186094" y="4501686"/>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74" name="Freeform: Shape 273">
              <a:extLst>
                <a:ext uri="{FF2B5EF4-FFF2-40B4-BE49-F238E27FC236}">
                  <a16:creationId xmlns:a16="http://schemas.microsoft.com/office/drawing/2014/main" id="{A3DEC162-0228-142A-F4FF-E61BA05505DA}"/>
                </a:ext>
              </a:extLst>
            </p:cNvPr>
            <p:cNvSpPr/>
            <p:nvPr/>
          </p:nvSpPr>
          <p:spPr>
            <a:xfrm>
              <a:off x="418609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75" name="Freeform: Shape 274">
              <a:extLst>
                <a:ext uri="{FF2B5EF4-FFF2-40B4-BE49-F238E27FC236}">
                  <a16:creationId xmlns:a16="http://schemas.microsoft.com/office/drawing/2014/main" id="{4095E9E1-98EC-B01C-F6C9-BBCD661CD57E}"/>
                </a:ext>
              </a:extLst>
            </p:cNvPr>
            <p:cNvSpPr/>
            <p:nvPr/>
          </p:nvSpPr>
          <p:spPr>
            <a:xfrm>
              <a:off x="5127965"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6" name="Freeform: Shape 275">
              <a:extLst>
                <a:ext uri="{FF2B5EF4-FFF2-40B4-BE49-F238E27FC236}">
                  <a16:creationId xmlns:a16="http://schemas.microsoft.com/office/drawing/2014/main" id="{771D9283-6D23-48ED-B3BE-3DC70E5EC5C9}"/>
                </a:ext>
              </a:extLst>
            </p:cNvPr>
            <p:cNvSpPr/>
            <p:nvPr/>
          </p:nvSpPr>
          <p:spPr>
            <a:xfrm>
              <a:off x="49186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77" name="Freeform: Shape 276">
              <a:extLst>
                <a:ext uri="{FF2B5EF4-FFF2-40B4-BE49-F238E27FC236}">
                  <a16:creationId xmlns:a16="http://schemas.microsoft.com/office/drawing/2014/main" id="{35F19F60-56EA-32B3-1797-46B47DF83C33}"/>
                </a:ext>
              </a:extLst>
            </p:cNvPr>
            <p:cNvSpPr/>
            <p:nvPr/>
          </p:nvSpPr>
          <p:spPr>
            <a:xfrm>
              <a:off x="408144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8" name="Freeform: Shape 277">
              <a:extLst>
                <a:ext uri="{FF2B5EF4-FFF2-40B4-BE49-F238E27FC236}">
                  <a16:creationId xmlns:a16="http://schemas.microsoft.com/office/drawing/2014/main" id="{3C944A01-578D-0390-236B-F609A6DCB2B4}"/>
                </a:ext>
              </a:extLst>
            </p:cNvPr>
            <p:cNvSpPr/>
            <p:nvPr/>
          </p:nvSpPr>
          <p:spPr>
            <a:xfrm>
              <a:off x="355818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79" name="Freeform: Shape 278">
              <a:extLst>
                <a:ext uri="{FF2B5EF4-FFF2-40B4-BE49-F238E27FC236}">
                  <a16:creationId xmlns:a16="http://schemas.microsoft.com/office/drawing/2014/main" id="{7FAFB730-08EA-A78A-1D22-1E8EF8AFB907}"/>
                </a:ext>
              </a:extLst>
            </p:cNvPr>
            <p:cNvSpPr/>
            <p:nvPr/>
          </p:nvSpPr>
          <p:spPr>
            <a:xfrm>
              <a:off x="324422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0" name="Freeform: Shape 279">
              <a:extLst>
                <a:ext uri="{FF2B5EF4-FFF2-40B4-BE49-F238E27FC236}">
                  <a16:creationId xmlns:a16="http://schemas.microsoft.com/office/drawing/2014/main" id="{0A5F1FBC-C5ED-D13E-9048-F56E88C87E6C}"/>
                </a:ext>
              </a:extLst>
            </p:cNvPr>
            <p:cNvSpPr/>
            <p:nvPr/>
          </p:nvSpPr>
          <p:spPr>
            <a:xfrm>
              <a:off x="3244223"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1" name="Freeform: Shape 280">
              <a:extLst>
                <a:ext uri="{FF2B5EF4-FFF2-40B4-BE49-F238E27FC236}">
                  <a16:creationId xmlns:a16="http://schemas.microsoft.com/office/drawing/2014/main" id="{B48B9522-59EB-C4AF-6A5D-0504C9B8E19B}"/>
                </a:ext>
              </a:extLst>
            </p:cNvPr>
            <p:cNvSpPr/>
            <p:nvPr/>
          </p:nvSpPr>
          <p:spPr>
            <a:xfrm>
              <a:off x="293026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2" name="Freeform: Shape 281">
              <a:extLst>
                <a:ext uri="{FF2B5EF4-FFF2-40B4-BE49-F238E27FC236}">
                  <a16:creationId xmlns:a16="http://schemas.microsoft.com/office/drawing/2014/main" id="{30AA4B2F-5E1A-84B4-A679-7ADD9D8CCD5E}"/>
                </a:ext>
              </a:extLst>
            </p:cNvPr>
            <p:cNvSpPr/>
            <p:nvPr/>
          </p:nvSpPr>
          <p:spPr>
            <a:xfrm>
              <a:off x="293026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3" name="Freeform: Shape 282">
              <a:extLst>
                <a:ext uri="{FF2B5EF4-FFF2-40B4-BE49-F238E27FC236}">
                  <a16:creationId xmlns:a16="http://schemas.microsoft.com/office/drawing/2014/main" id="{D8CEF6FF-F9CC-088D-DDE6-38D0A3AE09F4}"/>
                </a:ext>
              </a:extLst>
            </p:cNvPr>
            <p:cNvSpPr/>
            <p:nvPr/>
          </p:nvSpPr>
          <p:spPr>
            <a:xfrm>
              <a:off x="25116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4" name="Freeform: Shape 283">
              <a:extLst>
                <a:ext uri="{FF2B5EF4-FFF2-40B4-BE49-F238E27FC236}">
                  <a16:creationId xmlns:a16="http://schemas.microsoft.com/office/drawing/2014/main" id="{DF756C46-71C2-05AB-9ED3-667EC28F7917}"/>
                </a:ext>
              </a:extLst>
            </p:cNvPr>
            <p:cNvSpPr/>
            <p:nvPr/>
          </p:nvSpPr>
          <p:spPr>
            <a:xfrm>
              <a:off x="2302351"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85" name="Freeform: Shape 284">
              <a:extLst>
                <a:ext uri="{FF2B5EF4-FFF2-40B4-BE49-F238E27FC236}">
                  <a16:creationId xmlns:a16="http://schemas.microsoft.com/office/drawing/2014/main" id="{103CB73E-4188-0AE1-9A90-5D9682F27DAF}"/>
                </a:ext>
              </a:extLst>
            </p:cNvPr>
            <p:cNvSpPr/>
            <p:nvPr/>
          </p:nvSpPr>
          <p:spPr>
            <a:xfrm>
              <a:off x="230235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6" name="Freeform: Shape 285">
              <a:extLst>
                <a:ext uri="{FF2B5EF4-FFF2-40B4-BE49-F238E27FC236}">
                  <a16:creationId xmlns:a16="http://schemas.microsoft.com/office/drawing/2014/main" id="{BC813F0B-A834-61FA-708A-9EB3EE315901}"/>
                </a:ext>
              </a:extLst>
            </p:cNvPr>
            <p:cNvSpPr/>
            <p:nvPr/>
          </p:nvSpPr>
          <p:spPr>
            <a:xfrm>
              <a:off x="2093047"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87" name="Freeform: Shape 286">
              <a:extLst>
                <a:ext uri="{FF2B5EF4-FFF2-40B4-BE49-F238E27FC236}">
                  <a16:creationId xmlns:a16="http://schemas.microsoft.com/office/drawing/2014/main" id="{7CC8D10A-103B-57A0-5D3E-46CF5022A56F}"/>
                </a:ext>
              </a:extLst>
            </p:cNvPr>
            <p:cNvSpPr/>
            <p:nvPr/>
          </p:nvSpPr>
          <p:spPr>
            <a:xfrm>
              <a:off x="1674437"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1" y="0"/>
                    <a:pt x="0" y="11861"/>
                    <a:pt x="0" y="26163"/>
                  </a:cubicBezTo>
                  <a:lnTo>
                    <a:pt x="0" y="26163"/>
                  </a:lnTo>
                  <a:lnTo>
                    <a:pt x="0" y="26163"/>
                  </a:ln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88" name="Freeform: Shape 287">
              <a:extLst>
                <a:ext uri="{FF2B5EF4-FFF2-40B4-BE49-F238E27FC236}">
                  <a16:creationId xmlns:a16="http://schemas.microsoft.com/office/drawing/2014/main" id="{F8668407-5D2A-CF7A-B689-4764EEEB1E31}"/>
                </a:ext>
              </a:extLst>
            </p:cNvPr>
            <p:cNvSpPr/>
            <p:nvPr/>
          </p:nvSpPr>
          <p:spPr>
            <a:xfrm>
              <a:off x="146513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9" name="Freeform: Shape 288">
              <a:extLst>
                <a:ext uri="{FF2B5EF4-FFF2-40B4-BE49-F238E27FC236}">
                  <a16:creationId xmlns:a16="http://schemas.microsoft.com/office/drawing/2014/main" id="{5FA51C66-3164-DAE4-49AF-AA4C134CCED5}"/>
                </a:ext>
              </a:extLst>
            </p:cNvPr>
            <p:cNvSpPr/>
            <p:nvPr/>
          </p:nvSpPr>
          <p:spPr>
            <a:xfrm>
              <a:off x="115117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0" name="Freeform: Shape 289">
              <a:extLst>
                <a:ext uri="{FF2B5EF4-FFF2-40B4-BE49-F238E27FC236}">
                  <a16:creationId xmlns:a16="http://schemas.microsoft.com/office/drawing/2014/main" id="{21AFC5C8-0005-8E72-7B84-08EAF97F72B2}"/>
                </a:ext>
              </a:extLst>
            </p:cNvPr>
            <p:cNvSpPr/>
            <p:nvPr/>
          </p:nvSpPr>
          <p:spPr>
            <a:xfrm>
              <a:off x="62791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91" name="Freeform: Shape 290">
              <a:extLst>
                <a:ext uri="{FF2B5EF4-FFF2-40B4-BE49-F238E27FC236}">
                  <a16:creationId xmlns:a16="http://schemas.microsoft.com/office/drawing/2014/main" id="{EAB2AF6D-3782-7E0D-CBD8-FC4CFA99E5E2}"/>
                </a:ext>
              </a:extLst>
            </p:cNvPr>
            <p:cNvSpPr/>
            <p:nvPr/>
          </p:nvSpPr>
          <p:spPr>
            <a:xfrm>
              <a:off x="62791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2" name="Freeform: Shape 291">
              <a:extLst>
                <a:ext uri="{FF2B5EF4-FFF2-40B4-BE49-F238E27FC236}">
                  <a16:creationId xmlns:a16="http://schemas.microsoft.com/office/drawing/2014/main" id="{E4B27679-9347-8CBE-7871-ABA831CAFDED}"/>
                </a:ext>
              </a:extLst>
            </p:cNvPr>
            <p:cNvSpPr/>
            <p:nvPr/>
          </p:nvSpPr>
          <p:spPr>
            <a:xfrm>
              <a:off x="3244223" y="4187729"/>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6" y="0"/>
                    <a:pt x="7675" y="5581"/>
                    <a:pt x="3140" y="13605"/>
                  </a:cubicBezTo>
                  <a:cubicBezTo>
                    <a:pt x="2791" y="14302"/>
                    <a:pt x="2442" y="15000"/>
                    <a:pt x="2093" y="16047"/>
                  </a:cubicBezTo>
                  <a:cubicBezTo>
                    <a:pt x="698" y="19186"/>
                    <a:pt x="0" y="22675"/>
                    <a:pt x="0" y="26163"/>
                  </a:cubicBezTo>
                  <a:cubicBezTo>
                    <a:pt x="0" y="40465"/>
                    <a:pt x="11861" y="52326"/>
                    <a:pt x="26163" y="52326"/>
                  </a:cubicBezTo>
                  <a:lnTo>
                    <a:pt x="26163" y="52326"/>
                  </a:ln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93" name="Freeform: Shape 292">
              <a:extLst>
                <a:ext uri="{FF2B5EF4-FFF2-40B4-BE49-F238E27FC236}">
                  <a16:creationId xmlns:a16="http://schemas.microsoft.com/office/drawing/2014/main" id="{57A59986-0A2E-DD9E-D18B-FDE97FFA8C8D}"/>
                </a:ext>
              </a:extLst>
            </p:cNvPr>
            <p:cNvSpPr/>
            <p:nvPr/>
          </p:nvSpPr>
          <p:spPr>
            <a:xfrm>
              <a:off x="5127965" y="5234253"/>
              <a:ext cx="52326" cy="52326"/>
            </a:xfrm>
            <a:custGeom>
              <a:avLst/>
              <a:gdLst>
                <a:gd name="connsiteX0" fmla="*/ 33837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294" name="Freeform: Shape 293">
              <a:extLst>
                <a:ext uri="{FF2B5EF4-FFF2-40B4-BE49-F238E27FC236}">
                  <a16:creationId xmlns:a16="http://schemas.microsoft.com/office/drawing/2014/main" id="{CD18E36A-8C61-7BBC-3099-84187EA2DA47}"/>
                </a:ext>
              </a:extLst>
            </p:cNvPr>
            <p:cNvSpPr/>
            <p:nvPr/>
          </p:nvSpPr>
          <p:spPr>
            <a:xfrm>
              <a:off x="3872478" y="3455511"/>
              <a:ext cx="52333" cy="51977"/>
            </a:xfrm>
            <a:custGeom>
              <a:avLst/>
              <a:gdLst>
                <a:gd name="connsiteX0" fmla="*/ 25822 w 52333"/>
                <a:gd name="connsiteY0" fmla="*/ 51977 h 51977"/>
                <a:gd name="connsiteX1" fmla="*/ 38380 w 52333"/>
                <a:gd name="connsiteY1" fmla="*/ 48838 h 51977"/>
                <a:gd name="connsiteX2" fmla="*/ 39078 w 52333"/>
                <a:gd name="connsiteY2" fmla="*/ 48489 h 51977"/>
                <a:gd name="connsiteX3" fmla="*/ 41171 w 52333"/>
                <a:gd name="connsiteY3" fmla="*/ 47094 h 51977"/>
                <a:gd name="connsiteX4" fmla="*/ 44311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2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2" y="51977"/>
                  </a:moveTo>
                  <a:cubicBezTo>
                    <a:pt x="30357" y="51977"/>
                    <a:pt x="34543" y="50931"/>
                    <a:pt x="38380" y="48838"/>
                  </a:cubicBezTo>
                  <a:cubicBezTo>
                    <a:pt x="38729" y="48838"/>
                    <a:pt x="38729" y="48489"/>
                    <a:pt x="39078" y="48489"/>
                  </a:cubicBezTo>
                  <a:cubicBezTo>
                    <a:pt x="39775" y="48140"/>
                    <a:pt x="40473" y="47791"/>
                    <a:pt x="41171" y="47094"/>
                  </a:cubicBezTo>
                  <a:cubicBezTo>
                    <a:pt x="42217" y="46396"/>
                    <a:pt x="43264" y="45349"/>
                    <a:pt x="44311" y="44652"/>
                  </a:cubicBezTo>
                  <a:cubicBezTo>
                    <a:pt x="44311" y="44652"/>
                    <a:pt x="44311"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2" y="1744"/>
                    <a:pt x="14659" y="2791"/>
                  </a:cubicBezTo>
                  <a:cubicBezTo>
                    <a:pt x="12217" y="4186"/>
                    <a:pt x="9775" y="5582"/>
                    <a:pt x="7682" y="7675"/>
                  </a:cubicBezTo>
                  <a:cubicBezTo>
                    <a:pt x="2798" y="12558"/>
                    <a:pt x="8" y="18838"/>
                    <a:pt x="8" y="26163"/>
                  </a:cubicBezTo>
                  <a:cubicBezTo>
                    <a:pt x="-341" y="40117"/>
                    <a:pt x="11519" y="51977"/>
                    <a:pt x="25822" y="51977"/>
                  </a:cubicBezTo>
                  <a:close/>
                </a:path>
              </a:pathLst>
            </a:custGeom>
            <a:grpFill/>
            <a:ln w="3488" cap="flat">
              <a:noFill/>
              <a:prstDash val="solid"/>
              <a:miter/>
            </a:ln>
          </p:spPr>
          <p:txBody>
            <a:bodyPr rtlCol="0" anchor="ctr"/>
            <a:lstStyle/>
            <a:p>
              <a:endParaRPr lang="en-ID"/>
            </a:p>
          </p:txBody>
        </p:sp>
        <p:sp>
          <p:nvSpPr>
            <p:cNvPr id="295" name="Freeform: Shape 294">
              <a:extLst>
                <a:ext uri="{FF2B5EF4-FFF2-40B4-BE49-F238E27FC236}">
                  <a16:creationId xmlns:a16="http://schemas.microsoft.com/office/drawing/2014/main" id="{79FEE44C-8045-7FCF-A9C8-8F61AB00B4CB}"/>
                </a:ext>
              </a:extLst>
            </p:cNvPr>
            <p:cNvSpPr/>
            <p:nvPr/>
          </p:nvSpPr>
          <p:spPr>
            <a:xfrm>
              <a:off x="52326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6" name="Freeform: Shape 295">
              <a:extLst>
                <a:ext uri="{FF2B5EF4-FFF2-40B4-BE49-F238E27FC236}">
                  <a16:creationId xmlns:a16="http://schemas.microsoft.com/office/drawing/2014/main" id="{AE0C866F-9A68-BB8D-E385-CF1DAD7CFD8B}"/>
                </a:ext>
              </a:extLst>
            </p:cNvPr>
            <p:cNvSpPr/>
            <p:nvPr/>
          </p:nvSpPr>
          <p:spPr>
            <a:xfrm>
              <a:off x="5755879" y="2199334"/>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97" name="Freeform: Shape 296">
              <a:extLst>
                <a:ext uri="{FF2B5EF4-FFF2-40B4-BE49-F238E27FC236}">
                  <a16:creationId xmlns:a16="http://schemas.microsoft.com/office/drawing/2014/main" id="{1409A340-9704-420E-40BF-7C5A5F9E5589}"/>
                </a:ext>
              </a:extLst>
            </p:cNvPr>
            <p:cNvSpPr/>
            <p:nvPr/>
          </p:nvSpPr>
          <p:spPr>
            <a:xfrm>
              <a:off x="575587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8" name="Freeform: Shape 297">
              <a:extLst>
                <a:ext uri="{FF2B5EF4-FFF2-40B4-BE49-F238E27FC236}">
                  <a16:creationId xmlns:a16="http://schemas.microsoft.com/office/drawing/2014/main" id="{08A9143E-299B-AC48-F30C-01F64C47FF65}"/>
                </a:ext>
              </a:extLst>
            </p:cNvPr>
            <p:cNvSpPr/>
            <p:nvPr/>
          </p:nvSpPr>
          <p:spPr>
            <a:xfrm>
              <a:off x="554657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99" name="Freeform: Shape 298">
              <a:extLst>
                <a:ext uri="{FF2B5EF4-FFF2-40B4-BE49-F238E27FC236}">
                  <a16:creationId xmlns:a16="http://schemas.microsoft.com/office/drawing/2014/main" id="{E251F1DF-8862-23AE-3E27-15134E7E60FD}"/>
                </a:ext>
              </a:extLst>
            </p:cNvPr>
            <p:cNvSpPr/>
            <p:nvPr/>
          </p:nvSpPr>
          <p:spPr>
            <a:xfrm>
              <a:off x="5023313"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00" name="Freeform: Shape 299">
              <a:extLst>
                <a:ext uri="{FF2B5EF4-FFF2-40B4-BE49-F238E27FC236}">
                  <a16:creationId xmlns:a16="http://schemas.microsoft.com/office/drawing/2014/main" id="{3EC59267-EF45-66E2-C1F4-A5CB8772F6DB}"/>
                </a:ext>
              </a:extLst>
            </p:cNvPr>
            <p:cNvSpPr/>
            <p:nvPr/>
          </p:nvSpPr>
          <p:spPr>
            <a:xfrm>
              <a:off x="460470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01" name="Freeform: Shape 300">
              <a:extLst>
                <a:ext uri="{FF2B5EF4-FFF2-40B4-BE49-F238E27FC236}">
                  <a16:creationId xmlns:a16="http://schemas.microsoft.com/office/drawing/2014/main" id="{0DBF7819-1046-6849-38B0-2CF0C91D62B0}"/>
                </a:ext>
              </a:extLst>
            </p:cNvPr>
            <p:cNvSpPr/>
            <p:nvPr/>
          </p:nvSpPr>
          <p:spPr>
            <a:xfrm>
              <a:off x="544192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2" name="Freeform: Shape 301">
              <a:extLst>
                <a:ext uri="{FF2B5EF4-FFF2-40B4-BE49-F238E27FC236}">
                  <a16:creationId xmlns:a16="http://schemas.microsoft.com/office/drawing/2014/main" id="{49BCEB42-CA25-A356-AFFA-4E5C3FA8809A}"/>
                </a:ext>
              </a:extLst>
            </p:cNvPr>
            <p:cNvSpPr/>
            <p:nvPr/>
          </p:nvSpPr>
          <p:spPr>
            <a:xfrm>
              <a:off x="177909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3" name="Freeform: Shape 302">
              <a:extLst>
                <a:ext uri="{FF2B5EF4-FFF2-40B4-BE49-F238E27FC236}">
                  <a16:creationId xmlns:a16="http://schemas.microsoft.com/office/drawing/2014/main" id="{EC0F7B9B-F660-58D0-AD20-A81662D61112}"/>
                </a:ext>
              </a:extLst>
            </p:cNvPr>
            <p:cNvSpPr/>
            <p:nvPr/>
          </p:nvSpPr>
          <p:spPr>
            <a:xfrm>
              <a:off x="16744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4" name="Freeform: Shape 303">
              <a:extLst>
                <a:ext uri="{FF2B5EF4-FFF2-40B4-BE49-F238E27FC236}">
                  <a16:creationId xmlns:a16="http://schemas.microsoft.com/office/drawing/2014/main" id="{D5E2AE92-8331-F45F-2E88-6E8AF7C5DC64}"/>
                </a:ext>
              </a:extLst>
            </p:cNvPr>
            <p:cNvSpPr/>
            <p:nvPr/>
          </p:nvSpPr>
          <p:spPr>
            <a:xfrm>
              <a:off x="62791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05" name="Freeform: Shape 304">
              <a:extLst>
                <a:ext uri="{FF2B5EF4-FFF2-40B4-BE49-F238E27FC236}">
                  <a16:creationId xmlns:a16="http://schemas.microsoft.com/office/drawing/2014/main" id="{E180F9C8-A5F9-C2B3-4288-FB4C9739ACE9}"/>
                </a:ext>
              </a:extLst>
            </p:cNvPr>
            <p:cNvSpPr/>
            <p:nvPr/>
          </p:nvSpPr>
          <p:spPr>
            <a:xfrm rot="17550026">
              <a:off x="523353" y="5443616"/>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306" name="Freeform: Shape 305">
              <a:extLst>
                <a:ext uri="{FF2B5EF4-FFF2-40B4-BE49-F238E27FC236}">
                  <a16:creationId xmlns:a16="http://schemas.microsoft.com/office/drawing/2014/main" id="{559A60F4-18F4-89A0-A813-203432F0FED3}"/>
                </a:ext>
              </a:extLst>
            </p:cNvPr>
            <p:cNvSpPr/>
            <p:nvPr/>
          </p:nvSpPr>
          <p:spPr>
            <a:xfrm>
              <a:off x="209304"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307" name="Freeform: Shape 306">
              <a:extLst>
                <a:ext uri="{FF2B5EF4-FFF2-40B4-BE49-F238E27FC236}">
                  <a16:creationId xmlns:a16="http://schemas.microsoft.com/office/drawing/2014/main" id="{DAD66D36-33B9-1C71-DC9A-4FB0EC48A9A5}"/>
                </a:ext>
              </a:extLst>
            </p:cNvPr>
            <p:cNvSpPr/>
            <p:nvPr/>
          </p:nvSpPr>
          <p:spPr>
            <a:xfrm>
              <a:off x="5755879" y="3350510"/>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08" name="Freeform: Shape 307">
              <a:extLst>
                <a:ext uri="{FF2B5EF4-FFF2-40B4-BE49-F238E27FC236}">
                  <a16:creationId xmlns:a16="http://schemas.microsoft.com/office/drawing/2014/main" id="{B701EC5D-A5AE-7B1B-387A-118D7B5A6955}"/>
                </a:ext>
              </a:extLst>
            </p:cNvPr>
            <p:cNvSpPr/>
            <p:nvPr/>
          </p:nvSpPr>
          <p:spPr>
            <a:xfrm>
              <a:off x="4814008" y="4606338"/>
              <a:ext cx="52326" cy="52326"/>
            </a:xfrm>
            <a:custGeom>
              <a:avLst/>
              <a:gdLst>
                <a:gd name="connsiteX0" fmla="*/ 42908 w 52326"/>
                <a:gd name="connsiteY0" fmla="*/ 5930 h 52326"/>
                <a:gd name="connsiteX1" fmla="*/ 42908 w 52326"/>
                <a:gd name="connsiteY1" fmla="*/ 5930 h 52326"/>
                <a:gd name="connsiteX2" fmla="*/ 38721 w 52326"/>
                <a:gd name="connsiteY2" fmla="*/ 3140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 name="connsiteX10" fmla="*/ 42908 w 52326"/>
                <a:gd name="connsiteY10"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42908" y="5930"/>
                  </a:moveTo>
                  <a:cubicBezTo>
                    <a:pt x="42908" y="5930"/>
                    <a:pt x="42908" y="5930"/>
                    <a:pt x="42908" y="5930"/>
                  </a:cubicBezTo>
                  <a:cubicBezTo>
                    <a:pt x="41512" y="4884"/>
                    <a:pt x="40117" y="3837"/>
                    <a:pt x="38721" y="3140"/>
                  </a:cubicBezTo>
                  <a:cubicBezTo>
                    <a:pt x="34884" y="1046"/>
                    <a:pt x="30698"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lnTo>
                    <a:pt x="52326" y="26163"/>
                  </a:ln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309" name="Freeform: Shape 308">
              <a:extLst>
                <a:ext uri="{FF2B5EF4-FFF2-40B4-BE49-F238E27FC236}">
                  <a16:creationId xmlns:a16="http://schemas.microsoft.com/office/drawing/2014/main" id="{2C5B0D76-C0BA-2669-954F-D89AB83EBD44}"/>
                </a:ext>
              </a:extLst>
            </p:cNvPr>
            <p:cNvSpPr/>
            <p:nvPr/>
          </p:nvSpPr>
          <p:spPr>
            <a:xfrm>
              <a:off x="2511656"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10" name="Freeform: Shape 309">
              <a:extLst>
                <a:ext uri="{FF2B5EF4-FFF2-40B4-BE49-F238E27FC236}">
                  <a16:creationId xmlns:a16="http://schemas.microsoft.com/office/drawing/2014/main" id="{00C0A42E-2191-14FB-C646-2E8C6787106E}"/>
                </a:ext>
              </a:extLst>
            </p:cNvPr>
            <p:cNvSpPr/>
            <p:nvPr/>
          </p:nvSpPr>
          <p:spPr>
            <a:xfrm>
              <a:off x="606983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1" name="Freeform: Shape 310">
              <a:extLst>
                <a:ext uri="{FF2B5EF4-FFF2-40B4-BE49-F238E27FC236}">
                  <a16:creationId xmlns:a16="http://schemas.microsoft.com/office/drawing/2014/main" id="{F5CE2167-0C69-9FE5-F770-0D4CB49D9471}"/>
                </a:ext>
              </a:extLst>
            </p:cNvPr>
            <p:cNvSpPr/>
            <p:nvPr/>
          </p:nvSpPr>
          <p:spPr>
            <a:xfrm>
              <a:off x="52326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2" name="Freeform: Shape 311">
              <a:extLst>
                <a:ext uri="{FF2B5EF4-FFF2-40B4-BE49-F238E27FC236}">
                  <a16:creationId xmlns:a16="http://schemas.microsoft.com/office/drawing/2014/main" id="{5CF1AD92-5A58-81EB-D467-62566E4DA433}"/>
                </a:ext>
              </a:extLst>
            </p:cNvPr>
            <p:cNvSpPr/>
            <p:nvPr/>
          </p:nvSpPr>
          <p:spPr>
            <a:xfrm>
              <a:off x="48140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3" name="Freeform: Shape 312">
              <a:extLst>
                <a:ext uri="{FF2B5EF4-FFF2-40B4-BE49-F238E27FC236}">
                  <a16:creationId xmlns:a16="http://schemas.microsoft.com/office/drawing/2014/main" id="{0A4A2AAE-E5F4-EA3A-615C-D626EC1FFDE7}"/>
                </a:ext>
              </a:extLst>
            </p:cNvPr>
            <p:cNvSpPr/>
            <p:nvPr/>
          </p:nvSpPr>
          <p:spPr>
            <a:xfrm>
              <a:off x="4395399"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14" name="Freeform: Shape 313">
              <a:extLst>
                <a:ext uri="{FF2B5EF4-FFF2-40B4-BE49-F238E27FC236}">
                  <a16:creationId xmlns:a16="http://schemas.microsoft.com/office/drawing/2014/main" id="{4FC6C405-9393-AC58-5308-FCE7B12E594D}"/>
                </a:ext>
              </a:extLst>
            </p:cNvPr>
            <p:cNvSpPr/>
            <p:nvPr/>
          </p:nvSpPr>
          <p:spPr>
            <a:xfrm>
              <a:off x="491866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5" name="Freeform: Shape 314">
              <a:extLst>
                <a:ext uri="{FF2B5EF4-FFF2-40B4-BE49-F238E27FC236}">
                  <a16:creationId xmlns:a16="http://schemas.microsoft.com/office/drawing/2014/main" id="{2CB4E2B1-A906-F15C-4BF8-56FBAE092143}"/>
                </a:ext>
              </a:extLst>
            </p:cNvPr>
            <p:cNvSpPr/>
            <p:nvPr/>
          </p:nvSpPr>
          <p:spPr>
            <a:xfrm>
              <a:off x="2720961"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16" name="Freeform: Shape 315">
              <a:extLst>
                <a:ext uri="{FF2B5EF4-FFF2-40B4-BE49-F238E27FC236}">
                  <a16:creationId xmlns:a16="http://schemas.microsoft.com/office/drawing/2014/main" id="{A1CF1164-B28E-85EE-59EE-11833C05AD3D}"/>
                </a:ext>
              </a:extLst>
            </p:cNvPr>
            <p:cNvSpPr/>
            <p:nvPr/>
          </p:nvSpPr>
          <p:spPr>
            <a:xfrm>
              <a:off x="1674437"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17" name="Freeform: Shape 316">
              <a:extLst>
                <a:ext uri="{FF2B5EF4-FFF2-40B4-BE49-F238E27FC236}">
                  <a16:creationId xmlns:a16="http://schemas.microsoft.com/office/drawing/2014/main" id="{CFD73BBA-E197-4A9F-CBF1-D3CA46055476}"/>
                </a:ext>
              </a:extLst>
            </p:cNvPr>
            <p:cNvSpPr/>
            <p:nvPr/>
          </p:nvSpPr>
          <p:spPr>
            <a:xfrm>
              <a:off x="732566"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8" name="Freeform: Shape 317">
              <a:extLst>
                <a:ext uri="{FF2B5EF4-FFF2-40B4-BE49-F238E27FC236}">
                  <a16:creationId xmlns:a16="http://schemas.microsoft.com/office/drawing/2014/main" id="{E6A3DBF4-6CC3-00D2-B8D5-EE4EBE6AC50E}"/>
                </a:ext>
              </a:extLst>
            </p:cNvPr>
            <p:cNvSpPr/>
            <p:nvPr/>
          </p:nvSpPr>
          <p:spPr>
            <a:xfrm>
              <a:off x="627914"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19" name="Freeform: Shape 318">
              <a:extLst>
                <a:ext uri="{FF2B5EF4-FFF2-40B4-BE49-F238E27FC236}">
                  <a16:creationId xmlns:a16="http://schemas.microsoft.com/office/drawing/2014/main" id="{0ED6BE4E-46D5-610E-6AB8-B18D101775D1}"/>
                </a:ext>
              </a:extLst>
            </p:cNvPr>
            <p:cNvSpPr/>
            <p:nvPr/>
          </p:nvSpPr>
          <p:spPr>
            <a:xfrm>
              <a:off x="62791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320" name="Freeform: Shape 319">
              <a:extLst>
                <a:ext uri="{FF2B5EF4-FFF2-40B4-BE49-F238E27FC236}">
                  <a16:creationId xmlns:a16="http://schemas.microsoft.com/office/drawing/2014/main" id="{96211C2F-9010-C53A-1D36-7203BA183338}"/>
                </a:ext>
              </a:extLst>
            </p:cNvPr>
            <p:cNvSpPr/>
            <p:nvPr/>
          </p:nvSpPr>
          <p:spPr>
            <a:xfrm>
              <a:off x="104652"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1" name="Freeform: Shape 320">
              <a:extLst>
                <a:ext uri="{FF2B5EF4-FFF2-40B4-BE49-F238E27FC236}">
                  <a16:creationId xmlns:a16="http://schemas.microsoft.com/office/drawing/2014/main" id="{A8F8BEAB-5C86-BF1E-BACC-713A7171277E}"/>
                </a:ext>
              </a:extLst>
            </p:cNvPr>
            <p:cNvSpPr/>
            <p:nvPr/>
          </p:nvSpPr>
          <p:spPr>
            <a:xfrm>
              <a:off x="104652"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2" name="Freeform: Shape 321">
              <a:extLst>
                <a:ext uri="{FF2B5EF4-FFF2-40B4-BE49-F238E27FC236}">
                  <a16:creationId xmlns:a16="http://schemas.microsoft.com/office/drawing/2014/main" id="{B7A5A2AE-0E35-5D8C-5625-24D4BF71519A}"/>
                </a:ext>
              </a:extLst>
            </p:cNvPr>
            <p:cNvSpPr/>
            <p:nvPr/>
          </p:nvSpPr>
          <p:spPr>
            <a:xfrm>
              <a:off x="0"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6"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323" name="Freeform: Shape 322">
              <a:extLst>
                <a:ext uri="{FF2B5EF4-FFF2-40B4-BE49-F238E27FC236}">
                  <a16:creationId xmlns:a16="http://schemas.microsoft.com/office/drawing/2014/main" id="{239AAC1B-87A6-5DB6-35E1-414366A6D0DD}"/>
                </a:ext>
              </a:extLst>
            </p:cNvPr>
            <p:cNvSpPr/>
            <p:nvPr/>
          </p:nvSpPr>
          <p:spPr>
            <a:xfrm>
              <a:off x="4186094"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40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8" y="0"/>
                    <a:pt x="12558" y="2791"/>
                    <a:pt x="7674" y="7675"/>
                  </a:cubicBezTo>
                  <a:cubicBezTo>
                    <a:pt x="6628" y="8721"/>
                    <a:pt x="5930" y="9419"/>
                    <a:pt x="5233" y="10465"/>
                  </a:cubicBezTo>
                  <a:cubicBezTo>
                    <a:pt x="4535" y="11512"/>
                    <a:pt x="3837" y="12558"/>
                    <a:pt x="3140" y="13605"/>
                  </a:cubicBezTo>
                  <a:cubicBezTo>
                    <a:pt x="1047" y="17442"/>
                    <a:pt x="0" y="21628"/>
                    <a:pt x="0" y="26163"/>
                  </a:cubicBezTo>
                  <a:lnTo>
                    <a:pt x="0" y="26163"/>
                  </a:ln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24" name="Freeform: Shape 323">
              <a:extLst>
                <a:ext uri="{FF2B5EF4-FFF2-40B4-BE49-F238E27FC236}">
                  <a16:creationId xmlns:a16="http://schemas.microsoft.com/office/drawing/2014/main" id="{AE366989-459B-55D8-DAFC-9DC7AE1AD043}"/>
                </a:ext>
              </a:extLst>
            </p:cNvPr>
            <p:cNvSpPr/>
            <p:nvPr/>
          </p:nvSpPr>
          <p:spPr>
            <a:xfrm>
              <a:off x="941871"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6" y="52326"/>
                    <a:pt x="52326" y="40465"/>
                    <a:pt x="52326" y="26163"/>
                  </a:cubicBezTo>
                  <a:cubicBezTo>
                    <a:pt x="52326" y="26163"/>
                    <a:pt x="52326" y="26163"/>
                    <a:pt x="52326" y="26163"/>
                  </a:cubicBezTo>
                  <a:cubicBezTo>
                    <a:pt x="52326" y="11861"/>
                    <a:pt x="40466"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325" name="Freeform: Shape 324">
              <a:extLst>
                <a:ext uri="{FF2B5EF4-FFF2-40B4-BE49-F238E27FC236}">
                  <a16:creationId xmlns:a16="http://schemas.microsoft.com/office/drawing/2014/main" id="{4575CC61-5685-2002-1EFC-AE9AA3C5BC40}"/>
                </a:ext>
              </a:extLst>
            </p:cNvPr>
            <p:cNvSpPr/>
            <p:nvPr/>
          </p:nvSpPr>
          <p:spPr>
            <a:xfrm>
              <a:off x="2720961"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49884 w 52326"/>
                <a:gd name="connsiteY5" fmla="*/ 36977 h 52326"/>
                <a:gd name="connsiteX6" fmla="*/ 51977 w 52326"/>
                <a:gd name="connsiteY6" fmla="*/ 29303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11861"/>
                    <a:pt x="40465" y="0"/>
                    <a:pt x="26163" y="0"/>
                  </a:cubicBezTo>
                  <a:cubicBezTo>
                    <a:pt x="11861" y="0"/>
                    <a:pt x="0" y="11861"/>
                    <a:pt x="0" y="26163"/>
                  </a:cubicBezTo>
                  <a:cubicBezTo>
                    <a:pt x="0" y="27210"/>
                    <a:pt x="0" y="27907"/>
                    <a:pt x="0" y="28954"/>
                  </a:cubicBezTo>
                  <a:cubicBezTo>
                    <a:pt x="1395" y="42210"/>
                    <a:pt x="12558" y="52326"/>
                    <a:pt x="26163" y="52326"/>
                  </a:cubicBezTo>
                  <a:cubicBezTo>
                    <a:pt x="36628" y="52326"/>
                    <a:pt x="45698" y="46047"/>
                    <a:pt x="49884" y="36977"/>
                  </a:cubicBezTo>
                  <a:cubicBezTo>
                    <a:pt x="50931" y="34535"/>
                    <a:pt x="51628" y="32093"/>
                    <a:pt x="51977" y="29303"/>
                  </a:cubicBezTo>
                  <a:cubicBezTo>
                    <a:pt x="52326" y="28256"/>
                    <a:pt x="52326" y="27210"/>
                    <a:pt x="52326" y="26163"/>
                  </a:cubicBezTo>
                  <a:lnTo>
                    <a:pt x="52326" y="26163"/>
                  </a:lnTo>
                  <a:close/>
                </a:path>
              </a:pathLst>
            </a:custGeom>
            <a:grpFill/>
            <a:ln w="3488" cap="flat">
              <a:noFill/>
              <a:prstDash val="solid"/>
              <a:miter/>
            </a:ln>
          </p:spPr>
          <p:txBody>
            <a:bodyPr rtlCol="0" anchor="ctr"/>
            <a:lstStyle/>
            <a:p>
              <a:endParaRPr lang="en-ID"/>
            </a:p>
          </p:txBody>
        </p:sp>
        <p:sp>
          <p:nvSpPr>
            <p:cNvPr id="326" name="Freeform: Shape 325">
              <a:extLst>
                <a:ext uri="{FF2B5EF4-FFF2-40B4-BE49-F238E27FC236}">
                  <a16:creationId xmlns:a16="http://schemas.microsoft.com/office/drawing/2014/main" id="{2208B795-07E4-8ECA-0F5F-5F27BFC8223B}"/>
                </a:ext>
              </a:extLst>
            </p:cNvPr>
            <p:cNvSpPr/>
            <p:nvPr/>
          </p:nvSpPr>
          <p:spPr>
            <a:xfrm>
              <a:off x="606983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7" name="Freeform: Shape 326">
              <a:extLst>
                <a:ext uri="{FF2B5EF4-FFF2-40B4-BE49-F238E27FC236}">
                  <a16:creationId xmlns:a16="http://schemas.microsoft.com/office/drawing/2014/main" id="{4B510D47-28C5-7DDC-E1FE-497D283E7D14}"/>
                </a:ext>
              </a:extLst>
            </p:cNvPr>
            <p:cNvSpPr/>
            <p:nvPr/>
          </p:nvSpPr>
          <p:spPr>
            <a:xfrm>
              <a:off x="481400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8" name="Freeform: Shape 327">
              <a:extLst>
                <a:ext uri="{FF2B5EF4-FFF2-40B4-BE49-F238E27FC236}">
                  <a16:creationId xmlns:a16="http://schemas.microsoft.com/office/drawing/2014/main" id="{9D7578E0-29A6-DF48-8661-66F282C71DFA}"/>
                </a:ext>
              </a:extLst>
            </p:cNvPr>
            <p:cNvSpPr/>
            <p:nvPr/>
          </p:nvSpPr>
          <p:spPr>
            <a:xfrm>
              <a:off x="450005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9" name="Freeform: Shape 328">
              <a:extLst>
                <a:ext uri="{FF2B5EF4-FFF2-40B4-BE49-F238E27FC236}">
                  <a16:creationId xmlns:a16="http://schemas.microsoft.com/office/drawing/2014/main" id="{10A3DC96-9D16-DB3E-94BD-8F6C431BC2DC}"/>
                </a:ext>
              </a:extLst>
            </p:cNvPr>
            <p:cNvSpPr/>
            <p:nvPr/>
          </p:nvSpPr>
          <p:spPr>
            <a:xfrm>
              <a:off x="408144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0" name="Freeform: Shape 329">
              <a:extLst>
                <a:ext uri="{FF2B5EF4-FFF2-40B4-BE49-F238E27FC236}">
                  <a16:creationId xmlns:a16="http://schemas.microsoft.com/office/drawing/2014/main" id="{26AEE8DA-DF07-5C73-53F6-B635F03DEDC2}"/>
                </a:ext>
              </a:extLst>
            </p:cNvPr>
            <p:cNvSpPr/>
            <p:nvPr/>
          </p:nvSpPr>
          <p:spPr>
            <a:xfrm>
              <a:off x="34535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1" name="Freeform: Shape 330">
              <a:extLst>
                <a:ext uri="{FF2B5EF4-FFF2-40B4-BE49-F238E27FC236}">
                  <a16:creationId xmlns:a16="http://schemas.microsoft.com/office/drawing/2014/main" id="{2BD6C7B9-E55A-8BCC-83AE-1AACB4888B55}"/>
                </a:ext>
              </a:extLst>
            </p:cNvPr>
            <p:cNvSpPr/>
            <p:nvPr/>
          </p:nvSpPr>
          <p:spPr>
            <a:xfrm>
              <a:off x="30349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2" name="Freeform: Shape 331">
              <a:extLst>
                <a:ext uri="{FF2B5EF4-FFF2-40B4-BE49-F238E27FC236}">
                  <a16:creationId xmlns:a16="http://schemas.microsoft.com/office/drawing/2014/main" id="{177C92FB-D12F-8685-6D79-83DE2FFDA7CD}"/>
                </a:ext>
              </a:extLst>
            </p:cNvPr>
            <p:cNvSpPr/>
            <p:nvPr/>
          </p:nvSpPr>
          <p:spPr>
            <a:xfrm>
              <a:off x="272096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3" name="Freeform: Shape 332">
              <a:extLst>
                <a:ext uri="{FF2B5EF4-FFF2-40B4-BE49-F238E27FC236}">
                  <a16:creationId xmlns:a16="http://schemas.microsoft.com/office/drawing/2014/main" id="{FF0E2E91-88C9-C67B-1F2C-6C0DABC13064}"/>
                </a:ext>
              </a:extLst>
            </p:cNvPr>
            <p:cNvSpPr/>
            <p:nvPr/>
          </p:nvSpPr>
          <p:spPr>
            <a:xfrm>
              <a:off x="418609"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4" name="Freeform: Shape 333">
              <a:extLst>
                <a:ext uri="{FF2B5EF4-FFF2-40B4-BE49-F238E27FC236}">
                  <a16:creationId xmlns:a16="http://schemas.microsoft.com/office/drawing/2014/main" id="{A9DE7D92-0357-48C8-8B78-D3C877FAEC63}"/>
                </a:ext>
              </a:extLst>
            </p:cNvPr>
            <p:cNvSpPr/>
            <p:nvPr/>
          </p:nvSpPr>
          <p:spPr>
            <a:xfrm>
              <a:off x="41860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5" name="Freeform: Shape 334">
              <a:extLst>
                <a:ext uri="{FF2B5EF4-FFF2-40B4-BE49-F238E27FC236}">
                  <a16:creationId xmlns:a16="http://schemas.microsoft.com/office/drawing/2014/main" id="{7C9775BA-FFDA-CD7D-060F-40934DDF2FFA}"/>
                </a:ext>
              </a:extLst>
            </p:cNvPr>
            <p:cNvSpPr/>
            <p:nvPr/>
          </p:nvSpPr>
          <p:spPr>
            <a:xfrm>
              <a:off x="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6" name="Freeform: Shape 335">
              <a:extLst>
                <a:ext uri="{FF2B5EF4-FFF2-40B4-BE49-F238E27FC236}">
                  <a16:creationId xmlns:a16="http://schemas.microsoft.com/office/drawing/2014/main" id="{F51E5788-B1D0-1878-2555-CB79A04AD04B}"/>
                </a:ext>
              </a:extLst>
            </p:cNvPr>
            <p:cNvSpPr/>
            <p:nvPr/>
          </p:nvSpPr>
          <p:spPr>
            <a:xfrm>
              <a:off x="5965184" y="4606338"/>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1512 w 52326"/>
                <a:gd name="connsiteY5" fmla="*/ 453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cubicBezTo>
                    <a:pt x="20582" y="0"/>
                    <a:pt x="15698" y="1744"/>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7" name="Freeform: Shape 336">
              <a:extLst>
                <a:ext uri="{FF2B5EF4-FFF2-40B4-BE49-F238E27FC236}">
                  <a16:creationId xmlns:a16="http://schemas.microsoft.com/office/drawing/2014/main" id="{8226D16D-15DD-758A-4538-9D4D8B591902}"/>
                </a:ext>
              </a:extLst>
            </p:cNvPr>
            <p:cNvSpPr/>
            <p:nvPr/>
          </p:nvSpPr>
          <p:spPr>
            <a:xfrm>
              <a:off x="59651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8" name="Freeform: Shape 337">
              <a:extLst>
                <a:ext uri="{FF2B5EF4-FFF2-40B4-BE49-F238E27FC236}">
                  <a16:creationId xmlns:a16="http://schemas.microsoft.com/office/drawing/2014/main" id="{A95656AA-C288-6F86-83D9-493CE502B044}"/>
                </a:ext>
              </a:extLst>
            </p:cNvPr>
            <p:cNvSpPr/>
            <p:nvPr/>
          </p:nvSpPr>
          <p:spPr>
            <a:xfrm>
              <a:off x="523261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9" name="Freeform: Shape 338">
              <a:extLst>
                <a:ext uri="{FF2B5EF4-FFF2-40B4-BE49-F238E27FC236}">
                  <a16:creationId xmlns:a16="http://schemas.microsoft.com/office/drawing/2014/main" id="{0AAB1F11-F740-ECBC-4FB4-5F92C3D61241}"/>
                </a:ext>
              </a:extLst>
            </p:cNvPr>
            <p:cNvSpPr/>
            <p:nvPr/>
          </p:nvSpPr>
          <p:spPr>
            <a:xfrm>
              <a:off x="460470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40" name="Freeform: Shape 339">
              <a:extLst>
                <a:ext uri="{FF2B5EF4-FFF2-40B4-BE49-F238E27FC236}">
                  <a16:creationId xmlns:a16="http://schemas.microsoft.com/office/drawing/2014/main" id="{C885B41F-1C41-E5AB-E958-3A706B434FE3}"/>
                </a:ext>
              </a:extLst>
            </p:cNvPr>
            <p:cNvSpPr/>
            <p:nvPr/>
          </p:nvSpPr>
          <p:spPr>
            <a:xfrm>
              <a:off x="491866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1" name="Freeform: Shape 340">
              <a:extLst>
                <a:ext uri="{FF2B5EF4-FFF2-40B4-BE49-F238E27FC236}">
                  <a16:creationId xmlns:a16="http://schemas.microsoft.com/office/drawing/2014/main" id="{1363D413-87DF-2E48-1F79-B806C07F5721}"/>
                </a:ext>
              </a:extLst>
            </p:cNvPr>
            <p:cNvSpPr/>
            <p:nvPr/>
          </p:nvSpPr>
          <p:spPr>
            <a:xfrm>
              <a:off x="491866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2" name="Freeform: Shape 341">
              <a:extLst>
                <a:ext uri="{FF2B5EF4-FFF2-40B4-BE49-F238E27FC236}">
                  <a16:creationId xmlns:a16="http://schemas.microsoft.com/office/drawing/2014/main" id="{D4386257-E6E1-EA9F-FD5F-CF1749E2334E}"/>
                </a:ext>
              </a:extLst>
            </p:cNvPr>
            <p:cNvSpPr/>
            <p:nvPr/>
          </p:nvSpPr>
          <p:spPr>
            <a:xfrm>
              <a:off x="3872137"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43" name="Freeform: Shape 342">
              <a:extLst>
                <a:ext uri="{FF2B5EF4-FFF2-40B4-BE49-F238E27FC236}">
                  <a16:creationId xmlns:a16="http://schemas.microsoft.com/office/drawing/2014/main" id="{99929785-B5F4-00F6-BA65-8EFD8FF9B3A9}"/>
                </a:ext>
              </a:extLst>
            </p:cNvPr>
            <p:cNvSpPr/>
            <p:nvPr/>
          </p:nvSpPr>
          <p:spPr>
            <a:xfrm>
              <a:off x="334887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44" name="Freeform: Shape 343">
              <a:extLst>
                <a:ext uri="{FF2B5EF4-FFF2-40B4-BE49-F238E27FC236}">
                  <a16:creationId xmlns:a16="http://schemas.microsoft.com/office/drawing/2014/main" id="{7F121628-639C-C7AD-4309-D3017B318AE6}"/>
                </a:ext>
              </a:extLst>
            </p:cNvPr>
            <p:cNvSpPr/>
            <p:nvPr/>
          </p:nvSpPr>
          <p:spPr>
            <a:xfrm>
              <a:off x="282561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45" name="Freeform: Shape 344">
              <a:extLst>
                <a:ext uri="{FF2B5EF4-FFF2-40B4-BE49-F238E27FC236}">
                  <a16:creationId xmlns:a16="http://schemas.microsoft.com/office/drawing/2014/main" id="{73914620-B92B-FA1F-BC0E-9164B460ABE0}"/>
                </a:ext>
              </a:extLst>
            </p:cNvPr>
            <p:cNvSpPr/>
            <p:nvPr/>
          </p:nvSpPr>
          <p:spPr>
            <a:xfrm>
              <a:off x="272096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6" name="Freeform: Shape 345">
              <a:extLst>
                <a:ext uri="{FF2B5EF4-FFF2-40B4-BE49-F238E27FC236}">
                  <a16:creationId xmlns:a16="http://schemas.microsoft.com/office/drawing/2014/main" id="{35930C8A-46B6-1088-E960-1D44638F39D3}"/>
                </a:ext>
              </a:extLst>
            </p:cNvPr>
            <p:cNvSpPr/>
            <p:nvPr/>
          </p:nvSpPr>
          <p:spPr>
            <a:xfrm>
              <a:off x="272096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47" name="Freeform: Shape 346">
              <a:extLst>
                <a:ext uri="{FF2B5EF4-FFF2-40B4-BE49-F238E27FC236}">
                  <a16:creationId xmlns:a16="http://schemas.microsoft.com/office/drawing/2014/main" id="{E2D313F4-F75B-ADAA-D992-5709D39956F9}"/>
                </a:ext>
              </a:extLst>
            </p:cNvPr>
            <p:cNvSpPr/>
            <p:nvPr/>
          </p:nvSpPr>
          <p:spPr>
            <a:xfrm>
              <a:off x="2511656"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48" name="Freeform: Shape 347">
              <a:extLst>
                <a:ext uri="{FF2B5EF4-FFF2-40B4-BE49-F238E27FC236}">
                  <a16:creationId xmlns:a16="http://schemas.microsoft.com/office/drawing/2014/main" id="{5E9DA837-DD23-1E2A-9E11-035446CA86AE}"/>
                </a:ext>
              </a:extLst>
            </p:cNvPr>
            <p:cNvSpPr/>
            <p:nvPr/>
          </p:nvSpPr>
          <p:spPr>
            <a:xfrm>
              <a:off x="251165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9" name="Freeform: Shape 348">
              <a:extLst>
                <a:ext uri="{FF2B5EF4-FFF2-40B4-BE49-F238E27FC236}">
                  <a16:creationId xmlns:a16="http://schemas.microsoft.com/office/drawing/2014/main" id="{94612B3E-9E09-7D85-CA51-0ABE586059C1}"/>
                </a:ext>
              </a:extLst>
            </p:cNvPr>
            <p:cNvSpPr/>
            <p:nvPr/>
          </p:nvSpPr>
          <p:spPr>
            <a:xfrm>
              <a:off x="177909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0" name="Freeform: Shape 349">
              <a:extLst>
                <a:ext uri="{FF2B5EF4-FFF2-40B4-BE49-F238E27FC236}">
                  <a16:creationId xmlns:a16="http://schemas.microsoft.com/office/drawing/2014/main" id="{FFC65224-D48D-1262-C452-1FA98954FDBD}"/>
                </a:ext>
              </a:extLst>
            </p:cNvPr>
            <p:cNvSpPr/>
            <p:nvPr/>
          </p:nvSpPr>
          <p:spPr>
            <a:xfrm>
              <a:off x="1674437"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1" y="0"/>
                    <a:pt x="0" y="11861"/>
                    <a:pt x="0" y="26163"/>
                  </a:cubicBezTo>
                  <a:cubicBezTo>
                    <a:pt x="0" y="40465"/>
                    <a:pt x="11861"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51" name="Freeform: Shape 350">
              <a:extLst>
                <a:ext uri="{FF2B5EF4-FFF2-40B4-BE49-F238E27FC236}">
                  <a16:creationId xmlns:a16="http://schemas.microsoft.com/office/drawing/2014/main" id="{B331325D-469C-4723-7ECD-CDD71B0B6B8B}"/>
                </a:ext>
              </a:extLst>
            </p:cNvPr>
            <p:cNvSpPr/>
            <p:nvPr/>
          </p:nvSpPr>
          <p:spPr>
            <a:xfrm>
              <a:off x="167443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2" name="Freeform: Shape 351">
              <a:extLst>
                <a:ext uri="{FF2B5EF4-FFF2-40B4-BE49-F238E27FC236}">
                  <a16:creationId xmlns:a16="http://schemas.microsoft.com/office/drawing/2014/main" id="{77E18730-FA4D-28CD-3E02-8C06548C4423}"/>
                </a:ext>
              </a:extLst>
            </p:cNvPr>
            <p:cNvSpPr/>
            <p:nvPr/>
          </p:nvSpPr>
          <p:spPr>
            <a:xfrm>
              <a:off x="941871"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3" name="Freeform: Shape 352">
              <a:extLst>
                <a:ext uri="{FF2B5EF4-FFF2-40B4-BE49-F238E27FC236}">
                  <a16:creationId xmlns:a16="http://schemas.microsoft.com/office/drawing/2014/main" id="{B27A1AF6-FA7A-2136-6731-5788B5ACD5A7}"/>
                </a:ext>
              </a:extLst>
            </p:cNvPr>
            <p:cNvSpPr/>
            <p:nvPr/>
          </p:nvSpPr>
          <p:spPr>
            <a:xfrm>
              <a:off x="31395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4" name="Freeform: Shape 353">
              <a:extLst>
                <a:ext uri="{FF2B5EF4-FFF2-40B4-BE49-F238E27FC236}">
                  <a16:creationId xmlns:a16="http://schemas.microsoft.com/office/drawing/2014/main" id="{C7D9FAED-B62B-6DF7-8F11-89592A6C45E5}"/>
                </a:ext>
              </a:extLst>
            </p:cNvPr>
            <p:cNvSpPr/>
            <p:nvPr/>
          </p:nvSpPr>
          <p:spPr>
            <a:xfrm>
              <a:off x="31395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5" name="Freeform: Shape 354">
              <a:extLst>
                <a:ext uri="{FF2B5EF4-FFF2-40B4-BE49-F238E27FC236}">
                  <a16:creationId xmlns:a16="http://schemas.microsoft.com/office/drawing/2014/main" id="{8252C0CA-1730-9037-2792-0D0AAE6B08CF}"/>
                </a:ext>
              </a:extLst>
            </p:cNvPr>
            <p:cNvSpPr/>
            <p:nvPr/>
          </p:nvSpPr>
          <p:spPr>
            <a:xfrm>
              <a:off x="2616309" y="4083077"/>
              <a:ext cx="52326" cy="52326"/>
            </a:xfrm>
            <a:custGeom>
              <a:avLst/>
              <a:gdLst>
                <a:gd name="connsiteX0" fmla="*/ 52326 w 52326"/>
                <a:gd name="connsiteY0" fmla="*/ 26163 h 52326"/>
                <a:gd name="connsiteX1" fmla="*/ 26163 w 52326"/>
                <a:gd name="connsiteY1" fmla="*/ 0 h 52326"/>
                <a:gd name="connsiteX2" fmla="*/ 1046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ubicBezTo>
                    <a:pt x="35931" y="52326"/>
                    <a:pt x="44652" y="46745"/>
                    <a:pt x="49187" y="38721"/>
                  </a:cubicBezTo>
                  <a:cubicBezTo>
                    <a:pt x="51280"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356" name="Freeform: Shape 355">
              <a:extLst>
                <a:ext uri="{FF2B5EF4-FFF2-40B4-BE49-F238E27FC236}">
                  <a16:creationId xmlns:a16="http://schemas.microsoft.com/office/drawing/2014/main" id="{660ADF64-3611-A5CE-E429-E57B9A5B1233}"/>
                </a:ext>
              </a:extLst>
            </p:cNvPr>
            <p:cNvSpPr/>
            <p:nvPr/>
          </p:nvSpPr>
          <p:spPr>
            <a:xfrm>
              <a:off x="2197699" y="512960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lnTo>
                    <a:pt x="52326" y="26163"/>
                  </a:ln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7" name="Freeform: Shape 356">
              <a:extLst>
                <a:ext uri="{FF2B5EF4-FFF2-40B4-BE49-F238E27FC236}">
                  <a16:creationId xmlns:a16="http://schemas.microsoft.com/office/drawing/2014/main" id="{60752BDE-6CAF-D3AE-DD86-9B07593A9AA4}"/>
                </a:ext>
              </a:extLst>
            </p:cNvPr>
            <p:cNvSpPr/>
            <p:nvPr/>
          </p:nvSpPr>
          <p:spPr>
            <a:xfrm>
              <a:off x="3976789"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58" name="Freeform: Shape 357">
              <a:extLst>
                <a:ext uri="{FF2B5EF4-FFF2-40B4-BE49-F238E27FC236}">
                  <a16:creationId xmlns:a16="http://schemas.microsoft.com/office/drawing/2014/main" id="{5464BD5A-3D62-DC04-D274-DB66FEFBABB9}"/>
                </a:ext>
              </a:extLst>
            </p:cNvPr>
            <p:cNvSpPr/>
            <p:nvPr/>
          </p:nvSpPr>
          <p:spPr>
            <a:xfrm>
              <a:off x="3558180"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4"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59" name="Freeform: Shape 358">
              <a:extLst>
                <a:ext uri="{FF2B5EF4-FFF2-40B4-BE49-F238E27FC236}">
                  <a16:creationId xmlns:a16="http://schemas.microsoft.com/office/drawing/2014/main" id="{F1CFDC56-10F3-4FB2-9271-93589DB1CF0C}"/>
                </a:ext>
              </a:extLst>
            </p:cNvPr>
            <p:cNvSpPr/>
            <p:nvPr/>
          </p:nvSpPr>
          <p:spPr>
            <a:xfrm>
              <a:off x="554657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0" name="Freeform: Shape 359">
              <a:extLst>
                <a:ext uri="{FF2B5EF4-FFF2-40B4-BE49-F238E27FC236}">
                  <a16:creationId xmlns:a16="http://schemas.microsoft.com/office/drawing/2014/main" id="{22584C51-5F4A-2C8F-17C8-9C50303155FE}"/>
                </a:ext>
              </a:extLst>
            </p:cNvPr>
            <p:cNvSpPr/>
            <p:nvPr/>
          </p:nvSpPr>
          <p:spPr>
            <a:xfrm>
              <a:off x="3976789"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61" name="Freeform: Shape 360">
              <a:extLst>
                <a:ext uri="{FF2B5EF4-FFF2-40B4-BE49-F238E27FC236}">
                  <a16:creationId xmlns:a16="http://schemas.microsoft.com/office/drawing/2014/main" id="{F0395E5B-C9E8-98FE-7518-908D4F1296AC}"/>
                </a:ext>
              </a:extLst>
            </p:cNvPr>
            <p:cNvSpPr/>
            <p:nvPr/>
          </p:nvSpPr>
          <p:spPr>
            <a:xfrm>
              <a:off x="4918660"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5349" y="0"/>
                    <a:pt x="5930" y="6628"/>
                    <a:pt x="2093" y="16047"/>
                  </a:cubicBezTo>
                  <a:cubicBezTo>
                    <a:pt x="698" y="19186"/>
                    <a:pt x="0" y="22675"/>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62" name="Freeform: Shape 361">
              <a:extLst>
                <a:ext uri="{FF2B5EF4-FFF2-40B4-BE49-F238E27FC236}">
                  <a16:creationId xmlns:a16="http://schemas.microsoft.com/office/drawing/2014/main" id="{91A1647B-850F-A993-29A5-A17A4B08D924}"/>
                </a:ext>
              </a:extLst>
            </p:cNvPr>
            <p:cNvSpPr/>
            <p:nvPr/>
          </p:nvSpPr>
          <p:spPr>
            <a:xfrm>
              <a:off x="408144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3" name="Freeform: Shape 362">
              <a:extLst>
                <a:ext uri="{FF2B5EF4-FFF2-40B4-BE49-F238E27FC236}">
                  <a16:creationId xmlns:a16="http://schemas.microsoft.com/office/drawing/2014/main" id="{CE2DA494-F7CE-3533-344B-C1BD41969227}"/>
                </a:ext>
              </a:extLst>
            </p:cNvPr>
            <p:cNvSpPr/>
            <p:nvPr/>
          </p:nvSpPr>
          <p:spPr>
            <a:xfrm>
              <a:off x="38721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4" name="Freeform: Shape 363">
              <a:extLst>
                <a:ext uri="{FF2B5EF4-FFF2-40B4-BE49-F238E27FC236}">
                  <a16:creationId xmlns:a16="http://schemas.microsoft.com/office/drawing/2014/main" id="{1DBDB296-8F89-B959-0272-507A03B41721}"/>
                </a:ext>
              </a:extLst>
            </p:cNvPr>
            <p:cNvSpPr/>
            <p:nvPr/>
          </p:nvSpPr>
          <p:spPr>
            <a:xfrm>
              <a:off x="355818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5" name="Freeform: Shape 364">
              <a:extLst>
                <a:ext uri="{FF2B5EF4-FFF2-40B4-BE49-F238E27FC236}">
                  <a16:creationId xmlns:a16="http://schemas.microsoft.com/office/drawing/2014/main" id="{E78308D0-749F-835D-05A2-25928F4AE8D9}"/>
                </a:ext>
              </a:extLst>
            </p:cNvPr>
            <p:cNvSpPr/>
            <p:nvPr/>
          </p:nvSpPr>
          <p:spPr>
            <a:xfrm>
              <a:off x="345352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66" name="Freeform: Shape 365">
              <a:extLst>
                <a:ext uri="{FF2B5EF4-FFF2-40B4-BE49-F238E27FC236}">
                  <a16:creationId xmlns:a16="http://schemas.microsoft.com/office/drawing/2014/main" id="{D467BE6F-3EC6-8725-3581-9251B37973E6}"/>
                </a:ext>
              </a:extLst>
            </p:cNvPr>
            <p:cNvSpPr/>
            <p:nvPr/>
          </p:nvSpPr>
          <p:spPr>
            <a:xfrm>
              <a:off x="3348875"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7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1" y="52326"/>
                    <a:pt x="26163" y="52326"/>
                  </a:cubicBezTo>
                  <a:cubicBezTo>
                    <a:pt x="32442" y="52326"/>
                    <a:pt x="38373" y="50233"/>
                    <a:pt x="42907"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67" name="Freeform: Shape 366">
              <a:extLst>
                <a:ext uri="{FF2B5EF4-FFF2-40B4-BE49-F238E27FC236}">
                  <a16:creationId xmlns:a16="http://schemas.microsoft.com/office/drawing/2014/main" id="{C6C11264-D694-AF02-6261-3CA95EFECD09}"/>
                </a:ext>
              </a:extLst>
            </p:cNvPr>
            <p:cNvSpPr/>
            <p:nvPr/>
          </p:nvSpPr>
          <p:spPr>
            <a:xfrm>
              <a:off x="2720961" y="4292381"/>
              <a:ext cx="52326" cy="52326"/>
            </a:xfrm>
            <a:custGeom>
              <a:avLst/>
              <a:gdLst>
                <a:gd name="connsiteX0" fmla="*/ 51280 w 52326"/>
                <a:gd name="connsiteY0" fmla="*/ 18489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1280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80" y="18489"/>
                  </a:moveTo>
                  <a:cubicBezTo>
                    <a:pt x="48140" y="7675"/>
                    <a:pt x="38024"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3372"/>
                    <a:pt x="51977" y="20930"/>
                    <a:pt x="51280" y="18489"/>
                  </a:cubicBezTo>
                  <a:close/>
                </a:path>
              </a:pathLst>
            </a:custGeom>
            <a:grpFill/>
            <a:ln w="3488" cap="flat">
              <a:noFill/>
              <a:prstDash val="solid"/>
              <a:miter/>
            </a:ln>
          </p:spPr>
          <p:txBody>
            <a:bodyPr rtlCol="0" anchor="ctr"/>
            <a:lstStyle/>
            <a:p>
              <a:endParaRPr lang="en-ID"/>
            </a:p>
          </p:txBody>
        </p:sp>
        <p:sp>
          <p:nvSpPr>
            <p:cNvPr id="368" name="Freeform: Shape 367">
              <a:extLst>
                <a:ext uri="{FF2B5EF4-FFF2-40B4-BE49-F238E27FC236}">
                  <a16:creationId xmlns:a16="http://schemas.microsoft.com/office/drawing/2014/main" id="{E4C853D7-02DF-9798-9D5D-3E1BB01928F3}"/>
                </a:ext>
              </a:extLst>
            </p:cNvPr>
            <p:cNvSpPr/>
            <p:nvPr/>
          </p:nvSpPr>
          <p:spPr>
            <a:xfrm>
              <a:off x="240700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9" name="Freeform: Shape 368">
              <a:extLst>
                <a:ext uri="{FF2B5EF4-FFF2-40B4-BE49-F238E27FC236}">
                  <a16:creationId xmlns:a16="http://schemas.microsoft.com/office/drawing/2014/main" id="{BF1788AF-EF41-6189-7579-6F986A55BCA0}"/>
                </a:ext>
              </a:extLst>
            </p:cNvPr>
            <p:cNvSpPr/>
            <p:nvPr/>
          </p:nvSpPr>
          <p:spPr>
            <a:xfrm>
              <a:off x="240700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0" name="Freeform: Shape 369">
              <a:extLst>
                <a:ext uri="{FF2B5EF4-FFF2-40B4-BE49-F238E27FC236}">
                  <a16:creationId xmlns:a16="http://schemas.microsoft.com/office/drawing/2014/main" id="{4AB36F16-85BD-97FB-4513-7E17A3CFDC71}"/>
                </a:ext>
              </a:extLst>
            </p:cNvPr>
            <p:cNvSpPr/>
            <p:nvPr/>
          </p:nvSpPr>
          <p:spPr>
            <a:xfrm>
              <a:off x="136048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71" name="Freeform: Shape 370">
              <a:extLst>
                <a:ext uri="{FF2B5EF4-FFF2-40B4-BE49-F238E27FC236}">
                  <a16:creationId xmlns:a16="http://schemas.microsoft.com/office/drawing/2014/main" id="{1ED7CD3A-860C-6D8A-8087-08212797B5B5}"/>
                </a:ext>
              </a:extLst>
            </p:cNvPr>
            <p:cNvSpPr/>
            <p:nvPr/>
          </p:nvSpPr>
          <p:spPr>
            <a:xfrm>
              <a:off x="41860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72" name="Freeform: Shape 371">
              <a:extLst>
                <a:ext uri="{FF2B5EF4-FFF2-40B4-BE49-F238E27FC236}">
                  <a16:creationId xmlns:a16="http://schemas.microsoft.com/office/drawing/2014/main" id="{C24BBEF0-740B-C015-6164-8F099DC5F7EE}"/>
                </a:ext>
              </a:extLst>
            </p:cNvPr>
            <p:cNvSpPr/>
            <p:nvPr/>
          </p:nvSpPr>
          <p:spPr>
            <a:xfrm>
              <a:off x="10465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3" name="Freeform: Shape 372">
              <a:extLst>
                <a:ext uri="{FF2B5EF4-FFF2-40B4-BE49-F238E27FC236}">
                  <a16:creationId xmlns:a16="http://schemas.microsoft.com/office/drawing/2014/main" id="{1E154D8C-A307-1C98-3C1B-697F7599BB8B}"/>
                </a:ext>
              </a:extLst>
            </p:cNvPr>
            <p:cNvSpPr/>
            <p:nvPr/>
          </p:nvSpPr>
          <p:spPr>
            <a:xfrm>
              <a:off x="0"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4" name="Freeform: Shape 373">
              <a:extLst>
                <a:ext uri="{FF2B5EF4-FFF2-40B4-BE49-F238E27FC236}">
                  <a16:creationId xmlns:a16="http://schemas.microsoft.com/office/drawing/2014/main" id="{F3074732-ACD6-4048-C735-F254AF095AB9}"/>
                </a:ext>
              </a:extLst>
            </p:cNvPr>
            <p:cNvSpPr/>
            <p:nvPr/>
          </p:nvSpPr>
          <p:spPr>
            <a:xfrm>
              <a:off x="1465133" y="4083077"/>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7" y="52326"/>
                    <a:pt x="26163" y="52326"/>
                  </a:cubicBezTo>
                  <a:cubicBezTo>
                    <a:pt x="40466"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375" name="Freeform: Shape 374">
              <a:extLst>
                <a:ext uri="{FF2B5EF4-FFF2-40B4-BE49-F238E27FC236}">
                  <a16:creationId xmlns:a16="http://schemas.microsoft.com/office/drawing/2014/main" id="{3F7A2878-1638-43A3-5D0A-BE7336F735D8}"/>
                </a:ext>
              </a:extLst>
            </p:cNvPr>
            <p:cNvSpPr/>
            <p:nvPr/>
          </p:nvSpPr>
          <p:spPr>
            <a:xfrm>
              <a:off x="4709356" y="4920296"/>
              <a:ext cx="52326" cy="52326"/>
            </a:xfrm>
            <a:custGeom>
              <a:avLst/>
              <a:gdLst>
                <a:gd name="connsiteX0" fmla="*/ 46745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5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5" y="10116"/>
                  </a:moveTo>
                  <a:cubicBezTo>
                    <a:pt x="41861" y="4186"/>
                    <a:pt x="34535" y="0"/>
                    <a:pt x="26163" y="0"/>
                  </a:cubicBezTo>
                  <a:cubicBezTo>
                    <a:pt x="11861" y="0"/>
                    <a:pt x="0" y="11861"/>
                    <a:pt x="0" y="26163"/>
                  </a:cubicBezTo>
                  <a:cubicBezTo>
                    <a:pt x="0" y="27907"/>
                    <a:pt x="349" y="29652"/>
                    <a:pt x="698" y="31396"/>
                  </a:cubicBezTo>
                  <a:cubicBezTo>
                    <a:pt x="3140" y="43256"/>
                    <a:pt x="13605" y="52326"/>
                    <a:pt x="26163" y="52326"/>
                  </a:cubicBezTo>
                  <a:cubicBezTo>
                    <a:pt x="34884" y="52326"/>
                    <a:pt x="42210" y="48140"/>
                    <a:pt x="47094" y="41861"/>
                  </a:cubicBezTo>
                  <a:cubicBezTo>
                    <a:pt x="50233" y="37326"/>
                    <a:pt x="52326" y="32093"/>
                    <a:pt x="52326" y="26163"/>
                  </a:cubicBezTo>
                  <a:cubicBezTo>
                    <a:pt x="52326" y="20233"/>
                    <a:pt x="50233" y="14302"/>
                    <a:pt x="46745" y="10116"/>
                  </a:cubicBezTo>
                  <a:close/>
                </a:path>
              </a:pathLst>
            </a:custGeom>
            <a:grpFill/>
            <a:ln w="3488" cap="flat">
              <a:noFill/>
              <a:prstDash val="solid"/>
              <a:miter/>
            </a:ln>
          </p:spPr>
          <p:txBody>
            <a:bodyPr rtlCol="0" anchor="ctr"/>
            <a:lstStyle/>
            <a:p>
              <a:endParaRPr lang="en-ID"/>
            </a:p>
          </p:txBody>
        </p:sp>
        <p:sp>
          <p:nvSpPr>
            <p:cNvPr id="376" name="Freeform: Shape 375">
              <a:extLst>
                <a:ext uri="{FF2B5EF4-FFF2-40B4-BE49-F238E27FC236}">
                  <a16:creationId xmlns:a16="http://schemas.microsoft.com/office/drawing/2014/main" id="{491ED88D-DD82-594F-9F02-8D0BA774B411}"/>
                </a:ext>
              </a:extLst>
            </p:cNvPr>
            <p:cNvSpPr/>
            <p:nvPr/>
          </p:nvSpPr>
          <p:spPr>
            <a:xfrm>
              <a:off x="5755879"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7" name="Freeform: Shape 376">
              <a:extLst>
                <a:ext uri="{FF2B5EF4-FFF2-40B4-BE49-F238E27FC236}">
                  <a16:creationId xmlns:a16="http://schemas.microsoft.com/office/drawing/2014/main" id="{2BC9E4BB-5174-DDDD-27BE-85B1FD21CE5C}"/>
                </a:ext>
              </a:extLst>
            </p:cNvPr>
            <p:cNvSpPr/>
            <p:nvPr/>
          </p:nvSpPr>
          <p:spPr>
            <a:xfrm>
              <a:off x="596518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8" name="Freeform: Shape 377">
              <a:extLst>
                <a:ext uri="{FF2B5EF4-FFF2-40B4-BE49-F238E27FC236}">
                  <a16:creationId xmlns:a16="http://schemas.microsoft.com/office/drawing/2014/main" id="{AC243EF7-361E-D207-09E9-F51DA0D3B43F}"/>
                </a:ext>
              </a:extLst>
            </p:cNvPr>
            <p:cNvSpPr/>
            <p:nvPr/>
          </p:nvSpPr>
          <p:spPr>
            <a:xfrm>
              <a:off x="481400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9" name="Freeform: Shape 378">
              <a:extLst>
                <a:ext uri="{FF2B5EF4-FFF2-40B4-BE49-F238E27FC236}">
                  <a16:creationId xmlns:a16="http://schemas.microsoft.com/office/drawing/2014/main" id="{92DC882E-08D4-EC38-CAA7-83138955B439}"/>
                </a:ext>
              </a:extLst>
            </p:cNvPr>
            <p:cNvSpPr/>
            <p:nvPr/>
          </p:nvSpPr>
          <p:spPr>
            <a:xfrm>
              <a:off x="397678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80" name="Freeform: Shape 379">
              <a:extLst>
                <a:ext uri="{FF2B5EF4-FFF2-40B4-BE49-F238E27FC236}">
                  <a16:creationId xmlns:a16="http://schemas.microsoft.com/office/drawing/2014/main" id="{98636539-FE20-CDB6-1285-E87C5B95BFCE}"/>
                </a:ext>
              </a:extLst>
            </p:cNvPr>
            <p:cNvSpPr/>
            <p:nvPr/>
          </p:nvSpPr>
          <p:spPr>
            <a:xfrm>
              <a:off x="376748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1" name="Freeform: Shape 380">
              <a:extLst>
                <a:ext uri="{FF2B5EF4-FFF2-40B4-BE49-F238E27FC236}">
                  <a16:creationId xmlns:a16="http://schemas.microsoft.com/office/drawing/2014/main" id="{1D2897F0-2F99-3DD4-F241-D3C2CF84CEA2}"/>
                </a:ext>
              </a:extLst>
            </p:cNvPr>
            <p:cNvSpPr/>
            <p:nvPr/>
          </p:nvSpPr>
          <p:spPr>
            <a:xfrm>
              <a:off x="5860532"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2" name="Freeform: Shape 381">
              <a:extLst>
                <a:ext uri="{FF2B5EF4-FFF2-40B4-BE49-F238E27FC236}">
                  <a16:creationId xmlns:a16="http://schemas.microsoft.com/office/drawing/2014/main" id="{4A804439-F0DB-C961-13C8-CF888F7D698B}"/>
                </a:ext>
              </a:extLst>
            </p:cNvPr>
            <p:cNvSpPr/>
            <p:nvPr/>
          </p:nvSpPr>
          <p:spPr>
            <a:xfrm>
              <a:off x="491866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3" name="Freeform: Shape 382">
              <a:extLst>
                <a:ext uri="{FF2B5EF4-FFF2-40B4-BE49-F238E27FC236}">
                  <a16:creationId xmlns:a16="http://schemas.microsoft.com/office/drawing/2014/main" id="{A2124A0A-26F9-2AF2-DCB0-CDE16B578587}"/>
                </a:ext>
              </a:extLst>
            </p:cNvPr>
            <p:cNvSpPr/>
            <p:nvPr/>
          </p:nvSpPr>
          <p:spPr>
            <a:xfrm>
              <a:off x="387213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4" name="Freeform: Shape 383">
              <a:extLst>
                <a:ext uri="{FF2B5EF4-FFF2-40B4-BE49-F238E27FC236}">
                  <a16:creationId xmlns:a16="http://schemas.microsoft.com/office/drawing/2014/main" id="{C4B49381-39E2-A212-59B4-9A7C371A3FE1}"/>
                </a:ext>
              </a:extLst>
            </p:cNvPr>
            <p:cNvSpPr/>
            <p:nvPr/>
          </p:nvSpPr>
          <p:spPr>
            <a:xfrm>
              <a:off x="345352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5" name="Freeform: Shape 384">
              <a:extLst>
                <a:ext uri="{FF2B5EF4-FFF2-40B4-BE49-F238E27FC236}">
                  <a16:creationId xmlns:a16="http://schemas.microsoft.com/office/drawing/2014/main" id="{013C5D52-8B6F-0680-D1D5-787CDDF8035C}"/>
                </a:ext>
              </a:extLst>
            </p:cNvPr>
            <p:cNvSpPr/>
            <p:nvPr/>
          </p:nvSpPr>
          <p:spPr>
            <a:xfrm>
              <a:off x="3244223"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6" name="Freeform: Shape 385">
              <a:extLst>
                <a:ext uri="{FF2B5EF4-FFF2-40B4-BE49-F238E27FC236}">
                  <a16:creationId xmlns:a16="http://schemas.microsoft.com/office/drawing/2014/main" id="{A034D016-B829-B412-F891-061983C43E7F}"/>
                </a:ext>
              </a:extLst>
            </p:cNvPr>
            <p:cNvSpPr/>
            <p:nvPr/>
          </p:nvSpPr>
          <p:spPr>
            <a:xfrm>
              <a:off x="324422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87" name="Freeform: Shape 386">
              <a:extLst>
                <a:ext uri="{FF2B5EF4-FFF2-40B4-BE49-F238E27FC236}">
                  <a16:creationId xmlns:a16="http://schemas.microsoft.com/office/drawing/2014/main" id="{8CB26A80-EEFC-419F-525C-8704F1802A63}"/>
                </a:ext>
              </a:extLst>
            </p:cNvPr>
            <p:cNvSpPr/>
            <p:nvPr/>
          </p:nvSpPr>
          <p:spPr>
            <a:xfrm>
              <a:off x="272096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8" name="Freeform: Shape 387">
              <a:extLst>
                <a:ext uri="{FF2B5EF4-FFF2-40B4-BE49-F238E27FC236}">
                  <a16:creationId xmlns:a16="http://schemas.microsoft.com/office/drawing/2014/main" id="{3737E2DF-D45A-8C4C-1969-F288F274EABA}"/>
                </a:ext>
              </a:extLst>
            </p:cNvPr>
            <p:cNvSpPr/>
            <p:nvPr/>
          </p:nvSpPr>
          <p:spPr>
            <a:xfrm>
              <a:off x="94187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9" name="Freeform: Shape 388">
              <a:extLst>
                <a:ext uri="{FF2B5EF4-FFF2-40B4-BE49-F238E27FC236}">
                  <a16:creationId xmlns:a16="http://schemas.microsoft.com/office/drawing/2014/main" id="{FCACD9E9-C9B6-5CE7-0465-46CD8220EA10}"/>
                </a:ext>
              </a:extLst>
            </p:cNvPr>
            <p:cNvSpPr/>
            <p:nvPr/>
          </p:nvSpPr>
          <p:spPr>
            <a:xfrm>
              <a:off x="62791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90" name="Freeform: Shape 389">
              <a:extLst>
                <a:ext uri="{FF2B5EF4-FFF2-40B4-BE49-F238E27FC236}">
                  <a16:creationId xmlns:a16="http://schemas.microsoft.com/office/drawing/2014/main" id="{5158848E-FA1E-5371-B24D-3A8618C659A9}"/>
                </a:ext>
              </a:extLst>
            </p:cNvPr>
            <p:cNvSpPr/>
            <p:nvPr/>
          </p:nvSpPr>
          <p:spPr>
            <a:xfrm>
              <a:off x="41860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1" name="Freeform: Shape 390">
              <a:extLst>
                <a:ext uri="{FF2B5EF4-FFF2-40B4-BE49-F238E27FC236}">
                  <a16:creationId xmlns:a16="http://schemas.microsoft.com/office/drawing/2014/main" id="{3D7158C0-CFBB-01D3-5092-C4D6BADF630D}"/>
                </a:ext>
              </a:extLst>
            </p:cNvPr>
            <p:cNvSpPr/>
            <p:nvPr/>
          </p:nvSpPr>
          <p:spPr>
            <a:xfrm>
              <a:off x="41860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2" name="Freeform: Shape 391">
              <a:extLst>
                <a:ext uri="{FF2B5EF4-FFF2-40B4-BE49-F238E27FC236}">
                  <a16:creationId xmlns:a16="http://schemas.microsoft.com/office/drawing/2014/main" id="{BC03F052-08B1-000C-D5B4-AA2AF62C7CC2}"/>
                </a:ext>
              </a:extLst>
            </p:cNvPr>
            <p:cNvSpPr/>
            <p:nvPr/>
          </p:nvSpPr>
          <p:spPr>
            <a:xfrm>
              <a:off x="41860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3" name="Freeform: Shape 392">
              <a:extLst>
                <a:ext uri="{FF2B5EF4-FFF2-40B4-BE49-F238E27FC236}">
                  <a16:creationId xmlns:a16="http://schemas.microsoft.com/office/drawing/2014/main" id="{55ECFCA5-D290-84EB-47F8-96C41F4A1CF9}"/>
                </a:ext>
              </a:extLst>
            </p:cNvPr>
            <p:cNvSpPr/>
            <p:nvPr/>
          </p:nvSpPr>
          <p:spPr>
            <a:xfrm>
              <a:off x="3767484"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1" y="52326"/>
                    <a:pt x="26163" y="52326"/>
                  </a:cubicBezTo>
                  <a:lnTo>
                    <a:pt x="26163" y="52326"/>
                  </a:ln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94" name="Freeform: Shape 393">
              <a:extLst>
                <a:ext uri="{FF2B5EF4-FFF2-40B4-BE49-F238E27FC236}">
                  <a16:creationId xmlns:a16="http://schemas.microsoft.com/office/drawing/2014/main" id="{703B6436-C9FD-2E3A-6C5A-15186C1A4D6B}"/>
                </a:ext>
              </a:extLst>
            </p:cNvPr>
            <p:cNvSpPr/>
            <p:nvPr/>
          </p:nvSpPr>
          <p:spPr>
            <a:xfrm>
              <a:off x="3453527"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95" name="Freeform: Shape 394">
              <a:extLst>
                <a:ext uri="{FF2B5EF4-FFF2-40B4-BE49-F238E27FC236}">
                  <a16:creationId xmlns:a16="http://schemas.microsoft.com/office/drawing/2014/main" id="{C2105C47-3B60-A960-DCA8-8041F9A07954}"/>
                </a:ext>
              </a:extLst>
            </p:cNvPr>
            <p:cNvSpPr/>
            <p:nvPr/>
          </p:nvSpPr>
          <p:spPr>
            <a:xfrm>
              <a:off x="2197699"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7" y="52326"/>
                    <a:pt x="46396" y="45698"/>
                    <a:pt x="50233" y="36280"/>
                  </a:cubicBezTo>
                  <a:cubicBezTo>
                    <a:pt x="51628" y="33140"/>
                    <a:pt x="52326" y="29652"/>
                    <a:pt x="52326" y="26163"/>
                  </a:cubicBezTo>
                  <a:cubicBezTo>
                    <a:pt x="52326" y="11861"/>
                    <a:pt x="40465" y="0"/>
                    <a:pt x="26163" y="0"/>
                  </a:cubicBezTo>
                  <a:lnTo>
                    <a:pt x="26163" y="0"/>
                  </a:lnTo>
                  <a:cubicBezTo>
                    <a:pt x="15349" y="0"/>
                    <a:pt x="5930" y="6628"/>
                    <a:pt x="2093" y="16047"/>
                  </a:cubicBezTo>
                  <a:cubicBezTo>
                    <a:pt x="698" y="19186"/>
                    <a:pt x="0" y="22675"/>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96" name="Freeform: Shape 395">
              <a:extLst>
                <a:ext uri="{FF2B5EF4-FFF2-40B4-BE49-F238E27FC236}">
                  <a16:creationId xmlns:a16="http://schemas.microsoft.com/office/drawing/2014/main" id="{A42F07DF-6E64-F343-766E-A7489040AE0E}"/>
                </a:ext>
              </a:extLst>
            </p:cNvPr>
            <p:cNvSpPr/>
            <p:nvPr/>
          </p:nvSpPr>
          <p:spPr>
            <a:xfrm>
              <a:off x="523261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7" name="Freeform: Shape 396">
              <a:extLst>
                <a:ext uri="{FF2B5EF4-FFF2-40B4-BE49-F238E27FC236}">
                  <a16:creationId xmlns:a16="http://schemas.microsoft.com/office/drawing/2014/main" id="{80ED78A9-EA75-F017-BED8-BADBE549BDEB}"/>
                </a:ext>
              </a:extLst>
            </p:cNvPr>
            <p:cNvSpPr/>
            <p:nvPr/>
          </p:nvSpPr>
          <p:spPr>
            <a:xfrm>
              <a:off x="481400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8" name="Freeform: Shape 397">
              <a:extLst>
                <a:ext uri="{FF2B5EF4-FFF2-40B4-BE49-F238E27FC236}">
                  <a16:creationId xmlns:a16="http://schemas.microsoft.com/office/drawing/2014/main" id="{45FB3EBB-AF27-EAA2-E441-A6AFDAA35693}"/>
                </a:ext>
              </a:extLst>
            </p:cNvPr>
            <p:cNvSpPr/>
            <p:nvPr/>
          </p:nvSpPr>
          <p:spPr>
            <a:xfrm>
              <a:off x="4604703" y="460633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99" name="Freeform: Shape 398">
              <a:extLst>
                <a:ext uri="{FF2B5EF4-FFF2-40B4-BE49-F238E27FC236}">
                  <a16:creationId xmlns:a16="http://schemas.microsoft.com/office/drawing/2014/main" id="{60E3E04C-31AC-13E0-DCA6-BBC7757F42D0}"/>
                </a:ext>
              </a:extLst>
            </p:cNvPr>
            <p:cNvSpPr/>
            <p:nvPr/>
          </p:nvSpPr>
          <p:spPr>
            <a:xfrm>
              <a:off x="418609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00" name="Freeform: Shape 399">
              <a:extLst>
                <a:ext uri="{FF2B5EF4-FFF2-40B4-BE49-F238E27FC236}">
                  <a16:creationId xmlns:a16="http://schemas.microsoft.com/office/drawing/2014/main" id="{1413EEE8-5E3B-545E-9A5A-0D504CF836A0}"/>
                </a:ext>
              </a:extLst>
            </p:cNvPr>
            <p:cNvSpPr/>
            <p:nvPr/>
          </p:nvSpPr>
          <p:spPr>
            <a:xfrm>
              <a:off x="37674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01" name="Freeform: Shape 400">
              <a:extLst>
                <a:ext uri="{FF2B5EF4-FFF2-40B4-BE49-F238E27FC236}">
                  <a16:creationId xmlns:a16="http://schemas.microsoft.com/office/drawing/2014/main" id="{C30B6854-BB1F-7083-36A7-9806183661DF}"/>
                </a:ext>
              </a:extLst>
            </p:cNvPr>
            <p:cNvSpPr/>
            <p:nvPr/>
          </p:nvSpPr>
          <p:spPr>
            <a:xfrm>
              <a:off x="387213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02" name="Freeform: Shape 401">
              <a:extLst>
                <a:ext uri="{FF2B5EF4-FFF2-40B4-BE49-F238E27FC236}">
                  <a16:creationId xmlns:a16="http://schemas.microsoft.com/office/drawing/2014/main" id="{732617F2-08F0-DEEE-A617-D2102AF85389}"/>
                </a:ext>
              </a:extLst>
            </p:cNvPr>
            <p:cNvSpPr/>
            <p:nvPr/>
          </p:nvSpPr>
          <p:spPr>
            <a:xfrm>
              <a:off x="38721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03" name="Freeform: Shape 402">
              <a:extLst>
                <a:ext uri="{FF2B5EF4-FFF2-40B4-BE49-F238E27FC236}">
                  <a16:creationId xmlns:a16="http://schemas.microsoft.com/office/drawing/2014/main" id="{647E30E5-B74B-8E47-B6D9-F9AB0B1BBADF}"/>
                </a:ext>
              </a:extLst>
            </p:cNvPr>
            <p:cNvSpPr/>
            <p:nvPr/>
          </p:nvSpPr>
          <p:spPr>
            <a:xfrm>
              <a:off x="303491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04" name="Freeform: Shape 403">
              <a:extLst>
                <a:ext uri="{FF2B5EF4-FFF2-40B4-BE49-F238E27FC236}">
                  <a16:creationId xmlns:a16="http://schemas.microsoft.com/office/drawing/2014/main" id="{309440BA-7598-4F91-B028-813B9D1EBF67}"/>
                </a:ext>
              </a:extLst>
            </p:cNvPr>
            <p:cNvSpPr/>
            <p:nvPr/>
          </p:nvSpPr>
          <p:spPr>
            <a:xfrm>
              <a:off x="261630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5" name="Freeform: Shape 404">
              <a:extLst>
                <a:ext uri="{FF2B5EF4-FFF2-40B4-BE49-F238E27FC236}">
                  <a16:creationId xmlns:a16="http://schemas.microsoft.com/office/drawing/2014/main" id="{EB16880F-93DD-EF42-D561-8803444EB8D6}"/>
                </a:ext>
              </a:extLst>
            </p:cNvPr>
            <p:cNvSpPr/>
            <p:nvPr/>
          </p:nvSpPr>
          <p:spPr>
            <a:xfrm>
              <a:off x="2511656"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6" name="Freeform: Shape 405">
              <a:extLst>
                <a:ext uri="{FF2B5EF4-FFF2-40B4-BE49-F238E27FC236}">
                  <a16:creationId xmlns:a16="http://schemas.microsoft.com/office/drawing/2014/main" id="{13EDDEFD-B111-3C63-CA93-FA29FFB1E448}"/>
                </a:ext>
              </a:extLst>
            </p:cNvPr>
            <p:cNvSpPr/>
            <p:nvPr/>
          </p:nvSpPr>
          <p:spPr>
            <a:xfrm>
              <a:off x="23023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7" name="Freeform: Shape 406">
              <a:extLst>
                <a:ext uri="{FF2B5EF4-FFF2-40B4-BE49-F238E27FC236}">
                  <a16:creationId xmlns:a16="http://schemas.microsoft.com/office/drawing/2014/main" id="{7DD43A3A-0DA7-99DF-3766-007ADFB575B9}"/>
                </a:ext>
              </a:extLst>
            </p:cNvPr>
            <p:cNvSpPr/>
            <p:nvPr/>
          </p:nvSpPr>
          <p:spPr>
            <a:xfrm>
              <a:off x="23023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8" name="Freeform: Shape 407">
              <a:extLst>
                <a:ext uri="{FF2B5EF4-FFF2-40B4-BE49-F238E27FC236}">
                  <a16:creationId xmlns:a16="http://schemas.microsoft.com/office/drawing/2014/main" id="{62C84FB8-5EB7-FED1-018A-F1A424B30E74}"/>
                </a:ext>
              </a:extLst>
            </p:cNvPr>
            <p:cNvSpPr/>
            <p:nvPr/>
          </p:nvSpPr>
          <p:spPr>
            <a:xfrm>
              <a:off x="125582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9" name="Freeform: Shape 408">
              <a:extLst>
                <a:ext uri="{FF2B5EF4-FFF2-40B4-BE49-F238E27FC236}">
                  <a16:creationId xmlns:a16="http://schemas.microsoft.com/office/drawing/2014/main" id="{138095D4-5C10-BF31-1FBD-0A4BEBD67630}"/>
                </a:ext>
              </a:extLst>
            </p:cNvPr>
            <p:cNvSpPr/>
            <p:nvPr/>
          </p:nvSpPr>
          <p:spPr>
            <a:xfrm>
              <a:off x="83721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0" name="Freeform: Shape 409">
              <a:extLst>
                <a:ext uri="{FF2B5EF4-FFF2-40B4-BE49-F238E27FC236}">
                  <a16:creationId xmlns:a16="http://schemas.microsoft.com/office/drawing/2014/main" id="{AC66ABDB-3865-4C52-C7B1-D7020E242C60}"/>
                </a:ext>
              </a:extLst>
            </p:cNvPr>
            <p:cNvSpPr/>
            <p:nvPr/>
          </p:nvSpPr>
          <p:spPr>
            <a:xfrm>
              <a:off x="62791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11" name="Freeform: Shape 410">
              <a:extLst>
                <a:ext uri="{FF2B5EF4-FFF2-40B4-BE49-F238E27FC236}">
                  <a16:creationId xmlns:a16="http://schemas.microsoft.com/office/drawing/2014/main" id="{8EE46E47-B078-6FE2-8911-01F952171EF0}"/>
                </a:ext>
              </a:extLst>
            </p:cNvPr>
            <p:cNvSpPr/>
            <p:nvPr/>
          </p:nvSpPr>
          <p:spPr>
            <a:xfrm>
              <a:off x="209304"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12" name="Freeform: Shape 411">
              <a:extLst>
                <a:ext uri="{FF2B5EF4-FFF2-40B4-BE49-F238E27FC236}">
                  <a16:creationId xmlns:a16="http://schemas.microsoft.com/office/drawing/2014/main" id="{E8789765-6F51-8DF3-308A-A353446BB541}"/>
                </a:ext>
              </a:extLst>
            </p:cNvPr>
            <p:cNvSpPr/>
            <p:nvPr/>
          </p:nvSpPr>
          <p:spPr>
            <a:xfrm>
              <a:off x="20930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13" name="Freeform: Shape 412">
              <a:extLst>
                <a:ext uri="{FF2B5EF4-FFF2-40B4-BE49-F238E27FC236}">
                  <a16:creationId xmlns:a16="http://schemas.microsoft.com/office/drawing/2014/main" id="{2D6A0416-9265-3CAC-9A2C-5619FC611D86}"/>
                </a:ext>
              </a:extLst>
            </p:cNvPr>
            <p:cNvSpPr/>
            <p:nvPr/>
          </p:nvSpPr>
          <p:spPr>
            <a:xfrm>
              <a:off x="2511656"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5" y="52326"/>
                    <a:pt x="52326" y="40466"/>
                    <a:pt x="52326" y="26163"/>
                  </a:cubicBezTo>
                  <a:cubicBezTo>
                    <a:pt x="52326" y="13605"/>
                    <a:pt x="43256" y="3140"/>
                    <a:pt x="31396" y="698"/>
                  </a:cubicBezTo>
                  <a:cubicBezTo>
                    <a:pt x="29652" y="349"/>
                    <a:pt x="27907" y="0"/>
                    <a:pt x="26163" y="0"/>
                  </a:cubicBezTo>
                  <a:cubicBezTo>
                    <a:pt x="11861" y="0"/>
                    <a:pt x="0" y="11861"/>
                    <a:pt x="0" y="26163"/>
                  </a:cubicBezTo>
                  <a:cubicBezTo>
                    <a:pt x="0" y="38024"/>
                    <a:pt x="7675" y="47791"/>
                    <a:pt x="18489" y="51280"/>
                  </a:cubicBezTo>
                  <a:close/>
                </a:path>
              </a:pathLst>
            </a:custGeom>
            <a:grpFill/>
            <a:ln w="3488" cap="flat">
              <a:noFill/>
              <a:prstDash val="solid"/>
              <a:miter/>
            </a:ln>
          </p:spPr>
          <p:txBody>
            <a:bodyPr rtlCol="0" anchor="ctr"/>
            <a:lstStyle/>
            <a:p>
              <a:endParaRPr lang="en-ID"/>
            </a:p>
          </p:txBody>
        </p:sp>
        <p:sp>
          <p:nvSpPr>
            <p:cNvPr id="414" name="Freeform: Shape 413">
              <a:extLst>
                <a:ext uri="{FF2B5EF4-FFF2-40B4-BE49-F238E27FC236}">
                  <a16:creationId xmlns:a16="http://schemas.microsoft.com/office/drawing/2014/main" id="{BE2D5177-069C-7778-1DAB-A8A361A98F2A}"/>
                </a:ext>
              </a:extLst>
            </p:cNvPr>
            <p:cNvSpPr/>
            <p:nvPr/>
          </p:nvSpPr>
          <p:spPr>
            <a:xfrm>
              <a:off x="3244223" y="3036553"/>
              <a:ext cx="52326" cy="52326"/>
            </a:xfrm>
            <a:custGeom>
              <a:avLst/>
              <a:gdLst>
                <a:gd name="connsiteX0" fmla="*/ 26163 w 52326"/>
                <a:gd name="connsiteY0" fmla="*/ 52326 h 52326"/>
                <a:gd name="connsiteX1" fmla="*/ 26163 w 52326"/>
                <a:gd name="connsiteY1" fmla="*/ 52326 h 52326"/>
                <a:gd name="connsiteX2" fmla="*/ 42210 w 52326"/>
                <a:gd name="connsiteY2" fmla="*/ 46745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2093" y="52326"/>
                    <a:pt x="38024" y="50233"/>
                    <a:pt x="42210" y="46745"/>
                  </a:cubicBezTo>
                  <a:cubicBezTo>
                    <a:pt x="48140" y="41861"/>
                    <a:pt x="52326" y="34535"/>
                    <a:pt x="52326" y="26163"/>
                  </a:cubicBez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15" name="Freeform: Shape 414">
              <a:extLst>
                <a:ext uri="{FF2B5EF4-FFF2-40B4-BE49-F238E27FC236}">
                  <a16:creationId xmlns:a16="http://schemas.microsoft.com/office/drawing/2014/main" id="{25F139D2-0D50-FEF1-33EA-1E1D9622AE3E}"/>
                </a:ext>
              </a:extLst>
            </p:cNvPr>
            <p:cNvSpPr/>
            <p:nvPr/>
          </p:nvSpPr>
          <p:spPr>
            <a:xfrm>
              <a:off x="5023313"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79"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16" name="Freeform: Shape 415">
              <a:extLst>
                <a:ext uri="{FF2B5EF4-FFF2-40B4-BE49-F238E27FC236}">
                  <a16:creationId xmlns:a16="http://schemas.microsoft.com/office/drawing/2014/main" id="{74568C2E-DE5F-3D02-C39E-41167FC133D1}"/>
                </a:ext>
              </a:extLst>
            </p:cNvPr>
            <p:cNvSpPr/>
            <p:nvPr/>
          </p:nvSpPr>
          <p:spPr>
            <a:xfrm>
              <a:off x="5023313"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40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5" y="0"/>
                    <a:pt x="26163" y="0"/>
                  </a:cubicBez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17" name="Freeform: Shape 416">
              <a:extLst>
                <a:ext uri="{FF2B5EF4-FFF2-40B4-BE49-F238E27FC236}">
                  <a16:creationId xmlns:a16="http://schemas.microsoft.com/office/drawing/2014/main" id="{7D5CDA1C-C71C-ADE7-6E2D-551A8B156DED}"/>
                </a:ext>
              </a:extLst>
            </p:cNvPr>
            <p:cNvSpPr/>
            <p:nvPr/>
          </p:nvSpPr>
          <p:spPr>
            <a:xfrm>
              <a:off x="2930266"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18" name="Freeform: Shape 417">
              <a:extLst>
                <a:ext uri="{FF2B5EF4-FFF2-40B4-BE49-F238E27FC236}">
                  <a16:creationId xmlns:a16="http://schemas.microsoft.com/office/drawing/2014/main" id="{7DC24CAF-0FB5-A72B-E22D-91AFB3667E04}"/>
                </a:ext>
              </a:extLst>
            </p:cNvPr>
            <p:cNvSpPr/>
            <p:nvPr/>
          </p:nvSpPr>
          <p:spPr>
            <a:xfrm>
              <a:off x="251165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9" name="Freeform: Shape 418">
              <a:extLst>
                <a:ext uri="{FF2B5EF4-FFF2-40B4-BE49-F238E27FC236}">
                  <a16:creationId xmlns:a16="http://schemas.microsoft.com/office/drawing/2014/main" id="{A7E213DC-9431-0699-7933-43ADA8DF74E7}"/>
                </a:ext>
              </a:extLst>
            </p:cNvPr>
            <p:cNvSpPr/>
            <p:nvPr/>
          </p:nvSpPr>
          <p:spPr>
            <a:xfrm>
              <a:off x="4186094" y="3350510"/>
              <a:ext cx="52326" cy="52326"/>
            </a:xfrm>
            <a:custGeom>
              <a:avLst/>
              <a:gdLst>
                <a:gd name="connsiteX0" fmla="*/ 26163 w 52326"/>
                <a:gd name="connsiteY0" fmla="*/ 52326 h 52326"/>
                <a:gd name="connsiteX1" fmla="*/ 26163 w 52326"/>
                <a:gd name="connsiteY1" fmla="*/ 52326 h 52326"/>
                <a:gd name="connsiteX2" fmla="*/ 36280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80" y="50233"/>
                  </a:cubicBezTo>
                  <a:cubicBezTo>
                    <a:pt x="45698" y="46396"/>
                    <a:pt x="52326" y="36977"/>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0" name="Freeform: Shape 419">
              <a:extLst>
                <a:ext uri="{FF2B5EF4-FFF2-40B4-BE49-F238E27FC236}">
                  <a16:creationId xmlns:a16="http://schemas.microsoft.com/office/drawing/2014/main" id="{F81EECDB-1B2C-550F-C7E1-C24F5E13D7C4}"/>
                </a:ext>
              </a:extLst>
            </p:cNvPr>
            <p:cNvSpPr/>
            <p:nvPr/>
          </p:nvSpPr>
          <p:spPr>
            <a:xfrm>
              <a:off x="502331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1" name="Freeform: Shape 420">
              <a:extLst>
                <a:ext uri="{FF2B5EF4-FFF2-40B4-BE49-F238E27FC236}">
                  <a16:creationId xmlns:a16="http://schemas.microsoft.com/office/drawing/2014/main" id="{33835B97-1D69-DD4C-D60D-C75738B57DA9}"/>
                </a:ext>
              </a:extLst>
            </p:cNvPr>
            <p:cNvSpPr/>
            <p:nvPr/>
          </p:nvSpPr>
          <p:spPr>
            <a:xfrm>
              <a:off x="481400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22" name="Freeform: Shape 421">
              <a:extLst>
                <a:ext uri="{FF2B5EF4-FFF2-40B4-BE49-F238E27FC236}">
                  <a16:creationId xmlns:a16="http://schemas.microsoft.com/office/drawing/2014/main" id="{360601D8-0483-1272-D9AC-00801BC02FBC}"/>
                </a:ext>
              </a:extLst>
            </p:cNvPr>
            <p:cNvSpPr/>
            <p:nvPr/>
          </p:nvSpPr>
          <p:spPr>
            <a:xfrm>
              <a:off x="4604703"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cubicBezTo>
                    <a:pt x="26163" y="0"/>
                    <a:pt x="26163" y="0"/>
                    <a:pt x="26163" y="0"/>
                  </a:cubicBezTo>
                  <a:cubicBezTo>
                    <a:pt x="11861" y="0"/>
                    <a:pt x="0" y="11861"/>
                    <a:pt x="0" y="26163"/>
                  </a:cubicBezTo>
                  <a:cubicBezTo>
                    <a:pt x="0" y="40117"/>
                    <a:pt x="11861" y="51977"/>
                    <a:pt x="26163" y="51977"/>
                  </a:cubicBezTo>
                  <a:close/>
                </a:path>
              </a:pathLst>
            </a:custGeom>
            <a:grpFill/>
            <a:ln w="3488" cap="flat">
              <a:noFill/>
              <a:prstDash val="solid"/>
              <a:miter/>
            </a:ln>
          </p:spPr>
          <p:txBody>
            <a:bodyPr rtlCol="0" anchor="ctr"/>
            <a:lstStyle/>
            <a:p>
              <a:endParaRPr lang="en-ID"/>
            </a:p>
          </p:txBody>
        </p:sp>
        <p:sp>
          <p:nvSpPr>
            <p:cNvPr id="423" name="Freeform: Shape 422">
              <a:extLst>
                <a:ext uri="{FF2B5EF4-FFF2-40B4-BE49-F238E27FC236}">
                  <a16:creationId xmlns:a16="http://schemas.microsoft.com/office/drawing/2014/main" id="{CE6E6E67-0CBB-62EA-4C81-CC3AF16C6898}"/>
                </a:ext>
              </a:extLst>
            </p:cNvPr>
            <p:cNvSpPr/>
            <p:nvPr/>
          </p:nvSpPr>
          <p:spPr>
            <a:xfrm>
              <a:off x="3976789"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24" name="Freeform: Shape 423">
              <a:extLst>
                <a:ext uri="{FF2B5EF4-FFF2-40B4-BE49-F238E27FC236}">
                  <a16:creationId xmlns:a16="http://schemas.microsoft.com/office/drawing/2014/main" id="{75B72ABC-4643-C445-22F1-A7EF042218C9}"/>
                </a:ext>
              </a:extLst>
            </p:cNvPr>
            <p:cNvSpPr/>
            <p:nvPr/>
          </p:nvSpPr>
          <p:spPr>
            <a:xfrm>
              <a:off x="512796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25" name="Freeform: Shape 424">
              <a:extLst>
                <a:ext uri="{FF2B5EF4-FFF2-40B4-BE49-F238E27FC236}">
                  <a16:creationId xmlns:a16="http://schemas.microsoft.com/office/drawing/2014/main" id="{5DEF4887-E2A9-C8AB-EA89-C498ECD3ACF7}"/>
                </a:ext>
              </a:extLst>
            </p:cNvPr>
            <p:cNvSpPr/>
            <p:nvPr/>
          </p:nvSpPr>
          <p:spPr>
            <a:xfrm>
              <a:off x="47093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26" name="Freeform: Shape 425">
              <a:extLst>
                <a:ext uri="{FF2B5EF4-FFF2-40B4-BE49-F238E27FC236}">
                  <a16:creationId xmlns:a16="http://schemas.microsoft.com/office/drawing/2014/main" id="{4A530CE6-960A-87C4-B832-AC00ED0FD154}"/>
                </a:ext>
              </a:extLst>
            </p:cNvPr>
            <p:cNvSpPr/>
            <p:nvPr/>
          </p:nvSpPr>
          <p:spPr>
            <a:xfrm>
              <a:off x="408144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27" name="Freeform: Shape 426">
              <a:extLst>
                <a:ext uri="{FF2B5EF4-FFF2-40B4-BE49-F238E27FC236}">
                  <a16:creationId xmlns:a16="http://schemas.microsoft.com/office/drawing/2014/main" id="{8C5EF498-17B8-EF27-EBBD-09915632DE5B}"/>
                </a:ext>
              </a:extLst>
            </p:cNvPr>
            <p:cNvSpPr/>
            <p:nvPr/>
          </p:nvSpPr>
          <p:spPr>
            <a:xfrm>
              <a:off x="35581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28" name="Freeform: Shape 427">
              <a:extLst>
                <a:ext uri="{FF2B5EF4-FFF2-40B4-BE49-F238E27FC236}">
                  <a16:creationId xmlns:a16="http://schemas.microsoft.com/office/drawing/2014/main" id="{5A33EE32-368E-7427-3604-53B112273130}"/>
                </a:ext>
              </a:extLst>
            </p:cNvPr>
            <p:cNvSpPr/>
            <p:nvPr/>
          </p:nvSpPr>
          <p:spPr>
            <a:xfrm>
              <a:off x="34535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9" name="Freeform: Shape 428">
              <a:extLst>
                <a:ext uri="{FF2B5EF4-FFF2-40B4-BE49-F238E27FC236}">
                  <a16:creationId xmlns:a16="http://schemas.microsoft.com/office/drawing/2014/main" id="{BEFA08B1-B19E-C61B-368A-1D2504EF9CF9}"/>
                </a:ext>
              </a:extLst>
            </p:cNvPr>
            <p:cNvSpPr/>
            <p:nvPr/>
          </p:nvSpPr>
          <p:spPr>
            <a:xfrm>
              <a:off x="136048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30" name="Freeform: Shape 429">
              <a:extLst>
                <a:ext uri="{FF2B5EF4-FFF2-40B4-BE49-F238E27FC236}">
                  <a16:creationId xmlns:a16="http://schemas.microsoft.com/office/drawing/2014/main" id="{1B70BDC3-4100-DB99-D643-84C498C4C6D4}"/>
                </a:ext>
              </a:extLst>
            </p:cNvPr>
            <p:cNvSpPr/>
            <p:nvPr/>
          </p:nvSpPr>
          <p:spPr>
            <a:xfrm rot="17550026">
              <a:off x="1151243" y="3873792"/>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431" name="Freeform: Shape 430">
              <a:extLst>
                <a:ext uri="{FF2B5EF4-FFF2-40B4-BE49-F238E27FC236}">
                  <a16:creationId xmlns:a16="http://schemas.microsoft.com/office/drawing/2014/main" id="{34BA9E7E-61D6-169A-DF6E-E753EA9098BC}"/>
                </a:ext>
              </a:extLst>
            </p:cNvPr>
            <p:cNvSpPr/>
            <p:nvPr/>
          </p:nvSpPr>
          <p:spPr>
            <a:xfrm>
              <a:off x="732566"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32" name="Freeform: Shape 431">
              <a:extLst>
                <a:ext uri="{FF2B5EF4-FFF2-40B4-BE49-F238E27FC236}">
                  <a16:creationId xmlns:a16="http://schemas.microsoft.com/office/drawing/2014/main" id="{89934E34-18E9-C825-5875-BC75F2A4A5FB}"/>
                </a:ext>
              </a:extLst>
            </p:cNvPr>
            <p:cNvSpPr/>
            <p:nvPr/>
          </p:nvSpPr>
          <p:spPr>
            <a:xfrm>
              <a:off x="313957"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33" name="Freeform: Shape 432">
              <a:extLst>
                <a:ext uri="{FF2B5EF4-FFF2-40B4-BE49-F238E27FC236}">
                  <a16:creationId xmlns:a16="http://schemas.microsoft.com/office/drawing/2014/main" id="{C160EDB9-A298-DBEA-8AF3-D271766398BD}"/>
                </a:ext>
              </a:extLst>
            </p:cNvPr>
            <p:cNvSpPr/>
            <p:nvPr/>
          </p:nvSpPr>
          <p:spPr>
            <a:xfrm>
              <a:off x="31395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34" name="Freeform: Shape 433">
              <a:extLst>
                <a:ext uri="{FF2B5EF4-FFF2-40B4-BE49-F238E27FC236}">
                  <a16:creationId xmlns:a16="http://schemas.microsoft.com/office/drawing/2014/main" id="{05F1DB7A-93A2-45AA-9DE9-F8B8E85F6F29}"/>
                </a:ext>
              </a:extLst>
            </p:cNvPr>
            <p:cNvSpPr/>
            <p:nvPr/>
          </p:nvSpPr>
          <p:spPr>
            <a:xfrm>
              <a:off x="0"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35" name="Freeform: Shape 434">
              <a:extLst>
                <a:ext uri="{FF2B5EF4-FFF2-40B4-BE49-F238E27FC236}">
                  <a16:creationId xmlns:a16="http://schemas.microsoft.com/office/drawing/2014/main" id="{4A1DA44C-B6A3-3DDD-A7E8-C974DC6B61A1}"/>
                </a:ext>
              </a:extLst>
            </p:cNvPr>
            <p:cNvSpPr/>
            <p:nvPr/>
          </p:nvSpPr>
          <p:spPr>
            <a:xfrm>
              <a:off x="3034918"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6" name="Freeform: Shape 435">
              <a:extLst>
                <a:ext uri="{FF2B5EF4-FFF2-40B4-BE49-F238E27FC236}">
                  <a16:creationId xmlns:a16="http://schemas.microsoft.com/office/drawing/2014/main" id="{45FB2D49-59AF-AF17-0676-43BEDAF958DD}"/>
                </a:ext>
              </a:extLst>
            </p:cNvPr>
            <p:cNvSpPr/>
            <p:nvPr/>
          </p:nvSpPr>
          <p:spPr>
            <a:xfrm>
              <a:off x="5546575"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lnTo>
                    <a:pt x="52326" y="26163"/>
                  </a:lnTo>
                  <a:cubicBezTo>
                    <a:pt x="52326" y="11861"/>
                    <a:pt x="4046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37" name="Freeform: Shape 436">
              <a:extLst>
                <a:ext uri="{FF2B5EF4-FFF2-40B4-BE49-F238E27FC236}">
                  <a16:creationId xmlns:a16="http://schemas.microsoft.com/office/drawing/2014/main" id="{BB11CF29-4484-78DA-2D61-1EC2053A57E4}"/>
                </a:ext>
              </a:extLst>
            </p:cNvPr>
            <p:cNvSpPr/>
            <p:nvPr/>
          </p:nvSpPr>
          <p:spPr>
            <a:xfrm>
              <a:off x="732566"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6" y="52326"/>
                    <a:pt x="52326" y="40465"/>
                    <a:pt x="52326" y="26163"/>
                  </a:cubicBez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438" name="Freeform: Shape 437">
              <a:extLst>
                <a:ext uri="{FF2B5EF4-FFF2-40B4-BE49-F238E27FC236}">
                  <a16:creationId xmlns:a16="http://schemas.microsoft.com/office/drawing/2014/main" id="{E0D1A42A-7260-EB31-CB78-D3969BA8EBD1}"/>
                </a:ext>
              </a:extLst>
            </p:cNvPr>
            <p:cNvSpPr/>
            <p:nvPr/>
          </p:nvSpPr>
          <p:spPr>
            <a:xfrm>
              <a:off x="5023313" y="4710991"/>
              <a:ext cx="52326" cy="52326"/>
            </a:xfrm>
            <a:custGeom>
              <a:avLst/>
              <a:gdLst>
                <a:gd name="connsiteX0" fmla="*/ 36280 w 52326"/>
                <a:gd name="connsiteY0" fmla="*/ 2093 h 52326"/>
                <a:gd name="connsiteX1" fmla="*/ 26163 w 52326"/>
                <a:gd name="connsiteY1" fmla="*/ 0 h 52326"/>
                <a:gd name="connsiteX2" fmla="*/ 16047 w 52326"/>
                <a:gd name="connsiteY2" fmla="*/ 2093 h 52326"/>
                <a:gd name="connsiteX3" fmla="*/ 0 w 52326"/>
                <a:gd name="connsiteY3" fmla="*/ 26163 h 52326"/>
                <a:gd name="connsiteX4" fmla="*/ 16047 w 52326"/>
                <a:gd name="connsiteY4" fmla="*/ 50233 h 52326"/>
                <a:gd name="connsiteX5" fmla="*/ 26163 w 52326"/>
                <a:gd name="connsiteY5" fmla="*/ 52326 h 52326"/>
                <a:gd name="connsiteX6" fmla="*/ 36280 w 52326"/>
                <a:gd name="connsiteY6" fmla="*/ 50233 h 52326"/>
                <a:gd name="connsiteX7" fmla="*/ 52326 w 52326"/>
                <a:gd name="connsiteY7" fmla="*/ 26163 h 52326"/>
                <a:gd name="connsiteX8" fmla="*/ 36280 w 52326"/>
                <a:gd name="connsiteY8"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280" y="2093"/>
                  </a:moveTo>
                  <a:cubicBezTo>
                    <a:pt x="33140" y="698"/>
                    <a:pt x="29652" y="0"/>
                    <a:pt x="26163" y="0"/>
                  </a:cubicBezTo>
                  <a:cubicBezTo>
                    <a:pt x="22675" y="0"/>
                    <a:pt x="19186" y="698"/>
                    <a:pt x="16047" y="2093"/>
                  </a:cubicBezTo>
                  <a:cubicBezTo>
                    <a:pt x="6628" y="5930"/>
                    <a:pt x="0" y="15349"/>
                    <a:pt x="0" y="26163"/>
                  </a:cubicBezTo>
                  <a:cubicBezTo>
                    <a:pt x="0" y="36977"/>
                    <a:pt x="6628" y="46396"/>
                    <a:pt x="16047" y="50233"/>
                  </a:cubicBezTo>
                  <a:cubicBezTo>
                    <a:pt x="19186" y="51628"/>
                    <a:pt x="22675" y="52326"/>
                    <a:pt x="26163" y="52326"/>
                  </a:cubicBezTo>
                  <a:cubicBezTo>
                    <a:pt x="29652" y="52326"/>
                    <a:pt x="33140" y="51628"/>
                    <a:pt x="36280" y="50233"/>
                  </a:cubicBezTo>
                  <a:cubicBezTo>
                    <a:pt x="45698" y="46396"/>
                    <a:pt x="52326" y="36977"/>
                    <a:pt x="52326" y="26163"/>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439" name="Freeform: Shape 438">
              <a:extLst>
                <a:ext uri="{FF2B5EF4-FFF2-40B4-BE49-F238E27FC236}">
                  <a16:creationId xmlns:a16="http://schemas.microsoft.com/office/drawing/2014/main" id="{47ADC5EE-FF9D-5D7A-50F0-BAFE80D20A04}"/>
                </a:ext>
              </a:extLst>
            </p:cNvPr>
            <p:cNvSpPr/>
            <p:nvPr/>
          </p:nvSpPr>
          <p:spPr>
            <a:xfrm>
              <a:off x="4918660"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2" y="52326"/>
                    <a:pt x="26163" y="52326"/>
                  </a:cubicBezTo>
                  <a:lnTo>
                    <a:pt x="26163" y="52326"/>
                  </a:lnTo>
                  <a:cubicBezTo>
                    <a:pt x="35931" y="52326"/>
                    <a:pt x="44652" y="46745"/>
                    <a:pt x="49187" y="38721"/>
                  </a:cubicBezTo>
                  <a:cubicBezTo>
                    <a:pt x="51279" y="34884"/>
                    <a:pt x="52326" y="30698"/>
                    <a:pt x="52326" y="26163"/>
                  </a:cubicBezTo>
                  <a:cubicBezTo>
                    <a:pt x="52326" y="11861"/>
                    <a:pt x="40465" y="0"/>
                    <a:pt x="26163" y="0"/>
                  </a:cubicBezTo>
                  <a:cubicBezTo>
                    <a:pt x="21279" y="0"/>
                    <a:pt x="16745"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440" name="Freeform: Shape 439">
              <a:extLst>
                <a:ext uri="{FF2B5EF4-FFF2-40B4-BE49-F238E27FC236}">
                  <a16:creationId xmlns:a16="http://schemas.microsoft.com/office/drawing/2014/main" id="{6C2DDF40-AE37-B76E-D32C-32D88C6CDB47}"/>
                </a:ext>
              </a:extLst>
            </p:cNvPr>
            <p:cNvSpPr/>
            <p:nvPr/>
          </p:nvSpPr>
          <p:spPr>
            <a:xfrm>
              <a:off x="56512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41" name="Freeform: Shape 440">
              <a:extLst>
                <a:ext uri="{FF2B5EF4-FFF2-40B4-BE49-F238E27FC236}">
                  <a16:creationId xmlns:a16="http://schemas.microsoft.com/office/drawing/2014/main" id="{0CC3CD16-74BA-5500-214B-C69034EBDFC0}"/>
                </a:ext>
              </a:extLst>
            </p:cNvPr>
            <p:cNvSpPr/>
            <p:nvPr/>
          </p:nvSpPr>
          <p:spPr>
            <a:xfrm>
              <a:off x="5232618"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3" y="0"/>
                    <a:pt x="21628" y="349"/>
                  </a:cubicBezTo>
                  <a:cubicBezTo>
                    <a:pt x="21279" y="349"/>
                    <a:pt x="21279" y="349"/>
                    <a:pt x="20930" y="349"/>
                  </a:cubicBezTo>
                  <a:cubicBezTo>
                    <a:pt x="9070" y="2791"/>
                    <a:pt x="0" y="13256"/>
                    <a:pt x="0" y="25814"/>
                  </a:cubicBezTo>
                  <a:cubicBezTo>
                    <a:pt x="0" y="40117"/>
                    <a:pt x="11861" y="51977"/>
                    <a:pt x="26163" y="51977"/>
                  </a:cubicBezTo>
                  <a:cubicBezTo>
                    <a:pt x="26163" y="51977"/>
                    <a:pt x="26163" y="51977"/>
                    <a:pt x="26163" y="51977"/>
                  </a:cubicBez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42" name="Freeform: Shape 441">
              <a:extLst>
                <a:ext uri="{FF2B5EF4-FFF2-40B4-BE49-F238E27FC236}">
                  <a16:creationId xmlns:a16="http://schemas.microsoft.com/office/drawing/2014/main" id="{91852C3B-7D74-D554-4576-368C8C74030F}"/>
                </a:ext>
              </a:extLst>
            </p:cNvPr>
            <p:cNvSpPr/>
            <p:nvPr/>
          </p:nvSpPr>
          <p:spPr>
            <a:xfrm>
              <a:off x="460470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43" name="Freeform: Shape 442">
              <a:extLst>
                <a:ext uri="{FF2B5EF4-FFF2-40B4-BE49-F238E27FC236}">
                  <a16:creationId xmlns:a16="http://schemas.microsoft.com/office/drawing/2014/main" id="{94A8C611-41D9-F9C0-0BBB-641F074B3C22}"/>
                </a:ext>
              </a:extLst>
            </p:cNvPr>
            <p:cNvSpPr/>
            <p:nvPr/>
          </p:nvSpPr>
          <p:spPr>
            <a:xfrm>
              <a:off x="46047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4" name="Freeform: Shape 443">
              <a:extLst>
                <a:ext uri="{FF2B5EF4-FFF2-40B4-BE49-F238E27FC236}">
                  <a16:creationId xmlns:a16="http://schemas.microsoft.com/office/drawing/2014/main" id="{473158C1-ED0C-DDEF-74E8-95A3F99A87F3}"/>
                </a:ext>
              </a:extLst>
            </p:cNvPr>
            <p:cNvSpPr/>
            <p:nvPr/>
          </p:nvSpPr>
          <p:spPr>
            <a:xfrm>
              <a:off x="4395399"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45" name="Freeform: Shape 444">
              <a:extLst>
                <a:ext uri="{FF2B5EF4-FFF2-40B4-BE49-F238E27FC236}">
                  <a16:creationId xmlns:a16="http://schemas.microsoft.com/office/drawing/2014/main" id="{E3D98B44-2D08-DD98-7A9D-766EF0F5A6F3}"/>
                </a:ext>
              </a:extLst>
            </p:cNvPr>
            <p:cNvSpPr/>
            <p:nvPr/>
          </p:nvSpPr>
          <p:spPr>
            <a:xfrm>
              <a:off x="397678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6" name="Freeform: Shape 445">
              <a:extLst>
                <a:ext uri="{FF2B5EF4-FFF2-40B4-BE49-F238E27FC236}">
                  <a16:creationId xmlns:a16="http://schemas.microsoft.com/office/drawing/2014/main" id="{7C300BAF-E864-7B06-66F6-333A9F8AA27C}"/>
                </a:ext>
              </a:extLst>
            </p:cNvPr>
            <p:cNvSpPr/>
            <p:nvPr/>
          </p:nvSpPr>
          <p:spPr>
            <a:xfrm>
              <a:off x="544192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47" name="Freeform: Shape 446">
              <a:extLst>
                <a:ext uri="{FF2B5EF4-FFF2-40B4-BE49-F238E27FC236}">
                  <a16:creationId xmlns:a16="http://schemas.microsoft.com/office/drawing/2014/main" id="{0EBCFC47-FAF1-B7F3-3C22-BF5052406C98}"/>
                </a:ext>
              </a:extLst>
            </p:cNvPr>
            <p:cNvSpPr/>
            <p:nvPr/>
          </p:nvSpPr>
          <p:spPr>
            <a:xfrm>
              <a:off x="512796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8" name="Freeform: Shape 447">
              <a:extLst>
                <a:ext uri="{FF2B5EF4-FFF2-40B4-BE49-F238E27FC236}">
                  <a16:creationId xmlns:a16="http://schemas.microsoft.com/office/drawing/2014/main" id="{5531BA5F-9A65-E063-B6BD-135093250A8F}"/>
                </a:ext>
              </a:extLst>
            </p:cNvPr>
            <p:cNvSpPr/>
            <p:nvPr/>
          </p:nvSpPr>
          <p:spPr>
            <a:xfrm>
              <a:off x="512796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9" name="Freeform: Shape 448">
              <a:extLst>
                <a:ext uri="{FF2B5EF4-FFF2-40B4-BE49-F238E27FC236}">
                  <a16:creationId xmlns:a16="http://schemas.microsoft.com/office/drawing/2014/main" id="{7ACBD27A-D6B6-37CB-6D0F-867116F8A17B}"/>
                </a:ext>
              </a:extLst>
            </p:cNvPr>
            <p:cNvSpPr/>
            <p:nvPr/>
          </p:nvSpPr>
          <p:spPr>
            <a:xfrm>
              <a:off x="49186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0" name="Freeform: Shape 449">
              <a:extLst>
                <a:ext uri="{FF2B5EF4-FFF2-40B4-BE49-F238E27FC236}">
                  <a16:creationId xmlns:a16="http://schemas.microsoft.com/office/drawing/2014/main" id="{660CBE12-1D49-7EB6-1A45-22660C58E60B}"/>
                </a:ext>
              </a:extLst>
            </p:cNvPr>
            <p:cNvSpPr/>
            <p:nvPr/>
          </p:nvSpPr>
          <p:spPr>
            <a:xfrm>
              <a:off x="3872137"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1" name="Freeform: Shape 450">
              <a:extLst>
                <a:ext uri="{FF2B5EF4-FFF2-40B4-BE49-F238E27FC236}">
                  <a16:creationId xmlns:a16="http://schemas.microsoft.com/office/drawing/2014/main" id="{5F9350D0-C191-AF51-4A5B-1EADAD33CE27}"/>
                </a:ext>
              </a:extLst>
            </p:cNvPr>
            <p:cNvSpPr/>
            <p:nvPr/>
          </p:nvSpPr>
          <p:spPr>
            <a:xfrm>
              <a:off x="30349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2" name="Freeform: Shape 451">
              <a:extLst>
                <a:ext uri="{FF2B5EF4-FFF2-40B4-BE49-F238E27FC236}">
                  <a16:creationId xmlns:a16="http://schemas.microsoft.com/office/drawing/2014/main" id="{3B92E993-6272-7B90-88BB-FAE67404B70E}"/>
                </a:ext>
              </a:extLst>
            </p:cNvPr>
            <p:cNvSpPr/>
            <p:nvPr/>
          </p:nvSpPr>
          <p:spPr>
            <a:xfrm>
              <a:off x="2930266"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53" name="Freeform: Shape 452">
              <a:extLst>
                <a:ext uri="{FF2B5EF4-FFF2-40B4-BE49-F238E27FC236}">
                  <a16:creationId xmlns:a16="http://schemas.microsoft.com/office/drawing/2014/main" id="{013E7176-633C-14E1-A56A-8A7051EAB4C3}"/>
                </a:ext>
              </a:extLst>
            </p:cNvPr>
            <p:cNvSpPr/>
            <p:nvPr/>
          </p:nvSpPr>
          <p:spPr>
            <a:xfrm>
              <a:off x="293026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4" name="Freeform: Shape 453">
              <a:extLst>
                <a:ext uri="{FF2B5EF4-FFF2-40B4-BE49-F238E27FC236}">
                  <a16:creationId xmlns:a16="http://schemas.microsoft.com/office/drawing/2014/main" id="{857D6205-3E6F-5231-FA03-D33DAB1E5B45}"/>
                </a:ext>
              </a:extLst>
            </p:cNvPr>
            <p:cNvSpPr/>
            <p:nvPr/>
          </p:nvSpPr>
          <p:spPr>
            <a:xfrm>
              <a:off x="272096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5" name="Freeform: Shape 454">
              <a:extLst>
                <a:ext uri="{FF2B5EF4-FFF2-40B4-BE49-F238E27FC236}">
                  <a16:creationId xmlns:a16="http://schemas.microsoft.com/office/drawing/2014/main" id="{A73BD291-DFE6-7B6E-5DBB-23E860E79D94}"/>
                </a:ext>
              </a:extLst>
            </p:cNvPr>
            <p:cNvSpPr/>
            <p:nvPr/>
          </p:nvSpPr>
          <p:spPr>
            <a:xfrm>
              <a:off x="2511656"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6" name="Freeform: Shape 455">
              <a:extLst>
                <a:ext uri="{FF2B5EF4-FFF2-40B4-BE49-F238E27FC236}">
                  <a16:creationId xmlns:a16="http://schemas.microsoft.com/office/drawing/2014/main" id="{E0F7CA3D-A761-4342-BBA8-951CB4FE5548}"/>
                </a:ext>
              </a:extLst>
            </p:cNvPr>
            <p:cNvSpPr/>
            <p:nvPr/>
          </p:nvSpPr>
          <p:spPr>
            <a:xfrm>
              <a:off x="209304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7" name="Freeform: Shape 456">
              <a:extLst>
                <a:ext uri="{FF2B5EF4-FFF2-40B4-BE49-F238E27FC236}">
                  <a16:creationId xmlns:a16="http://schemas.microsoft.com/office/drawing/2014/main" id="{A64D411D-068B-D889-933A-0AA791ED60E1}"/>
                </a:ext>
              </a:extLst>
            </p:cNvPr>
            <p:cNvSpPr/>
            <p:nvPr/>
          </p:nvSpPr>
          <p:spPr>
            <a:xfrm>
              <a:off x="188374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8" name="Freeform: Shape 457">
              <a:extLst>
                <a:ext uri="{FF2B5EF4-FFF2-40B4-BE49-F238E27FC236}">
                  <a16:creationId xmlns:a16="http://schemas.microsoft.com/office/drawing/2014/main" id="{B7C9B062-7DA8-CA6C-68E7-475B53BA56E6}"/>
                </a:ext>
              </a:extLst>
            </p:cNvPr>
            <p:cNvSpPr/>
            <p:nvPr/>
          </p:nvSpPr>
          <p:spPr>
            <a:xfrm>
              <a:off x="16744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9" name="Freeform: Shape 458">
              <a:extLst>
                <a:ext uri="{FF2B5EF4-FFF2-40B4-BE49-F238E27FC236}">
                  <a16:creationId xmlns:a16="http://schemas.microsoft.com/office/drawing/2014/main" id="{BBDB0825-D7D6-8CC6-3BC7-3083E1D937D3}"/>
                </a:ext>
              </a:extLst>
            </p:cNvPr>
            <p:cNvSpPr/>
            <p:nvPr/>
          </p:nvSpPr>
          <p:spPr>
            <a:xfrm>
              <a:off x="13604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60" name="Freeform: Shape 459">
              <a:extLst>
                <a:ext uri="{FF2B5EF4-FFF2-40B4-BE49-F238E27FC236}">
                  <a16:creationId xmlns:a16="http://schemas.microsoft.com/office/drawing/2014/main" id="{BB3A54CD-D97F-44CF-6CB5-2FE06856F06C}"/>
                </a:ext>
              </a:extLst>
            </p:cNvPr>
            <p:cNvSpPr/>
            <p:nvPr/>
          </p:nvSpPr>
          <p:spPr>
            <a:xfrm>
              <a:off x="136048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1" name="Freeform: Shape 460">
              <a:extLst>
                <a:ext uri="{FF2B5EF4-FFF2-40B4-BE49-F238E27FC236}">
                  <a16:creationId xmlns:a16="http://schemas.microsoft.com/office/drawing/2014/main" id="{9C0BFAD4-F744-7811-0CB9-C387E9ED0951}"/>
                </a:ext>
              </a:extLst>
            </p:cNvPr>
            <p:cNvSpPr/>
            <p:nvPr/>
          </p:nvSpPr>
          <p:spPr>
            <a:xfrm>
              <a:off x="4081442"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4" y="52326"/>
                    <a:pt x="47791" y="44652"/>
                    <a:pt x="51279" y="33838"/>
                  </a:cubicBezTo>
                  <a:cubicBezTo>
                    <a:pt x="51977" y="31396"/>
                    <a:pt x="52326" y="28605"/>
                    <a:pt x="52326" y="26163"/>
                  </a:cubicBezTo>
                  <a:cubicBezTo>
                    <a:pt x="52326" y="11861"/>
                    <a:pt x="40465" y="0"/>
                    <a:pt x="26163" y="0"/>
                  </a:cubicBezTo>
                  <a:lnTo>
                    <a:pt x="26163" y="0"/>
                  </a:lnTo>
                  <a:cubicBezTo>
                    <a:pt x="15698" y="0"/>
                    <a:pt x="6977" y="5930"/>
                    <a:pt x="2791" y="14651"/>
                  </a:cubicBezTo>
                  <a:cubicBezTo>
                    <a:pt x="1047" y="18140"/>
                    <a:pt x="0" y="2197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2" name="Freeform: Shape 461">
              <a:extLst>
                <a:ext uri="{FF2B5EF4-FFF2-40B4-BE49-F238E27FC236}">
                  <a16:creationId xmlns:a16="http://schemas.microsoft.com/office/drawing/2014/main" id="{C50E288C-88FE-8ED4-A9D4-2C7364996F17}"/>
                </a:ext>
              </a:extLst>
            </p:cNvPr>
            <p:cNvSpPr/>
            <p:nvPr/>
          </p:nvSpPr>
          <p:spPr>
            <a:xfrm>
              <a:off x="3244560" y="3873772"/>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463" name="Freeform: Shape 462">
              <a:extLst>
                <a:ext uri="{FF2B5EF4-FFF2-40B4-BE49-F238E27FC236}">
                  <a16:creationId xmlns:a16="http://schemas.microsoft.com/office/drawing/2014/main" id="{B579E0AE-B509-D896-7697-BE8A1F07086D}"/>
                </a:ext>
              </a:extLst>
            </p:cNvPr>
            <p:cNvSpPr/>
            <p:nvPr/>
          </p:nvSpPr>
          <p:spPr>
            <a:xfrm>
              <a:off x="1151175"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4" name="Freeform: Shape 463">
              <a:extLst>
                <a:ext uri="{FF2B5EF4-FFF2-40B4-BE49-F238E27FC236}">
                  <a16:creationId xmlns:a16="http://schemas.microsoft.com/office/drawing/2014/main" id="{8AD01405-EF35-B78C-6579-17D032269FE8}"/>
                </a:ext>
              </a:extLst>
            </p:cNvPr>
            <p:cNvSpPr/>
            <p:nvPr/>
          </p:nvSpPr>
          <p:spPr>
            <a:xfrm>
              <a:off x="1465133" y="293190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5" name="Freeform: Shape 464">
              <a:extLst>
                <a:ext uri="{FF2B5EF4-FFF2-40B4-BE49-F238E27FC236}">
                  <a16:creationId xmlns:a16="http://schemas.microsoft.com/office/drawing/2014/main" id="{F951F749-7A55-1E09-266C-2388B22410C8}"/>
                </a:ext>
              </a:extLst>
            </p:cNvPr>
            <p:cNvSpPr/>
            <p:nvPr/>
          </p:nvSpPr>
          <p:spPr>
            <a:xfrm>
              <a:off x="5965184"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40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5"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1" y="0"/>
                    <a:pt x="0" y="11861"/>
                    <a:pt x="0" y="26163"/>
                  </a:cubicBez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466" name="Freeform: Shape 465">
              <a:extLst>
                <a:ext uri="{FF2B5EF4-FFF2-40B4-BE49-F238E27FC236}">
                  <a16:creationId xmlns:a16="http://schemas.microsoft.com/office/drawing/2014/main" id="{1CE2979E-7EEB-CD41-8BF1-4AB2D248AC09}"/>
                </a:ext>
              </a:extLst>
            </p:cNvPr>
            <p:cNvSpPr/>
            <p:nvPr/>
          </p:nvSpPr>
          <p:spPr>
            <a:xfrm>
              <a:off x="460470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7" name="Freeform: Shape 466">
              <a:extLst>
                <a:ext uri="{FF2B5EF4-FFF2-40B4-BE49-F238E27FC236}">
                  <a16:creationId xmlns:a16="http://schemas.microsoft.com/office/drawing/2014/main" id="{F7007E03-2E73-D0A0-E2B2-CCDA5DDD46C7}"/>
                </a:ext>
              </a:extLst>
            </p:cNvPr>
            <p:cNvSpPr/>
            <p:nvPr/>
          </p:nvSpPr>
          <p:spPr>
            <a:xfrm>
              <a:off x="4395399" y="439703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68" name="Freeform: Shape 467">
              <a:extLst>
                <a:ext uri="{FF2B5EF4-FFF2-40B4-BE49-F238E27FC236}">
                  <a16:creationId xmlns:a16="http://schemas.microsoft.com/office/drawing/2014/main" id="{7814CCF5-FB7A-6E40-6C96-57F9C9D96FD4}"/>
                </a:ext>
              </a:extLst>
            </p:cNvPr>
            <p:cNvSpPr/>
            <p:nvPr/>
          </p:nvSpPr>
          <p:spPr>
            <a:xfrm>
              <a:off x="418609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9" name="Freeform: Shape 468">
              <a:extLst>
                <a:ext uri="{FF2B5EF4-FFF2-40B4-BE49-F238E27FC236}">
                  <a16:creationId xmlns:a16="http://schemas.microsoft.com/office/drawing/2014/main" id="{0A960C33-89FE-D7A6-085B-49213A425190}"/>
                </a:ext>
              </a:extLst>
            </p:cNvPr>
            <p:cNvSpPr/>
            <p:nvPr/>
          </p:nvSpPr>
          <p:spPr>
            <a:xfrm>
              <a:off x="397678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70" name="Freeform: Shape 469">
              <a:extLst>
                <a:ext uri="{FF2B5EF4-FFF2-40B4-BE49-F238E27FC236}">
                  <a16:creationId xmlns:a16="http://schemas.microsoft.com/office/drawing/2014/main" id="{818DC107-B236-C97E-08AF-5BA6236DD56B}"/>
                </a:ext>
              </a:extLst>
            </p:cNvPr>
            <p:cNvSpPr/>
            <p:nvPr/>
          </p:nvSpPr>
          <p:spPr>
            <a:xfrm>
              <a:off x="5441922"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71" name="Freeform: Shape 470">
              <a:extLst>
                <a:ext uri="{FF2B5EF4-FFF2-40B4-BE49-F238E27FC236}">
                  <a16:creationId xmlns:a16="http://schemas.microsoft.com/office/drawing/2014/main" id="{356B7B4E-C764-9A90-91AD-2C582789B317}"/>
                </a:ext>
              </a:extLst>
            </p:cNvPr>
            <p:cNvSpPr/>
            <p:nvPr/>
          </p:nvSpPr>
          <p:spPr>
            <a:xfrm>
              <a:off x="5127965"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72" name="Freeform: Shape 471">
              <a:extLst>
                <a:ext uri="{FF2B5EF4-FFF2-40B4-BE49-F238E27FC236}">
                  <a16:creationId xmlns:a16="http://schemas.microsoft.com/office/drawing/2014/main" id="{194B46FA-CA74-7BB0-216B-1D000148AAB1}"/>
                </a:ext>
              </a:extLst>
            </p:cNvPr>
            <p:cNvSpPr/>
            <p:nvPr/>
          </p:nvSpPr>
          <p:spPr>
            <a:xfrm>
              <a:off x="40814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73" name="Freeform: Shape 472">
              <a:extLst>
                <a:ext uri="{FF2B5EF4-FFF2-40B4-BE49-F238E27FC236}">
                  <a16:creationId xmlns:a16="http://schemas.microsoft.com/office/drawing/2014/main" id="{6D27A912-D2A7-2B61-2902-CF806427A3C4}"/>
                </a:ext>
              </a:extLst>
            </p:cNvPr>
            <p:cNvSpPr/>
            <p:nvPr/>
          </p:nvSpPr>
          <p:spPr>
            <a:xfrm>
              <a:off x="355818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74" name="Freeform: Shape 473">
              <a:extLst>
                <a:ext uri="{FF2B5EF4-FFF2-40B4-BE49-F238E27FC236}">
                  <a16:creationId xmlns:a16="http://schemas.microsoft.com/office/drawing/2014/main" id="{AF3E7FA4-D68A-5F9A-F4F9-2281CE823F49}"/>
                </a:ext>
              </a:extLst>
            </p:cNvPr>
            <p:cNvSpPr/>
            <p:nvPr/>
          </p:nvSpPr>
          <p:spPr>
            <a:xfrm>
              <a:off x="188374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75" name="Freeform: Shape 474">
              <a:extLst>
                <a:ext uri="{FF2B5EF4-FFF2-40B4-BE49-F238E27FC236}">
                  <a16:creationId xmlns:a16="http://schemas.microsoft.com/office/drawing/2014/main" id="{F6B88820-6FA6-3DCA-1836-479393CB8FC3}"/>
                </a:ext>
              </a:extLst>
            </p:cNvPr>
            <p:cNvSpPr/>
            <p:nvPr/>
          </p:nvSpPr>
          <p:spPr>
            <a:xfrm>
              <a:off x="1151175"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6" name="Freeform: Shape 475">
              <a:extLst>
                <a:ext uri="{FF2B5EF4-FFF2-40B4-BE49-F238E27FC236}">
                  <a16:creationId xmlns:a16="http://schemas.microsoft.com/office/drawing/2014/main" id="{059190A6-F2EB-7EA6-A2F4-F6C00AFF48CA}"/>
                </a:ext>
              </a:extLst>
            </p:cNvPr>
            <p:cNvSpPr/>
            <p:nvPr/>
          </p:nvSpPr>
          <p:spPr>
            <a:xfrm>
              <a:off x="11511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7" name="Freeform: Shape 476">
              <a:extLst>
                <a:ext uri="{FF2B5EF4-FFF2-40B4-BE49-F238E27FC236}">
                  <a16:creationId xmlns:a16="http://schemas.microsoft.com/office/drawing/2014/main" id="{E0F28B24-14F2-959D-C582-58EBF4F4553D}"/>
                </a:ext>
              </a:extLst>
            </p:cNvPr>
            <p:cNvSpPr/>
            <p:nvPr/>
          </p:nvSpPr>
          <p:spPr>
            <a:xfrm>
              <a:off x="83721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8" name="Freeform: Shape 477">
              <a:extLst>
                <a:ext uri="{FF2B5EF4-FFF2-40B4-BE49-F238E27FC236}">
                  <a16:creationId xmlns:a16="http://schemas.microsoft.com/office/drawing/2014/main" id="{5A871638-6A6D-2AC7-CB93-BA668CB6850C}"/>
                </a:ext>
              </a:extLst>
            </p:cNvPr>
            <p:cNvSpPr/>
            <p:nvPr/>
          </p:nvSpPr>
          <p:spPr>
            <a:xfrm>
              <a:off x="62791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79" name="Freeform: Shape 478">
              <a:extLst>
                <a:ext uri="{FF2B5EF4-FFF2-40B4-BE49-F238E27FC236}">
                  <a16:creationId xmlns:a16="http://schemas.microsoft.com/office/drawing/2014/main" id="{179710D3-E2DA-7278-59EC-20F5BFF2D54A}"/>
                </a:ext>
              </a:extLst>
            </p:cNvPr>
            <p:cNvSpPr/>
            <p:nvPr/>
          </p:nvSpPr>
          <p:spPr>
            <a:xfrm>
              <a:off x="62791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80" name="Freeform: Shape 479">
              <a:extLst>
                <a:ext uri="{FF2B5EF4-FFF2-40B4-BE49-F238E27FC236}">
                  <a16:creationId xmlns:a16="http://schemas.microsoft.com/office/drawing/2014/main" id="{024E84F6-C6D3-6491-13E6-997A4EE24908}"/>
                </a:ext>
              </a:extLst>
            </p:cNvPr>
            <p:cNvSpPr/>
            <p:nvPr/>
          </p:nvSpPr>
          <p:spPr>
            <a:xfrm>
              <a:off x="313957"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81" name="Freeform: Shape 480">
              <a:extLst>
                <a:ext uri="{FF2B5EF4-FFF2-40B4-BE49-F238E27FC236}">
                  <a16:creationId xmlns:a16="http://schemas.microsoft.com/office/drawing/2014/main" id="{38F955E1-CF03-5E7D-4995-2FE9D7C83BDB}"/>
                </a:ext>
              </a:extLst>
            </p:cNvPr>
            <p:cNvSpPr/>
            <p:nvPr/>
          </p:nvSpPr>
          <p:spPr>
            <a:xfrm>
              <a:off x="313957"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82" name="Freeform: Shape 481">
              <a:extLst>
                <a:ext uri="{FF2B5EF4-FFF2-40B4-BE49-F238E27FC236}">
                  <a16:creationId xmlns:a16="http://schemas.microsoft.com/office/drawing/2014/main" id="{A7A40891-1351-1FD7-8177-56B3E79384D6}"/>
                </a:ext>
              </a:extLst>
            </p:cNvPr>
            <p:cNvSpPr/>
            <p:nvPr/>
          </p:nvSpPr>
          <p:spPr>
            <a:xfrm>
              <a:off x="104652"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3" name="Freeform: Shape 482">
              <a:extLst>
                <a:ext uri="{FF2B5EF4-FFF2-40B4-BE49-F238E27FC236}">
                  <a16:creationId xmlns:a16="http://schemas.microsoft.com/office/drawing/2014/main" id="{E85E91E6-FDD8-3B9E-7DFD-056B86D531A7}"/>
                </a:ext>
              </a:extLst>
            </p:cNvPr>
            <p:cNvSpPr/>
            <p:nvPr/>
          </p:nvSpPr>
          <p:spPr>
            <a:xfrm>
              <a:off x="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4" name="Freeform: Shape 483">
              <a:extLst>
                <a:ext uri="{FF2B5EF4-FFF2-40B4-BE49-F238E27FC236}">
                  <a16:creationId xmlns:a16="http://schemas.microsoft.com/office/drawing/2014/main" id="{67310B4E-4893-6F76-7EE9-9B2FEE3D7860}"/>
                </a:ext>
              </a:extLst>
            </p:cNvPr>
            <p:cNvSpPr/>
            <p:nvPr/>
          </p:nvSpPr>
          <p:spPr>
            <a:xfrm>
              <a:off x="3767484" y="4292381"/>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5" y="3140"/>
                  </a:cubicBezTo>
                  <a:cubicBezTo>
                    <a:pt x="12907" y="3488"/>
                    <a:pt x="12209" y="3837"/>
                    <a:pt x="11512" y="4535"/>
                  </a:cubicBezTo>
                  <a:cubicBezTo>
                    <a:pt x="4535" y="9070"/>
                    <a:pt x="0" y="17093"/>
                    <a:pt x="0" y="26163"/>
                  </a:cubicBezTo>
                  <a:cubicBezTo>
                    <a:pt x="0" y="40465"/>
                    <a:pt x="11861" y="52326"/>
                    <a:pt x="26163" y="52326"/>
                  </a:cubicBezTo>
                  <a:lnTo>
                    <a:pt x="26163" y="52326"/>
                  </a:ln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85" name="Freeform: Shape 484">
              <a:extLst>
                <a:ext uri="{FF2B5EF4-FFF2-40B4-BE49-F238E27FC236}">
                  <a16:creationId xmlns:a16="http://schemas.microsoft.com/office/drawing/2014/main" id="{8CDDDD35-CA7A-936D-D31B-1E3FA29D647E}"/>
                </a:ext>
              </a:extLst>
            </p:cNvPr>
            <p:cNvSpPr/>
            <p:nvPr/>
          </p:nvSpPr>
          <p:spPr>
            <a:xfrm>
              <a:off x="3558180" y="408307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26163" y="0"/>
                    <a:pt x="26163" y="0"/>
                    <a:pt x="26163" y="0"/>
                  </a:cubicBezTo>
                  <a:cubicBezTo>
                    <a:pt x="11861" y="0"/>
                    <a:pt x="0" y="11861"/>
                    <a:pt x="0" y="26163"/>
                  </a:cubicBezTo>
                  <a:cubicBezTo>
                    <a:pt x="0" y="40465"/>
                    <a:pt x="11861" y="52326"/>
                    <a:pt x="26163" y="52326"/>
                  </a:cubicBezTo>
                  <a:cubicBezTo>
                    <a:pt x="26163" y="52326"/>
                    <a:pt x="26163"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86" name="Freeform: Shape 485">
              <a:extLst>
                <a:ext uri="{FF2B5EF4-FFF2-40B4-BE49-F238E27FC236}">
                  <a16:creationId xmlns:a16="http://schemas.microsoft.com/office/drawing/2014/main" id="{EE594762-61A3-D960-C2BF-E626BC9842C7}"/>
                </a:ext>
              </a:extLst>
            </p:cNvPr>
            <p:cNvSpPr/>
            <p:nvPr/>
          </p:nvSpPr>
          <p:spPr>
            <a:xfrm>
              <a:off x="313957" y="3350510"/>
              <a:ext cx="52326" cy="52326"/>
            </a:xfrm>
            <a:custGeom>
              <a:avLst/>
              <a:gdLst>
                <a:gd name="connsiteX0" fmla="*/ 26163 w 52326"/>
                <a:gd name="connsiteY0" fmla="*/ 52326 h 52326"/>
                <a:gd name="connsiteX1" fmla="*/ 26163 w 52326"/>
                <a:gd name="connsiteY1" fmla="*/ 52326 h 52326"/>
                <a:gd name="connsiteX2" fmla="*/ 33838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8" y="51280"/>
                  </a:cubicBezTo>
                  <a:cubicBezTo>
                    <a:pt x="44652" y="48140"/>
                    <a:pt x="52326" y="38024"/>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7" name="Freeform: Shape 486">
              <a:extLst>
                <a:ext uri="{FF2B5EF4-FFF2-40B4-BE49-F238E27FC236}">
                  <a16:creationId xmlns:a16="http://schemas.microsoft.com/office/drawing/2014/main" id="{49A9587B-E830-677C-1C11-BF3F3D25A60B}"/>
                </a:ext>
              </a:extLst>
            </p:cNvPr>
            <p:cNvSpPr/>
            <p:nvPr/>
          </p:nvSpPr>
          <p:spPr>
            <a:xfrm>
              <a:off x="1255828"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88" name="Freeform: Shape 487">
              <a:extLst>
                <a:ext uri="{FF2B5EF4-FFF2-40B4-BE49-F238E27FC236}">
                  <a16:creationId xmlns:a16="http://schemas.microsoft.com/office/drawing/2014/main" id="{A66ECB51-6613-2D71-45E2-158476057B98}"/>
                </a:ext>
              </a:extLst>
            </p:cNvPr>
            <p:cNvSpPr/>
            <p:nvPr/>
          </p:nvSpPr>
          <p:spPr>
            <a:xfrm>
              <a:off x="52326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9" name="Freeform: Shape 488">
              <a:extLst>
                <a:ext uri="{FF2B5EF4-FFF2-40B4-BE49-F238E27FC236}">
                  <a16:creationId xmlns:a16="http://schemas.microsoft.com/office/drawing/2014/main" id="{401B1070-1865-78D0-F51E-4B448633C861}"/>
                </a:ext>
              </a:extLst>
            </p:cNvPr>
            <p:cNvSpPr/>
            <p:nvPr/>
          </p:nvSpPr>
          <p:spPr>
            <a:xfrm>
              <a:off x="4604703"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0" name="Freeform: Shape 489">
              <a:extLst>
                <a:ext uri="{FF2B5EF4-FFF2-40B4-BE49-F238E27FC236}">
                  <a16:creationId xmlns:a16="http://schemas.microsoft.com/office/drawing/2014/main" id="{3EB2E731-48BF-A62F-BD06-9109839B0E11}"/>
                </a:ext>
              </a:extLst>
            </p:cNvPr>
            <p:cNvSpPr/>
            <p:nvPr/>
          </p:nvSpPr>
          <p:spPr>
            <a:xfrm>
              <a:off x="41860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1" name="Freeform: Shape 490">
              <a:extLst>
                <a:ext uri="{FF2B5EF4-FFF2-40B4-BE49-F238E27FC236}">
                  <a16:creationId xmlns:a16="http://schemas.microsoft.com/office/drawing/2014/main" id="{E69F8ED4-21CD-796A-1E6E-A928202538B1}"/>
                </a:ext>
              </a:extLst>
            </p:cNvPr>
            <p:cNvSpPr/>
            <p:nvPr/>
          </p:nvSpPr>
          <p:spPr>
            <a:xfrm>
              <a:off x="418609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2" name="Freeform: Shape 491">
              <a:extLst>
                <a:ext uri="{FF2B5EF4-FFF2-40B4-BE49-F238E27FC236}">
                  <a16:creationId xmlns:a16="http://schemas.microsoft.com/office/drawing/2014/main" id="{7B4359A0-D55E-C16A-4EC2-E1405979BA9B}"/>
                </a:ext>
              </a:extLst>
            </p:cNvPr>
            <p:cNvSpPr/>
            <p:nvPr/>
          </p:nvSpPr>
          <p:spPr>
            <a:xfrm>
              <a:off x="376748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3" name="Freeform: Shape 492">
              <a:extLst>
                <a:ext uri="{FF2B5EF4-FFF2-40B4-BE49-F238E27FC236}">
                  <a16:creationId xmlns:a16="http://schemas.microsoft.com/office/drawing/2014/main" id="{76B15782-22B0-7C4E-5391-2447A6B56514}"/>
                </a:ext>
              </a:extLst>
            </p:cNvPr>
            <p:cNvSpPr/>
            <p:nvPr/>
          </p:nvSpPr>
          <p:spPr>
            <a:xfrm>
              <a:off x="345352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4" name="Freeform: Shape 493">
              <a:extLst>
                <a:ext uri="{FF2B5EF4-FFF2-40B4-BE49-F238E27FC236}">
                  <a16:creationId xmlns:a16="http://schemas.microsoft.com/office/drawing/2014/main" id="{34016A9B-9EE6-7D0F-2E67-C26294763513}"/>
                </a:ext>
              </a:extLst>
            </p:cNvPr>
            <p:cNvSpPr/>
            <p:nvPr/>
          </p:nvSpPr>
          <p:spPr>
            <a:xfrm>
              <a:off x="3348875"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5" name="Freeform: Shape 494">
              <a:extLst>
                <a:ext uri="{FF2B5EF4-FFF2-40B4-BE49-F238E27FC236}">
                  <a16:creationId xmlns:a16="http://schemas.microsoft.com/office/drawing/2014/main" id="{EEBE5FB4-5FDC-A1E1-C8D7-E3D24AA39C9D}"/>
                </a:ext>
              </a:extLst>
            </p:cNvPr>
            <p:cNvSpPr/>
            <p:nvPr/>
          </p:nvSpPr>
          <p:spPr>
            <a:xfrm>
              <a:off x="324422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6" name="Freeform: Shape 495">
              <a:extLst>
                <a:ext uri="{FF2B5EF4-FFF2-40B4-BE49-F238E27FC236}">
                  <a16:creationId xmlns:a16="http://schemas.microsoft.com/office/drawing/2014/main" id="{F8FBDF79-DCCB-4ACC-451E-D7ECF2E4519F}"/>
                </a:ext>
              </a:extLst>
            </p:cNvPr>
            <p:cNvSpPr/>
            <p:nvPr/>
          </p:nvSpPr>
          <p:spPr>
            <a:xfrm>
              <a:off x="30349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7" name="Freeform: Shape 496">
              <a:extLst>
                <a:ext uri="{FF2B5EF4-FFF2-40B4-BE49-F238E27FC236}">
                  <a16:creationId xmlns:a16="http://schemas.microsoft.com/office/drawing/2014/main" id="{078757C8-539A-31D4-55F6-E323B766957C}"/>
                </a:ext>
              </a:extLst>
            </p:cNvPr>
            <p:cNvSpPr/>
            <p:nvPr/>
          </p:nvSpPr>
          <p:spPr>
            <a:xfrm>
              <a:off x="30349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8" name="Freeform: Shape 497">
              <a:extLst>
                <a:ext uri="{FF2B5EF4-FFF2-40B4-BE49-F238E27FC236}">
                  <a16:creationId xmlns:a16="http://schemas.microsoft.com/office/drawing/2014/main" id="{B9498C5C-D468-1980-7D7E-072A5AE1AC8A}"/>
                </a:ext>
              </a:extLst>
            </p:cNvPr>
            <p:cNvSpPr/>
            <p:nvPr/>
          </p:nvSpPr>
          <p:spPr>
            <a:xfrm>
              <a:off x="16744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9" name="Freeform: Shape 498">
              <a:extLst>
                <a:ext uri="{FF2B5EF4-FFF2-40B4-BE49-F238E27FC236}">
                  <a16:creationId xmlns:a16="http://schemas.microsoft.com/office/drawing/2014/main" id="{834DEBDD-C605-9E1B-4BCB-5A63C153C6F1}"/>
                </a:ext>
              </a:extLst>
            </p:cNvPr>
            <p:cNvSpPr/>
            <p:nvPr/>
          </p:nvSpPr>
          <p:spPr>
            <a:xfrm>
              <a:off x="941871"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00" name="Freeform: Shape 499">
              <a:extLst>
                <a:ext uri="{FF2B5EF4-FFF2-40B4-BE49-F238E27FC236}">
                  <a16:creationId xmlns:a16="http://schemas.microsoft.com/office/drawing/2014/main" id="{83A7F882-35C1-C2F8-56E7-7EE003C38F4E}"/>
                </a:ext>
              </a:extLst>
            </p:cNvPr>
            <p:cNvSpPr/>
            <p:nvPr/>
          </p:nvSpPr>
          <p:spPr>
            <a:xfrm>
              <a:off x="94187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1" name="Freeform: Shape 500">
              <a:extLst>
                <a:ext uri="{FF2B5EF4-FFF2-40B4-BE49-F238E27FC236}">
                  <a16:creationId xmlns:a16="http://schemas.microsoft.com/office/drawing/2014/main" id="{CECE9A99-621F-D992-3A28-247F839E6550}"/>
                </a:ext>
              </a:extLst>
            </p:cNvPr>
            <p:cNvSpPr/>
            <p:nvPr/>
          </p:nvSpPr>
          <p:spPr>
            <a:xfrm>
              <a:off x="627914"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02" name="Freeform: Shape 501">
              <a:extLst>
                <a:ext uri="{FF2B5EF4-FFF2-40B4-BE49-F238E27FC236}">
                  <a16:creationId xmlns:a16="http://schemas.microsoft.com/office/drawing/2014/main" id="{DCEE26DB-97EC-9A5A-D95F-7092AE3B8609}"/>
                </a:ext>
              </a:extLst>
            </p:cNvPr>
            <p:cNvSpPr/>
            <p:nvPr/>
          </p:nvSpPr>
          <p:spPr>
            <a:xfrm>
              <a:off x="104652"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03" name="Freeform: Shape 502">
              <a:extLst>
                <a:ext uri="{FF2B5EF4-FFF2-40B4-BE49-F238E27FC236}">
                  <a16:creationId xmlns:a16="http://schemas.microsoft.com/office/drawing/2014/main" id="{D1374591-879B-AA64-586A-C1D2175224FB}"/>
                </a:ext>
              </a:extLst>
            </p:cNvPr>
            <p:cNvSpPr/>
            <p:nvPr/>
          </p:nvSpPr>
          <p:spPr>
            <a:xfrm>
              <a:off x="2615960" y="4606338"/>
              <a:ext cx="52370" cy="52326"/>
            </a:xfrm>
            <a:custGeom>
              <a:avLst/>
              <a:gdLst>
                <a:gd name="connsiteX0" fmla="*/ 48140 w 52370"/>
                <a:gd name="connsiteY0" fmla="*/ 11512 h 52326"/>
                <a:gd name="connsiteX1" fmla="*/ 41163 w 52370"/>
                <a:gd name="connsiteY1" fmla="*/ 4535 h 52326"/>
                <a:gd name="connsiteX2" fmla="*/ 39070 w 52370"/>
                <a:gd name="connsiteY2" fmla="*/ 3140 h 52326"/>
                <a:gd name="connsiteX3" fmla="*/ 29303 w 52370"/>
                <a:gd name="connsiteY3" fmla="*/ 0 h 52326"/>
                <a:gd name="connsiteX4" fmla="*/ 26512 w 52370"/>
                <a:gd name="connsiteY4" fmla="*/ 0 h 52326"/>
                <a:gd name="connsiteX5" fmla="*/ 23372 w 52370"/>
                <a:gd name="connsiteY5" fmla="*/ 349 h 52326"/>
                <a:gd name="connsiteX6" fmla="*/ 14651 w 52370"/>
                <a:gd name="connsiteY6" fmla="*/ 2791 h 52326"/>
                <a:gd name="connsiteX7" fmla="*/ 10116 w 52370"/>
                <a:gd name="connsiteY7" fmla="*/ 5581 h 52326"/>
                <a:gd name="connsiteX8" fmla="*/ 7674 w 52370"/>
                <a:gd name="connsiteY8" fmla="*/ 7675 h 52326"/>
                <a:gd name="connsiteX9" fmla="*/ 2442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1 w 52370"/>
                <a:gd name="connsiteY15" fmla="*/ 49187 h 52326"/>
                <a:gd name="connsiteX16" fmla="*/ 42210 w 52370"/>
                <a:gd name="connsiteY16" fmla="*/ 46745 h 52326"/>
                <a:gd name="connsiteX17" fmla="*/ 44652 w 52370"/>
                <a:gd name="connsiteY17" fmla="*/ 44652 h 52326"/>
                <a:gd name="connsiteX18" fmla="*/ 47791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5" y="4186"/>
                    <a:pt x="39768" y="3488"/>
                    <a:pt x="39070" y="3140"/>
                  </a:cubicBezTo>
                  <a:cubicBezTo>
                    <a:pt x="35931" y="1395"/>
                    <a:pt x="32791" y="349"/>
                    <a:pt x="29303" y="0"/>
                  </a:cubicBezTo>
                  <a:cubicBezTo>
                    <a:pt x="28256" y="0"/>
                    <a:pt x="27558" y="0"/>
                    <a:pt x="26512" y="0"/>
                  </a:cubicBezTo>
                  <a:cubicBezTo>
                    <a:pt x="25465" y="0"/>
                    <a:pt x="24419" y="0"/>
                    <a:pt x="23372" y="349"/>
                  </a:cubicBezTo>
                  <a:cubicBezTo>
                    <a:pt x="20233" y="698"/>
                    <a:pt x="17442" y="1744"/>
                    <a:pt x="14651" y="2791"/>
                  </a:cubicBezTo>
                  <a:cubicBezTo>
                    <a:pt x="13256" y="3488"/>
                    <a:pt x="11512" y="4535"/>
                    <a:pt x="10116" y="5581"/>
                  </a:cubicBezTo>
                  <a:cubicBezTo>
                    <a:pt x="9419" y="6279"/>
                    <a:pt x="8372" y="6977"/>
                    <a:pt x="7674" y="7675"/>
                  </a:cubicBezTo>
                  <a:cubicBezTo>
                    <a:pt x="5581" y="9768"/>
                    <a:pt x="3837" y="12558"/>
                    <a:pt x="2442" y="15349"/>
                  </a:cubicBezTo>
                  <a:cubicBezTo>
                    <a:pt x="1744" y="17093"/>
                    <a:pt x="1046" y="19186"/>
                    <a:pt x="349" y="21279"/>
                  </a:cubicBezTo>
                  <a:cubicBezTo>
                    <a:pt x="0" y="23023"/>
                    <a:pt x="0" y="24419"/>
                    <a:pt x="0" y="26163"/>
                  </a:cubicBezTo>
                  <a:lnTo>
                    <a:pt x="0" y="26163"/>
                  </a:lnTo>
                  <a:cubicBezTo>
                    <a:pt x="0" y="40465"/>
                    <a:pt x="11860" y="52326"/>
                    <a:pt x="26163" y="52326"/>
                  </a:cubicBezTo>
                  <a:cubicBezTo>
                    <a:pt x="27210" y="52326"/>
                    <a:pt x="27907" y="52326"/>
                    <a:pt x="28954" y="52326"/>
                  </a:cubicBezTo>
                  <a:cubicBezTo>
                    <a:pt x="32442" y="51977"/>
                    <a:pt x="35931" y="50931"/>
                    <a:pt x="38721" y="49187"/>
                  </a:cubicBezTo>
                  <a:cubicBezTo>
                    <a:pt x="40117" y="48489"/>
                    <a:pt x="41163" y="47791"/>
                    <a:pt x="42210" y="46745"/>
                  </a:cubicBezTo>
                  <a:cubicBezTo>
                    <a:pt x="42907" y="46047"/>
                    <a:pt x="43954" y="45349"/>
                    <a:pt x="44652" y="44652"/>
                  </a:cubicBezTo>
                  <a:cubicBezTo>
                    <a:pt x="45698" y="43605"/>
                    <a:pt x="46745" y="42210"/>
                    <a:pt x="47791"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504" name="Freeform: Shape 503">
              <a:extLst>
                <a:ext uri="{FF2B5EF4-FFF2-40B4-BE49-F238E27FC236}">
                  <a16:creationId xmlns:a16="http://schemas.microsoft.com/office/drawing/2014/main" id="{9DDA7A0C-EDBA-0A00-EC25-508516808ED4}"/>
                </a:ext>
              </a:extLst>
            </p:cNvPr>
            <p:cNvSpPr/>
            <p:nvPr/>
          </p:nvSpPr>
          <p:spPr>
            <a:xfrm>
              <a:off x="4709356" y="4397034"/>
              <a:ext cx="52326" cy="52326"/>
            </a:xfrm>
            <a:custGeom>
              <a:avLst/>
              <a:gdLst>
                <a:gd name="connsiteX0" fmla="*/ 26163 w 52326"/>
                <a:gd name="connsiteY0" fmla="*/ 0 h 52326"/>
                <a:gd name="connsiteX1" fmla="*/ 3140 w 52326"/>
                <a:gd name="connsiteY1" fmla="*/ 13605 h 52326"/>
                <a:gd name="connsiteX2" fmla="*/ 3140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40" y="13605"/>
                  </a:cubicBezTo>
                  <a:cubicBezTo>
                    <a:pt x="3140" y="13605"/>
                    <a:pt x="3140" y="13605"/>
                    <a:pt x="3140" y="13605"/>
                  </a:cubicBezTo>
                  <a:cubicBezTo>
                    <a:pt x="1744" y="16047"/>
                    <a:pt x="1047" y="18838"/>
                    <a:pt x="349" y="21628"/>
                  </a:cubicBezTo>
                  <a:cubicBezTo>
                    <a:pt x="0" y="23023"/>
                    <a:pt x="0" y="24419"/>
                    <a:pt x="0" y="26163"/>
                  </a:cubicBezTo>
                  <a:cubicBezTo>
                    <a:pt x="0" y="40465"/>
                    <a:pt x="11861" y="52326"/>
                    <a:pt x="26163" y="52326"/>
                  </a:cubicBezTo>
                  <a:cubicBezTo>
                    <a:pt x="35931" y="52326"/>
                    <a:pt x="44652" y="46745"/>
                    <a:pt x="49187" y="38721"/>
                  </a:cubicBezTo>
                  <a:cubicBezTo>
                    <a:pt x="51279"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05" name="Freeform: Shape 504">
              <a:extLst>
                <a:ext uri="{FF2B5EF4-FFF2-40B4-BE49-F238E27FC236}">
                  <a16:creationId xmlns:a16="http://schemas.microsoft.com/office/drawing/2014/main" id="{49A3ED00-FDE9-F1B4-DB8B-0C169A00FEC8}"/>
                </a:ext>
              </a:extLst>
            </p:cNvPr>
            <p:cNvSpPr/>
            <p:nvPr/>
          </p:nvSpPr>
          <p:spPr>
            <a:xfrm>
              <a:off x="5546575"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4"/>
                  </a:cubicBezTo>
                  <a:cubicBezTo>
                    <a:pt x="2791" y="12558"/>
                    <a:pt x="0" y="18838"/>
                    <a:pt x="0" y="26163"/>
                  </a:cubicBezTo>
                  <a:cubicBezTo>
                    <a:pt x="0" y="40465"/>
                    <a:pt x="11861" y="52326"/>
                    <a:pt x="26163" y="52326"/>
                  </a:cubicBezTo>
                  <a:cubicBezTo>
                    <a:pt x="32442" y="52326"/>
                    <a:pt x="38373" y="50233"/>
                    <a:pt x="42908"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06" name="Freeform: Shape 505">
              <a:extLst>
                <a:ext uri="{FF2B5EF4-FFF2-40B4-BE49-F238E27FC236}">
                  <a16:creationId xmlns:a16="http://schemas.microsoft.com/office/drawing/2014/main" id="{AD45CF27-8B9C-356C-D4E1-79DB4A53958E}"/>
                </a:ext>
              </a:extLst>
            </p:cNvPr>
            <p:cNvSpPr/>
            <p:nvPr/>
          </p:nvSpPr>
          <p:spPr>
            <a:xfrm>
              <a:off x="59651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07" name="Freeform: Shape 506">
              <a:extLst>
                <a:ext uri="{FF2B5EF4-FFF2-40B4-BE49-F238E27FC236}">
                  <a16:creationId xmlns:a16="http://schemas.microsoft.com/office/drawing/2014/main" id="{BFF2B40E-89A9-944F-BB74-173E3E8A7811}"/>
                </a:ext>
              </a:extLst>
            </p:cNvPr>
            <p:cNvSpPr/>
            <p:nvPr/>
          </p:nvSpPr>
          <p:spPr>
            <a:xfrm>
              <a:off x="55465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8" name="Freeform: Shape 507">
              <a:extLst>
                <a:ext uri="{FF2B5EF4-FFF2-40B4-BE49-F238E27FC236}">
                  <a16:creationId xmlns:a16="http://schemas.microsoft.com/office/drawing/2014/main" id="{C77D657C-1459-57B1-5FA2-DA99469A80CC}"/>
                </a:ext>
              </a:extLst>
            </p:cNvPr>
            <p:cNvSpPr/>
            <p:nvPr/>
          </p:nvSpPr>
          <p:spPr>
            <a:xfrm>
              <a:off x="439539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09" name="Freeform: Shape 508">
              <a:extLst>
                <a:ext uri="{FF2B5EF4-FFF2-40B4-BE49-F238E27FC236}">
                  <a16:creationId xmlns:a16="http://schemas.microsoft.com/office/drawing/2014/main" id="{21C403DA-531A-EDBE-28BA-6770A275D999}"/>
                </a:ext>
              </a:extLst>
            </p:cNvPr>
            <p:cNvSpPr/>
            <p:nvPr/>
          </p:nvSpPr>
          <p:spPr>
            <a:xfrm>
              <a:off x="544192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0" name="Freeform: Shape 509">
              <a:extLst>
                <a:ext uri="{FF2B5EF4-FFF2-40B4-BE49-F238E27FC236}">
                  <a16:creationId xmlns:a16="http://schemas.microsoft.com/office/drawing/2014/main" id="{4B73E37D-6378-BA26-1C9C-EB421AD6CF55}"/>
                </a:ext>
              </a:extLst>
            </p:cNvPr>
            <p:cNvSpPr/>
            <p:nvPr/>
          </p:nvSpPr>
          <p:spPr>
            <a:xfrm>
              <a:off x="387213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1" name="Freeform: Shape 510">
              <a:extLst>
                <a:ext uri="{FF2B5EF4-FFF2-40B4-BE49-F238E27FC236}">
                  <a16:creationId xmlns:a16="http://schemas.microsoft.com/office/drawing/2014/main" id="{E20F8A2F-6409-3F51-A4EA-A4DA2C01C514}"/>
                </a:ext>
              </a:extLst>
            </p:cNvPr>
            <p:cNvSpPr/>
            <p:nvPr/>
          </p:nvSpPr>
          <p:spPr>
            <a:xfrm>
              <a:off x="366283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2" name="Freeform: Shape 511">
              <a:extLst>
                <a:ext uri="{FF2B5EF4-FFF2-40B4-BE49-F238E27FC236}">
                  <a16:creationId xmlns:a16="http://schemas.microsoft.com/office/drawing/2014/main" id="{EE0E6EA4-0D5E-F67D-3953-98CB70F16B39}"/>
                </a:ext>
              </a:extLst>
            </p:cNvPr>
            <p:cNvSpPr/>
            <p:nvPr/>
          </p:nvSpPr>
          <p:spPr>
            <a:xfrm>
              <a:off x="240700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3" name="Freeform: Shape 512">
              <a:extLst>
                <a:ext uri="{FF2B5EF4-FFF2-40B4-BE49-F238E27FC236}">
                  <a16:creationId xmlns:a16="http://schemas.microsoft.com/office/drawing/2014/main" id="{62262AD0-7732-E145-5D21-D62BE4114F0F}"/>
                </a:ext>
              </a:extLst>
            </p:cNvPr>
            <p:cNvSpPr/>
            <p:nvPr/>
          </p:nvSpPr>
          <p:spPr>
            <a:xfrm>
              <a:off x="240700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4" name="Freeform: Shape 513">
              <a:extLst>
                <a:ext uri="{FF2B5EF4-FFF2-40B4-BE49-F238E27FC236}">
                  <a16:creationId xmlns:a16="http://schemas.microsoft.com/office/drawing/2014/main" id="{70D2E511-C58C-6B86-67B0-32AC2A01B97E}"/>
                </a:ext>
              </a:extLst>
            </p:cNvPr>
            <p:cNvSpPr/>
            <p:nvPr/>
          </p:nvSpPr>
          <p:spPr>
            <a:xfrm>
              <a:off x="18837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5" name="Freeform: Shape 514">
              <a:extLst>
                <a:ext uri="{FF2B5EF4-FFF2-40B4-BE49-F238E27FC236}">
                  <a16:creationId xmlns:a16="http://schemas.microsoft.com/office/drawing/2014/main" id="{CCD5692E-AE57-6164-6018-280BC710752D}"/>
                </a:ext>
              </a:extLst>
            </p:cNvPr>
            <p:cNvSpPr/>
            <p:nvPr/>
          </p:nvSpPr>
          <p:spPr>
            <a:xfrm>
              <a:off x="188374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6" name="Freeform: Shape 515">
              <a:extLst>
                <a:ext uri="{FF2B5EF4-FFF2-40B4-BE49-F238E27FC236}">
                  <a16:creationId xmlns:a16="http://schemas.microsoft.com/office/drawing/2014/main" id="{F8D96EF3-4B98-6C81-2B03-FD7A60116940}"/>
                </a:ext>
              </a:extLst>
            </p:cNvPr>
            <p:cNvSpPr/>
            <p:nvPr/>
          </p:nvSpPr>
          <p:spPr>
            <a:xfrm>
              <a:off x="156978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17" name="Freeform: Shape 516">
              <a:extLst>
                <a:ext uri="{FF2B5EF4-FFF2-40B4-BE49-F238E27FC236}">
                  <a16:creationId xmlns:a16="http://schemas.microsoft.com/office/drawing/2014/main" id="{AE39ABBA-DBF3-5B2E-DE04-BA8F007417EE}"/>
                </a:ext>
              </a:extLst>
            </p:cNvPr>
            <p:cNvSpPr/>
            <p:nvPr/>
          </p:nvSpPr>
          <p:spPr>
            <a:xfrm>
              <a:off x="125582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8" name="Freeform: Shape 517">
              <a:extLst>
                <a:ext uri="{FF2B5EF4-FFF2-40B4-BE49-F238E27FC236}">
                  <a16:creationId xmlns:a16="http://schemas.microsoft.com/office/drawing/2014/main" id="{BBC7877D-3722-60D0-A0D9-9447BC607A83}"/>
                </a:ext>
              </a:extLst>
            </p:cNvPr>
            <p:cNvSpPr/>
            <p:nvPr/>
          </p:nvSpPr>
          <p:spPr>
            <a:xfrm>
              <a:off x="732566"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19" name="Freeform: Shape 518">
              <a:extLst>
                <a:ext uri="{FF2B5EF4-FFF2-40B4-BE49-F238E27FC236}">
                  <a16:creationId xmlns:a16="http://schemas.microsoft.com/office/drawing/2014/main" id="{674140FE-C131-B560-242B-320E7A448917}"/>
                </a:ext>
              </a:extLst>
            </p:cNvPr>
            <p:cNvSpPr/>
            <p:nvPr/>
          </p:nvSpPr>
          <p:spPr>
            <a:xfrm>
              <a:off x="62791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0" name="Freeform: Shape 519">
              <a:extLst>
                <a:ext uri="{FF2B5EF4-FFF2-40B4-BE49-F238E27FC236}">
                  <a16:creationId xmlns:a16="http://schemas.microsoft.com/office/drawing/2014/main" id="{FFB3F35A-21A6-53FE-B6A0-0E504C257449}"/>
                </a:ext>
              </a:extLst>
            </p:cNvPr>
            <p:cNvSpPr/>
            <p:nvPr/>
          </p:nvSpPr>
          <p:spPr>
            <a:xfrm>
              <a:off x="41860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1" name="Freeform: Shape 520">
              <a:extLst>
                <a:ext uri="{FF2B5EF4-FFF2-40B4-BE49-F238E27FC236}">
                  <a16:creationId xmlns:a16="http://schemas.microsoft.com/office/drawing/2014/main" id="{E53069A9-835A-E80D-CDB9-343A77571A2B}"/>
                </a:ext>
              </a:extLst>
            </p:cNvPr>
            <p:cNvSpPr/>
            <p:nvPr/>
          </p:nvSpPr>
          <p:spPr>
            <a:xfrm>
              <a:off x="5546575"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22" name="Freeform: Shape 521">
              <a:extLst>
                <a:ext uri="{FF2B5EF4-FFF2-40B4-BE49-F238E27FC236}">
                  <a16:creationId xmlns:a16="http://schemas.microsoft.com/office/drawing/2014/main" id="{1A702B37-D154-2FB0-15ED-BB26DA58E0A6}"/>
                </a:ext>
              </a:extLst>
            </p:cNvPr>
            <p:cNvSpPr/>
            <p:nvPr/>
          </p:nvSpPr>
          <p:spPr>
            <a:xfrm>
              <a:off x="1360480" y="3559815"/>
              <a:ext cx="52326" cy="52674"/>
            </a:xfrm>
            <a:custGeom>
              <a:avLst/>
              <a:gdLst>
                <a:gd name="connsiteX0" fmla="*/ 52326 w 52326"/>
                <a:gd name="connsiteY0" fmla="*/ 26163 h 52674"/>
                <a:gd name="connsiteX1" fmla="*/ 26163 w 52326"/>
                <a:gd name="connsiteY1" fmla="*/ 0 h 52674"/>
                <a:gd name="connsiteX2" fmla="*/ 26163 w 52326"/>
                <a:gd name="connsiteY2" fmla="*/ 0 h 52674"/>
                <a:gd name="connsiteX3" fmla="*/ 7675 w 52326"/>
                <a:gd name="connsiteY3" fmla="*/ 7675 h 52674"/>
                <a:gd name="connsiteX4" fmla="*/ 5233 w 52326"/>
                <a:gd name="connsiteY4" fmla="*/ 10814 h 52674"/>
                <a:gd name="connsiteX5" fmla="*/ 4535 w 52326"/>
                <a:gd name="connsiteY5" fmla="*/ 11861 h 52674"/>
                <a:gd name="connsiteX6" fmla="*/ 0 w 52326"/>
                <a:gd name="connsiteY6" fmla="*/ 26512 h 52674"/>
                <a:gd name="connsiteX7" fmla="*/ 26163 w 52326"/>
                <a:gd name="connsiteY7" fmla="*/ 52675 h 52674"/>
                <a:gd name="connsiteX8" fmla="*/ 46396 w 52326"/>
                <a:gd name="connsiteY8" fmla="*/ 43256 h 52674"/>
                <a:gd name="connsiteX9" fmla="*/ 52326 w 52326"/>
                <a:gd name="connsiteY9" fmla="*/ 26163 h 52674"/>
                <a:gd name="connsiteX10" fmla="*/ 52326 w 52326"/>
                <a:gd name="connsiteY10"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674">
                  <a:moveTo>
                    <a:pt x="52326" y="26163"/>
                  </a:moveTo>
                  <a:cubicBezTo>
                    <a:pt x="52326" y="11861"/>
                    <a:pt x="40466" y="0"/>
                    <a:pt x="26163" y="0"/>
                  </a:cubicBezTo>
                  <a:lnTo>
                    <a:pt x="26163" y="0"/>
                  </a:lnTo>
                  <a:cubicBezTo>
                    <a:pt x="18837" y="0"/>
                    <a:pt x="12558" y="2791"/>
                    <a:pt x="7675" y="7675"/>
                  </a:cubicBezTo>
                  <a:cubicBezTo>
                    <a:pt x="6628" y="8721"/>
                    <a:pt x="5930" y="9768"/>
                    <a:pt x="5233" y="10814"/>
                  </a:cubicBezTo>
                  <a:cubicBezTo>
                    <a:pt x="4884" y="11163"/>
                    <a:pt x="4884" y="11512"/>
                    <a:pt x="4535" y="11861"/>
                  </a:cubicBezTo>
                  <a:cubicBezTo>
                    <a:pt x="1744" y="16047"/>
                    <a:pt x="0" y="20930"/>
                    <a:pt x="0" y="26512"/>
                  </a:cubicBezTo>
                  <a:cubicBezTo>
                    <a:pt x="0" y="40814"/>
                    <a:pt x="11861" y="52675"/>
                    <a:pt x="26163" y="52675"/>
                  </a:cubicBezTo>
                  <a:cubicBezTo>
                    <a:pt x="34186" y="52675"/>
                    <a:pt x="41512" y="48838"/>
                    <a:pt x="46396" y="43256"/>
                  </a:cubicBezTo>
                  <a:cubicBezTo>
                    <a:pt x="50233" y="38373"/>
                    <a:pt x="52326" y="32442"/>
                    <a:pt x="52326" y="26163"/>
                  </a:cubicBezTo>
                  <a:lnTo>
                    <a:pt x="52326" y="26163"/>
                  </a:lnTo>
                  <a:close/>
                </a:path>
              </a:pathLst>
            </a:custGeom>
            <a:grpFill/>
            <a:ln w="3488" cap="flat">
              <a:noFill/>
              <a:prstDash val="solid"/>
              <a:miter/>
            </a:ln>
          </p:spPr>
          <p:txBody>
            <a:bodyPr rtlCol="0" anchor="ctr"/>
            <a:lstStyle/>
            <a:p>
              <a:endParaRPr lang="en-ID"/>
            </a:p>
          </p:txBody>
        </p:sp>
        <p:sp>
          <p:nvSpPr>
            <p:cNvPr id="523" name="Freeform: Shape 522">
              <a:extLst>
                <a:ext uri="{FF2B5EF4-FFF2-40B4-BE49-F238E27FC236}">
                  <a16:creationId xmlns:a16="http://schemas.microsoft.com/office/drawing/2014/main" id="{3A5D89A6-2884-C556-20B0-6BC98F6E0918}"/>
                </a:ext>
              </a:extLst>
            </p:cNvPr>
            <p:cNvSpPr/>
            <p:nvPr/>
          </p:nvSpPr>
          <p:spPr>
            <a:xfrm>
              <a:off x="627914"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3" y="52326"/>
                    <a:pt x="26163" y="52326"/>
                  </a:cubicBezTo>
                  <a:lnTo>
                    <a:pt x="26163" y="52326"/>
                  </a:lnTo>
                  <a:cubicBezTo>
                    <a:pt x="40466"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524" name="Freeform: Shape 523">
              <a:extLst>
                <a:ext uri="{FF2B5EF4-FFF2-40B4-BE49-F238E27FC236}">
                  <a16:creationId xmlns:a16="http://schemas.microsoft.com/office/drawing/2014/main" id="{5523A855-DD28-E1C9-7533-B3B0B9D8301A}"/>
                </a:ext>
              </a:extLst>
            </p:cNvPr>
            <p:cNvSpPr/>
            <p:nvPr/>
          </p:nvSpPr>
          <p:spPr>
            <a:xfrm>
              <a:off x="533727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5" name="Freeform: Shape 524">
              <a:extLst>
                <a:ext uri="{FF2B5EF4-FFF2-40B4-BE49-F238E27FC236}">
                  <a16:creationId xmlns:a16="http://schemas.microsoft.com/office/drawing/2014/main" id="{4EF0E33C-2F44-89E6-2D64-6C170CD66CA1}"/>
                </a:ext>
              </a:extLst>
            </p:cNvPr>
            <p:cNvSpPr/>
            <p:nvPr/>
          </p:nvSpPr>
          <p:spPr>
            <a:xfrm>
              <a:off x="596518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26" name="Freeform: Shape 525">
              <a:extLst>
                <a:ext uri="{FF2B5EF4-FFF2-40B4-BE49-F238E27FC236}">
                  <a16:creationId xmlns:a16="http://schemas.microsoft.com/office/drawing/2014/main" id="{3B6F4AD0-5C32-0C23-9AAE-0F587FC7E982}"/>
                </a:ext>
              </a:extLst>
            </p:cNvPr>
            <p:cNvSpPr/>
            <p:nvPr/>
          </p:nvSpPr>
          <p:spPr>
            <a:xfrm>
              <a:off x="56512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7" name="Freeform: Shape 526">
              <a:extLst>
                <a:ext uri="{FF2B5EF4-FFF2-40B4-BE49-F238E27FC236}">
                  <a16:creationId xmlns:a16="http://schemas.microsoft.com/office/drawing/2014/main" id="{D3E4F4F3-1CC9-14F9-A2DD-DE5B8D9AB046}"/>
                </a:ext>
              </a:extLst>
            </p:cNvPr>
            <p:cNvSpPr/>
            <p:nvPr/>
          </p:nvSpPr>
          <p:spPr>
            <a:xfrm>
              <a:off x="418609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8" name="Freeform: Shape 527">
              <a:extLst>
                <a:ext uri="{FF2B5EF4-FFF2-40B4-BE49-F238E27FC236}">
                  <a16:creationId xmlns:a16="http://schemas.microsoft.com/office/drawing/2014/main" id="{1914446E-9DF3-B781-C4D3-19A52A139122}"/>
                </a:ext>
              </a:extLst>
            </p:cNvPr>
            <p:cNvSpPr/>
            <p:nvPr/>
          </p:nvSpPr>
          <p:spPr>
            <a:xfrm>
              <a:off x="39767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9" name="Freeform: Shape 528">
              <a:extLst>
                <a:ext uri="{FF2B5EF4-FFF2-40B4-BE49-F238E27FC236}">
                  <a16:creationId xmlns:a16="http://schemas.microsoft.com/office/drawing/2014/main" id="{F88B60D1-344F-9759-20B0-103F1D0727E0}"/>
                </a:ext>
              </a:extLst>
            </p:cNvPr>
            <p:cNvSpPr/>
            <p:nvPr/>
          </p:nvSpPr>
          <p:spPr>
            <a:xfrm>
              <a:off x="5441922"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5" y="0"/>
                    <a:pt x="26163" y="0"/>
                  </a:cubicBezTo>
                  <a:lnTo>
                    <a:pt x="26163" y="0"/>
                  </a:lnTo>
                  <a:cubicBezTo>
                    <a:pt x="18838" y="0"/>
                    <a:pt x="12558" y="2791"/>
                    <a:pt x="7674"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30" name="Freeform: Shape 529">
              <a:extLst>
                <a:ext uri="{FF2B5EF4-FFF2-40B4-BE49-F238E27FC236}">
                  <a16:creationId xmlns:a16="http://schemas.microsoft.com/office/drawing/2014/main" id="{05D5A001-EE66-9013-5E49-4BE9AED88B3E}"/>
                </a:ext>
              </a:extLst>
            </p:cNvPr>
            <p:cNvSpPr/>
            <p:nvPr/>
          </p:nvSpPr>
          <p:spPr>
            <a:xfrm>
              <a:off x="491866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1" name="Freeform: Shape 530">
              <a:extLst>
                <a:ext uri="{FF2B5EF4-FFF2-40B4-BE49-F238E27FC236}">
                  <a16:creationId xmlns:a16="http://schemas.microsoft.com/office/drawing/2014/main" id="{486D59C8-C08C-3A64-F1E4-E3C520591976}"/>
                </a:ext>
              </a:extLst>
            </p:cNvPr>
            <p:cNvSpPr/>
            <p:nvPr/>
          </p:nvSpPr>
          <p:spPr>
            <a:xfrm>
              <a:off x="387213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2" name="Freeform: Shape 531">
              <a:extLst>
                <a:ext uri="{FF2B5EF4-FFF2-40B4-BE49-F238E27FC236}">
                  <a16:creationId xmlns:a16="http://schemas.microsoft.com/office/drawing/2014/main" id="{5F550273-33B6-ECCF-072F-8733F69C1CEB}"/>
                </a:ext>
              </a:extLst>
            </p:cNvPr>
            <p:cNvSpPr/>
            <p:nvPr/>
          </p:nvSpPr>
          <p:spPr>
            <a:xfrm>
              <a:off x="355818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3" name="Freeform: Shape 532">
              <a:extLst>
                <a:ext uri="{FF2B5EF4-FFF2-40B4-BE49-F238E27FC236}">
                  <a16:creationId xmlns:a16="http://schemas.microsoft.com/office/drawing/2014/main" id="{FC6B31F9-38AE-4697-8221-E4EC213D877F}"/>
                </a:ext>
              </a:extLst>
            </p:cNvPr>
            <p:cNvSpPr/>
            <p:nvPr/>
          </p:nvSpPr>
          <p:spPr>
            <a:xfrm>
              <a:off x="30349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34" name="Freeform: Shape 533">
              <a:extLst>
                <a:ext uri="{FF2B5EF4-FFF2-40B4-BE49-F238E27FC236}">
                  <a16:creationId xmlns:a16="http://schemas.microsoft.com/office/drawing/2014/main" id="{01D60929-5280-1D85-8268-6A11EBA0B67A}"/>
                </a:ext>
              </a:extLst>
            </p:cNvPr>
            <p:cNvSpPr/>
            <p:nvPr/>
          </p:nvSpPr>
          <p:spPr>
            <a:xfrm>
              <a:off x="272096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35" name="Freeform: Shape 534">
              <a:extLst>
                <a:ext uri="{FF2B5EF4-FFF2-40B4-BE49-F238E27FC236}">
                  <a16:creationId xmlns:a16="http://schemas.microsoft.com/office/drawing/2014/main" id="{17539910-4892-065F-CE69-E800586408A6}"/>
                </a:ext>
              </a:extLst>
            </p:cNvPr>
            <p:cNvSpPr/>
            <p:nvPr/>
          </p:nvSpPr>
          <p:spPr>
            <a:xfrm>
              <a:off x="167443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36" name="Freeform: Shape 535">
              <a:extLst>
                <a:ext uri="{FF2B5EF4-FFF2-40B4-BE49-F238E27FC236}">
                  <a16:creationId xmlns:a16="http://schemas.microsoft.com/office/drawing/2014/main" id="{A7629F78-119C-8765-33A1-01461221251D}"/>
                </a:ext>
              </a:extLst>
            </p:cNvPr>
            <p:cNvSpPr/>
            <p:nvPr/>
          </p:nvSpPr>
          <p:spPr>
            <a:xfrm>
              <a:off x="146513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37" name="Freeform: Shape 536">
              <a:extLst>
                <a:ext uri="{FF2B5EF4-FFF2-40B4-BE49-F238E27FC236}">
                  <a16:creationId xmlns:a16="http://schemas.microsoft.com/office/drawing/2014/main" id="{EB86C1AD-E0D3-0B84-DC33-A03063BB8135}"/>
                </a:ext>
              </a:extLst>
            </p:cNvPr>
            <p:cNvSpPr/>
            <p:nvPr/>
          </p:nvSpPr>
          <p:spPr>
            <a:xfrm>
              <a:off x="523261"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8" y="52326"/>
                    <a:pt x="28954" y="52326"/>
                    <a:pt x="30349" y="51977"/>
                  </a:cubicBezTo>
                  <a:cubicBezTo>
                    <a:pt x="42907" y="49884"/>
                    <a:pt x="52326" y="39070"/>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8" name="Freeform: Shape 537">
              <a:extLst>
                <a:ext uri="{FF2B5EF4-FFF2-40B4-BE49-F238E27FC236}">
                  <a16:creationId xmlns:a16="http://schemas.microsoft.com/office/drawing/2014/main" id="{3733A592-A331-792B-FC0C-49EFD3ECEDE1}"/>
                </a:ext>
              </a:extLst>
            </p:cNvPr>
            <p:cNvSpPr/>
            <p:nvPr/>
          </p:nvSpPr>
          <p:spPr>
            <a:xfrm>
              <a:off x="31395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39" name="Freeform: Shape 538">
              <a:extLst>
                <a:ext uri="{FF2B5EF4-FFF2-40B4-BE49-F238E27FC236}">
                  <a16:creationId xmlns:a16="http://schemas.microsoft.com/office/drawing/2014/main" id="{F35866B1-C805-1E28-E232-BCD26576AC98}"/>
                </a:ext>
              </a:extLst>
            </p:cNvPr>
            <p:cNvSpPr/>
            <p:nvPr/>
          </p:nvSpPr>
          <p:spPr>
            <a:xfrm>
              <a:off x="47093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lnTo>
                    <a:pt x="52326" y="26163"/>
                  </a:ln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0" name="Freeform: Shape 539">
              <a:extLst>
                <a:ext uri="{FF2B5EF4-FFF2-40B4-BE49-F238E27FC236}">
                  <a16:creationId xmlns:a16="http://schemas.microsoft.com/office/drawing/2014/main" id="{F42956E4-C960-62D1-4741-FD52F87174AD}"/>
                </a:ext>
              </a:extLst>
            </p:cNvPr>
            <p:cNvSpPr/>
            <p:nvPr/>
          </p:nvSpPr>
          <p:spPr>
            <a:xfrm>
              <a:off x="4081442"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8" y="52326"/>
                    <a:pt x="26163" y="52326"/>
                  </a:cubicBezTo>
                  <a:close/>
                </a:path>
              </a:pathLst>
            </a:custGeom>
            <a:grpFill/>
            <a:ln w="3488" cap="flat">
              <a:noFill/>
              <a:prstDash val="solid"/>
              <a:miter/>
            </a:ln>
          </p:spPr>
          <p:txBody>
            <a:bodyPr rtlCol="0" anchor="ctr"/>
            <a:lstStyle/>
            <a:p>
              <a:endParaRPr lang="en-ID"/>
            </a:p>
          </p:txBody>
        </p:sp>
        <p:sp>
          <p:nvSpPr>
            <p:cNvPr id="541" name="Freeform: Shape 540">
              <a:extLst>
                <a:ext uri="{FF2B5EF4-FFF2-40B4-BE49-F238E27FC236}">
                  <a16:creationId xmlns:a16="http://schemas.microsoft.com/office/drawing/2014/main" id="{E23F1555-21D9-DCB4-B244-154912C3656E}"/>
                </a:ext>
              </a:extLst>
            </p:cNvPr>
            <p:cNvSpPr/>
            <p:nvPr/>
          </p:nvSpPr>
          <p:spPr>
            <a:xfrm>
              <a:off x="3034918" y="2722596"/>
              <a:ext cx="52326" cy="52326"/>
            </a:xfrm>
            <a:custGeom>
              <a:avLst/>
              <a:gdLst>
                <a:gd name="connsiteX0" fmla="*/ 26163 w 52326"/>
                <a:gd name="connsiteY0" fmla="*/ 52326 h 52326"/>
                <a:gd name="connsiteX1" fmla="*/ 52326 w 52326"/>
                <a:gd name="connsiteY1" fmla="*/ 26163 h 52326"/>
                <a:gd name="connsiteX2" fmla="*/ 49187 w 52326"/>
                <a:gd name="connsiteY2" fmla="*/ 13605 h 52326"/>
                <a:gd name="connsiteX3" fmla="*/ 26163 w 52326"/>
                <a:gd name="connsiteY3" fmla="*/ 0 h 52326"/>
                <a:gd name="connsiteX4" fmla="*/ 26163 w 52326"/>
                <a:gd name="connsiteY4" fmla="*/ 0 h 52326"/>
                <a:gd name="connsiteX5" fmla="*/ 0 w 52326"/>
                <a:gd name="connsiteY5" fmla="*/ 26163 h 52326"/>
                <a:gd name="connsiteX6" fmla="*/ 3140 w 52326"/>
                <a:gd name="connsiteY6" fmla="*/ 38721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6"/>
                    <a:pt x="52326" y="26163"/>
                  </a:cubicBezTo>
                  <a:cubicBezTo>
                    <a:pt x="52326" y="21628"/>
                    <a:pt x="51280" y="17442"/>
                    <a:pt x="49187" y="13605"/>
                  </a:cubicBezTo>
                  <a:cubicBezTo>
                    <a:pt x="44652" y="5581"/>
                    <a:pt x="36280" y="0"/>
                    <a:pt x="26163" y="0"/>
                  </a:cubicBezTo>
                  <a:lnTo>
                    <a:pt x="26163" y="0"/>
                  </a:lnTo>
                  <a:cubicBezTo>
                    <a:pt x="11861" y="0"/>
                    <a:pt x="0" y="11861"/>
                    <a:pt x="0" y="26163"/>
                  </a:cubicBezTo>
                  <a:cubicBezTo>
                    <a:pt x="0" y="30698"/>
                    <a:pt x="1046" y="34884"/>
                    <a:pt x="3140" y="38721"/>
                  </a:cubicBezTo>
                  <a:cubicBezTo>
                    <a:pt x="7675" y="46745"/>
                    <a:pt x="16396" y="52326"/>
                    <a:pt x="26163" y="52326"/>
                  </a:cubicBezTo>
                  <a:close/>
                </a:path>
              </a:pathLst>
            </a:custGeom>
            <a:grpFill/>
            <a:ln w="3488" cap="flat">
              <a:noFill/>
              <a:prstDash val="solid"/>
              <a:miter/>
            </a:ln>
          </p:spPr>
          <p:txBody>
            <a:bodyPr rtlCol="0" anchor="ctr"/>
            <a:lstStyle/>
            <a:p>
              <a:endParaRPr lang="en-ID"/>
            </a:p>
          </p:txBody>
        </p:sp>
        <p:sp>
          <p:nvSpPr>
            <p:cNvPr id="542" name="Freeform: Shape 541">
              <a:extLst>
                <a:ext uri="{FF2B5EF4-FFF2-40B4-BE49-F238E27FC236}">
                  <a16:creationId xmlns:a16="http://schemas.microsoft.com/office/drawing/2014/main" id="{17BC396C-420B-0FEE-310A-96607A756BCE}"/>
                </a:ext>
              </a:extLst>
            </p:cNvPr>
            <p:cNvSpPr/>
            <p:nvPr/>
          </p:nvSpPr>
          <p:spPr>
            <a:xfrm>
              <a:off x="387213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0 w 52326"/>
                <a:gd name="connsiteY6" fmla="*/ 26163 h 52326"/>
                <a:gd name="connsiteX7" fmla="*/ 3140 w 52326"/>
                <a:gd name="connsiteY7" fmla="*/ 38721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543" name="Freeform: Shape 542">
              <a:extLst>
                <a:ext uri="{FF2B5EF4-FFF2-40B4-BE49-F238E27FC236}">
                  <a16:creationId xmlns:a16="http://schemas.microsoft.com/office/drawing/2014/main" id="{84C878E7-8886-8E02-AB72-5E8AED7AE1F4}"/>
                </a:ext>
              </a:extLst>
            </p:cNvPr>
            <p:cNvSpPr/>
            <p:nvPr/>
          </p:nvSpPr>
          <p:spPr>
            <a:xfrm>
              <a:off x="1883742" y="5234253"/>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44" name="Freeform: Shape 543">
              <a:extLst>
                <a:ext uri="{FF2B5EF4-FFF2-40B4-BE49-F238E27FC236}">
                  <a16:creationId xmlns:a16="http://schemas.microsoft.com/office/drawing/2014/main" id="{A9AE76A0-9262-71DA-ED4F-36375DBC8780}"/>
                </a:ext>
              </a:extLst>
            </p:cNvPr>
            <p:cNvSpPr/>
            <p:nvPr/>
          </p:nvSpPr>
          <p:spPr>
            <a:xfrm>
              <a:off x="5755879"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5" name="Freeform: Shape 544">
              <a:extLst>
                <a:ext uri="{FF2B5EF4-FFF2-40B4-BE49-F238E27FC236}">
                  <a16:creationId xmlns:a16="http://schemas.microsoft.com/office/drawing/2014/main" id="{D12BFA7A-A758-5E53-7927-EEF3B84DF20D}"/>
                </a:ext>
              </a:extLst>
            </p:cNvPr>
            <p:cNvSpPr/>
            <p:nvPr/>
          </p:nvSpPr>
          <p:spPr>
            <a:xfrm>
              <a:off x="59651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46" name="Freeform: Shape 545">
              <a:extLst>
                <a:ext uri="{FF2B5EF4-FFF2-40B4-BE49-F238E27FC236}">
                  <a16:creationId xmlns:a16="http://schemas.microsoft.com/office/drawing/2014/main" id="{1FD221EE-A20B-E2CB-76B3-32577DAF17B6}"/>
                </a:ext>
              </a:extLst>
            </p:cNvPr>
            <p:cNvSpPr/>
            <p:nvPr/>
          </p:nvSpPr>
          <p:spPr>
            <a:xfrm>
              <a:off x="55465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7" name="Freeform: Shape 546">
              <a:extLst>
                <a:ext uri="{FF2B5EF4-FFF2-40B4-BE49-F238E27FC236}">
                  <a16:creationId xmlns:a16="http://schemas.microsoft.com/office/drawing/2014/main" id="{ECAA4A9A-51D6-0A60-DB5A-7B99043249D0}"/>
                </a:ext>
              </a:extLst>
            </p:cNvPr>
            <p:cNvSpPr/>
            <p:nvPr/>
          </p:nvSpPr>
          <p:spPr>
            <a:xfrm>
              <a:off x="46047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48" name="Freeform: Shape 547">
              <a:extLst>
                <a:ext uri="{FF2B5EF4-FFF2-40B4-BE49-F238E27FC236}">
                  <a16:creationId xmlns:a16="http://schemas.microsoft.com/office/drawing/2014/main" id="{A79786E2-2EC3-74B9-563C-2CA0B16B55E3}"/>
                </a:ext>
              </a:extLst>
            </p:cNvPr>
            <p:cNvSpPr/>
            <p:nvPr/>
          </p:nvSpPr>
          <p:spPr>
            <a:xfrm>
              <a:off x="3872137"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49" name="Freeform: Shape 548">
              <a:extLst>
                <a:ext uri="{FF2B5EF4-FFF2-40B4-BE49-F238E27FC236}">
                  <a16:creationId xmlns:a16="http://schemas.microsoft.com/office/drawing/2014/main" id="{335011EC-ED12-E5DB-786A-94F9FF233DA1}"/>
                </a:ext>
              </a:extLst>
            </p:cNvPr>
            <p:cNvSpPr/>
            <p:nvPr/>
          </p:nvSpPr>
          <p:spPr>
            <a:xfrm>
              <a:off x="366283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0" name="Freeform: Shape 549">
              <a:extLst>
                <a:ext uri="{FF2B5EF4-FFF2-40B4-BE49-F238E27FC236}">
                  <a16:creationId xmlns:a16="http://schemas.microsoft.com/office/drawing/2014/main" id="{8E4FE0F8-9C84-5C26-C3EB-58A3C1BDA484}"/>
                </a:ext>
              </a:extLst>
            </p:cNvPr>
            <p:cNvSpPr/>
            <p:nvPr/>
          </p:nvSpPr>
          <p:spPr>
            <a:xfrm>
              <a:off x="34535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1" name="Freeform: Shape 550">
              <a:extLst>
                <a:ext uri="{FF2B5EF4-FFF2-40B4-BE49-F238E27FC236}">
                  <a16:creationId xmlns:a16="http://schemas.microsoft.com/office/drawing/2014/main" id="{C4EEDCE9-E251-28F1-127E-63ED073341C7}"/>
                </a:ext>
              </a:extLst>
            </p:cNvPr>
            <p:cNvSpPr/>
            <p:nvPr/>
          </p:nvSpPr>
          <p:spPr>
            <a:xfrm>
              <a:off x="324422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22326 w 52326"/>
                <a:gd name="connsiteY5" fmla="*/ 349 h 52326"/>
                <a:gd name="connsiteX6" fmla="*/ 18489 w 52326"/>
                <a:gd name="connsiteY6" fmla="*/ 1046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24768" y="0"/>
                    <a:pt x="23721" y="0"/>
                    <a:pt x="22326" y="349"/>
                  </a:cubicBezTo>
                  <a:cubicBezTo>
                    <a:pt x="20930" y="698"/>
                    <a:pt x="19535" y="698"/>
                    <a:pt x="18489" y="1046"/>
                  </a:cubicBezTo>
                  <a:cubicBezTo>
                    <a:pt x="7675" y="4186"/>
                    <a:pt x="0" y="14302"/>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2" name="Freeform: Shape 551">
              <a:extLst>
                <a:ext uri="{FF2B5EF4-FFF2-40B4-BE49-F238E27FC236}">
                  <a16:creationId xmlns:a16="http://schemas.microsoft.com/office/drawing/2014/main" id="{70AD0D66-9190-35FA-0C43-D64E67039DB1}"/>
                </a:ext>
              </a:extLst>
            </p:cNvPr>
            <p:cNvSpPr/>
            <p:nvPr/>
          </p:nvSpPr>
          <p:spPr>
            <a:xfrm>
              <a:off x="303491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3" name="Freeform: Shape 552">
              <a:extLst>
                <a:ext uri="{FF2B5EF4-FFF2-40B4-BE49-F238E27FC236}">
                  <a16:creationId xmlns:a16="http://schemas.microsoft.com/office/drawing/2014/main" id="{5D236DED-28A9-521C-8C4D-30DF167443A2}"/>
                </a:ext>
              </a:extLst>
            </p:cNvPr>
            <p:cNvSpPr/>
            <p:nvPr/>
          </p:nvSpPr>
          <p:spPr>
            <a:xfrm>
              <a:off x="293026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4" name="Freeform: Shape 553">
              <a:extLst>
                <a:ext uri="{FF2B5EF4-FFF2-40B4-BE49-F238E27FC236}">
                  <a16:creationId xmlns:a16="http://schemas.microsoft.com/office/drawing/2014/main" id="{F46C4A28-EA8C-9CC5-2F63-A72FFD989F06}"/>
                </a:ext>
              </a:extLst>
            </p:cNvPr>
            <p:cNvSpPr/>
            <p:nvPr/>
          </p:nvSpPr>
          <p:spPr>
            <a:xfrm>
              <a:off x="2407004"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1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5" y="52326"/>
                    <a:pt x="52326" y="40465"/>
                    <a:pt x="52326" y="26163"/>
                  </a:cubicBezTo>
                  <a:cubicBezTo>
                    <a:pt x="52326" y="16396"/>
                    <a:pt x="46745" y="7675"/>
                    <a:pt x="38721" y="3140"/>
                  </a:cubicBezTo>
                  <a:cubicBezTo>
                    <a:pt x="34884" y="1046"/>
                    <a:pt x="30698" y="0"/>
                    <a:pt x="26163" y="0"/>
                  </a:cubicBezTo>
                  <a:cubicBezTo>
                    <a:pt x="11861"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555" name="Freeform: Shape 554">
              <a:extLst>
                <a:ext uri="{FF2B5EF4-FFF2-40B4-BE49-F238E27FC236}">
                  <a16:creationId xmlns:a16="http://schemas.microsoft.com/office/drawing/2014/main" id="{3A78F206-FFF4-14C1-640B-781F71B8749D}"/>
                </a:ext>
              </a:extLst>
            </p:cNvPr>
            <p:cNvSpPr/>
            <p:nvPr/>
          </p:nvSpPr>
          <p:spPr>
            <a:xfrm>
              <a:off x="230235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6" name="Freeform: Shape 555">
              <a:extLst>
                <a:ext uri="{FF2B5EF4-FFF2-40B4-BE49-F238E27FC236}">
                  <a16:creationId xmlns:a16="http://schemas.microsoft.com/office/drawing/2014/main" id="{BE82C719-E5AC-DA47-BA6C-9D15F4461C39}"/>
                </a:ext>
              </a:extLst>
            </p:cNvPr>
            <p:cNvSpPr/>
            <p:nvPr/>
          </p:nvSpPr>
          <p:spPr>
            <a:xfrm>
              <a:off x="188374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7" name="Freeform: Shape 556">
              <a:extLst>
                <a:ext uri="{FF2B5EF4-FFF2-40B4-BE49-F238E27FC236}">
                  <a16:creationId xmlns:a16="http://schemas.microsoft.com/office/drawing/2014/main" id="{54091BFC-F7FF-2877-255E-CD962ACE260B}"/>
                </a:ext>
              </a:extLst>
            </p:cNvPr>
            <p:cNvSpPr/>
            <p:nvPr/>
          </p:nvSpPr>
          <p:spPr>
            <a:xfrm>
              <a:off x="94187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8" name="Freeform: Shape 557">
              <a:extLst>
                <a:ext uri="{FF2B5EF4-FFF2-40B4-BE49-F238E27FC236}">
                  <a16:creationId xmlns:a16="http://schemas.microsoft.com/office/drawing/2014/main" id="{66FB2ADA-E5A8-BC0A-1C92-05A061627FD2}"/>
                </a:ext>
              </a:extLst>
            </p:cNvPr>
            <p:cNvSpPr/>
            <p:nvPr/>
          </p:nvSpPr>
          <p:spPr>
            <a:xfrm>
              <a:off x="418609"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9" name="Freeform: Shape 558">
              <a:extLst>
                <a:ext uri="{FF2B5EF4-FFF2-40B4-BE49-F238E27FC236}">
                  <a16:creationId xmlns:a16="http://schemas.microsoft.com/office/drawing/2014/main" id="{C4DEE280-031E-A754-C728-4DCF6D3A5162}"/>
                </a:ext>
              </a:extLst>
            </p:cNvPr>
            <p:cNvSpPr/>
            <p:nvPr/>
          </p:nvSpPr>
          <p:spPr>
            <a:xfrm>
              <a:off x="20930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60" name="Freeform: Shape 559">
              <a:extLst>
                <a:ext uri="{FF2B5EF4-FFF2-40B4-BE49-F238E27FC236}">
                  <a16:creationId xmlns:a16="http://schemas.microsoft.com/office/drawing/2014/main" id="{D99189BD-D060-9784-84F0-B74E1DB029E7}"/>
                </a:ext>
              </a:extLst>
            </p:cNvPr>
            <p:cNvSpPr/>
            <p:nvPr/>
          </p:nvSpPr>
          <p:spPr>
            <a:xfrm>
              <a:off x="2616309" y="4710991"/>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61" name="Freeform: Shape 560">
              <a:extLst>
                <a:ext uri="{FF2B5EF4-FFF2-40B4-BE49-F238E27FC236}">
                  <a16:creationId xmlns:a16="http://schemas.microsoft.com/office/drawing/2014/main" id="{82DBEA92-8101-6794-B6EC-47698EDAF36E}"/>
                </a:ext>
              </a:extLst>
            </p:cNvPr>
            <p:cNvSpPr/>
            <p:nvPr/>
          </p:nvSpPr>
          <p:spPr>
            <a:xfrm>
              <a:off x="3453527" y="397842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33838 w 52326"/>
                <a:gd name="connsiteY5" fmla="*/ 1046 h 52326"/>
                <a:gd name="connsiteX6" fmla="*/ 26163 w 52326"/>
                <a:gd name="connsiteY6" fmla="*/ 0 h 52326"/>
                <a:gd name="connsiteX7" fmla="*/ 26163 w 52326"/>
                <a:gd name="connsiteY7" fmla="*/ 0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cubicBezTo>
                    <a:pt x="26163" y="52326"/>
                    <a:pt x="26163" y="52326"/>
                    <a:pt x="26163" y="52326"/>
                  </a:cubicBezTo>
                  <a:cubicBezTo>
                    <a:pt x="40465" y="52326"/>
                    <a:pt x="52326" y="40465"/>
                    <a:pt x="52326" y="26163"/>
                  </a:cubicBezTo>
                  <a:cubicBezTo>
                    <a:pt x="52326" y="14302"/>
                    <a:pt x="44652" y="4535"/>
                    <a:pt x="33838" y="1046"/>
                  </a:cubicBezTo>
                  <a:cubicBezTo>
                    <a:pt x="31396" y="349"/>
                    <a:pt x="2860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62" name="Freeform: Shape 561">
              <a:extLst>
                <a:ext uri="{FF2B5EF4-FFF2-40B4-BE49-F238E27FC236}">
                  <a16:creationId xmlns:a16="http://schemas.microsoft.com/office/drawing/2014/main" id="{0ABA86D1-B113-7E7F-5E98-9AE14FE516EA}"/>
                </a:ext>
              </a:extLst>
            </p:cNvPr>
            <p:cNvSpPr/>
            <p:nvPr/>
          </p:nvSpPr>
          <p:spPr>
            <a:xfrm>
              <a:off x="2720961" y="4187729"/>
              <a:ext cx="52326" cy="52326"/>
            </a:xfrm>
            <a:custGeom>
              <a:avLst/>
              <a:gdLst>
                <a:gd name="connsiteX0" fmla="*/ 26163 w 52326"/>
                <a:gd name="connsiteY0" fmla="*/ 0 h 52326"/>
                <a:gd name="connsiteX1" fmla="*/ 26163 w 52326"/>
                <a:gd name="connsiteY1" fmla="*/ 0 h 52326"/>
                <a:gd name="connsiteX2" fmla="*/ 7675 w 52326"/>
                <a:gd name="connsiteY2" fmla="*/ 7675 h 52326"/>
                <a:gd name="connsiteX3" fmla="*/ 0 w 52326"/>
                <a:gd name="connsiteY3" fmla="*/ 26163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8838" y="0"/>
                    <a:pt x="12558" y="2791"/>
                    <a:pt x="7675" y="7675"/>
                  </a:cubicBezTo>
                  <a:cubicBezTo>
                    <a:pt x="2791" y="12558"/>
                    <a:pt x="0" y="18838"/>
                    <a:pt x="0" y="26163"/>
                  </a:cubicBez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3" name="Freeform: Shape 562">
              <a:extLst>
                <a:ext uri="{FF2B5EF4-FFF2-40B4-BE49-F238E27FC236}">
                  <a16:creationId xmlns:a16="http://schemas.microsoft.com/office/drawing/2014/main" id="{74C1CB02-CE6B-7267-985E-84F098C84DF5}"/>
                </a:ext>
              </a:extLst>
            </p:cNvPr>
            <p:cNvSpPr/>
            <p:nvPr/>
          </p:nvSpPr>
          <p:spPr>
            <a:xfrm>
              <a:off x="554657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64" name="Freeform: Shape 563">
              <a:extLst>
                <a:ext uri="{FF2B5EF4-FFF2-40B4-BE49-F238E27FC236}">
                  <a16:creationId xmlns:a16="http://schemas.microsoft.com/office/drawing/2014/main" id="{0D5DBF48-E9C3-FD03-5DA4-A9814F864026}"/>
                </a:ext>
              </a:extLst>
            </p:cNvPr>
            <p:cNvSpPr/>
            <p:nvPr/>
          </p:nvSpPr>
          <p:spPr>
            <a:xfrm>
              <a:off x="56512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65" name="Freeform: Shape 564">
              <a:extLst>
                <a:ext uri="{FF2B5EF4-FFF2-40B4-BE49-F238E27FC236}">
                  <a16:creationId xmlns:a16="http://schemas.microsoft.com/office/drawing/2014/main" id="{43F83C7A-6448-17C5-1B91-BB1515CAFF96}"/>
                </a:ext>
              </a:extLst>
            </p:cNvPr>
            <p:cNvSpPr/>
            <p:nvPr/>
          </p:nvSpPr>
          <p:spPr>
            <a:xfrm>
              <a:off x="502331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66" name="Freeform: Shape 565">
              <a:extLst>
                <a:ext uri="{FF2B5EF4-FFF2-40B4-BE49-F238E27FC236}">
                  <a16:creationId xmlns:a16="http://schemas.microsoft.com/office/drawing/2014/main" id="{7D5CBCF6-3107-F647-B994-1D32A610BD9F}"/>
                </a:ext>
              </a:extLst>
            </p:cNvPr>
            <p:cNvSpPr/>
            <p:nvPr/>
          </p:nvSpPr>
          <p:spPr>
            <a:xfrm>
              <a:off x="4814008" y="4187729"/>
              <a:ext cx="51984" cy="52326"/>
            </a:xfrm>
            <a:custGeom>
              <a:avLst/>
              <a:gdLst>
                <a:gd name="connsiteX0" fmla="*/ 26163 w 51984"/>
                <a:gd name="connsiteY0" fmla="*/ 0 h 52326"/>
                <a:gd name="connsiteX1" fmla="*/ 26163 w 51984"/>
                <a:gd name="connsiteY1" fmla="*/ 0 h 52326"/>
                <a:gd name="connsiteX2" fmla="*/ 13605 w 51984"/>
                <a:gd name="connsiteY2" fmla="*/ 3140 h 52326"/>
                <a:gd name="connsiteX3" fmla="*/ 0 w 51984"/>
                <a:gd name="connsiteY3" fmla="*/ 26163 h 52326"/>
                <a:gd name="connsiteX4" fmla="*/ 26163 w 51984"/>
                <a:gd name="connsiteY4" fmla="*/ 52326 h 52326"/>
                <a:gd name="connsiteX5" fmla="*/ 36280 w 51984"/>
                <a:gd name="connsiteY5" fmla="*/ 50233 h 52326"/>
                <a:gd name="connsiteX6" fmla="*/ 38024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29652" y="52326"/>
                    <a:pt x="33140" y="51628"/>
                    <a:pt x="36280" y="50233"/>
                  </a:cubicBezTo>
                  <a:cubicBezTo>
                    <a:pt x="36977" y="49884"/>
                    <a:pt x="37326" y="49535"/>
                    <a:pt x="38024" y="49535"/>
                  </a:cubicBezTo>
                  <a:cubicBezTo>
                    <a:pt x="38024" y="49535"/>
                    <a:pt x="38373" y="49535"/>
                    <a:pt x="38373" y="49187"/>
                  </a:cubicBezTo>
                  <a:cubicBezTo>
                    <a:pt x="46396" y="44652"/>
                    <a:pt x="51977" y="36280"/>
                    <a:pt x="51977"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7" name="Freeform: Shape 566">
              <a:extLst>
                <a:ext uri="{FF2B5EF4-FFF2-40B4-BE49-F238E27FC236}">
                  <a16:creationId xmlns:a16="http://schemas.microsoft.com/office/drawing/2014/main" id="{F8FB50AB-C117-9382-BF7B-C574A5F64223}"/>
                </a:ext>
              </a:extLst>
            </p:cNvPr>
            <p:cNvSpPr/>
            <p:nvPr/>
          </p:nvSpPr>
          <p:spPr>
            <a:xfrm>
              <a:off x="4395399"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68" name="Freeform: Shape 567">
              <a:extLst>
                <a:ext uri="{FF2B5EF4-FFF2-40B4-BE49-F238E27FC236}">
                  <a16:creationId xmlns:a16="http://schemas.microsoft.com/office/drawing/2014/main" id="{3941E071-04B3-9727-89F5-21CBE4E57426}"/>
                </a:ext>
              </a:extLst>
            </p:cNvPr>
            <p:cNvSpPr/>
            <p:nvPr/>
          </p:nvSpPr>
          <p:spPr>
            <a:xfrm>
              <a:off x="450005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69" name="Freeform: Shape 568">
              <a:extLst>
                <a:ext uri="{FF2B5EF4-FFF2-40B4-BE49-F238E27FC236}">
                  <a16:creationId xmlns:a16="http://schemas.microsoft.com/office/drawing/2014/main" id="{56088820-4D2D-DCEA-4F3A-0EDDAB15B4E3}"/>
                </a:ext>
              </a:extLst>
            </p:cNvPr>
            <p:cNvSpPr/>
            <p:nvPr/>
          </p:nvSpPr>
          <p:spPr>
            <a:xfrm>
              <a:off x="33488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0" name="Freeform: Shape 569">
              <a:extLst>
                <a:ext uri="{FF2B5EF4-FFF2-40B4-BE49-F238E27FC236}">
                  <a16:creationId xmlns:a16="http://schemas.microsoft.com/office/drawing/2014/main" id="{4053D346-E4DB-861B-A47D-C6C3FE127572}"/>
                </a:ext>
              </a:extLst>
            </p:cNvPr>
            <p:cNvSpPr/>
            <p:nvPr/>
          </p:nvSpPr>
          <p:spPr>
            <a:xfrm>
              <a:off x="324422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1" name="Freeform: Shape 570">
              <a:extLst>
                <a:ext uri="{FF2B5EF4-FFF2-40B4-BE49-F238E27FC236}">
                  <a16:creationId xmlns:a16="http://schemas.microsoft.com/office/drawing/2014/main" id="{3BE4FC5C-5413-D7B5-D4D7-4E3DA98925A3}"/>
                </a:ext>
              </a:extLst>
            </p:cNvPr>
            <p:cNvSpPr/>
            <p:nvPr/>
          </p:nvSpPr>
          <p:spPr>
            <a:xfrm>
              <a:off x="30349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2" name="Freeform: Shape 571">
              <a:extLst>
                <a:ext uri="{FF2B5EF4-FFF2-40B4-BE49-F238E27FC236}">
                  <a16:creationId xmlns:a16="http://schemas.microsoft.com/office/drawing/2014/main" id="{16684594-70FB-8855-1391-C2C51070E429}"/>
                </a:ext>
              </a:extLst>
            </p:cNvPr>
            <p:cNvSpPr/>
            <p:nvPr/>
          </p:nvSpPr>
          <p:spPr>
            <a:xfrm>
              <a:off x="272096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3" name="Freeform: Shape 572">
              <a:extLst>
                <a:ext uri="{FF2B5EF4-FFF2-40B4-BE49-F238E27FC236}">
                  <a16:creationId xmlns:a16="http://schemas.microsoft.com/office/drawing/2014/main" id="{73CD1E07-3961-61D6-169D-BE6D5343FD8C}"/>
                </a:ext>
              </a:extLst>
            </p:cNvPr>
            <p:cNvSpPr/>
            <p:nvPr/>
          </p:nvSpPr>
          <p:spPr>
            <a:xfrm>
              <a:off x="2616309"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80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1" y="52326"/>
                    <a:pt x="26163" y="52326"/>
                  </a:cubicBez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74" name="Freeform: Shape 573">
              <a:extLst>
                <a:ext uri="{FF2B5EF4-FFF2-40B4-BE49-F238E27FC236}">
                  <a16:creationId xmlns:a16="http://schemas.microsoft.com/office/drawing/2014/main" id="{61E72EF0-D0E2-9D25-867B-3044913005B7}"/>
                </a:ext>
              </a:extLst>
            </p:cNvPr>
            <p:cNvSpPr/>
            <p:nvPr/>
          </p:nvSpPr>
          <p:spPr>
            <a:xfrm>
              <a:off x="18837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5" name="Freeform: Shape 574">
              <a:extLst>
                <a:ext uri="{FF2B5EF4-FFF2-40B4-BE49-F238E27FC236}">
                  <a16:creationId xmlns:a16="http://schemas.microsoft.com/office/drawing/2014/main" id="{FE634B12-3754-3808-A948-0D941E90F199}"/>
                </a:ext>
              </a:extLst>
            </p:cNvPr>
            <p:cNvSpPr/>
            <p:nvPr/>
          </p:nvSpPr>
          <p:spPr>
            <a:xfrm>
              <a:off x="125582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6" name="Freeform: Shape 575">
              <a:extLst>
                <a:ext uri="{FF2B5EF4-FFF2-40B4-BE49-F238E27FC236}">
                  <a16:creationId xmlns:a16="http://schemas.microsoft.com/office/drawing/2014/main" id="{D74238E7-0103-20C2-DA7E-9E6891FFD1DB}"/>
                </a:ext>
              </a:extLst>
            </p:cNvPr>
            <p:cNvSpPr/>
            <p:nvPr/>
          </p:nvSpPr>
          <p:spPr>
            <a:xfrm>
              <a:off x="125582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7" name="Freeform: Shape 576">
              <a:extLst>
                <a:ext uri="{FF2B5EF4-FFF2-40B4-BE49-F238E27FC236}">
                  <a16:creationId xmlns:a16="http://schemas.microsoft.com/office/drawing/2014/main" id="{978A5699-EBA1-9E64-AAA3-E7102D3248E0}"/>
                </a:ext>
              </a:extLst>
            </p:cNvPr>
            <p:cNvSpPr/>
            <p:nvPr/>
          </p:nvSpPr>
          <p:spPr>
            <a:xfrm>
              <a:off x="62791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8" name="Freeform: Shape 577">
              <a:extLst>
                <a:ext uri="{FF2B5EF4-FFF2-40B4-BE49-F238E27FC236}">
                  <a16:creationId xmlns:a16="http://schemas.microsoft.com/office/drawing/2014/main" id="{6FB93E52-A29E-F87C-E077-50543EDE7B5B}"/>
                </a:ext>
              </a:extLst>
            </p:cNvPr>
            <p:cNvSpPr/>
            <p:nvPr/>
          </p:nvSpPr>
          <p:spPr>
            <a:xfrm>
              <a:off x="62791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79" name="Freeform: Shape 578">
              <a:extLst>
                <a:ext uri="{FF2B5EF4-FFF2-40B4-BE49-F238E27FC236}">
                  <a16:creationId xmlns:a16="http://schemas.microsoft.com/office/drawing/2014/main" id="{6D2CAE88-C4FD-966B-B5D1-BE336A4A8127}"/>
                </a:ext>
              </a:extLst>
            </p:cNvPr>
            <p:cNvSpPr/>
            <p:nvPr/>
          </p:nvSpPr>
          <p:spPr>
            <a:xfrm>
              <a:off x="4709356" y="3350510"/>
              <a:ext cx="52674" cy="52326"/>
            </a:xfrm>
            <a:custGeom>
              <a:avLst/>
              <a:gdLst>
                <a:gd name="connsiteX0" fmla="*/ 3140 w 52674"/>
                <a:gd name="connsiteY0" fmla="*/ 38721 h 52326"/>
                <a:gd name="connsiteX1" fmla="*/ 4535 w 52674"/>
                <a:gd name="connsiteY1" fmla="*/ 40814 h 52326"/>
                <a:gd name="connsiteX2" fmla="*/ 23721 w 52674"/>
                <a:gd name="connsiteY2" fmla="*/ 52326 h 52326"/>
                <a:gd name="connsiteX3" fmla="*/ 26512 w 52674"/>
                <a:gd name="connsiteY3" fmla="*/ 52326 h 52326"/>
                <a:gd name="connsiteX4" fmla="*/ 26512 w 52674"/>
                <a:gd name="connsiteY4" fmla="*/ 52326 h 52326"/>
                <a:gd name="connsiteX5" fmla="*/ 48140 w 52674"/>
                <a:gd name="connsiteY5" fmla="*/ 40814 h 52326"/>
                <a:gd name="connsiteX6" fmla="*/ 49535 w 52674"/>
                <a:gd name="connsiteY6" fmla="*/ 38721 h 52326"/>
                <a:gd name="connsiteX7" fmla="*/ 52675 w 52674"/>
                <a:gd name="connsiteY7" fmla="*/ 28954 h 52326"/>
                <a:gd name="connsiteX8" fmla="*/ 52675 w 52674"/>
                <a:gd name="connsiteY8" fmla="*/ 26163 h 52326"/>
                <a:gd name="connsiteX9" fmla="*/ 52675 w 52674"/>
                <a:gd name="connsiteY9" fmla="*/ 23372 h 52326"/>
                <a:gd name="connsiteX10" fmla="*/ 49535 w 52674"/>
                <a:gd name="connsiteY10" fmla="*/ 13605 h 52326"/>
                <a:gd name="connsiteX11" fmla="*/ 48140 w 52674"/>
                <a:gd name="connsiteY11" fmla="*/ 11512 h 52326"/>
                <a:gd name="connsiteX12" fmla="*/ 26512 w 52674"/>
                <a:gd name="connsiteY12" fmla="*/ 0 h 52326"/>
                <a:gd name="connsiteX13" fmla="*/ 26512 w 52674"/>
                <a:gd name="connsiteY13" fmla="*/ 0 h 52326"/>
                <a:gd name="connsiteX14" fmla="*/ 23721 w 52674"/>
                <a:gd name="connsiteY14" fmla="*/ 0 h 52326"/>
                <a:gd name="connsiteX15" fmla="*/ 4535 w 52674"/>
                <a:gd name="connsiteY15" fmla="*/ 11512 h 52326"/>
                <a:gd name="connsiteX16" fmla="*/ 3140 w 52674"/>
                <a:gd name="connsiteY16" fmla="*/ 13605 h 52326"/>
                <a:gd name="connsiteX17" fmla="*/ 0 w 52674"/>
                <a:gd name="connsiteY17" fmla="*/ 23372 h 52326"/>
                <a:gd name="connsiteX18" fmla="*/ 0 w 52674"/>
                <a:gd name="connsiteY18" fmla="*/ 26163 h 52326"/>
                <a:gd name="connsiteX19" fmla="*/ 0 w 52674"/>
                <a:gd name="connsiteY19" fmla="*/ 28954 h 52326"/>
                <a:gd name="connsiteX20" fmla="*/ 3140 w 52674"/>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4" h="52326">
                  <a:moveTo>
                    <a:pt x="3140" y="38721"/>
                  </a:moveTo>
                  <a:cubicBezTo>
                    <a:pt x="3488" y="39419"/>
                    <a:pt x="3837"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40" y="13605"/>
                  </a:cubicBezTo>
                  <a:cubicBezTo>
                    <a:pt x="1395" y="16744"/>
                    <a:pt x="349" y="19884"/>
                    <a:pt x="0" y="23372"/>
                  </a:cubicBezTo>
                  <a:cubicBezTo>
                    <a:pt x="0" y="24419"/>
                    <a:pt x="0" y="25117"/>
                    <a:pt x="0" y="26163"/>
                  </a:cubicBezTo>
                  <a:cubicBezTo>
                    <a:pt x="0" y="27210"/>
                    <a:pt x="0" y="27907"/>
                    <a:pt x="0" y="28954"/>
                  </a:cubicBezTo>
                  <a:cubicBezTo>
                    <a:pt x="349" y="32442"/>
                    <a:pt x="1395" y="35582"/>
                    <a:pt x="3140" y="38721"/>
                  </a:cubicBezTo>
                  <a:close/>
                </a:path>
              </a:pathLst>
            </a:custGeom>
            <a:grpFill/>
            <a:ln w="3488" cap="flat">
              <a:noFill/>
              <a:prstDash val="solid"/>
              <a:miter/>
            </a:ln>
          </p:spPr>
          <p:txBody>
            <a:bodyPr rtlCol="0" anchor="ctr"/>
            <a:lstStyle/>
            <a:p>
              <a:endParaRPr lang="en-ID"/>
            </a:p>
          </p:txBody>
        </p:sp>
        <p:sp>
          <p:nvSpPr>
            <p:cNvPr id="580" name="Freeform: Shape 579">
              <a:extLst>
                <a:ext uri="{FF2B5EF4-FFF2-40B4-BE49-F238E27FC236}">
                  <a16:creationId xmlns:a16="http://schemas.microsoft.com/office/drawing/2014/main" id="{42D72F30-EE3E-AC54-8200-A03381504201}"/>
                </a:ext>
              </a:extLst>
            </p:cNvPr>
            <p:cNvSpPr/>
            <p:nvPr/>
          </p:nvSpPr>
          <p:spPr>
            <a:xfrm>
              <a:off x="596518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1" name="Freeform: Shape 580">
              <a:extLst>
                <a:ext uri="{FF2B5EF4-FFF2-40B4-BE49-F238E27FC236}">
                  <a16:creationId xmlns:a16="http://schemas.microsoft.com/office/drawing/2014/main" id="{8CBF3576-E4E1-DA1E-2264-514BEC33BE53}"/>
                </a:ext>
              </a:extLst>
            </p:cNvPr>
            <p:cNvSpPr/>
            <p:nvPr/>
          </p:nvSpPr>
          <p:spPr>
            <a:xfrm>
              <a:off x="554657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2" name="Freeform: Shape 581">
              <a:extLst>
                <a:ext uri="{FF2B5EF4-FFF2-40B4-BE49-F238E27FC236}">
                  <a16:creationId xmlns:a16="http://schemas.microsoft.com/office/drawing/2014/main" id="{5AF83560-D834-8243-12D2-74D34EAE374E}"/>
                </a:ext>
              </a:extLst>
            </p:cNvPr>
            <p:cNvSpPr/>
            <p:nvPr/>
          </p:nvSpPr>
          <p:spPr>
            <a:xfrm>
              <a:off x="502331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3" name="Freeform: Shape 582">
              <a:extLst>
                <a:ext uri="{FF2B5EF4-FFF2-40B4-BE49-F238E27FC236}">
                  <a16:creationId xmlns:a16="http://schemas.microsoft.com/office/drawing/2014/main" id="{9F092DCA-2788-E8B5-22DD-63F149ED8710}"/>
                </a:ext>
              </a:extLst>
            </p:cNvPr>
            <p:cNvSpPr/>
            <p:nvPr/>
          </p:nvSpPr>
          <p:spPr>
            <a:xfrm>
              <a:off x="397678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4" name="Freeform: Shape 583">
              <a:extLst>
                <a:ext uri="{FF2B5EF4-FFF2-40B4-BE49-F238E27FC236}">
                  <a16:creationId xmlns:a16="http://schemas.microsoft.com/office/drawing/2014/main" id="{48A33E98-ACCE-D3D3-9D1D-0EBAE48CAE57}"/>
                </a:ext>
              </a:extLst>
            </p:cNvPr>
            <p:cNvSpPr/>
            <p:nvPr/>
          </p:nvSpPr>
          <p:spPr>
            <a:xfrm>
              <a:off x="40814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5" name="Freeform: Shape 584">
              <a:extLst>
                <a:ext uri="{FF2B5EF4-FFF2-40B4-BE49-F238E27FC236}">
                  <a16:creationId xmlns:a16="http://schemas.microsoft.com/office/drawing/2014/main" id="{25F1C102-330E-2D9A-82CC-B8AED305F657}"/>
                </a:ext>
              </a:extLst>
            </p:cNvPr>
            <p:cNvSpPr/>
            <p:nvPr/>
          </p:nvSpPr>
          <p:spPr>
            <a:xfrm>
              <a:off x="355818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86" name="Freeform: Shape 585">
              <a:extLst>
                <a:ext uri="{FF2B5EF4-FFF2-40B4-BE49-F238E27FC236}">
                  <a16:creationId xmlns:a16="http://schemas.microsoft.com/office/drawing/2014/main" id="{AD8A8367-E590-481E-B0D7-1ADE43100F2A}"/>
                </a:ext>
              </a:extLst>
            </p:cNvPr>
            <p:cNvSpPr/>
            <p:nvPr/>
          </p:nvSpPr>
          <p:spPr>
            <a:xfrm>
              <a:off x="334887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87" name="Freeform: Shape 586">
              <a:extLst>
                <a:ext uri="{FF2B5EF4-FFF2-40B4-BE49-F238E27FC236}">
                  <a16:creationId xmlns:a16="http://schemas.microsoft.com/office/drawing/2014/main" id="{ED5BF7F2-3E24-2B24-0A9E-8AFF20035896}"/>
                </a:ext>
              </a:extLst>
            </p:cNvPr>
            <p:cNvSpPr/>
            <p:nvPr/>
          </p:nvSpPr>
          <p:spPr>
            <a:xfrm>
              <a:off x="230235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88" name="Freeform: Shape 587">
              <a:extLst>
                <a:ext uri="{FF2B5EF4-FFF2-40B4-BE49-F238E27FC236}">
                  <a16:creationId xmlns:a16="http://schemas.microsoft.com/office/drawing/2014/main" id="{9E1B3896-A2CD-14EA-7572-C1988CBFA04F}"/>
                </a:ext>
              </a:extLst>
            </p:cNvPr>
            <p:cNvSpPr/>
            <p:nvPr/>
          </p:nvSpPr>
          <p:spPr>
            <a:xfrm>
              <a:off x="209304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89" name="Freeform: Shape 588">
              <a:extLst>
                <a:ext uri="{FF2B5EF4-FFF2-40B4-BE49-F238E27FC236}">
                  <a16:creationId xmlns:a16="http://schemas.microsoft.com/office/drawing/2014/main" id="{EAF12A1E-E764-562D-29BA-C75AFDA26FCF}"/>
                </a:ext>
              </a:extLst>
            </p:cNvPr>
            <p:cNvSpPr/>
            <p:nvPr/>
          </p:nvSpPr>
          <p:spPr>
            <a:xfrm>
              <a:off x="41860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0" name="Freeform: Shape 589">
              <a:extLst>
                <a:ext uri="{FF2B5EF4-FFF2-40B4-BE49-F238E27FC236}">
                  <a16:creationId xmlns:a16="http://schemas.microsoft.com/office/drawing/2014/main" id="{6DE9EE62-0BDB-1105-7F9B-B8CA1277D508}"/>
                </a:ext>
              </a:extLst>
            </p:cNvPr>
            <p:cNvSpPr/>
            <p:nvPr/>
          </p:nvSpPr>
          <p:spPr>
            <a:xfrm>
              <a:off x="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1" name="Freeform: Shape 590">
              <a:extLst>
                <a:ext uri="{FF2B5EF4-FFF2-40B4-BE49-F238E27FC236}">
                  <a16:creationId xmlns:a16="http://schemas.microsoft.com/office/drawing/2014/main" id="{4631CB89-7A76-2AFA-B162-CA22E40AEE16}"/>
                </a:ext>
              </a:extLst>
            </p:cNvPr>
            <p:cNvSpPr/>
            <p:nvPr/>
          </p:nvSpPr>
          <p:spPr>
            <a:xfrm>
              <a:off x="4709356" y="261794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92" name="Freeform: Shape 591">
              <a:extLst>
                <a:ext uri="{FF2B5EF4-FFF2-40B4-BE49-F238E27FC236}">
                  <a16:creationId xmlns:a16="http://schemas.microsoft.com/office/drawing/2014/main" id="{4E418E3F-198D-07A6-F010-A2D8080D6F50}"/>
                </a:ext>
              </a:extLst>
            </p:cNvPr>
            <p:cNvSpPr/>
            <p:nvPr/>
          </p:nvSpPr>
          <p:spPr>
            <a:xfrm>
              <a:off x="4290746" y="4606338"/>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51629 w 52326"/>
                <a:gd name="connsiteY4" fmla="*/ 20930 h 52326"/>
                <a:gd name="connsiteX5" fmla="*/ 26163 w 52326"/>
                <a:gd name="connsiteY5" fmla="*/ 0 h 52326"/>
                <a:gd name="connsiteX6" fmla="*/ 0 w 52326"/>
                <a:gd name="connsiteY6" fmla="*/ 26163 h 52326"/>
                <a:gd name="connsiteX7" fmla="*/ 0 w 52326"/>
                <a:gd name="connsiteY7" fmla="*/ 26163 h 52326"/>
                <a:gd name="connsiteX8" fmla="*/ 1047 w 52326"/>
                <a:gd name="connsiteY8" fmla="*/ 33838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721"/>
                    <a:pt x="3140" y="38373"/>
                  </a:cubicBezTo>
                  <a:cubicBezTo>
                    <a:pt x="7674" y="46745"/>
                    <a:pt x="16395" y="52326"/>
                    <a:pt x="26163" y="52326"/>
                  </a:cubicBez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28954"/>
                    <a:pt x="349" y="31396"/>
                    <a:pt x="1047" y="33838"/>
                  </a:cubicBezTo>
                  <a:cubicBezTo>
                    <a:pt x="1744" y="35582"/>
                    <a:pt x="2442" y="36977"/>
                    <a:pt x="3140" y="38373"/>
                  </a:cubicBezTo>
                  <a:close/>
                </a:path>
              </a:pathLst>
            </a:custGeom>
            <a:grpFill/>
            <a:ln w="3488" cap="flat">
              <a:noFill/>
              <a:prstDash val="solid"/>
              <a:miter/>
            </a:ln>
          </p:spPr>
          <p:txBody>
            <a:bodyPr rtlCol="0" anchor="ctr"/>
            <a:lstStyle/>
            <a:p>
              <a:endParaRPr lang="en-ID"/>
            </a:p>
          </p:txBody>
        </p:sp>
        <p:sp>
          <p:nvSpPr>
            <p:cNvPr id="593" name="Freeform: Shape 592">
              <a:extLst>
                <a:ext uri="{FF2B5EF4-FFF2-40B4-BE49-F238E27FC236}">
                  <a16:creationId xmlns:a16="http://schemas.microsoft.com/office/drawing/2014/main" id="{283AC37A-4AB2-5DB0-D8ED-A4755B3DBFD1}"/>
                </a:ext>
              </a:extLst>
            </p:cNvPr>
            <p:cNvSpPr/>
            <p:nvPr/>
          </p:nvSpPr>
          <p:spPr>
            <a:xfrm>
              <a:off x="4081442" y="4397034"/>
              <a:ext cx="52326" cy="52326"/>
            </a:xfrm>
            <a:custGeom>
              <a:avLst/>
              <a:gdLst>
                <a:gd name="connsiteX0" fmla="*/ 36977 w 52326"/>
                <a:gd name="connsiteY0" fmla="*/ 2442 h 52326"/>
                <a:gd name="connsiteX1" fmla="*/ 29303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7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7" y="2442"/>
                  </a:moveTo>
                  <a:cubicBezTo>
                    <a:pt x="34535" y="1395"/>
                    <a:pt x="31744" y="698"/>
                    <a:pt x="29303" y="349"/>
                  </a:cubicBezTo>
                  <a:cubicBezTo>
                    <a:pt x="28256" y="349"/>
                    <a:pt x="27210" y="0"/>
                    <a:pt x="26163" y="0"/>
                  </a:cubicBez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5698"/>
                    <a:pt x="46047" y="6628"/>
                    <a:pt x="36977" y="2442"/>
                  </a:cubicBezTo>
                  <a:close/>
                </a:path>
              </a:pathLst>
            </a:custGeom>
            <a:grpFill/>
            <a:ln w="3488" cap="flat">
              <a:noFill/>
              <a:prstDash val="solid"/>
              <a:miter/>
            </a:ln>
          </p:spPr>
          <p:txBody>
            <a:bodyPr rtlCol="0" anchor="ctr"/>
            <a:lstStyle/>
            <a:p>
              <a:endParaRPr lang="en-ID"/>
            </a:p>
          </p:txBody>
        </p:sp>
        <p:sp>
          <p:nvSpPr>
            <p:cNvPr id="594" name="Freeform: Shape 593">
              <a:extLst>
                <a:ext uri="{FF2B5EF4-FFF2-40B4-BE49-F238E27FC236}">
                  <a16:creationId xmlns:a16="http://schemas.microsoft.com/office/drawing/2014/main" id="{DEF05A42-6E6E-9BA0-EC38-54D3FDBA415A}"/>
                </a:ext>
              </a:extLst>
            </p:cNvPr>
            <p:cNvSpPr/>
            <p:nvPr/>
          </p:nvSpPr>
          <p:spPr>
            <a:xfrm>
              <a:off x="533727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95" name="Freeform: Shape 594">
              <a:extLst>
                <a:ext uri="{FF2B5EF4-FFF2-40B4-BE49-F238E27FC236}">
                  <a16:creationId xmlns:a16="http://schemas.microsoft.com/office/drawing/2014/main" id="{A70DB125-D134-5F80-2C91-B88D0E8B1709}"/>
                </a:ext>
              </a:extLst>
            </p:cNvPr>
            <p:cNvSpPr/>
            <p:nvPr/>
          </p:nvSpPr>
          <p:spPr>
            <a:xfrm>
              <a:off x="5546575"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6" name="Freeform: Shape 595">
              <a:extLst>
                <a:ext uri="{FF2B5EF4-FFF2-40B4-BE49-F238E27FC236}">
                  <a16:creationId xmlns:a16="http://schemas.microsoft.com/office/drawing/2014/main" id="{36A50807-35CF-BC3B-04DF-19FB2734830D}"/>
                </a:ext>
              </a:extLst>
            </p:cNvPr>
            <p:cNvSpPr/>
            <p:nvPr/>
          </p:nvSpPr>
          <p:spPr>
            <a:xfrm>
              <a:off x="37674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97" name="Freeform: Shape 596">
              <a:extLst>
                <a:ext uri="{FF2B5EF4-FFF2-40B4-BE49-F238E27FC236}">
                  <a16:creationId xmlns:a16="http://schemas.microsoft.com/office/drawing/2014/main" id="{E29338F0-853C-8551-1804-271FB6C94CFE}"/>
                </a:ext>
              </a:extLst>
            </p:cNvPr>
            <p:cNvSpPr/>
            <p:nvPr/>
          </p:nvSpPr>
          <p:spPr>
            <a:xfrm>
              <a:off x="544192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98" name="Freeform: Shape 597">
              <a:extLst>
                <a:ext uri="{FF2B5EF4-FFF2-40B4-BE49-F238E27FC236}">
                  <a16:creationId xmlns:a16="http://schemas.microsoft.com/office/drawing/2014/main" id="{E438ED2B-7998-26A7-EB15-87053B688F79}"/>
                </a:ext>
              </a:extLst>
            </p:cNvPr>
            <p:cNvSpPr/>
            <p:nvPr/>
          </p:nvSpPr>
          <p:spPr>
            <a:xfrm>
              <a:off x="5127965" y="3141206"/>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1628 w 52326"/>
                <a:gd name="connsiteY8" fmla="*/ 349 h 52326"/>
                <a:gd name="connsiteX9" fmla="*/ 20930 w 52326"/>
                <a:gd name="connsiteY9" fmla="*/ 349 h 52326"/>
                <a:gd name="connsiteX10" fmla="*/ 0 w 52326"/>
                <a:gd name="connsiteY10" fmla="*/ 25814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lnTo>
                    <a:pt x="26163" y="52326"/>
                  </a:lnTo>
                  <a:cubicBezTo>
                    <a:pt x="40465" y="52326"/>
                    <a:pt x="52326" y="40465"/>
                    <a:pt x="52326" y="26163"/>
                  </a:cubicBezTo>
                  <a:lnTo>
                    <a:pt x="52326" y="26163"/>
                  </a:lnTo>
                  <a:cubicBezTo>
                    <a:pt x="52326" y="11861"/>
                    <a:pt x="40465" y="0"/>
                    <a:pt x="26163" y="0"/>
                  </a:cubicBezTo>
                  <a:lnTo>
                    <a:pt x="26163" y="0"/>
                  </a:lnTo>
                  <a:lnTo>
                    <a:pt x="26163" y="0"/>
                  </a:lnTo>
                  <a:cubicBezTo>
                    <a:pt x="24419" y="0"/>
                    <a:pt x="23023" y="0"/>
                    <a:pt x="21628" y="349"/>
                  </a:cubicBezTo>
                  <a:cubicBezTo>
                    <a:pt x="21279" y="349"/>
                    <a:pt x="21279" y="349"/>
                    <a:pt x="20930" y="349"/>
                  </a:cubicBezTo>
                  <a:cubicBezTo>
                    <a:pt x="9070" y="2791"/>
                    <a:pt x="0" y="13256"/>
                    <a:pt x="0" y="25814"/>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99" name="Freeform: Shape 598">
              <a:extLst>
                <a:ext uri="{FF2B5EF4-FFF2-40B4-BE49-F238E27FC236}">
                  <a16:creationId xmlns:a16="http://schemas.microsoft.com/office/drawing/2014/main" id="{BE05F9B2-C4E8-7416-1B40-40145FAF370F}"/>
                </a:ext>
              </a:extLst>
            </p:cNvPr>
            <p:cNvSpPr/>
            <p:nvPr/>
          </p:nvSpPr>
          <p:spPr>
            <a:xfrm>
              <a:off x="408144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0" name="Freeform: Shape 599">
              <a:extLst>
                <a:ext uri="{FF2B5EF4-FFF2-40B4-BE49-F238E27FC236}">
                  <a16:creationId xmlns:a16="http://schemas.microsoft.com/office/drawing/2014/main" id="{0243E58D-1B76-4E7A-69EC-6F483648ABE4}"/>
                </a:ext>
              </a:extLst>
            </p:cNvPr>
            <p:cNvSpPr/>
            <p:nvPr/>
          </p:nvSpPr>
          <p:spPr>
            <a:xfrm>
              <a:off x="387213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01" name="Freeform: Shape 600">
              <a:extLst>
                <a:ext uri="{FF2B5EF4-FFF2-40B4-BE49-F238E27FC236}">
                  <a16:creationId xmlns:a16="http://schemas.microsoft.com/office/drawing/2014/main" id="{D398AB07-2861-A195-BD23-18DA597DEB4F}"/>
                </a:ext>
              </a:extLst>
            </p:cNvPr>
            <p:cNvSpPr/>
            <p:nvPr/>
          </p:nvSpPr>
          <p:spPr>
            <a:xfrm>
              <a:off x="387213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02" name="Freeform: Shape 601">
              <a:extLst>
                <a:ext uri="{FF2B5EF4-FFF2-40B4-BE49-F238E27FC236}">
                  <a16:creationId xmlns:a16="http://schemas.microsoft.com/office/drawing/2014/main" id="{F55A9B59-1EC1-6CC8-C986-EE3AFE0F0615}"/>
                </a:ext>
              </a:extLst>
            </p:cNvPr>
            <p:cNvSpPr/>
            <p:nvPr/>
          </p:nvSpPr>
          <p:spPr>
            <a:xfrm>
              <a:off x="293026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03" name="Freeform: Shape 602">
              <a:extLst>
                <a:ext uri="{FF2B5EF4-FFF2-40B4-BE49-F238E27FC236}">
                  <a16:creationId xmlns:a16="http://schemas.microsoft.com/office/drawing/2014/main" id="{D90A4D8B-51EC-306D-83D8-400FBAFA4C36}"/>
                </a:ext>
              </a:extLst>
            </p:cNvPr>
            <p:cNvSpPr/>
            <p:nvPr/>
          </p:nvSpPr>
          <p:spPr>
            <a:xfrm>
              <a:off x="28256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4" name="Freeform: Shape 603">
              <a:extLst>
                <a:ext uri="{FF2B5EF4-FFF2-40B4-BE49-F238E27FC236}">
                  <a16:creationId xmlns:a16="http://schemas.microsoft.com/office/drawing/2014/main" id="{B201F621-8BBA-1D63-0238-D31A05211B2E}"/>
                </a:ext>
              </a:extLst>
            </p:cNvPr>
            <p:cNvSpPr/>
            <p:nvPr/>
          </p:nvSpPr>
          <p:spPr>
            <a:xfrm>
              <a:off x="251165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05" name="Freeform: Shape 604">
              <a:extLst>
                <a:ext uri="{FF2B5EF4-FFF2-40B4-BE49-F238E27FC236}">
                  <a16:creationId xmlns:a16="http://schemas.microsoft.com/office/drawing/2014/main" id="{4D1F5216-345A-3026-CED5-4CB80C98E84D}"/>
                </a:ext>
              </a:extLst>
            </p:cNvPr>
            <p:cNvSpPr/>
            <p:nvPr/>
          </p:nvSpPr>
          <p:spPr>
            <a:xfrm>
              <a:off x="25116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6" name="Freeform: Shape 605">
              <a:extLst>
                <a:ext uri="{FF2B5EF4-FFF2-40B4-BE49-F238E27FC236}">
                  <a16:creationId xmlns:a16="http://schemas.microsoft.com/office/drawing/2014/main" id="{99D862AA-3567-A9DD-5D72-600357BAE4E0}"/>
                </a:ext>
              </a:extLst>
            </p:cNvPr>
            <p:cNvSpPr/>
            <p:nvPr/>
          </p:nvSpPr>
          <p:spPr>
            <a:xfrm>
              <a:off x="240700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07" name="Freeform: Shape 606">
              <a:extLst>
                <a:ext uri="{FF2B5EF4-FFF2-40B4-BE49-F238E27FC236}">
                  <a16:creationId xmlns:a16="http://schemas.microsoft.com/office/drawing/2014/main" id="{DE7F3050-B8C7-256F-0505-0019B843BAAF}"/>
                </a:ext>
              </a:extLst>
            </p:cNvPr>
            <p:cNvSpPr/>
            <p:nvPr/>
          </p:nvSpPr>
          <p:spPr>
            <a:xfrm>
              <a:off x="167443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8" name="Freeform: Shape 607">
              <a:extLst>
                <a:ext uri="{FF2B5EF4-FFF2-40B4-BE49-F238E27FC236}">
                  <a16:creationId xmlns:a16="http://schemas.microsoft.com/office/drawing/2014/main" id="{C71D737D-64FD-A1F4-F4F6-F2FCD1740708}"/>
                </a:ext>
              </a:extLst>
            </p:cNvPr>
            <p:cNvSpPr/>
            <p:nvPr/>
          </p:nvSpPr>
          <p:spPr>
            <a:xfrm>
              <a:off x="125582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9" name="Freeform: Shape 608">
              <a:extLst>
                <a:ext uri="{FF2B5EF4-FFF2-40B4-BE49-F238E27FC236}">
                  <a16:creationId xmlns:a16="http://schemas.microsoft.com/office/drawing/2014/main" id="{C106AA03-F112-1B55-19BE-0D0A552279E6}"/>
                </a:ext>
              </a:extLst>
            </p:cNvPr>
            <p:cNvSpPr/>
            <p:nvPr/>
          </p:nvSpPr>
          <p:spPr>
            <a:xfrm>
              <a:off x="627914"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0" name="Freeform: Shape 609">
              <a:extLst>
                <a:ext uri="{FF2B5EF4-FFF2-40B4-BE49-F238E27FC236}">
                  <a16:creationId xmlns:a16="http://schemas.microsoft.com/office/drawing/2014/main" id="{9FBF8B0C-1973-86A7-1894-E6D4DFD8CEB7}"/>
                </a:ext>
              </a:extLst>
            </p:cNvPr>
            <p:cNvSpPr/>
            <p:nvPr/>
          </p:nvSpPr>
          <p:spPr>
            <a:xfrm>
              <a:off x="57558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11" name="Freeform: Shape 610">
              <a:extLst>
                <a:ext uri="{FF2B5EF4-FFF2-40B4-BE49-F238E27FC236}">
                  <a16:creationId xmlns:a16="http://schemas.microsoft.com/office/drawing/2014/main" id="{A70CD492-C6AE-EF72-0B51-BDDEC229F34C}"/>
                </a:ext>
              </a:extLst>
            </p:cNvPr>
            <p:cNvSpPr/>
            <p:nvPr/>
          </p:nvSpPr>
          <p:spPr>
            <a:xfrm>
              <a:off x="4709356" y="3873772"/>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1861 w 52326"/>
                <a:gd name="connsiteY4" fmla="*/ 47094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5"/>
                  </a:cubicBezTo>
                  <a:cubicBezTo>
                    <a:pt x="2791" y="12558"/>
                    <a:pt x="0" y="18838"/>
                    <a:pt x="0" y="26163"/>
                  </a:cubicBezTo>
                  <a:cubicBezTo>
                    <a:pt x="0" y="40465"/>
                    <a:pt x="11861" y="52326"/>
                    <a:pt x="26163" y="52326"/>
                  </a:cubicBezTo>
                  <a:cubicBezTo>
                    <a:pt x="32093" y="52326"/>
                    <a:pt x="37326" y="50233"/>
                    <a:pt x="41861" y="47094"/>
                  </a:cubicBezTo>
                  <a:cubicBezTo>
                    <a:pt x="48140" y="42210"/>
                    <a:pt x="52326" y="3488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12" name="Freeform: Shape 611">
              <a:extLst>
                <a:ext uri="{FF2B5EF4-FFF2-40B4-BE49-F238E27FC236}">
                  <a16:creationId xmlns:a16="http://schemas.microsoft.com/office/drawing/2014/main" id="{D39BCE7F-E557-68EB-D4BD-4732E256BFA1}"/>
                </a:ext>
              </a:extLst>
            </p:cNvPr>
            <p:cNvSpPr/>
            <p:nvPr/>
          </p:nvSpPr>
          <p:spPr>
            <a:xfrm>
              <a:off x="2093047" y="5024948"/>
              <a:ext cx="51987" cy="52326"/>
            </a:xfrm>
            <a:custGeom>
              <a:avLst/>
              <a:gdLst>
                <a:gd name="connsiteX0" fmla="*/ 31396 w 51987"/>
                <a:gd name="connsiteY0" fmla="*/ 698 h 52326"/>
                <a:gd name="connsiteX1" fmla="*/ 26163 w 51987"/>
                <a:gd name="connsiteY1" fmla="*/ 0 h 52326"/>
                <a:gd name="connsiteX2" fmla="*/ 26163 w 51987"/>
                <a:gd name="connsiteY2" fmla="*/ 0 h 52326"/>
                <a:gd name="connsiteX3" fmla="*/ 26163 w 51987"/>
                <a:gd name="connsiteY3" fmla="*/ 0 h 52326"/>
                <a:gd name="connsiteX4" fmla="*/ 0 w 51987"/>
                <a:gd name="connsiteY4" fmla="*/ 26163 h 52326"/>
                <a:gd name="connsiteX5" fmla="*/ 13605 w 51987"/>
                <a:gd name="connsiteY5" fmla="*/ 49187 h 52326"/>
                <a:gd name="connsiteX6" fmla="*/ 13954 w 51987"/>
                <a:gd name="connsiteY6" fmla="*/ 49535 h 52326"/>
                <a:gd name="connsiteX7" fmla="*/ 15698 w 51987"/>
                <a:gd name="connsiteY7" fmla="*/ 50233 h 52326"/>
                <a:gd name="connsiteX8" fmla="*/ 25814 w 51987"/>
                <a:gd name="connsiteY8" fmla="*/ 52326 h 52326"/>
                <a:gd name="connsiteX9" fmla="*/ 31047 w 51987"/>
                <a:gd name="connsiteY9" fmla="*/ 51629 h 52326"/>
                <a:gd name="connsiteX10" fmla="*/ 38024 w 51987"/>
                <a:gd name="connsiteY10" fmla="*/ 49187 h 52326"/>
                <a:gd name="connsiteX11" fmla="*/ 38373 w 51987"/>
                <a:gd name="connsiteY11" fmla="*/ 49187 h 52326"/>
                <a:gd name="connsiteX12" fmla="*/ 51977 w 51987"/>
                <a:gd name="connsiteY12" fmla="*/ 26163 h 52326"/>
                <a:gd name="connsiteX13" fmla="*/ 51977 w 51987"/>
                <a:gd name="connsiteY13" fmla="*/ 26163 h 52326"/>
                <a:gd name="connsiteX14" fmla="*/ 31396 w 51987"/>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7" h="52326">
                  <a:moveTo>
                    <a:pt x="31396" y="698"/>
                  </a:moveTo>
                  <a:cubicBezTo>
                    <a:pt x="29652" y="349"/>
                    <a:pt x="27907" y="0"/>
                    <a:pt x="26163" y="0"/>
                  </a:cubicBezTo>
                  <a:cubicBezTo>
                    <a:pt x="26163" y="0"/>
                    <a:pt x="26163" y="0"/>
                    <a:pt x="26163" y="0"/>
                  </a:cubicBezTo>
                  <a:cubicBezTo>
                    <a:pt x="26163" y="0"/>
                    <a:pt x="26163" y="0"/>
                    <a:pt x="26163" y="0"/>
                  </a:cubicBezTo>
                  <a:cubicBezTo>
                    <a:pt x="11861" y="0"/>
                    <a:pt x="0" y="11861"/>
                    <a:pt x="0" y="26163"/>
                  </a:cubicBezTo>
                  <a:cubicBezTo>
                    <a:pt x="0" y="35931"/>
                    <a:pt x="5581" y="44652"/>
                    <a:pt x="13605" y="49187"/>
                  </a:cubicBezTo>
                  <a:cubicBezTo>
                    <a:pt x="13605" y="49187"/>
                    <a:pt x="13954" y="49187"/>
                    <a:pt x="13954" y="49535"/>
                  </a:cubicBezTo>
                  <a:cubicBezTo>
                    <a:pt x="14651" y="49884"/>
                    <a:pt x="15000" y="50233"/>
                    <a:pt x="15698" y="50233"/>
                  </a:cubicBezTo>
                  <a:cubicBezTo>
                    <a:pt x="18838" y="51629"/>
                    <a:pt x="22326" y="52326"/>
                    <a:pt x="25814" y="52326"/>
                  </a:cubicBezTo>
                  <a:cubicBezTo>
                    <a:pt x="27559" y="52326"/>
                    <a:pt x="29303" y="51977"/>
                    <a:pt x="31047" y="51629"/>
                  </a:cubicBezTo>
                  <a:cubicBezTo>
                    <a:pt x="33489" y="51279"/>
                    <a:pt x="35931" y="50233"/>
                    <a:pt x="38024" y="49187"/>
                  </a:cubicBezTo>
                  <a:cubicBezTo>
                    <a:pt x="38024"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613" name="Freeform: Shape 612">
              <a:extLst>
                <a:ext uri="{FF2B5EF4-FFF2-40B4-BE49-F238E27FC236}">
                  <a16:creationId xmlns:a16="http://schemas.microsoft.com/office/drawing/2014/main" id="{0926E48A-EFD1-2D94-FF1C-3BA844CC6721}"/>
                </a:ext>
              </a:extLst>
            </p:cNvPr>
            <p:cNvSpPr/>
            <p:nvPr/>
          </p:nvSpPr>
          <p:spPr>
            <a:xfrm>
              <a:off x="35581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4" name="Freeform: Shape 613">
              <a:extLst>
                <a:ext uri="{FF2B5EF4-FFF2-40B4-BE49-F238E27FC236}">
                  <a16:creationId xmlns:a16="http://schemas.microsoft.com/office/drawing/2014/main" id="{5C5E1CCE-7EFF-590C-B592-133EB63E37E6}"/>
                </a:ext>
              </a:extLst>
            </p:cNvPr>
            <p:cNvSpPr/>
            <p:nvPr/>
          </p:nvSpPr>
          <p:spPr>
            <a:xfrm>
              <a:off x="376748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15" name="Freeform: Shape 614">
              <a:extLst>
                <a:ext uri="{FF2B5EF4-FFF2-40B4-BE49-F238E27FC236}">
                  <a16:creationId xmlns:a16="http://schemas.microsoft.com/office/drawing/2014/main" id="{C70C9CE5-1DFA-0C7D-B41F-46AC357A003A}"/>
                </a:ext>
              </a:extLst>
            </p:cNvPr>
            <p:cNvSpPr/>
            <p:nvPr/>
          </p:nvSpPr>
          <p:spPr>
            <a:xfrm>
              <a:off x="3348875"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6" name="Freeform: Shape 615">
              <a:extLst>
                <a:ext uri="{FF2B5EF4-FFF2-40B4-BE49-F238E27FC236}">
                  <a16:creationId xmlns:a16="http://schemas.microsoft.com/office/drawing/2014/main" id="{A920ECE4-F24C-9A37-F09D-C7F4AA6863FE}"/>
                </a:ext>
              </a:extLst>
            </p:cNvPr>
            <p:cNvSpPr/>
            <p:nvPr/>
          </p:nvSpPr>
          <p:spPr>
            <a:xfrm>
              <a:off x="324422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7" name="Freeform: Shape 616">
              <a:extLst>
                <a:ext uri="{FF2B5EF4-FFF2-40B4-BE49-F238E27FC236}">
                  <a16:creationId xmlns:a16="http://schemas.microsoft.com/office/drawing/2014/main" id="{34398425-D833-E547-7449-2B2453150BD9}"/>
                </a:ext>
              </a:extLst>
            </p:cNvPr>
            <p:cNvSpPr/>
            <p:nvPr/>
          </p:nvSpPr>
          <p:spPr>
            <a:xfrm>
              <a:off x="3034918"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18" name="Freeform: Shape 617">
              <a:extLst>
                <a:ext uri="{FF2B5EF4-FFF2-40B4-BE49-F238E27FC236}">
                  <a16:creationId xmlns:a16="http://schemas.microsoft.com/office/drawing/2014/main" id="{51110A81-FD33-24F6-214C-1CB6239E3283}"/>
                </a:ext>
              </a:extLst>
            </p:cNvPr>
            <p:cNvSpPr/>
            <p:nvPr/>
          </p:nvSpPr>
          <p:spPr>
            <a:xfrm>
              <a:off x="261630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9" name="Freeform: Shape 618">
              <a:extLst>
                <a:ext uri="{FF2B5EF4-FFF2-40B4-BE49-F238E27FC236}">
                  <a16:creationId xmlns:a16="http://schemas.microsoft.com/office/drawing/2014/main" id="{641CE961-8387-D5C3-C0EB-5CE71E495160}"/>
                </a:ext>
              </a:extLst>
            </p:cNvPr>
            <p:cNvSpPr/>
            <p:nvPr/>
          </p:nvSpPr>
          <p:spPr>
            <a:xfrm>
              <a:off x="2511307" y="3350510"/>
              <a:ext cx="52326" cy="52326"/>
            </a:xfrm>
            <a:custGeom>
              <a:avLst/>
              <a:gdLst>
                <a:gd name="connsiteX0" fmla="*/ 13256 w 52326"/>
                <a:gd name="connsiteY0" fmla="*/ 48838 h 52326"/>
                <a:gd name="connsiteX1" fmla="*/ 14651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1 w 52326"/>
                <a:gd name="connsiteY6" fmla="*/ 3140 h 52326"/>
                <a:gd name="connsiteX7" fmla="*/ 38373 w 52326"/>
                <a:gd name="connsiteY7" fmla="*/ 3140 h 52326"/>
                <a:gd name="connsiteX8" fmla="*/ 36279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2" y="49535"/>
                    <a:pt x="14651" y="49535"/>
                  </a:cubicBezTo>
                  <a:cubicBezTo>
                    <a:pt x="16744" y="50582"/>
                    <a:pt x="18837" y="51280"/>
                    <a:pt x="20930" y="51628"/>
                  </a:cubicBezTo>
                  <a:cubicBezTo>
                    <a:pt x="22675" y="51977"/>
                    <a:pt x="24419" y="52326"/>
                    <a:pt x="26163" y="52326"/>
                  </a:cubicBezTo>
                  <a:lnTo>
                    <a:pt x="26163" y="52326"/>
                  </a:lnTo>
                  <a:cubicBezTo>
                    <a:pt x="40465" y="52326"/>
                    <a:pt x="52326" y="40465"/>
                    <a:pt x="52326" y="26163"/>
                  </a:cubicBezTo>
                  <a:cubicBezTo>
                    <a:pt x="52326" y="16396"/>
                    <a:pt x="46745" y="7675"/>
                    <a:pt x="38721" y="3140"/>
                  </a:cubicBezTo>
                  <a:cubicBezTo>
                    <a:pt x="38721" y="3140"/>
                    <a:pt x="38373" y="3140"/>
                    <a:pt x="38373" y="3140"/>
                  </a:cubicBezTo>
                  <a:cubicBezTo>
                    <a:pt x="37675" y="2791"/>
                    <a:pt x="36977" y="2442"/>
                    <a:pt x="36279" y="2093"/>
                  </a:cubicBezTo>
                  <a:cubicBezTo>
                    <a:pt x="33140" y="698"/>
                    <a:pt x="29652" y="0"/>
                    <a:pt x="26163" y="0"/>
                  </a:cubicBezTo>
                  <a:cubicBezTo>
                    <a:pt x="11860" y="0"/>
                    <a:pt x="0" y="11861"/>
                    <a:pt x="0" y="26163"/>
                  </a:cubicBezTo>
                  <a:cubicBezTo>
                    <a:pt x="349" y="35931"/>
                    <a:pt x="5581" y="44303"/>
                    <a:pt x="13256" y="48838"/>
                  </a:cubicBezTo>
                  <a:close/>
                </a:path>
              </a:pathLst>
            </a:custGeom>
            <a:grpFill/>
            <a:ln w="3488" cap="flat">
              <a:noFill/>
              <a:prstDash val="solid"/>
              <a:miter/>
            </a:ln>
          </p:spPr>
          <p:txBody>
            <a:bodyPr rtlCol="0" anchor="ctr"/>
            <a:lstStyle/>
            <a:p>
              <a:endParaRPr lang="en-ID"/>
            </a:p>
          </p:txBody>
        </p:sp>
        <p:sp>
          <p:nvSpPr>
            <p:cNvPr id="620" name="Freeform: Shape 619">
              <a:extLst>
                <a:ext uri="{FF2B5EF4-FFF2-40B4-BE49-F238E27FC236}">
                  <a16:creationId xmlns:a16="http://schemas.microsoft.com/office/drawing/2014/main" id="{6A2CF80F-E59A-7B21-3AE7-1CE5AB4208F9}"/>
                </a:ext>
              </a:extLst>
            </p:cNvPr>
            <p:cNvSpPr/>
            <p:nvPr/>
          </p:nvSpPr>
          <p:spPr>
            <a:xfrm>
              <a:off x="240700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1" name="Freeform: Shape 620">
              <a:extLst>
                <a:ext uri="{FF2B5EF4-FFF2-40B4-BE49-F238E27FC236}">
                  <a16:creationId xmlns:a16="http://schemas.microsoft.com/office/drawing/2014/main" id="{50D21F41-790F-F441-757E-D5DEEEBABF58}"/>
                </a:ext>
              </a:extLst>
            </p:cNvPr>
            <p:cNvSpPr/>
            <p:nvPr/>
          </p:nvSpPr>
          <p:spPr>
            <a:xfrm>
              <a:off x="240700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2" name="Freeform: Shape 621">
              <a:extLst>
                <a:ext uri="{FF2B5EF4-FFF2-40B4-BE49-F238E27FC236}">
                  <a16:creationId xmlns:a16="http://schemas.microsoft.com/office/drawing/2014/main" id="{D377783F-F76B-07A0-9389-894E1F9CADBF}"/>
                </a:ext>
              </a:extLst>
            </p:cNvPr>
            <p:cNvSpPr/>
            <p:nvPr/>
          </p:nvSpPr>
          <p:spPr>
            <a:xfrm>
              <a:off x="2302351"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1" y="0"/>
                    <a:pt x="0" y="11861"/>
                    <a:pt x="0" y="26163"/>
                  </a:cubicBezTo>
                  <a:cubicBezTo>
                    <a:pt x="0" y="31744"/>
                    <a:pt x="1744" y="36628"/>
                    <a:pt x="4535" y="40814"/>
                  </a:cubicBezTo>
                  <a:cubicBezTo>
                    <a:pt x="9070" y="47791"/>
                    <a:pt x="17093" y="52326"/>
                    <a:pt x="26163" y="52326"/>
                  </a:cubicBezTo>
                  <a:cubicBezTo>
                    <a:pt x="40465" y="52326"/>
                    <a:pt x="52326" y="40465"/>
                    <a:pt x="52326" y="26163"/>
                  </a:cubicBezTo>
                  <a:lnTo>
                    <a:pt x="52326" y="26163"/>
                  </a:ln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623" name="Freeform: Shape 622">
              <a:extLst>
                <a:ext uri="{FF2B5EF4-FFF2-40B4-BE49-F238E27FC236}">
                  <a16:creationId xmlns:a16="http://schemas.microsoft.com/office/drawing/2014/main" id="{B3B79FC0-F4FE-9AB1-D37D-00C17DF69653}"/>
                </a:ext>
              </a:extLst>
            </p:cNvPr>
            <p:cNvSpPr/>
            <p:nvPr/>
          </p:nvSpPr>
          <p:spPr>
            <a:xfrm>
              <a:off x="230235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4" name="Freeform: Shape 623">
              <a:extLst>
                <a:ext uri="{FF2B5EF4-FFF2-40B4-BE49-F238E27FC236}">
                  <a16:creationId xmlns:a16="http://schemas.microsoft.com/office/drawing/2014/main" id="{1F850CD9-1226-59EA-B9BC-57DAFCB77808}"/>
                </a:ext>
              </a:extLst>
            </p:cNvPr>
            <p:cNvSpPr/>
            <p:nvPr/>
          </p:nvSpPr>
          <p:spPr>
            <a:xfrm>
              <a:off x="94187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5" name="Freeform: Shape 624">
              <a:extLst>
                <a:ext uri="{FF2B5EF4-FFF2-40B4-BE49-F238E27FC236}">
                  <a16:creationId xmlns:a16="http://schemas.microsoft.com/office/drawing/2014/main" id="{5AF4C336-F53C-C526-6BE8-D22AFC47559B}"/>
                </a:ext>
              </a:extLst>
            </p:cNvPr>
            <p:cNvSpPr/>
            <p:nvPr/>
          </p:nvSpPr>
          <p:spPr>
            <a:xfrm>
              <a:off x="837218"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6" name="Freeform: Shape 625">
              <a:extLst>
                <a:ext uri="{FF2B5EF4-FFF2-40B4-BE49-F238E27FC236}">
                  <a16:creationId xmlns:a16="http://schemas.microsoft.com/office/drawing/2014/main" id="{C11BBFA0-9D92-687A-ABC9-070C5E649C41}"/>
                </a:ext>
              </a:extLst>
            </p:cNvPr>
            <p:cNvSpPr/>
            <p:nvPr/>
          </p:nvSpPr>
          <p:spPr>
            <a:xfrm>
              <a:off x="62791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7" name="Freeform: Shape 626">
              <a:extLst>
                <a:ext uri="{FF2B5EF4-FFF2-40B4-BE49-F238E27FC236}">
                  <a16:creationId xmlns:a16="http://schemas.microsoft.com/office/drawing/2014/main" id="{0500356F-10AF-0FED-050A-9D9C06243B37}"/>
                </a:ext>
              </a:extLst>
            </p:cNvPr>
            <p:cNvSpPr/>
            <p:nvPr/>
          </p:nvSpPr>
          <p:spPr>
            <a:xfrm>
              <a:off x="418609"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8" name="Freeform: Shape 627">
              <a:extLst>
                <a:ext uri="{FF2B5EF4-FFF2-40B4-BE49-F238E27FC236}">
                  <a16:creationId xmlns:a16="http://schemas.microsoft.com/office/drawing/2014/main" id="{FAEAFD33-9D3C-B624-8A43-25FE7211D377}"/>
                </a:ext>
              </a:extLst>
            </p:cNvPr>
            <p:cNvSpPr/>
            <p:nvPr/>
          </p:nvSpPr>
          <p:spPr>
            <a:xfrm>
              <a:off x="3453527"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7"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2326"/>
                    <a:pt x="51628" y="18838"/>
                    <a:pt x="50233" y="15698"/>
                  </a:cubicBezTo>
                  <a:close/>
                </a:path>
              </a:pathLst>
            </a:custGeom>
            <a:grpFill/>
            <a:ln w="3488" cap="flat">
              <a:noFill/>
              <a:prstDash val="solid"/>
              <a:miter/>
            </a:ln>
          </p:spPr>
          <p:txBody>
            <a:bodyPr rtlCol="0" anchor="ctr"/>
            <a:lstStyle/>
            <a:p>
              <a:endParaRPr lang="en-ID"/>
            </a:p>
          </p:txBody>
        </p:sp>
        <p:sp>
          <p:nvSpPr>
            <p:cNvPr id="629" name="Freeform: Shape 628">
              <a:extLst>
                <a:ext uri="{FF2B5EF4-FFF2-40B4-BE49-F238E27FC236}">
                  <a16:creationId xmlns:a16="http://schemas.microsoft.com/office/drawing/2014/main" id="{F8BA9320-780D-DFA9-34C1-A59BC75F4EC5}"/>
                </a:ext>
              </a:extLst>
            </p:cNvPr>
            <p:cNvSpPr/>
            <p:nvPr/>
          </p:nvSpPr>
          <p:spPr>
            <a:xfrm>
              <a:off x="4709356"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30" name="Freeform: Shape 629">
              <a:extLst>
                <a:ext uri="{FF2B5EF4-FFF2-40B4-BE49-F238E27FC236}">
                  <a16:creationId xmlns:a16="http://schemas.microsoft.com/office/drawing/2014/main" id="{0C0B85FC-AE62-9DD3-8A2F-EC4B590C838B}"/>
                </a:ext>
              </a:extLst>
            </p:cNvPr>
            <p:cNvSpPr/>
            <p:nvPr/>
          </p:nvSpPr>
          <p:spPr>
            <a:xfrm>
              <a:off x="2093047" y="5129252"/>
              <a:ext cx="52326" cy="52326"/>
            </a:xfrm>
            <a:custGeom>
              <a:avLst/>
              <a:gdLst>
                <a:gd name="connsiteX0" fmla="*/ 38721 w 52326"/>
                <a:gd name="connsiteY0" fmla="*/ 3488 h 52326"/>
                <a:gd name="connsiteX1" fmla="*/ 38721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5 w 52326"/>
                <a:gd name="connsiteY5" fmla="*/ 49187 h 52326"/>
                <a:gd name="connsiteX6" fmla="*/ 26163 w 52326"/>
                <a:gd name="connsiteY6" fmla="*/ 52326 h 52326"/>
                <a:gd name="connsiteX7" fmla="*/ 52326 w 52326"/>
                <a:gd name="connsiteY7" fmla="*/ 26163 h 52326"/>
                <a:gd name="connsiteX8" fmla="*/ 38721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1" y="3488"/>
                  </a:moveTo>
                  <a:cubicBezTo>
                    <a:pt x="38373" y="3488"/>
                    <a:pt x="38373" y="3488"/>
                    <a:pt x="38721" y="3488"/>
                  </a:cubicBezTo>
                  <a:cubicBezTo>
                    <a:pt x="36280" y="2093"/>
                    <a:pt x="33838" y="1395"/>
                    <a:pt x="31396" y="698"/>
                  </a:cubicBezTo>
                  <a:cubicBezTo>
                    <a:pt x="29652" y="349"/>
                    <a:pt x="27907" y="0"/>
                    <a:pt x="26163" y="0"/>
                  </a:cubicBezTo>
                  <a:cubicBezTo>
                    <a:pt x="11861" y="0"/>
                    <a:pt x="0" y="11861"/>
                    <a:pt x="0" y="26163"/>
                  </a:cubicBezTo>
                  <a:cubicBezTo>
                    <a:pt x="0" y="35930"/>
                    <a:pt x="5581" y="44651"/>
                    <a:pt x="13605" y="49187"/>
                  </a:cubicBezTo>
                  <a:cubicBezTo>
                    <a:pt x="17442" y="51279"/>
                    <a:pt x="21628" y="52326"/>
                    <a:pt x="26163" y="52326"/>
                  </a:cubicBezTo>
                  <a:cubicBezTo>
                    <a:pt x="40465" y="52326"/>
                    <a:pt x="52326" y="40465"/>
                    <a:pt x="52326" y="26163"/>
                  </a:cubicBezTo>
                  <a:cubicBezTo>
                    <a:pt x="52326" y="16744"/>
                    <a:pt x="46745" y="8023"/>
                    <a:pt x="38721" y="3488"/>
                  </a:cubicBezTo>
                  <a:close/>
                </a:path>
              </a:pathLst>
            </a:custGeom>
            <a:grpFill/>
            <a:ln w="3488" cap="flat">
              <a:noFill/>
              <a:prstDash val="solid"/>
              <a:miter/>
            </a:ln>
          </p:spPr>
          <p:txBody>
            <a:bodyPr rtlCol="0" anchor="ctr"/>
            <a:lstStyle/>
            <a:p>
              <a:endParaRPr lang="en-ID"/>
            </a:p>
          </p:txBody>
        </p:sp>
        <p:sp>
          <p:nvSpPr>
            <p:cNvPr id="631" name="Freeform: Shape 630">
              <a:extLst>
                <a:ext uri="{FF2B5EF4-FFF2-40B4-BE49-F238E27FC236}">
                  <a16:creationId xmlns:a16="http://schemas.microsoft.com/office/drawing/2014/main" id="{8B8CE274-84D3-690E-BFE4-4E34B65A91A7}"/>
                </a:ext>
              </a:extLst>
            </p:cNvPr>
            <p:cNvSpPr/>
            <p:nvPr/>
          </p:nvSpPr>
          <p:spPr>
            <a:xfrm>
              <a:off x="334887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cubicBezTo>
                    <a:pt x="52326" y="26163"/>
                    <a:pt x="52326" y="26163"/>
                    <a:pt x="52326" y="26163"/>
                  </a:cubicBezTo>
                  <a:lnTo>
                    <a:pt x="52326" y="26163"/>
                  </a:lnTo>
                  <a:cubicBezTo>
                    <a:pt x="52326" y="11861"/>
                    <a:pt x="40465" y="0"/>
                    <a:pt x="26163" y="0"/>
                  </a:cubicBez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32" name="Freeform: Shape 631">
              <a:extLst>
                <a:ext uri="{FF2B5EF4-FFF2-40B4-BE49-F238E27FC236}">
                  <a16:creationId xmlns:a16="http://schemas.microsoft.com/office/drawing/2014/main" id="{06654761-B74E-1EFF-98CF-0CACF6D20E29}"/>
                </a:ext>
              </a:extLst>
            </p:cNvPr>
            <p:cNvSpPr/>
            <p:nvPr/>
          </p:nvSpPr>
          <p:spPr>
            <a:xfrm>
              <a:off x="4081442"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1"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2" y="52326"/>
                    <a:pt x="26163" y="52326"/>
                  </a:cubicBezTo>
                  <a:cubicBezTo>
                    <a:pt x="40465"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633" name="Freeform: Shape 632">
              <a:extLst>
                <a:ext uri="{FF2B5EF4-FFF2-40B4-BE49-F238E27FC236}">
                  <a16:creationId xmlns:a16="http://schemas.microsoft.com/office/drawing/2014/main" id="{6D8B16B8-9BCE-E2F6-81C8-A7B40114BBFD}"/>
                </a:ext>
              </a:extLst>
            </p:cNvPr>
            <p:cNvSpPr/>
            <p:nvPr/>
          </p:nvSpPr>
          <p:spPr>
            <a:xfrm>
              <a:off x="533727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4" name="Freeform: Shape 633">
              <a:extLst>
                <a:ext uri="{FF2B5EF4-FFF2-40B4-BE49-F238E27FC236}">
                  <a16:creationId xmlns:a16="http://schemas.microsoft.com/office/drawing/2014/main" id="{C67ED262-89DE-7CC5-A208-56A3A4A28339}"/>
                </a:ext>
              </a:extLst>
            </p:cNvPr>
            <p:cNvSpPr/>
            <p:nvPr/>
          </p:nvSpPr>
          <p:spPr>
            <a:xfrm>
              <a:off x="5965184"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5" y="0"/>
                    <a:pt x="26163" y="0"/>
                  </a:cubicBezTo>
                  <a:cubicBezTo>
                    <a:pt x="18838" y="0"/>
                    <a:pt x="12558" y="2791"/>
                    <a:pt x="7674"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35" name="Freeform: Shape 634">
              <a:extLst>
                <a:ext uri="{FF2B5EF4-FFF2-40B4-BE49-F238E27FC236}">
                  <a16:creationId xmlns:a16="http://schemas.microsoft.com/office/drawing/2014/main" id="{8E8199B7-87E2-8C46-16EC-25A2AACEB120}"/>
                </a:ext>
              </a:extLst>
            </p:cNvPr>
            <p:cNvSpPr/>
            <p:nvPr/>
          </p:nvSpPr>
          <p:spPr>
            <a:xfrm>
              <a:off x="596518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6" name="Freeform: Shape 635">
              <a:extLst>
                <a:ext uri="{FF2B5EF4-FFF2-40B4-BE49-F238E27FC236}">
                  <a16:creationId xmlns:a16="http://schemas.microsoft.com/office/drawing/2014/main" id="{38AA81CF-00B7-0B2A-30BB-6CCBF4F9C8A3}"/>
                </a:ext>
              </a:extLst>
            </p:cNvPr>
            <p:cNvSpPr/>
            <p:nvPr/>
          </p:nvSpPr>
          <p:spPr>
            <a:xfrm>
              <a:off x="523261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7" name="Freeform: Shape 636">
              <a:extLst>
                <a:ext uri="{FF2B5EF4-FFF2-40B4-BE49-F238E27FC236}">
                  <a16:creationId xmlns:a16="http://schemas.microsoft.com/office/drawing/2014/main" id="{84AB7A2D-35CB-E14D-E884-4D72BB5DE28D}"/>
                </a:ext>
              </a:extLst>
            </p:cNvPr>
            <p:cNvSpPr/>
            <p:nvPr/>
          </p:nvSpPr>
          <p:spPr>
            <a:xfrm>
              <a:off x="523261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8" name="Freeform: Shape 637">
              <a:extLst>
                <a:ext uri="{FF2B5EF4-FFF2-40B4-BE49-F238E27FC236}">
                  <a16:creationId xmlns:a16="http://schemas.microsoft.com/office/drawing/2014/main" id="{17FAEA87-E5D8-2735-1D58-A320AE5BAA3E}"/>
                </a:ext>
              </a:extLst>
            </p:cNvPr>
            <p:cNvSpPr/>
            <p:nvPr/>
          </p:nvSpPr>
          <p:spPr>
            <a:xfrm>
              <a:off x="502331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9" name="Freeform: Shape 638">
              <a:extLst>
                <a:ext uri="{FF2B5EF4-FFF2-40B4-BE49-F238E27FC236}">
                  <a16:creationId xmlns:a16="http://schemas.microsoft.com/office/drawing/2014/main" id="{4AF05686-1A64-8795-865E-0261CA2C5DA6}"/>
                </a:ext>
              </a:extLst>
            </p:cNvPr>
            <p:cNvSpPr/>
            <p:nvPr/>
          </p:nvSpPr>
          <p:spPr>
            <a:xfrm>
              <a:off x="481400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40" name="Freeform: Shape 639">
              <a:extLst>
                <a:ext uri="{FF2B5EF4-FFF2-40B4-BE49-F238E27FC236}">
                  <a16:creationId xmlns:a16="http://schemas.microsoft.com/office/drawing/2014/main" id="{98B0435A-C3EF-FC10-15DE-AED4FB1876C4}"/>
                </a:ext>
              </a:extLst>
            </p:cNvPr>
            <p:cNvSpPr/>
            <p:nvPr/>
          </p:nvSpPr>
          <p:spPr>
            <a:xfrm>
              <a:off x="460470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41" name="Freeform: Shape 640">
              <a:extLst>
                <a:ext uri="{FF2B5EF4-FFF2-40B4-BE49-F238E27FC236}">
                  <a16:creationId xmlns:a16="http://schemas.microsoft.com/office/drawing/2014/main" id="{65ECBA10-BEE7-3409-FC2A-B9B6CE5A2B60}"/>
                </a:ext>
              </a:extLst>
            </p:cNvPr>
            <p:cNvSpPr/>
            <p:nvPr/>
          </p:nvSpPr>
          <p:spPr>
            <a:xfrm>
              <a:off x="4395399"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42" name="Freeform: Shape 641">
              <a:extLst>
                <a:ext uri="{FF2B5EF4-FFF2-40B4-BE49-F238E27FC236}">
                  <a16:creationId xmlns:a16="http://schemas.microsoft.com/office/drawing/2014/main" id="{081DD419-DBB5-F0DA-CDB5-B4DF076B8EB9}"/>
                </a:ext>
              </a:extLst>
            </p:cNvPr>
            <p:cNvSpPr/>
            <p:nvPr/>
          </p:nvSpPr>
          <p:spPr>
            <a:xfrm>
              <a:off x="4395399"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43" name="Freeform: Shape 642">
              <a:extLst>
                <a:ext uri="{FF2B5EF4-FFF2-40B4-BE49-F238E27FC236}">
                  <a16:creationId xmlns:a16="http://schemas.microsoft.com/office/drawing/2014/main" id="{DE4E6150-F8FB-CFB7-6E7A-A223EDFC8ED8}"/>
                </a:ext>
              </a:extLst>
            </p:cNvPr>
            <p:cNvSpPr/>
            <p:nvPr/>
          </p:nvSpPr>
          <p:spPr>
            <a:xfrm>
              <a:off x="4186094" y="4606338"/>
              <a:ext cx="52326" cy="52326"/>
            </a:xfrm>
            <a:custGeom>
              <a:avLst/>
              <a:gdLst>
                <a:gd name="connsiteX0" fmla="*/ 50233 w 52326"/>
                <a:gd name="connsiteY0" fmla="*/ 16047 h 52326"/>
                <a:gd name="connsiteX1" fmla="*/ 26163 w 52326"/>
                <a:gd name="connsiteY1" fmla="*/ 0 h 52326"/>
                <a:gd name="connsiteX2" fmla="*/ 2093 w 52326"/>
                <a:gd name="connsiteY2" fmla="*/ 16047 h 52326"/>
                <a:gd name="connsiteX3" fmla="*/ 349 w 52326"/>
                <a:gd name="connsiteY3" fmla="*/ 22675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0233 w 52326"/>
                <a:gd name="connsiteY8" fmla="*/ 16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0233" y="16047"/>
                  </a:moveTo>
                  <a:cubicBezTo>
                    <a:pt x="46396" y="6628"/>
                    <a:pt x="36977" y="0"/>
                    <a:pt x="26163" y="0"/>
                  </a:cubicBezTo>
                  <a:cubicBezTo>
                    <a:pt x="15349" y="0"/>
                    <a:pt x="5930" y="6628"/>
                    <a:pt x="2093" y="16047"/>
                  </a:cubicBezTo>
                  <a:cubicBezTo>
                    <a:pt x="1047" y="18140"/>
                    <a:pt x="698" y="20582"/>
                    <a:pt x="349" y="22675"/>
                  </a:cubicBezTo>
                  <a:cubicBezTo>
                    <a:pt x="349" y="23721"/>
                    <a:pt x="0" y="25117"/>
                    <a:pt x="0" y="26163"/>
                  </a:cubicBezTo>
                  <a:lnTo>
                    <a:pt x="0" y="26163"/>
                  </a:lnTo>
                  <a:cubicBezTo>
                    <a:pt x="0" y="40465"/>
                    <a:pt x="11861" y="52326"/>
                    <a:pt x="26163" y="52326"/>
                  </a:cubicBezTo>
                  <a:cubicBezTo>
                    <a:pt x="40465" y="52326"/>
                    <a:pt x="52326" y="40465"/>
                    <a:pt x="52326" y="26163"/>
                  </a:cubicBezTo>
                  <a:cubicBezTo>
                    <a:pt x="52326" y="22675"/>
                    <a:pt x="51629" y="19186"/>
                    <a:pt x="50233" y="16047"/>
                  </a:cubicBezTo>
                  <a:close/>
                </a:path>
              </a:pathLst>
            </a:custGeom>
            <a:grpFill/>
            <a:ln w="3488" cap="flat">
              <a:noFill/>
              <a:prstDash val="solid"/>
              <a:miter/>
            </a:ln>
          </p:spPr>
          <p:txBody>
            <a:bodyPr rtlCol="0" anchor="ctr"/>
            <a:lstStyle/>
            <a:p>
              <a:endParaRPr lang="en-ID"/>
            </a:p>
          </p:txBody>
        </p:sp>
        <p:sp>
          <p:nvSpPr>
            <p:cNvPr id="644" name="Freeform: Shape 643">
              <a:extLst>
                <a:ext uri="{FF2B5EF4-FFF2-40B4-BE49-F238E27FC236}">
                  <a16:creationId xmlns:a16="http://schemas.microsoft.com/office/drawing/2014/main" id="{A235A1D5-2755-6B53-2AF5-CFE82099DF56}"/>
                </a:ext>
              </a:extLst>
            </p:cNvPr>
            <p:cNvSpPr/>
            <p:nvPr/>
          </p:nvSpPr>
          <p:spPr>
            <a:xfrm>
              <a:off x="544192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45" name="Freeform: Shape 644">
              <a:extLst>
                <a:ext uri="{FF2B5EF4-FFF2-40B4-BE49-F238E27FC236}">
                  <a16:creationId xmlns:a16="http://schemas.microsoft.com/office/drawing/2014/main" id="{01C19EFB-8A35-EB0F-F31F-234E9A46C1C2}"/>
                </a:ext>
              </a:extLst>
            </p:cNvPr>
            <p:cNvSpPr/>
            <p:nvPr/>
          </p:nvSpPr>
          <p:spPr>
            <a:xfrm>
              <a:off x="544192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46" name="Freeform: Shape 645">
              <a:extLst>
                <a:ext uri="{FF2B5EF4-FFF2-40B4-BE49-F238E27FC236}">
                  <a16:creationId xmlns:a16="http://schemas.microsoft.com/office/drawing/2014/main" id="{A62E60C8-D7FC-E342-0D64-A4009D456131}"/>
                </a:ext>
              </a:extLst>
            </p:cNvPr>
            <p:cNvSpPr/>
            <p:nvPr/>
          </p:nvSpPr>
          <p:spPr>
            <a:xfrm>
              <a:off x="512796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47" name="Freeform: Shape 646">
              <a:extLst>
                <a:ext uri="{FF2B5EF4-FFF2-40B4-BE49-F238E27FC236}">
                  <a16:creationId xmlns:a16="http://schemas.microsoft.com/office/drawing/2014/main" id="{D4E4E870-FAEA-2307-8AA1-C6BAE51AD17A}"/>
                </a:ext>
              </a:extLst>
            </p:cNvPr>
            <p:cNvSpPr/>
            <p:nvPr/>
          </p:nvSpPr>
          <p:spPr>
            <a:xfrm>
              <a:off x="512796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48" name="Freeform: Shape 647">
              <a:extLst>
                <a:ext uri="{FF2B5EF4-FFF2-40B4-BE49-F238E27FC236}">
                  <a16:creationId xmlns:a16="http://schemas.microsoft.com/office/drawing/2014/main" id="{838B0AB1-9DAE-954F-61CE-DC20D1DCFA15}"/>
                </a:ext>
              </a:extLst>
            </p:cNvPr>
            <p:cNvSpPr/>
            <p:nvPr/>
          </p:nvSpPr>
          <p:spPr>
            <a:xfrm>
              <a:off x="4081442"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49" name="Freeform: Shape 648">
              <a:extLst>
                <a:ext uri="{FF2B5EF4-FFF2-40B4-BE49-F238E27FC236}">
                  <a16:creationId xmlns:a16="http://schemas.microsoft.com/office/drawing/2014/main" id="{472FCAC6-7E4D-B8A9-7693-637BE7D3DF93}"/>
                </a:ext>
              </a:extLst>
            </p:cNvPr>
            <p:cNvSpPr/>
            <p:nvPr/>
          </p:nvSpPr>
          <p:spPr>
            <a:xfrm>
              <a:off x="272096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50" name="Freeform: Shape 649">
              <a:extLst>
                <a:ext uri="{FF2B5EF4-FFF2-40B4-BE49-F238E27FC236}">
                  <a16:creationId xmlns:a16="http://schemas.microsoft.com/office/drawing/2014/main" id="{E8E6C15F-28D4-0514-78C1-3DAA7B9D83AD}"/>
                </a:ext>
              </a:extLst>
            </p:cNvPr>
            <p:cNvSpPr/>
            <p:nvPr/>
          </p:nvSpPr>
          <p:spPr>
            <a:xfrm>
              <a:off x="240700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51" name="Freeform: Shape 650">
              <a:extLst>
                <a:ext uri="{FF2B5EF4-FFF2-40B4-BE49-F238E27FC236}">
                  <a16:creationId xmlns:a16="http://schemas.microsoft.com/office/drawing/2014/main" id="{0FE02C96-705D-5F24-451A-2120E5C4068F}"/>
                </a:ext>
              </a:extLst>
            </p:cNvPr>
            <p:cNvSpPr/>
            <p:nvPr/>
          </p:nvSpPr>
          <p:spPr>
            <a:xfrm>
              <a:off x="209304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2" name="Freeform: Shape 651">
              <a:extLst>
                <a:ext uri="{FF2B5EF4-FFF2-40B4-BE49-F238E27FC236}">
                  <a16:creationId xmlns:a16="http://schemas.microsoft.com/office/drawing/2014/main" id="{4620A222-4BC1-7554-42E3-6F2875DAEC34}"/>
                </a:ext>
              </a:extLst>
            </p:cNvPr>
            <p:cNvSpPr/>
            <p:nvPr/>
          </p:nvSpPr>
          <p:spPr>
            <a:xfrm>
              <a:off x="18837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53" name="Freeform: Shape 652">
              <a:extLst>
                <a:ext uri="{FF2B5EF4-FFF2-40B4-BE49-F238E27FC236}">
                  <a16:creationId xmlns:a16="http://schemas.microsoft.com/office/drawing/2014/main" id="{B8DB285E-8D1E-5FB7-DE22-06634AC17A6A}"/>
                </a:ext>
              </a:extLst>
            </p:cNvPr>
            <p:cNvSpPr/>
            <p:nvPr/>
          </p:nvSpPr>
          <p:spPr>
            <a:xfrm>
              <a:off x="16744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4" name="Freeform: Shape 653">
              <a:extLst>
                <a:ext uri="{FF2B5EF4-FFF2-40B4-BE49-F238E27FC236}">
                  <a16:creationId xmlns:a16="http://schemas.microsoft.com/office/drawing/2014/main" id="{99775CA1-ADD9-27A0-12A3-543B4AC646C3}"/>
                </a:ext>
              </a:extLst>
            </p:cNvPr>
            <p:cNvSpPr/>
            <p:nvPr/>
          </p:nvSpPr>
          <p:spPr>
            <a:xfrm>
              <a:off x="13604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55" name="Freeform: Shape 654">
              <a:extLst>
                <a:ext uri="{FF2B5EF4-FFF2-40B4-BE49-F238E27FC236}">
                  <a16:creationId xmlns:a16="http://schemas.microsoft.com/office/drawing/2014/main" id="{6458D0C5-D12E-F542-A7B4-713E1BCCB1D7}"/>
                </a:ext>
              </a:extLst>
            </p:cNvPr>
            <p:cNvSpPr/>
            <p:nvPr/>
          </p:nvSpPr>
          <p:spPr>
            <a:xfrm>
              <a:off x="941871"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56" name="Freeform: Shape 655">
              <a:extLst>
                <a:ext uri="{FF2B5EF4-FFF2-40B4-BE49-F238E27FC236}">
                  <a16:creationId xmlns:a16="http://schemas.microsoft.com/office/drawing/2014/main" id="{4507B2C1-FE8D-3672-9862-BE9D0ECADFCB}"/>
                </a:ext>
              </a:extLst>
            </p:cNvPr>
            <p:cNvSpPr/>
            <p:nvPr/>
          </p:nvSpPr>
          <p:spPr>
            <a:xfrm>
              <a:off x="94187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57" name="Freeform: Shape 656">
              <a:extLst>
                <a:ext uri="{FF2B5EF4-FFF2-40B4-BE49-F238E27FC236}">
                  <a16:creationId xmlns:a16="http://schemas.microsoft.com/office/drawing/2014/main" id="{98C849E7-D325-DCFB-0843-051FCA2D5B71}"/>
                </a:ext>
              </a:extLst>
            </p:cNvPr>
            <p:cNvSpPr/>
            <p:nvPr/>
          </p:nvSpPr>
          <p:spPr>
            <a:xfrm>
              <a:off x="837218"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6"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58" name="Freeform: Shape 657">
              <a:extLst>
                <a:ext uri="{FF2B5EF4-FFF2-40B4-BE49-F238E27FC236}">
                  <a16:creationId xmlns:a16="http://schemas.microsoft.com/office/drawing/2014/main" id="{CDED6107-0F42-1DC4-5ECA-4F49EAA77C14}"/>
                </a:ext>
              </a:extLst>
            </p:cNvPr>
            <p:cNvSpPr/>
            <p:nvPr/>
          </p:nvSpPr>
          <p:spPr>
            <a:xfrm>
              <a:off x="0"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59" name="Freeform: Shape 658">
              <a:extLst>
                <a:ext uri="{FF2B5EF4-FFF2-40B4-BE49-F238E27FC236}">
                  <a16:creationId xmlns:a16="http://schemas.microsoft.com/office/drawing/2014/main" id="{4D7B3982-5105-53B0-034B-8D005549C12E}"/>
                </a:ext>
              </a:extLst>
            </p:cNvPr>
            <p:cNvSpPr/>
            <p:nvPr/>
          </p:nvSpPr>
          <p:spPr>
            <a:xfrm>
              <a:off x="2616309" y="4292381"/>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8" y="52326"/>
                    <a:pt x="26163" y="52326"/>
                  </a:cubicBezTo>
                  <a:cubicBezTo>
                    <a:pt x="40465"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660" name="Freeform: Shape 659">
              <a:extLst>
                <a:ext uri="{FF2B5EF4-FFF2-40B4-BE49-F238E27FC236}">
                  <a16:creationId xmlns:a16="http://schemas.microsoft.com/office/drawing/2014/main" id="{29FA84D0-2DA7-D665-56FE-D588B953A524}"/>
                </a:ext>
              </a:extLst>
            </p:cNvPr>
            <p:cNvSpPr/>
            <p:nvPr/>
          </p:nvSpPr>
          <p:spPr>
            <a:xfrm>
              <a:off x="5441922"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1" y="52326"/>
                    <a:pt x="26163" y="52326"/>
                  </a:cubicBez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661" name="Freeform: Shape 660">
              <a:extLst>
                <a:ext uri="{FF2B5EF4-FFF2-40B4-BE49-F238E27FC236}">
                  <a16:creationId xmlns:a16="http://schemas.microsoft.com/office/drawing/2014/main" id="{F9C6940C-D5F8-9797-1A18-89B2C0FF9B96}"/>
                </a:ext>
              </a:extLst>
            </p:cNvPr>
            <p:cNvSpPr/>
            <p:nvPr/>
          </p:nvSpPr>
          <p:spPr>
            <a:xfrm>
              <a:off x="5860532" y="4920296"/>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20930 w 52326"/>
                <a:gd name="connsiteY5" fmla="*/ 51629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1" y="0"/>
                    <a:pt x="0" y="11861"/>
                    <a:pt x="0" y="26163"/>
                  </a:cubicBezTo>
                  <a:lnTo>
                    <a:pt x="0" y="26163"/>
                  </a:lnTo>
                  <a:cubicBezTo>
                    <a:pt x="0" y="38721"/>
                    <a:pt x="9070" y="49187"/>
                    <a:pt x="20930" y="51629"/>
                  </a:cubicBezTo>
                  <a:cubicBezTo>
                    <a:pt x="22675" y="51977"/>
                    <a:pt x="24419"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62" name="Freeform: Shape 661">
              <a:extLst>
                <a:ext uri="{FF2B5EF4-FFF2-40B4-BE49-F238E27FC236}">
                  <a16:creationId xmlns:a16="http://schemas.microsoft.com/office/drawing/2014/main" id="{C34F4949-799A-14CD-5683-1D0B1C248B32}"/>
                </a:ext>
              </a:extLst>
            </p:cNvPr>
            <p:cNvSpPr/>
            <p:nvPr/>
          </p:nvSpPr>
          <p:spPr>
            <a:xfrm>
              <a:off x="4081442"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63" name="Freeform: Shape 662">
              <a:extLst>
                <a:ext uri="{FF2B5EF4-FFF2-40B4-BE49-F238E27FC236}">
                  <a16:creationId xmlns:a16="http://schemas.microsoft.com/office/drawing/2014/main" id="{F2941F4A-03A3-7D97-7D0A-D67A0159BCDD}"/>
                </a:ext>
              </a:extLst>
            </p:cNvPr>
            <p:cNvSpPr/>
            <p:nvPr/>
          </p:nvSpPr>
          <p:spPr>
            <a:xfrm>
              <a:off x="575587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64" name="Freeform: Shape 663">
              <a:extLst>
                <a:ext uri="{FF2B5EF4-FFF2-40B4-BE49-F238E27FC236}">
                  <a16:creationId xmlns:a16="http://schemas.microsoft.com/office/drawing/2014/main" id="{0A95A57B-9D70-82F4-4628-B399010F818E}"/>
                </a:ext>
              </a:extLst>
            </p:cNvPr>
            <p:cNvSpPr/>
            <p:nvPr/>
          </p:nvSpPr>
          <p:spPr>
            <a:xfrm>
              <a:off x="596518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65" name="Freeform: Shape 664">
              <a:extLst>
                <a:ext uri="{FF2B5EF4-FFF2-40B4-BE49-F238E27FC236}">
                  <a16:creationId xmlns:a16="http://schemas.microsoft.com/office/drawing/2014/main" id="{77A0D284-69BD-A6E4-DF24-15A2849CEE77}"/>
                </a:ext>
              </a:extLst>
            </p:cNvPr>
            <p:cNvSpPr/>
            <p:nvPr/>
          </p:nvSpPr>
          <p:spPr>
            <a:xfrm>
              <a:off x="554657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66" name="Freeform: Shape 665">
              <a:extLst>
                <a:ext uri="{FF2B5EF4-FFF2-40B4-BE49-F238E27FC236}">
                  <a16:creationId xmlns:a16="http://schemas.microsoft.com/office/drawing/2014/main" id="{E8E9B9AA-B662-EBFB-B952-808CBDE9BF6C}"/>
                </a:ext>
              </a:extLst>
            </p:cNvPr>
            <p:cNvSpPr/>
            <p:nvPr/>
          </p:nvSpPr>
          <p:spPr>
            <a:xfrm>
              <a:off x="56512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67" name="Freeform: Shape 666">
              <a:extLst>
                <a:ext uri="{FF2B5EF4-FFF2-40B4-BE49-F238E27FC236}">
                  <a16:creationId xmlns:a16="http://schemas.microsoft.com/office/drawing/2014/main" id="{B88DAB43-7546-0012-A61F-2CAFE81D3C7E}"/>
                </a:ext>
              </a:extLst>
            </p:cNvPr>
            <p:cNvSpPr/>
            <p:nvPr/>
          </p:nvSpPr>
          <p:spPr>
            <a:xfrm>
              <a:off x="5232618"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68" name="Freeform: Shape 667">
              <a:extLst>
                <a:ext uri="{FF2B5EF4-FFF2-40B4-BE49-F238E27FC236}">
                  <a16:creationId xmlns:a16="http://schemas.microsoft.com/office/drawing/2014/main" id="{134F314D-934E-D723-03C0-5E143F189966}"/>
                </a:ext>
              </a:extLst>
            </p:cNvPr>
            <p:cNvSpPr/>
            <p:nvPr/>
          </p:nvSpPr>
          <p:spPr>
            <a:xfrm>
              <a:off x="418609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69" name="Freeform: Shape 668">
              <a:extLst>
                <a:ext uri="{FF2B5EF4-FFF2-40B4-BE49-F238E27FC236}">
                  <a16:creationId xmlns:a16="http://schemas.microsoft.com/office/drawing/2014/main" id="{D3BA5370-3AE2-607A-F355-A55E967A7022}"/>
                </a:ext>
              </a:extLst>
            </p:cNvPr>
            <p:cNvSpPr/>
            <p:nvPr/>
          </p:nvSpPr>
          <p:spPr>
            <a:xfrm>
              <a:off x="544192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70" name="Freeform: Shape 669">
              <a:extLst>
                <a:ext uri="{FF2B5EF4-FFF2-40B4-BE49-F238E27FC236}">
                  <a16:creationId xmlns:a16="http://schemas.microsoft.com/office/drawing/2014/main" id="{D342F6F5-517D-7FF2-AAED-A9294AEA3345}"/>
                </a:ext>
              </a:extLst>
            </p:cNvPr>
            <p:cNvSpPr/>
            <p:nvPr/>
          </p:nvSpPr>
          <p:spPr>
            <a:xfrm>
              <a:off x="470935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71" name="Freeform: Shape 670">
              <a:extLst>
                <a:ext uri="{FF2B5EF4-FFF2-40B4-BE49-F238E27FC236}">
                  <a16:creationId xmlns:a16="http://schemas.microsoft.com/office/drawing/2014/main" id="{FC6E4393-5612-6130-0B1E-49DDA119F4CB}"/>
                </a:ext>
              </a:extLst>
            </p:cNvPr>
            <p:cNvSpPr/>
            <p:nvPr/>
          </p:nvSpPr>
          <p:spPr>
            <a:xfrm>
              <a:off x="4290746" y="4920296"/>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26163 w 52326"/>
                <a:gd name="connsiteY8"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72" name="Freeform: Shape 671">
              <a:extLst>
                <a:ext uri="{FF2B5EF4-FFF2-40B4-BE49-F238E27FC236}">
                  <a16:creationId xmlns:a16="http://schemas.microsoft.com/office/drawing/2014/main" id="{761B2967-4EBB-A3E4-D539-66390297B28B}"/>
                </a:ext>
              </a:extLst>
            </p:cNvPr>
            <p:cNvSpPr/>
            <p:nvPr/>
          </p:nvSpPr>
          <p:spPr>
            <a:xfrm>
              <a:off x="282561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3" name="Freeform: Shape 672">
              <a:extLst>
                <a:ext uri="{FF2B5EF4-FFF2-40B4-BE49-F238E27FC236}">
                  <a16:creationId xmlns:a16="http://schemas.microsoft.com/office/drawing/2014/main" id="{0B261449-D735-93A1-1DE8-45BC6A239DAA}"/>
                </a:ext>
              </a:extLst>
            </p:cNvPr>
            <p:cNvSpPr/>
            <p:nvPr/>
          </p:nvSpPr>
          <p:spPr>
            <a:xfrm>
              <a:off x="272096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4" name="Freeform: Shape 673">
              <a:extLst>
                <a:ext uri="{FF2B5EF4-FFF2-40B4-BE49-F238E27FC236}">
                  <a16:creationId xmlns:a16="http://schemas.microsoft.com/office/drawing/2014/main" id="{C40A22F5-B87E-B194-D770-99ED8F695886}"/>
                </a:ext>
              </a:extLst>
            </p:cNvPr>
            <p:cNvSpPr/>
            <p:nvPr/>
          </p:nvSpPr>
          <p:spPr>
            <a:xfrm>
              <a:off x="251165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5" name="Freeform: Shape 674">
              <a:extLst>
                <a:ext uri="{FF2B5EF4-FFF2-40B4-BE49-F238E27FC236}">
                  <a16:creationId xmlns:a16="http://schemas.microsoft.com/office/drawing/2014/main" id="{B7ED3CDE-D7B7-C6E2-9EFF-C59071E421BC}"/>
                </a:ext>
              </a:extLst>
            </p:cNvPr>
            <p:cNvSpPr/>
            <p:nvPr/>
          </p:nvSpPr>
          <p:spPr>
            <a:xfrm>
              <a:off x="19883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6" name="Freeform: Shape 675">
              <a:extLst>
                <a:ext uri="{FF2B5EF4-FFF2-40B4-BE49-F238E27FC236}">
                  <a16:creationId xmlns:a16="http://schemas.microsoft.com/office/drawing/2014/main" id="{EB78D32E-CDE6-D08D-FF66-2D1083A49373}"/>
                </a:ext>
              </a:extLst>
            </p:cNvPr>
            <p:cNvSpPr/>
            <p:nvPr/>
          </p:nvSpPr>
          <p:spPr>
            <a:xfrm>
              <a:off x="1255828" y="4187729"/>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7" name="Freeform: Shape 676">
              <a:extLst>
                <a:ext uri="{FF2B5EF4-FFF2-40B4-BE49-F238E27FC236}">
                  <a16:creationId xmlns:a16="http://schemas.microsoft.com/office/drawing/2014/main" id="{E5C1FF1B-27EE-3908-9971-A660591433B7}"/>
                </a:ext>
              </a:extLst>
            </p:cNvPr>
            <p:cNvSpPr/>
            <p:nvPr/>
          </p:nvSpPr>
          <p:spPr>
            <a:xfrm>
              <a:off x="104652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8" name="Freeform: Shape 677">
              <a:extLst>
                <a:ext uri="{FF2B5EF4-FFF2-40B4-BE49-F238E27FC236}">
                  <a16:creationId xmlns:a16="http://schemas.microsoft.com/office/drawing/2014/main" id="{F5AD801D-15A5-65DD-7F75-922A5B9AD80A}"/>
                </a:ext>
              </a:extLst>
            </p:cNvPr>
            <p:cNvSpPr/>
            <p:nvPr/>
          </p:nvSpPr>
          <p:spPr>
            <a:xfrm>
              <a:off x="313957"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9" name="Freeform: Shape 678">
              <a:extLst>
                <a:ext uri="{FF2B5EF4-FFF2-40B4-BE49-F238E27FC236}">
                  <a16:creationId xmlns:a16="http://schemas.microsoft.com/office/drawing/2014/main" id="{AA013DF7-EC2E-6EC5-0E47-2D3F4B14352A}"/>
                </a:ext>
              </a:extLst>
            </p:cNvPr>
            <p:cNvSpPr/>
            <p:nvPr/>
          </p:nvSpPr>
          <p:spPr>
            <a:xfrm>
              <a:off x="20930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80" name="Freeform: Shape 679">
              <a:extLst>
                <a:ext uri="{FF2B5EF4-FFF2-40B4-BE49-F238E27FC236}">
                  <a16:creationId xmlns:a16="http://schemas.microsoft.com/office/drawing/2014/main" id="{4013F6B6-B668-1BD6-EC25-16232D2B3EF2}"/>
                </a:ext>
              </a:extLst>
            </p:cNvPr>
            <p:cNvSpPr/>
            <p:nvPr/>
          </p:nvSpPr>
          <p:spPr>
            <a:xfrm>
              <a:off x="104652"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1" name="Freeform: Shape 680">
              <a:extLst>
                <a:ext uri="{FF2B5EF4-FFF2-40B4-BE49-F238E27FC236}">
                  <a16:creationId xmlns:a16="http://schemas.microsoft.com/office/drawing/2014/main" id="{CF7C3DF5-8885-F296-2E78-D6D902403A0F}"/>
                </a:ext>
              </a:extLst>
            </p:cNvPr>
            <p:cNvSpPr/>
            <p:nvPr/>
          </p:nvSpPr>
          <p:spPr>
            <a:xfrm>
              <a:off x="56512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82" name="Freeform: Shape 681">
              <a:extLst>
                <a:ext uri="{FF2B5EF4-FFF2-40B4-BE49-F238E27FC236}">
                  <a16:creationId xmlns:a16="http://schemas.microsoft.com/office/drawing/2014/main" id="{F2784753-60FB-0683-AAEF-20676C5AC63C}"/>
                </a:ext>
              </a:extLst>
            </p:cNvPr>
            <p:cNvSpPr/>
            <p:nvPr/>
          </p:nvSpPr>
          <p:spPr>
            <a:xfrm>
              <a:off x="2825613" y="4920296"/>
              <a:ext cx="52326" cy="52326"/>
            </a:xfrm>
            <a:custGeom>
              <a:avLst/>
              <a:gdLst>
                <a:gd name="connsiteX0" fmla="*/ 26163 w 52326"/>
                <a:gd name="connsiteY0" fmla="*/ 52326 h 52326"/>
                <a:gd name="connsiteX1" fmla="*/ 51280 w 52326"/>
                <a:gd name="connsiteY1" fmla="*/ 33837 h 52326"/>
                <a:gd name="connsiteX2" fmla="*/ 52326 w 52326"/>
                <a:gd name="connsiteY2" fmla="*/ 26163 h 52326"/>
                <a:gd name="connsiteX3" fmla="*/ 26163 w 52326"/>
                <a:gd name="connsiteY3" fmla="*/ 0 h 52326"/>
                <a:gd name="connsiteX4" fmla="*/ 1046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4" y="52326"/>
                    <a:pt x="47791" y="44652"/>
                    <a:pt x="51280" y="33837"/>
                  </a:cubicBezTo>
                  <a:cubicBezTo>
                    <a:pt x="51977" y="31396"/>
                    <a:pt x="52326" y="28605"/>
                    <a:pt x="52326" y="26163"/>
                  </a:cubicBez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3" name="Freeform: Shape 682">
              <a:extLst>
                <a:ext uri="{FF2B5EF4-FFF2-40B4-BE49-F238E27FC236}">
                  <a16:creationId xmlns:a16="http://schemas.microsoft.com/office/drawing/2014/main" id="{F2F1D1BC-C44F-778F-3D98-A382AC57CE43}"/>
                </a:ext>
              </a:extLst>
            </p:cNvPr>
            <p:cNvSpPr/>
            <p:nvPr/>
          </p:nvSpPr>
          <p:spPr>
            <a:xfrm>
              <a:off x="6069488" y="4606338"/>
              <a:ext cx="52674" cy="52326"/>
            </a:xfrm>
            <a:custGeom>
              <a:avLst/>
              <a:gdLst>
                <a:gd name="connsiteX0" fmla="*/ 26512 w 52674"/>
                <a:gd name="connsiteY0" fmla="*/ 52326 h 52326"/>
                <a:gd name="connsiteX1" fmla="*/ 26512 w 52674"/>
                <a:gd name="connsiteY1" fmla="*/ 52326 h 52326"/>
                <a:gd name="connsiteX2" fmla="*/ 45001 w 52674"/>
                <a:gd name="connsiteY2" fmla="*/ 44652 h 52326"/>
                <a:gd name="connsiteX3" fmla="*/ 51628 w 52674"/>
                <a:gd name="connsiteY3" fmla="*/ 33838 h 52326"/>
                <a:gd name="connsiteX4" fmla="*/ 52675 w 52674"/>
                <a:gd name="connsiteY4" fmla="*/ 26163 h 52326"/>
                <a:gd name="connsiteX5" fmla="*/ 52675 w 52674"/>
                <a:gd name="connsiteY5" fmla="*/ 23372 h 52326"/>
                <a:gd name="connsiteX6" fmla="*/ 29303 w 52674"/>
                <a:gd name="connsiteY6" fmla="*/ 0 h 52326"/>
                <a:gd name="connsiteX7" fmla="*/ 26512 w 52674"/>
                <a:gd name="connsiteY7" fmla="*/ 0 h 52326"/>
                <a:gd name="connsiteX8" fmla="*/ 23023 w 52674"/>
                <a:gd name="connsiteY8" fmla="*/ 349 h 52326"/>
                <a:gd name="connsiteX9" fmla="*/ 22326 w 52674"/>
                <a:gd name="connsiteY9" fmla="*/ 349 h 52326"/>
                <a:gd name="connsiteX10" fmla="*/ 15698 w 52674"/>
                <a:gd name="connsiteY10" fmla="*/ 2442 h 52326"/>
                <a:gd name="connsiteX11" fmla="*/ 15000 w 52674"/>
                <a:gd name="connsiteY11" fmla="*/ 2791 h 52326"/>
                <a:gd name="connsiteX12" fmla="*/ 9767 w 52674"/>
                <a:gd name="connsiteY12" fmla="*/ 6279 h 52326"/>
                <a:gd name="connsiteX13" fmla="*/ 9070 w 52674"/>
                <a:gd name="connsiteY13" fmla="*/ 6977 h 52326"/>
                <a:gd name="connsiteX14" fmla="*/ 7674 w 52674"/>
                <a:gd name="connsiteY14" fmla="*/ 8372 h 52326"/>
                <a:gd name="connsiteX15" fmla="*/ 6977 w 52674"/>
                <a:gd name="connsiteY15" fmla="*/ 9070 h 52326"/>
                <a:gd name="connsiteX16" fmla="*/ 5581 w 52674"/>
                <a:gd name="connsiteY16" fmla="*/ 10465 h 52326"/>
                <a:gd name="connsiteX17" fmla="*/ 4884 w 52674"/>
                <a:gd name="connsiteY17" fmla="*/ 11163 h 52326"/>
                <a:gd name="connsiteX18" fmla="*/ 3488 w 52674"/>
                <a:gd name="connsiteY18" fmla="*/ 13605 h 52326"/>
                <a:gd name="connsiteX19" fmla="*/ 3488 w 52674"/>
                <a:gd name="connsiteY19" fmla="*/ 13605 h 52326"/>
                <a:gd name="connsiteX20" fmla="*/ 2093 w 52674"/>
                <a:gd name="connsiteY20" fmla="*/ 16396 h 52326"/>
                <a:gd name="connsiteX21" fmla="*/ 1744 w 52674"/>
                <a:gd name="connsiteY21" fmla="*/ 17093 h 52326"/>
                <a:gd name="connsiteX22" fmla="*/ 1046 w 52674"/>
                <a:gd name="connsiteY22" fmla="*/ 19186 h 52326"/>
                <a:gd name="connsiteX23" fmla="*/ 698 w 52674"/>
                <a:gd name="connsiteY23" fmla="*/ 20233 h 52326"/>
                <a:gd name="connsiteX24" fmla="*/ 349 w 52674"/>
                <a:gd name="connsiteY24" fmla="*/ 22326 h 52326"/>
                <a:gd name="connsiteX25" fmla="*/ 349 w 52674"/>
                <a:gd name="connsiteY25" fmla="*/ 23372 h 52326"/>
                <a:gd name="connsiteX26" fmla="*/ 0 w 52674"/>
                <a:gd name="connsiteY26" fmla="*/ 26512 h 52326"/>
                <a:gd name="connsiteX27" fmla="*/ 0 w 52674"/>
                <a:gd name="connsiteY27" fmla="*/ 26512 h 52326"/>
                <a:gd name="connsiteX28" fmla="*/ 26512 w 52674"/>
                <a:gd name="connsiteY2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674" h="52326">
                  <a:moveTo>
                    <a:pt x="26512" y="52326"/>
                  </a:moveTo>
                  <a:lnTo>
                    <a:pt x="26512" y="52326"/>
                  </a:lnTo>
                  <a:cubicBezTo>
                    <a:pt x="33837" y="52326"/>
                    <a:pt x="40117" y="49535"/>
                    <a:pt x="45001" y="44652"/>
                  </a:cubicBezTo>
                  <a:cubicBezTo>
                    <a:pt x="47791" y="41861"/>
                    <a:pt x="50233" y="38024"/>
                    <a:pt x="51628" y="33838"/>
                  </a:cubicBezTo>
                  <a:cubicBezTo>
                    <a:pt x="52326" y="31396"/>
                    <a:pt x="52675" y="28605"/>
                    <a:pt x="52675" y="26163"/>
                  </a:cubicBezTo>
                  <a:cubicBezTo>
                    <a:pt x="52675" y="25117"/>
                    <a:pt x="52675" y="24419"/>
                    <a:pt x="52675" y="23372"/>
                  </a:cubicBezTo>
                  <a:cubicBezTo>
                    <a:pt x="51279" y="11163"/>
                    <a:pt x="41512" y="1395"/>
                    <a:pt x="29303" y="0"/>
                  </a:cubicBezTo>
                  <a:cubicBezTo>
                    <a:pt x="28256" y="0"/>
                    <a:pt x="27559" y="0"/>
                    <a:pt x="26512" y="0"/>
                  </a:cubicBezTo>
                  <a:cubicBezTo>
                    <a:pt x="25465" y="0"/>
                    <a:pt x="24070" y="0"/>
                    <a:pt x="23023" y="349"/>
                  </a:cubicBezTo>
                  <a:cubicBezTo>
                    <a:pt x="22675" y="349"/>
                    <a:pt x="22326" y="349"/>
                    <a:pt x="22326" y="349"/>
                  </a:cubicBezTo>
                  <a:cubicBezTo>
                    <a:pt x="19884" y="698"/>
                    <a:pt x="17791" y="1395"/>
                    <a:pt x="15698" y="2442"/>
                  </a:cubicBezTo>
                  <a:cubicBezTo>
                    <a:pt x="15349" y="2442"/>
                    <a:pt x="15349" y="2791"/>
                    <a:pt x="15000" y="2791"/>
                  </a:cubicBezTo>
                  <a:cubicBezTo>
                    <a:pt x="13256" y="3837"/>
                    <a:pt x="11512" y="4884"/>
                    <a:pt x="9767" y="6279"/>
                  </a:cubicBezTo>
                  <a:cubicBezTo>
                    <a:pt x="9419" y="6628"/>
                    <a:pt x="9419" y="6628"/>
                    <a:pt x="9070" y="6977"/>
                  </a:cubicBezTo>
                  <a:cubicBezTo>
                    <a:pt x="8721" y="7326"/>
                    <a:pt x="8023" y="8023"/>
                    <a:pt x="7674" y="8372"/>
                  </a:cubicBezTo>
                  <a:cubicBezTo>
                    <a:pt x="7326" y="8721"/>
                    <a:pt x="7326" y="8721"/>
                    <a:pt x="6977" y="9070"/>
                  </a:cubicBezTo>
                  <a:cubicBezTo>
                    <a:pt x="6628" y="9419"/>
                    <a:pt x="6279" y="10116"/>
                    <a:pt x="5581" y="10465"/>
                  </a:cubicBezTo>
                  <a:cubicBezTo>
                    <a:pt x="5233" y="10814"/>
                    <a:pt x="5233" y="10814"/>
                    <a:pt x="4884" y="11163"/>
                  </a:cubicBezTo>
                  <a:cubicBezTo>
                    <a:pt x="4186" y="11861"/>
                    <a:pt x="3837" y="12907"/>
                    <a:pt x="3488" y="13605"/>
                  </a:cubicBezTo>
                  <a:cubicBezTo>
                    <a:pt x="3488" y="13605"/>
                    <a:pt x="3488" y="13605"/>
                    <a:pt x="3488" y="13605"/>
                  </a:cubicBezTo>
                  <a:cubicBezTo>
                    <a:pt x="3140" y="14302"/>
                    <a:pt x="2790" y="15349"/>
                    <a:pt x="2093" y="16396"/>
                  </a:cubicBezTo>
                  <a:cubicBezTo>
                    <a:pt x="2093" y="16744"/>
                    <a:pt x="1744" y="17093"/>
                    <a:pt x="1744" y="17093"/>
                  </a:cubicBezTo>
                  <a:cubicBezTo>
                    <a:pt x="1395" y="17791"/>
                    <a:pt x="1395" y="18489"/>
                    <a:pt x="1046" y="19186"/>
                  </a:cubicBezTo>
                  <a:cubicBezTo>
                    <a:pt x="1046" y="19535"/>
                    <a:pt x="698" y="19884"/>
                    <a:pt x="698" y="20233"/>
                  </a:cubicBezTo>
                  <a:cubicBezTo>
                    <a:pt x="698" y="20930"/>
                    <a:pt x="349" y="21628"/>
                    <a:pt x="349" y="22326"/>
                  </a:cubicBezTo>
                  <a:cubicBezTo>
                    <a:pt x="349" y="22675"/>
                    <a:pt x="349" y="23023"/>
                    <a:pt x="349" y="23372"/>
                  </a:cubicBezTo>
                  <a:cubicBezTo>
                    <a:pt x="349" y="24419"/>
                    <a:pt x="0" y="25465"/>
                    <a:pt x="0" y="26512"/>
                  </a:cubicBezTo>
                  <a:cubicBezTo>
                    <a:pt x="0" y="26512"/>
                    <a:pt x="0" y="26512"/>
                    <a:pt x="0" y="26512"/>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684" name="Freeform: Shape 683">
              <a:extLst>
                <a:ext uri="{FF2B5EF4-FFF2-40B4-BE49-F238E27FC236}">
                  <a16:creationId xmlns:a16="http://schemas.microsoft.com/office/drawing/2014/main" id="{3671B54F-6B6D-1FD6-3253-ABBD5D8CDC36}"/>
                </a:ext>
              </a:extLst>
            </p:cNvPr>
            <p:cNvSpPr/>
            <p:nvPr/>
          </p:nvSpPr>
          <p:spPr>
            <a:xfrm>
              <a:off x="4709356"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4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5" y="52326"/>
                    <a:pt x="52326" y="40465"/>
                    <a:pt x="52326" y="26163"/>
                  </a:cubicBezTo>
                  <a:cubicBezTo>
                    <a:pt x="52326" y="16047"/>
                    <a:pt x="46396" y="7326"/>
                    <a:pt x="38024" y="2791"/>
                  </a:cubicBezTo>
                  <a:cubicBezTo>
                    <a:pt x="34535" y="1046"/>
                    <a:pt x="30349" y="0"/>
                    <a:pt x="26163" y="0"/>
                  </a:cubicBezTo>
                  <a:lnTo>
                    <a:pt x="26163" y="0"/>
                  </a:lnTo>
                  <a:cubicBezTo>
                    <a:pt x="11861"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85" name="Freeform: Shape 684">
              <a:extLst>
                <a:ext uri="{FF2B5EF4-FFF2-40B4-BE49-F238E27FC236}">
                  <a16:creationId xmlns:a16="http://schemas.microsoft.com/office/drawing/2014/main" id="{54D67514-A8BF-5270-D8B5-86CCA997FEB6}"/>
                </a:ext>
              </a:extLst>
            </p:cNvPr>
            <p:cNvSpPr/>
            <p:nvPr/>
          </p:nvSpPr>
          <p:spPr>
            <a:xfrm>
              <a:off x="533727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6" name="Freeform: Shape 685">
              <a:extLst>
                <a:ext uri="{FF2B5EF4-FFF2-40B4-BE49-F238E27FC236}">
                  <a16:creationId xmlns:a16="http://schemas.microsoft.com/office/drawing/2014/main" id="{5467B8ED-1289-137C-2C9F-6112DA24B072}"/>
                </a:ext>
              </a:extLst>
            </p:cNvPr>
            <p:cNvSpPr/>
            <p:nvPr/>
          </p:nvSpPr>
          <p:spPr>
            <a:xfrm>
              <a:off x="50233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87" name="Freeform: Shape 686">
              <a:extLst>
                <a:ext uri="{FF2B5EF4-FFF2-40B4-BE49-F238E27FC236}">
                  <a16:creationId xmlns:a16="http://schemas.microsoft.com/office/drawing/2014/main" id="{15862F5E-1616-D903-5232-C3BC19709AEF}"/>
                </a:ext>
              </a:extLst>
            </p:cNvPr>
            <p:cNvSpPr/>
            <p:nvPr/>
          </p:nvSpPr>
          <p:spPr>
            <a:xfrm>
              <a:off x="481400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88" name="Freeform: Shape 687">
              <a:extLst>
                <a:ext uri="{FF2B5EF4-FFF2-40B4-BE49-F238E27FC236}">
                  <a16:creationId xmlns:a16="http://schemas.microsoft.com/office/drawing/2014/main" id="{A5D92FB7-C695-6191-22D4-F23E877CF2AA}"/>
                </a:ext>
              </a:extLst>
            </p:cNvPr>
            <p:cNvSpPr/>
            <p:nvPr/>
          </p:nvSpPr>
          <p:spPr>
            <a:xfrm>
              <a:off x="4395399"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9" name="Freeform: Shape 688">
              <a:extLst>
                <a:ext uri="{FF2B5EF4-FFF2-40B4-BE49-F238E27FC236}">
                  <a16:creationId xmlns:a16="http://schemas.microsoft.com/office/drawing/2014/main" id="{1E3FC058-9443-1C21-9C55-B628EE8D64DE}"/>
                </a:ext>
              </a:extLst>
            </p:cNvPr>
            <p:cNvSpPr/>
            <p:nvPr/>
          </p:nvSpPr>
          <p:spPr>
            <a:xfrm>
              <a:off x="3872137"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5"/>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90" name="Freeform: Shape 689">
              <a:extLst>
                <a:ext uri="{FF2B5EF4-FFF2-40B4-BE49-F238E27FC236}">
                  <a16:creationId xmlns:a16="http://schemas.microsoft.com/office/drawing/2014/main" id="{3D2FC731-5267-8C91-7424-1A1823A157F2}"/>
                </a:ext>
              </a:extLst>
            </p:cNvPr>
            <p:cNvSpPr/>
            <p:nvPr/>
          </p:nvSpPr>
          <p:spPr>
            <a:xfrm>
              <a:off x="355818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1" name="Freeform: Shape 690">
              <a:extLst>
                <a:ext uri="{FF2B5EF4-FFF2-40B4-BE49-F238E27FC236}">
                  <a16:creationId xmlns:a16="http://schemas.microsoft.com/office/drawing/2014/main" id="{8501711D-C5D3-F324-86C0-C6D411FA536E}"/>
                </a:ext>
              </a:extLst>
            </p:cNvPr>
            <p:cNvSpPr/>
            <p:nvPr/>
          </p:nvSpPr>
          <p:spPr>
            <a:xfrm>
              <a:off x="35581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92" name="Freeform: Shape 691">
              <a:extLst>
                <a:ext uri="{FF2B5EF4-FFF2-40B4-BE49-F238E27FC236}">
                  <a16:creationId xmlns:a16="http://schemas.microsoft.com/office/drawing/2014/main" id="{ED90E729-4DA4-C17D-0094-99D0CE042683}"/>
                </a:ext>
              </a:extLst>
            </p:cNvPr>
            <p:cNvSpPr/>
            <p:nvPr/>
          </p:nvSpPr>
          <p:spPr>
            <a:xfrm>
              <a:off x="324422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93" name="Freeform: Shape 692">
              <a:extLst>
                <a:ext uri="{FF2B5EF4-FFF2-40B4-BE49-F238E27FC236}">
                  <a16:creationId xmlns:a16="http://schemas.microsoft.com/office/drawing/2014/main" id="{F5046478-E582-F409-8D44-D0F2EE4646BD}"/>
                </a:ext>
              </a:extLst>
            </p:cNvPr>
            <p:cNvSpPr/>
            <p:nvPr/>
          </p:nvSpPr>
          <p:spPr>
            <a:xfrm>
              <a:off x="272096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94" name="Freeform: Shape 693">
              <a:extLst>
                <a:ext uri="{FF2B5EF4-FFF2-40B4-BE49-F238E27FC236}">
                  <a16:creationId xmlns:a16="http://schemas.microsoft.com/office/drawing/2014/main" id="{C5A5D175-BC92-C7BF-7084-B8CAFF92FD2A}"/>
                </a:ext>
              </a:extLst>
            </p:cNvPr>
            <p:cNvSpPr/>
            <p:nvPr/>
          </p:nvSpPr>
          <p:spPr>
            <a:xfrm>
              <a:off x="167443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95" name="Freeform: Shape 694">
              <a:extLst>
                <a:ext uri="{FF2B5EF4-FFF2-40B4-BE49-F238E27FC236}">
                  <a16:creationId xmlns:a16="http://schemas.microsoft.com/office/drawing/2014/main" id="{58CA8247-6113-4F8E-7C34-1B8228BA6749}"/>
                </a:ext>
              </a:extLst>
            </p:cNvPr>
            <p:cNvSpPr/>
            <p:nvPr/>
          </p:nvSpPr>
          <p:spPr>
            <a:xfrm rot="17550026">
              <a:off x="1151257" y="4501713"/>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696" name="Freeform: Shape 695">
              <a:extLst>
                <a:ext uri="{FF2B5EF4-FFF2-40B4-BE49-F238E27FC236}">
                  <a16:creationId xmlns:a16="http://schemas.microsoft.com/office/drawing/2014/main" id="{54B9E9C9-1B06-CA0D-9F71-E11738218471}"/>
                </a:ext>
              </a:extLst>
            </p:cNvPr>
            <p:cNvSpPr/>
            <p:nvPr/>
          </p:nvSpPr>
          <p:spPr>
            <a:xfrm>
              <a:off x="837218"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97" name="Freeform: Shape 696">
              <a:extLst>
                <a:ext uri="{FF2B5EF4-FFF2-40B4-BE49-F238E27FC236}">
                  <a16:creationId xmlns:a16="http://schemas.microsoft.com/office/drawing/2014/main" id="{81C9CC7A-4CA4-5A66-2BF5-BFA3100FE292}"/>
                </a:ext>
              </a:extLst>
            </p:cNvPr>
            <p:cNvSpPr/>
            <p:nvPr/>
          </p:nvSpPr>
          <p:spPr>
            <a:xfrm>
              <a:off x="418609"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8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6" y="52326"/>
                    <a:pt x="52326" y="40465"/>
                    <a:pt x="52326" y="26163"/>
                  </a:cubicBezTo>
                  <a:cubicBezTo>
                    <a:pt x="52326" y="14302"/>
                    <a:pt x="44652" y="4535"/>
                    <a:pt x="33838" y="1047"/>
                  </a:cubicBezTo>
                  <a:cubicBezTo>
                    <a:pt x="32442" y="698"/>
                    <a:pt x="31396" y="349"/>
                    <a:pt x="30000" y="349"/>
                  </a:cubicBezTo>
                  <a:cubicBezTo>
                    <a:pt x="28605" y="0"/>
                    <a:pt x="27558"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98" name="Freeform: Shape 697">
              <a:extLst>
                <a:ext uri="{FF2B5EF4-FFF2-40B4-BE49-F238E27FC236}">
                  <a16:creationId xmlns:a16="http://schemas.microsoft.com/office/drawing/2014/main" id="{F45E8530-4929-2B48-80D7-27B35782C814}"/>
                </a:ext>
              </a:extLst>
            </p:cNvPr>
            <p:cNvSpPr/>
            <p:nvPr/>
          </p:nvSpPr>
          <p:spPr>
            <a:xfrm>
              <a:off x="1674437"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5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1" y="0"/>
                    <a:pt x="0" y="11861"/>
                    <a:pt x="0" y="26163"/>
                  </a:cubicBezTo>
                  <a:cubicBezTo>
                    <a:pt x="0" y="33489"/>
                    <a:pt x="2791" y="39768"/>
                    <a:pt x="7675"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699" name="Freeform: Shape 698">
              <a:extLst>
                <a:ext uri="{FF2B5EF4-FFF2-40B4-BE49-F238E27FC236}">
                  <a16:creationId xmlns:a16="http://schemas.microsoft.com/office/drawing/2014/main" id="{BF51D1A7-C04F-3B48-63BD-CF9CE6935C10}"/>
                </a:ext>
              </a:extLst>
            </p:cNvPr>
            <p:cNvSpPr/>
            <p:nvPr/>
          </p:nvSpPr>
          <p:spPr>
            <a:xfrm>
              <a:off x="4395399"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00" name="Freeform: Shape 699">
              <a:extLst>
                <a:ext uri="{FF2B5EF4-FFF2-40B4-BE49-F238E27FC236}">
                  <a16:creationId xmlns:a16="http://schemas.microsoft.com/office/drawing/2014/main" id="{728ABA06-654A-F13A-312F-D5453627FA26}"/>
                </a:ext>
              </a:extLst>
            </p:cNvPr>
            <p:cNvSpPr/>
            <p:nvPr/>
          </p:nvSpPr>
          <p:spPr>
            <a:xfrm>
              <a:off x="1182571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1" name="Freeform: Shape 700">
              <a:extLst>
                <a:ext uri="{FF2B5EF4-FFF2-40B4-BE49-F238E27FC236}">
                  <a16:creationId xmlns:a16="http://schemas.microsoft.com/office/drawing/2014/main" id="{28B42C7C-157B-10F1-5D2A-DA45920F116A}"/>
                </a:ext>
              </a:extLst>
            </p:cNvPr>
            <p:cNvSpPr/>
            <p:nvPr/>
          </p:nvSpPr>
          <p:spPr>
            <a:xfrm>
              <a:off x="117210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2" name="Freeform: Shape 701">
              <a:extLst>
                <a:ext uri="{FF2B5EF4-FFF2-40B4-BE49-F238E27FC236}">
                  <a16:creationId xmlns:a16="http://schemas.microsoft.com/office/drawing/2014/main" id="{DC7F3FBD-988F-B017-39BD-0C1BE2540FAF}"/>
                </a:ext>
              </a:extLst>
            </p:cNvPr>
            <p:cNvSpPr/>
            <p:nvPr/>
          </p:nvSpPr>
          <p:spPr>
            <a:xfrm>
              <a:off x="1109315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3" name="Freeform: Shape 702">
              <a:extLst>
                <a:ext uri="{FF2B5EF4-FFF2-40B4-BE49-F238E27FC236}">
                  <a16:creationId xmlns:a16="http://schemas.microsoft.com/office/drawing/2014/main" id="{E93D9519-9350-79D6-AB99-0439CDBD2363}"/>
                </a:ext>
              </a:extLst>
            </p:cNvPr>
            <p:cNvSpPr/>
            <p:nvPr/>
          </p:nvSpPr>
          <p:spPr>
            <a:xfrm>
              <a:off x="10465236"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04" name="Freeform: Shape 703">
              <a:extLst>
                <a:ext uri="{FF2B5EF4-FFF2-40B4-BE49-F238E27FC236}">
                  <a16:creationId xmlns:a16="http://schemas.microsoft.com/office/drawing/2014/main" id="{3D95BFCE-C5F4-54FE-BBA7-057CF98BA4EF}"/>
                </a:ext>
              </a:extLst>
            </p:cNvPr>
            <p:cNvSpPr/>
            <p:nvPr/>
          </p:nvSpPr>
          <p:spPr>
            <a:xfrm>
              <a:off x="1098849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5" name="Freeform: Shape 704">
              <a:extLst>
                <a:ext uri="{FF2B5EF4-FFF2-40B4-BE49-F238E27FC236}">
                  <a16:creationId xmlns:a16="http://schemas.microsoft.com/office/drawing/2014/main" id="{4AB75721-D92D-2CEE-52F3-4B8E97BCDF6A}"/>
                </a:ext>
              </a:extLst>
            </p:cNvPr>
            <p:cNvSpPr/>
            <p:nvPr/>
          </p:nvSpPr>
          <p:spPr>
            <a:xfrm>
              <a:off x="93140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6" name="Freeform: Shape 705">
              <a:extLst>
                <a:ext uri="{FF2B5EF4-FFF2-40B4-BE49-F238E27FC236}">
                  <a16:creationId xmlns:a16="http://schemas.microsoft.com/office/drawing/2014/main" id="{58F34053-7D3D-7C3C-813A-9B0702A4EA45}"/>
                </a:ext>
              </a:extLst>
            </p:cNvPr>
            <p:cNvSpPr/>
            <p:nvPr/>
          </p:nvSpPr>
          <p:spPr>
            <a:xfrm>
              <a:off x="910475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7" name="Freeform: Shape 706">
              <a:extLst>
                <a:ext uri="{FF2B5EF4-FFF2-40B4-BE49-F238E27FC236}">
                  <a16:creationId xmlns:a16="http://schemas.microsoft.com/office/drawing/2014/main" id="{3BF4E941-6E06-6391-BD92-9C565936AAA7}"/>
                </a:ext>
              </a:extLst>
            </p:cNvPr>
            <p:cNvSpPr/>
            <p:nvPr/>
          </p:nvSpPr>
          <p:spPr>
            <a:xfrm>
              <a:off x="91047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8" name="Freeform: Shape 707">
              <a:extLst>
                <a:ext uri="{FF2B5EF4-FFF2-40B4-BE49-F238E27FC236}">
                  <a16:creationId xmlns:a16="http://schemas.microsoft.com/office/drawing/2014/main" id="{5AD87134-A85E-319E-A419-8660BDA2CE18}"/>
                </a:ext>
              </a:extLst>
            </p:cNvPr>
            <p:cNvSpPr/>
            <p:nvPr/>
          </p:nvSpPr>
          <p:spPr>
            <a:xfrm>
              <a:off x="8895450"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9" name="Freeform: Shape 708">
              <a:extLst>
                <a:ext uri="{FF2B5EF4-FFF2-40B4-BE49-F238E27FC236}">
                  <a16:creationId xmlns:a16="http://schemas.microsoft.com/office/drawing/2014/main" id="{3547AD98-7079-B066-42E8-C1F0AB03D7EC}"/>
                </a:ext>
              </a:extLst>
            </p:cNvPr>
            <p:cNvSpPr/>
            <p:nvPr/>
          </p:nvSpPr>
          <p:spPr>
            <a:xfrm rot="21046898">
              <a:off x="8581673" y="5443462"/>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10" name="Freeform: Shape 709">
              <a:extLst>
                <a:ext uri="{FF2B5EF4-FFF2-40B4-BE49-F238E27FC236}">
                  <a16:creationId xmlns:a16="http://schemas.microsoft.com/office/drawing/2014/main" id="{34EC8F71-EC6C-3886-3503-43FE0C8D74C6}"/>
                </a:ext>
              </a:extLst>
            </p:cNvPr>
            <p:cNvSpPr/>
            <p:nvPr/>
          </p:nvSpPr>
          <p:spPr>
            <a:xfrm>
              <a:off x="858149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11" name="Freeform: Shape 710">
              <a:extLst>
                <a:ext uri="{FF2B5EF4-FFF2-40B4-BE49-F238E27FC236}">
                  <a16:creationId xmlns:a16="http://schemas.microsoft.com/office/drawing/2014/main" id="{6D0A6BC6-6E03-B0A3-C713-0C3B49194821}"/>
                </a:ext>
              </a:extLst>
            </p:cNvPr>
            <p:cNvSpPr/>
            <p:nvPr/>
          </p:nvSpPr>
          <p:spPr>
            <a:xfrm>
              <a:off x="8162884"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712" name="Freeform: Shape 711">
              <a:extLst>
                <a:ext uri="{FF2B5EF4-FFF2-40B4-BE49-F238E27FC236}">
                  <a16:creationId xmlns:a16="http://schemas.microsoft.com/office/drawing/2014/main" id="{B536CCA2-AE06-0C4C-8395-C461BEC92F1E}"/>
                </a:ext>
              </a:extLst>
            </p:cNvPr>
            <p:cNvSpPr/>
            <p:nvPr/>
          </p:nvSpPr>
          <p:spPr>
            <a:xfrm>
              <a:off x="6907055"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13" name="Freeform: Shape 712">
              <a:extLst>
                <a:ext uri="{FF2B5EF4-FFF2-40B4-BE49-F238E27FC236}">
                  <a16:creationId xmlns:a16="http://schemas.microsoft.com/office/drawing/2014/main" id="{595B3E5F-1A17-CA5D-358D-A7881D2AC296}"/>
                </a:ext>
              </a:extLst>
            </p:cNvPr>
            <p:cNvSpPr/>
            <p:nvPr/>
          </p:nvSpPr>
          <p:spPr>
            <a:xfrm>
              <a:off x="648844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4" name="Freeform: Shape 713">
              <a:extLst>
                <a:ext uri="{FF2B5EF4-FFF2-40B4-BE49-F238E27FC236}">
                  <a16:creationId xmlns:a16="http://schemas.microsoft.com/office/drawing/2014/main" id="{C78C9770-B7FC-F0EC-F913-E0273DE954CE}"/>
                </a:ext>
              </a:extLst>
            </p:cNvPr>
            <p:cNvSpPr/>
            <p:nvPr/>
          </p:nvSpPr>
          <p:spPr>
            <a:xfrm>
              <a:off x="61744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5" name="Freeform: Shape 714">
              <a:extLst>
                <a:ext uri="{FF2B5EF4-FFF2-40B4-BE49-F238E27FC236}">
                  <a16:creationId xmlns:a16="http://schemas.microsoft.com/office/drawing/2014/main" id="{A9BC0605-D3FE-0E52-4E17-8C5987FDF991}"/>
                </a:ext>
              </a:extLst>
            </p:cNvPr>
            <p:cNvSpPr/>
            <p:nvPr/>
          </p:nvSpPr>
          <p:spPr>
            <a:xfrm>
              <a:off x="8162884" y="5234601"/>
              <a:ext cx="52006" cy="52326"/>
            </a:xfrm>
            <a:custGeom>
              <a:avLst/>
              <a:gdLst>
                <a:gd name="connsiteX0" fmla="*/ 44652 w 52006"/>
                <a:gd name="connsiteY0" fmla="*/ 7326 h 52326"/>
                <a:gd name="connsiteX1" fmla="*/ 31396 w 52006"/>
                <a:gd name="connsiteY1" fmla="*/ 349 h 52326"/>
                <a:gd name="connsiteX2" fmla="*/ 30698 w 52006"/>
                <a:gd name="connsiteY2" fmla="*/ 349 h 52326"/>
                <a:gd name="connsiteX3" fmla="*/ 26163 w 52006"/>
                <a:gd name="connsiteY3" fmla="*/ 0 h 52326"/>
                <a:gd name="connsiteX4" fmla="*/ 26163 w 52006"/>
                <a:gd name="connsiteY4" fmla="*/ 0 h 52326"/>
                <a:gd name="connsiteX5" fmla="*/ 26163 w 52006"/>
                <a:gd name="connsiteY5" fmla="*/ 0 h 52326"/>
                <a:gd name="connsiteX6" fmla="*/ 0 w 52006"/>
                <a:gd name="connsiteY6" fmla="*/ 26163 h 52326"/>
                <a:gd name="connsiteX7" fmla="*/ 13604 w 52006"/>
                <a:gd name="connsiteY7" fmla="*/ 49187 h 52326"/>
                <a:gd name="connsiteX8" fmla="*/ 13954 w 52006"/>
                <a:gd name="connsiteY8" fmla="*/ 49536 h 52326"/>
                <a:gd name="connsiteX9" fmla="*/ 15698 w 52006"/>
                <a:gd name="connsiteY9" fmla="*/ 50233 h 52326"/>
                <a:gd name="connsiteX10" fmla="*/ 25814 w 52006"/>
                <a:gd name="connsiteY10" fmla="*/ 52326 h 52326"/>
                <a:gd name="connsiteX11" fmla="*/ 51977 w 52006"/>
                <a:gd name="connsiteY11" fmla="*/ 26163 h 52326"/>
                <a:gd name="connsiteX12" fmla="*/ 44652 w 52006"/>
                <a:gd name="connsiteY12" fmla="*/ 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006" h="52326">
                  <a:moveTo>
                    <a:pt x="44652" y="7326"/>
                  </a:moveTo>
                  <a:cubicBezTo>
                    <a:pt x="41163" y="3837"/>
                    <a:pt x="36628" y="1395"/>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35931"/>
                    <a:pt x="5582" y="44652"/>
                    <a:pt x="13604" y="49187"/>
                  </a:cubicBezTo>
                  <a:cubicBezTo>
                    <a:pt x="13604" y="49187"/>
                    <a:pt x="13954" y="49187"/>
                    <a:pt x="13954" y="49536"/>
                  </a:cubicBezTo>
                  <a:cubicBezTo>
                    <a:pt x="14651" y="49884"/>
                    <a:pt x="15000" y="50233"/>
                    <a:pt x="15698" y="50233"/>
                  </a:cubicBezTo>
                  <a:cubicBezTo>
                    <a:pt x="18837" y="51629"/>
                    <a:pt x="22325" y="52326"/>
                    <a:pt x="25814" y="52326"/>
                  </a:cubicBezTo>
                  <a:cubicBezTo>
                    <a:pt x="40117" y="52326"/>
                    <a:pt x="51977" y="40465"/>
                    <a:pt x="51977" y="26163"/>
                  </a:cubicBezTo>
                  <a:cubicBezTo>
                    <a:pt x="52326" y="18489"/>
                    <a:pt x="49535" y="12209"/>
                    <a:pt x="44652" y="7326"/>
                  </a:cubicBezTo>
                  <a:close/>
                </a:path>
              </a:pathLst>
            </a:custGeom>
            <a:grpFill/>
            <a:ln w="3488" cap="flat">
              <a:noFill/>
              <a:prstDash val="solid"/>
              <a:miter/>
            </a:ln>
          </p:spPr>
          <p:txBody>
            <a:bodyPr rtlCol="0" anchor="ctr"/>
            <a:lstStyle/>
            <a:p>
              <a:endParaRPr lang="en-ID"/>
            </a:p>
          </p:txBody>
        </p:sp>
        <p:sp>
          <p:nvSpPr>
            <p:cNvPr id="716" name="Freeform: Shape 715">
              <a:extLst>
                <a:ext uri="{FF2B5EF4-FFF2-40B4-BE49-F238E27FC236}">
                  <a16:creationId xmlns:a16="http://schemas.microsoft.com/office/drawing/2014/main" id="{29C8AFB1-2BE7-E798-90D7-79EFC6850ABC}"/>
                </a:ext>
              </a:extLst>
            </p:cNvPr>
            <p:cNvSpPr/>
            <p:nvPr/>
          </p:nvSpPr>
          <p:spPr>
            <a:xfrm>
              <a:off x="11616412" y="5443557"/>
              <a:ext cx="52326" cy="52326"/>
            </a:xfrm>
            <a:custGeom>
              <a:avLst/>
              <a:gdLst>
                <a:gd name="connsiteX0" fmla="*/ 26163 w 52326"/>
                <a:gd name="connsiteY0" fmla="*/ 52326 h 52326"/>
                <a:gd name="connsiteX1" fmla="*/ 26163 w 52326"/>
                <a:gd name="connsiteY1" fmla="*/ 52326 h 52326"/>
                <a:gd name="connsiteX2" fmla="*/ 30001 w 52326"/>
                <a:gd name="connsiteY2" fmla="*/ 51977 h 52326"/>
                <a:gd name="connsiteX3" fmla="*/ 33837 w 52326"/>
                <a:gd name="connsiteY3" fmla="*/ 51279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7558" y="52326"/>
                    <a:pt x="28605" y="52326"/>
                    <a:pt x="30001" y="51977"/>
                  </a:cubicBezTo>
                  <a:cubicBezTo>
                    <a:pt x="31396" y="51629"/>
                    <a:pt x="32791" y="51629"/>
                    <a:pt x="33837" y="51279"/>
                  </a:cubicBezTo>
                  <a:cubicBezTo>
                    <a:pt x="44652" y="48140"/>
                    <a:pt x="52326" y="38024"/>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17" name="Freeform: Shape 716">
              <a:extLst>
                <a:ext uri="{FF2B5EF4-FFF2-40B4-BE49-F238E27FC236}">
                  <a16:creationId xmlns:a16="http://schemas.microsoft.com/office/drawing/2014/main" id="{9D2152E1-2F71-AD5C-2730-C24ACE02AA34}"/>
                </a:ext>
              </a:extLst>
            </p:cNvPr>
            <p:cNvSpPr/>
            <p:nvPr/>
          </p:nvSpPr>
          <p:spPr>
            <a:xfrm>
              <a:off x="1182571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8" name="Freeform: Shape 717">
              <a:extLst>
                <a:ext uri="{FF2B5EF4-FFF2-40B4-BE49-F238E27FC236}">
                  <a16:creationId xmlns:a16="http://schemas.microsoft.com/office/drawing/2014/main" id="{D21FEA23-B417-2524-3ABF-57CEBD25C131}"/>
                </a:ext>
              </a:extLst>
            </p:cNvPr>
            <p:cNvSpPr/>
            <p:nvPr/>
          </p:nvSpPr>
          <p:spPr>
            <a:xfrm>
              <a:off x="1140710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19" name="Freeform: Shape 718">
              <a:extLst>
                <a:ext uri="{FF2B5EF4-FFF2-40B4-BE49-F238E27FC236}">
                  <a16:creationId xmlns:a16="http://schemas.microsoft.com/office/drawing/2014/main" id="{EAF567BF-19BD-1895-C7FA-979B55F3E5AF}"/>
                </a:ext>
              </a:extLst>
            </p:cNvPr>
            <p:cNvSpPr/>
            <p:nvPr/>
          </p:nvSpPr>
          <p:spPr>
            <a:xfrm>
              <a:off x="12035021"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0" name="Freeform: Shape 719">
              <a:extLst>
                <a:ext uri="{FF2B5EF4-FFF2-40B4-BE49-F238E27FC236}">
                  <a16:creationId xmlns:a16="http://schemas.microsoft.com/office/drawing/2014/main" id="{1ECFE9CB-C9FB-6029-12A2-000C6C4DB5BE}"/>
                </a:ext>
              </a:extLst>
            </p:cNvPr>
            <p:cNvSpPr/>
            <p:nvPr/>
          </p:nvSpPr>
          <p:spPr>
            <a:xfrm>
              <a:off x="1172106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21" name="Freeform: Shape 720">
              <a:extLst>
                <a:ext uri="{FF2B5EF4-FFF2-40B4-BE49-F238E27FC236}">
                  <a16:creationId xmlns:a16="http://schemas.microsoft.com/office/drawing/2014/main" id="{0AFE9C2F-5405-292D-B452-815259033992}"/>
                </a:ext>
              </a:extLst>
            </p:cNvPr>
            <p:cNvSpPr/>
            <p:nvPr/>
          </p:nvSpPr>
          <p:spPr>
            <a:xfrm>
              <a:off x="110931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2" name="Freeform: Shape 721">
              <a:extLst>
                <a:ext uri="{FF2B5EF4-FFF2-40B4-BE49-F238E27FC236}">
                  <a16:creationId xmlns:a16="http://schemas.microsoft.com/office/drawing/2014/main" id="{0C9BBE61-1BDF-224E-140D-9C9A8F38B1BA}"/>
                </a:ext>
              </a:extLst>
            </p:cNvPr>
            <p:cNvSpPr/>
            <p:nvPr/>
          </p:nvSpPr>
          <p:spPr>
            <a:xfrm>
              <a:off x="1109315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23" name="Freeform: Shape 722">
              <a:extLst>
                <a:ext uri="{FF2B5EF4-FFF2-40B4-BE49-F238E27FC236}">
                  <a16:creationId xmlns:a16="http://schemas.microsoft.com/office/drawing/2014/main" id="{EF954A92-7ED0-CFB1-2A59-A03DC164B26F}"/>
                </a:ext>
              </a:extLst>
            </p:cNvPr>
            <p:cNvSpPr/>
            <p:nvPr/>
          </p:nvSpPr>
          <p:spPr>
            <a:xfrm>
              <a:off x="1025593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4" name="Freeform: Shape 723">
              <a:extLst>
                <a:ext uri="{FF2B5EF4-FFF2-40B4-BE49-F238E27FC236}">
                  <a16:creationId xmlns:a16="http://schemas.microsoft.com/office/drawing/2014/main" id="{BD61264B-2AB8-0DD8-F8EE-8073F37796B8}"/>
                </a:ext>
              </a:extLst>
            </p:cNvPr>
            <p:cNvSpPr/>
            <p:nvPr/>
          </p:nvSpPr>
          <p:spPr>
            <a:xfrm>
              <a:off x="1151175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5" name="Freeform: Shape 724">
              <a:extLst>
                <a:ext uri="{FF2B5EF4-FFF2-40B4-BE49-F238E27FC236}">
                  <a16:creationId xmlns:a16="http://schemas.microsoft.com/office/drawing/2014/main" id="{97BD819F-DB50-EF18-6D0C-F477A604BAA3}"/>
                </a:ext>
              </a:extLst>
            </p:cNvPr>
            <p:cNvSpPr/>
            <p:nvPr/>
          </p:nvSpPr>
          <p:spPr>
            <a:xfrm>
              <a:off x="1151175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6" name="Freeform: Shape 725">
              <a:extLst>
                <a:ext uri="{FF2B5EF4-FFF2-40B4-BE49-F238E27FC236}">
                  <a16:creationId xmlns:a16="http://schemas.microsoft.com/office/drawing/2014/main" id="{EF18FA27-8680-6F38-FB9B-32A4E9814E0A}"/>
                </a:ext>
              </a:extLst>
            </p:cNvPr>
            <p:cNvSpPr/>
            <p:nvPr/>
          </p:nvSpPr>
          <p:spPr>
            <a:xfrm>
              <a:off x="994197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7" name="Freeform: Shape 726">
              <a:extLst>
                <a:ext uri="{FF2B5EF4-FFF2-40B4-BE49-F238E27FC236}">
                  <a16:creationId xmlns:a16="http://schemas.microsoft.com/office/drawing/2014/main" id="{571A08AB-B135-8F4A-EB91-F8A0DE7280C6}"/>
                </a:ext>
              </a:extLst>
            </p:cNvPr>
            <p:cNvSpPr/>
            <p:nvPr/>
          </p:nvSpPr>
          <p:spPr>
            <a:xfrm>
              <a:off x="8790798"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8" name="Freeform: Shape 727">
              <a:extLst>
                <a:ext uri="{FF2B5EF4-FFF2-40B4-BE49-F238E27FC236}">
                  <a16:creationId xmlns:a16="http://schemas.microsoft.com/office/drawing/2014/main" id="{46BD7000-DB83-B377-116A-508CCECBD8A3}"/>
                </a:ext>
              </a:extLst>
            </p:cNvPr>
            <p:cNvSpPr/>
            <p:nvPr/>
          </p:nvSpPr>
          <p:spPr>
            <a:xfrm rot="21046898">
              <a:off x="8581645" y="3873656"/>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29" name="Freeform: Shape 728">
              <a:extLst>
                <a:ext uri="{FF2B5EF4-FFF2-40B4-BE49-F238E27FC236}">
                  <a16:creationId xmlns:a16="http://schemas.microsoft.com/office/drawing/2014/main" id="{3755B76D-0D03-C9B3-00E6-51C6667B102D}"/>
                </a:ext>
              </a:extLst>
            </p:cNvPr>
            <p:cNvSpPr/>
            <p:nvPr/>
          </p:nvSpPr>
          <p:spPr>
            <a:xfrm>
              <a:off x="847684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0" name="Freeform: Shape 729">
              <a:extLst>
                <a:ext uri="{FF2B5EF4-FFF2-40B4-BE49-F238E27FC236}">
                  <a16:creationId xmlns:a16="http://schemas.microsoft.com/office/drawing/2014/main" id="{7E62F59F-1992-C2A0-2E97-2305CD97ED53}"/>
                </a:ext>
              </a:extLst>
            </p:cNvPr>
            <p:cNvSpPr/>
            <p:nvPr/>
          </p:nvSpPr>
          <p:spPr>
            <a:xfrm>
              <a:off x="7953579"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1" name="Freeform: Shape 730">
              <a:extLst>
                <a:ext uri="{FF2B5EF4-FFF2-40B4-BE49-F238E27FC236}">
                  <a16:creationId xmlns:a16="http://schemas.microsoft.com/office/drawing/2014/main" id="{EA73D2DD-8233-AC91-78B2-210B9D0E67BE}"/>
                </a:ext>
              </a:extLst>
            </p:cNvPr>
            <p:cNvSpPr/>
            <p:nvPr/>
          </p:nvSpPr>
          <p:spPr>
            <a:xfrm>
              <a:off x="743031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32" name="Freeform: Shape 731">
              <a:extLst>
                <a:ext uri="{FF2B5EF4-FFF2-40B4-BE49-F238E27FC236}">
                  <a16:creationId xmlns:a16="http://schemas.microsoft.com/office/drawing/2014/main" id="{FC3ED954-CADB-9C9C-B875-0328F1331B4F}"/>
                </a:ext>
              </a:extLst>
            </p:cNvPr>
            <p:cNvSpPr/>
            <p:nvPr/>
          </p:nvSpPr>
          <p:spPr>
            <a:xfrm>
              <a:off x="743031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3" name="Freeform: Shape 732">
              <a:extLst>
                <a:ext uri="{FF2B5EF4-FFF2-40B4-BE49-F238E27FC236}">
                  <a16:creationId xmlns:a16="http://schemas.microsoft.com/office/drawing/2014/main" id="{60557C54-9918-B186-C059-F9EFA837BA54}"/>
                </a:ext>
              </a:extLst>
            </p:cNvPr>
            <p:cNvSpPr/>
            <p:nvPr/>
          </p:nvSpPr>
          <p:spPr>
            <a:xfrm>
              <a:off x="7430317"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4" name="Freeform: Shape 733">
              <a:extLst>
                <a:ext uri="{FF2B5EF4-FFF2-40B4-BE49-F238E27FC236}">
                  <a16:creationId xmlns:a16="http://schemas.microsoft.com/office/drawing/2014/main" id="{A63359C0-2BE7-EA9D-1B10-2C102F19C0D0}"/>
                </a:ext>
              </a:extLst>
            </p:cNvPr>
            <p:cNvSpPr/>
            <p:nvPr/>
          </p:nvSpPr>
          <p:spPr>
            <a:xfrm>
              <a:off x="732566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5" name="Freeform: Shape 734">
              <a:extLst>
                <a:ext uri="{FF2B5EF4-FFF2-40B4-BE49-F238E27FC236}">
                  <a16:creationId xmlns:a16="http://schemas.microsoft.com/office/drawing/2014/main" id="{D752FC2E-529F-7515-F4B7-0D364A0EE940}"/>
                </a:ext>
              </a:extLst>
            </p:cNvPr>
            <p:cNvSpPr/>
            <p:nvPr/>
          </p:nvSpPr>
          <p:spPr>
            <a:xfrm>
              <a:off x="711636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36" name="Freeform: Shape 735">
              <a:extLst>
                <a:ext uri="{FF2B5EF4-FFF2-40B4-BE49-F238E27FC236}">
                  <a16:creationId xmlns:a16="http://schemas.microsoft.com/office/drawing/2014/main" id="{6B95E922-6297-0644-F80C-AA898504DE5E}"/>
                </a:ext>
              </a:extLst>
            </p:cNvPr>
            <p:cNvSpPr/>
            <p:nvPr/>
          </p:nvSpPr>
          <p:spPr>
            <a:xfrm>
              <a:off x="10883845" y="4292381"/>
              <a:ext cx="52326" cy="52326"/>
            </a:xfrm>
            <a:custGeom>
              <a:avLst/>
              <a:gdLst>
                <a:gd name="connsiteX0" fmla="*/ 26163 w 52326"/>
                <a:gd name="connsiteY0" fmla="*/ 52326 h 52326"/>
                <a:gd name="connsiteX1" fmla="*/ 52326 w 52326"/>
                <a:gd name="connsiteY1" fmla="*/ 26163 h 52326"/>
                <a:gd name="connsiteX2" fmla="*/ 52326 w 52326"/>
                <a:gd name="connsiteY2" fmla="*/ 23372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5117"/>
                    <a:pt x="52326" y="24419"/>
                    <a:pt x="52326" y="23372"/>
                  </a:cubicBezTo>
                  <a:cubicBezTo>
                    <a:pt x="50931" y="10116"/>
                    <a:pt x="39768" y="0"/>
                    <a:pt x="26163" y="0"/>
                  </a:cubicBezTo>
                  <a:cubicBezTo>
                    <a:pt x="11860" y="0"/>
                    <a:pt x="0" y="11861"/>
                    <a:pt x="0" y="26163"/>
                  </a:cubicBezTo>
                  <a:cubicBezTo>
                    <a:pt x="0" y="27210"/>
                    <a:pt x="0" y="27907"/>
                    <a:pt x="0" y="28954"/>
                  </a:cubicBezTo>
                  <a:cubicBezTo>
                    <a:pt x="1395" y="41861"/>
                    <a:pt x="12559" y="52326"/>
                    <a:pt x="26163" y="52326"/>
                  </a:cubicBezTo>
                  <a:close/>
                </a:path>
              </a:pathLst>
            </a:custGeom>
            <a:grpFill/>
            <a:ln w="3488" cap="flat">
              <a:noFill/>
              <a:prstDash val="solid"/>
              <a:miter/>
            </a:ln>
          </p:spPr>
          <p:txBody>
            <a:bodyPr rtlCol="0" anchor="ctr"/>
            <a:lstStyle/>
            <a:p>
              <a:endParaRPr lang="en-ID"/>
            </a:p>
          </p:txBody>
        </p:sp>
        <p:sp>
          <p:nvSpPr>
            <p:cNvPr id="737" name="Freeform: Shape 736">
              <a:extLst>
                <a:ext uri="{FF2B5EF4-FFF2-40B4-BE49-F238E27FC236}">
                  <a16:creationId xmlns:a16="http://schemas.microsoft.com/office/drawing/2014/main" id="{DE6A8CEE-6B15-C1DC-89A7-92AEE46D9C72}"/>
                </a:ext>
              </a:extLst>
            </p:cNvPr>
            <p:cNvSpPr/>
            <p:nvPr/>
          </p:nvSpPr>
          <p:spPr>
            <a:xfrm>
              <a:off x="910475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38" name="Freeform: Shape 737">
              <a:extLst>
                <a:ext uri="{FF2B5EF4-FFF2-40B4-BE49-F238E27FC236}">
                  <a16:creationId xmlns:a16="http://schemas.microsoft.com/office/drawing/2014/main" id="{5BA41D75-CC36-5029-7FEF-091BFD48F0BD}"/>
                </a:ext>
              </a:extLst>
            </p:cNvPr>
            <p:cNvSpPr/>
            <p:nvPr/>
          </p:nvSpPr>
          <p:spPr>
            <a:xfrm>
              <a:off x="9941974"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39" name="Freeform: Shape 738">
              <a:extLst>
                <a:ext uri="{FF2B5EF4-FFF2-40B4-BE49-F238E27FC236}">
                  <a16:creationId xmlns:a16="http://schemas.microsoft.com/office/drawing/2014/main" id="{1F0DD1CA-8740-EECC-0034-97068B1A73CB}"/>
                </a:ext>
              </a:extLst>
            </p:cNvPr>
            <p:cNvSpPr/>
            <p:nvPr/>
          </p:nvSpPr>
          <p:spPr>
            <a:xfrm>
              <a:off x="1182571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0" name="Freeform: Shape 739">
              <a:extLst>
                <a:ext uri="{FF2B5EF4-FFF2-40B4-BE49-F238E27FC236}">
                  <a16:creationId xmlns:a16="http://schemas.microsoft.com/office/drawing/2014/main" id="{0DA85892-E788-9D09-F846-9034E7ADC0C1}"/>
                </a:ext>
              </a:extLst>
            </p:cNvPr>
            <p:cNvSpPr/>
            <p:nvPr/>
          </p:nvSpPr>
          <p:spPr>
            <a:xfrm>
              <a:off x="11407107" y="5129600"/>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7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7"/>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41" name="Freeform: Shape 740">
              <a:extLst>
                <a:ext uri="{FF2B5EF4-FFF2-40B4-BE49-F238E27FC236}">
                  <a16:creationId xmlns:a16="http://schemas.microsoft.com/office/drawing/2014/main" id="{AB415462-81E0-9917-3391-94D06FE14E7D}"/>
                </a:ext>
              </a:extLst>
            </p:cNvPr>
            <p:cNvSpPr/>
            <p:nvPr/>
          </p:nvSpPr>
          <p:spPr>
            <a:xfrm>
              <a:off x="120350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42" name="Freeform: Shape 741">
              <a:extLst>
                <a:ext uri="{FF2B5EF4-FFF2-40B4-BE49-F238E27FC236}">
                  <a16:creationId xmlns:a16="http://schemas.microsoft.com/office/drawing/2014/main" id="{86C11C65-1AE2-9A80-A09A-ED17FB9513D1}"/>
                </a:ext>
              </a:extLst>
            </p:cNvPr>
            <p:cNvSpPr/>
            <p:nvPr/>
          </p:nvSpPr>
          <p:spPr>
            <a:xfrm>
              <a:off x="11616412"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43" name="Freeform: Shape 742">
              <a:extLst>
                <a:ext uri="{FF2B5EF4-FFF2-40B4-BE49-F238E27FC236}">
                  <a16:creationId xmlns:a16="http://schemas.microsoft.com/office/drawing/2014/main" id="{0ED58371-771F-5042-05A3-0872CCFC3BB0}"/>
                </a:ext>
              </a:extLst>
            </p:cNvPr>
            <p:cNvSpPr/>
            <p:nvPr/>
          </p:nvSpPr>
          <p:spPr>
            <a:xfrm>
              <a:off x="1213967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44" name="Freeform: Shape 743">
              <a:extLst>
                <a:ext uri="{FF2B5EF4-FFF2-40B4-BE49-F238E27FC236}">
                  <a16:creationId xmlns:a16="http://schemas.microsoft.com/office/drawing/2014/main" id="{036DFAC2-764B-2DAF-0E5C-2A652CB024FE}"/>
                </a:ext>
              </a:extLst>
            </p:cNvPr>
            <p:cNvSpPr/>
            <p:nvPr/>
          </p:nvSpPr>
          <p:spPr>
            <a:xfrm>
              <a:off x="1109315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5" name="Freeform: Shape 744">
              <a:extLst>
                <a:ext uri="{FF2B5EF4-FFF2-40B4-BE49-F238E27FC236}">
                  <a16:creationId xmlns:a16="http://schemas.microsoft.com/office/drawing/2014/main" id="{1AD7247B-006B-E838-5A06-58B64AB16B1B}"/>
                </a:ext>
              </a:extLst>
            </p:cNvPr>
            <p:cNvSpPr/>
            <p:nvPr/>
          </p:nvSpPr>
          <p:spPr>
            <a:xfrm>
              <a:off x="10465236"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46" name="Freeform: Shape 745">
              <a:extLst>
                <a:ext uri="{FF2B5EF4-FFF2-40B4-BE49-F238E27FC236}">
                  <a16:creationId xmlns:a16="http://schemas.microsoft.com/office/drawing/2014/main" id="{00D685E3-9C57-A3E7-DE88-5FC31DD85AD5}"/>
                </a:ext>
              </a:extLst>
            </p:cNvPr>
            <p:cNvSpPr/>
            <p:nvPr/>
          </p:nvSpPr>
          <p:spPr>
            <a:xfrm>
              <a:off x="10465236" y="533890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47" name="Freeform: Shape 746">
              <a:extLst>
                <a:ext uri="{FF2B5EF4-FFF2-40B4-BE49-F238E27FC236}">
                  <a16:creationId xmlns:a16="http://schemas.microsoft.com/office/drawing/2014/main" id="{D5E20C3F-F9D6-B7BA-3635-5A89BD49036A}"/>
                </a:ext>
              </a:extLst>
            </p:cNvPr>
            <p:cNvSpPr/>
            <p:nvPr/>
          </p:nvSpPr>
          <p:spPr>
            <a:xfrm>
              <a:off x="11197802" y="5443557"/>
              <a:ext cx="52675" cy="52326"/>
            </a:xfrm>
            <a:custGeom>
              <a:avLst/>
              <a:gdLst>
                <a:gd name="connsiteX0" fmla="*/ 26163 w 52675"/>
                <a:gd name="connsiteY0" fmla="*/ 0 h 52326"/>
                <a:gd name="connsiteX1" fmla="*/ 0 w 52675"/>
                <a:gd name="connsiteY1" fmla="*/ 26163 h 52326"/>
                <a:gd name="connsiteX2" fmla="*/ 26163 w 52675"/>
                <a:gd name="connsiteY2" fmla="*/ 52326 h 52326"/>
                <a:gd name="connsiteX3" fmla="*/ 29652 w 52675"/>
                <a:gd name="connsiteY3" fmla="*/ 51977 h 52326"/>
                <a:gd name="connsiteX4" fmla="*/ 36628 w 52675"/>
                <a:gd name="connsiteY4" fmla="*/ 50233 h 52326"/>
                <a:gd name="connsiteX5" fmla="*/ 42558 w 52675"/>
                <a:gd name="connsiteY5" fmla="*/ 46745 h 52326"/>
                <a:gd name="connsiteX6" fmla="*/ 45000 w 52675"/>
                <a:gd name="connsiteY6" fmla="*/ 44652 h 52326"/>
                <a:gd name="connsiteX7" fmla="*/ 52675 w 52675"/>
                <a:gd name="connsiteY7" fmla="*/ 26163 h 52326"/>
                <a:gd name="connsiteX8" fmla="*/ 26163 w 52675"/>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5" h="52326">
                  <a:moveTo>
                    <a:pt x="26163" y="0"/>
                  </a:moveTo>
                  <a:cubicBezTo>
                    <a:pt x="11860" y="0"/>
                    <a:pt x="0" y="11861"/>
                    <a:pt x="0" y="26163"/>
                  </a:cubicBezTo>
                  <a:cubicBezTo>
                    <a:pt x="0" y="40465"/>
                    <a:pt x="11860" y="52326"/>
                    <a:pt x="26163" y="52326"/>
                  </a:cubicBezTo>
                  <a:cubicBezTo>
                    <a:pt x="27210" y="52326"/>
                    <a:pt x="28256" y="52326"/>
                    <a:pt x="29652" y="51977"/>
                  </a:cubicBezTo>
                  <a:cubicBezTo>
                    <a:pt x="32093" y="51629"/>
                    <a:pt x="34535" y="50931"/>
                    <a:pt x="36628" y="50233"/>
                  </a:cubicBezTo>
                  <a:cubicBezTo>
                    <a:pt x="38722" y="49187"/>
                    <a:pt x="40814" y="48140"/>
                    <a:pt x="42558" y="46745"/>
                  </a:cubicBezTo>
                  <a:cubicBezTo>
                    <a:pt x="43256" y="46047"/>
                    <a:pt x="44303" y="45349"/>
                    <a:pt x="45000" y="44652"/>
                  </a:cubicBezTo>
                  <a:cubicBezTo>
                    <a:pt x="49884" y="39768"/>
                    <a:pt x="52675" y="33489"/>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48" name="Freeform: Shape 747">
              <a:extLst>
                <a:ext uri="{FF2B5EF4-FFF2-40B4-BE49-F238E27FC236}">
                  <a16:creationId xmlns:a16="http://schemas.microsoft.com/office/drawing/2014/main" id="{0905C574-A46D-49F5-0CD3-2A5008E92885}"/>
                </a:ext>
              </a:extLst>
            </p:cNvPr>
            <p:cNvSpPr/>
            <p:nvPr/>
          </p:nvSpPr>
          <p:spPr>
            <a:xfrm>
              <a:off x="1098849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9" name="Freeform: Shape 748">
              <a:extLst>
                <a:ext uri="{FF2B5EF4-FFF2-40B4-BE49-F238E27FC236}">
                  <a16:creationId xmlns:a16="http://schemas.microsoft.com/office/drawing/2014/main" id="{5B71E894-D98F-21F5-2CA9-C4CA5CD6E201}"/>
                </a:ext>
              </a:extLst>
            </p:cNvPr>
            <p:cNvSpPr/>
            <p:nvPr/>
          </p:nvSpPr>
          <p:spPr>
            <a:xfrm>
              <a:off x="9941974"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750" name="Freeform: Shape 749">
              <a:extLst>
                <a:ext uri="{FF2B5EF4-FFF2-40B4-BE49-F238E27FC236}">
                  <a16:creationId xmlns:a16="http://schemas.microsoft.com/office/drawing/2014/main" id="{67D56983-BE3A-C8BE-C4D7-D59DE6EBC72C}"/>
                </a:ext>
              </a:extLst>
            </p:cNvPr>
            <p:cNvSpPr/>
            <p:nvPr/>
          </p:nvSpPr>
          <p:spPr>
            <a:xfrm>
              <a:off x="95233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1" name="Freeform: Shape 750">
              <a:extLst>
                <a:ext uri="{FF2B5EF4-FFF2-40B4-BE49-F238E27FC236}">
                  <a16:creationId xmlns:a16="http://schemas.microsoft.com/office/drawing/2014/main" id="{E50FB4C5-51B3-61FC-11FF-9D6D92D2DF44}"/>
                </a:ext>
              </a:extLst>
            </p:cNvPr>
            <p:cNvSpPr/>
            <p:nvPr/>
          </p:nvSpPr>
          <p:spPr>
            <a:xfrm>
              <a:off x="931406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52" name="Freeform: Shape 751">
              <a:extLst>
                <a:ext uri="{FF2B5EF4-FFF2-40B4-BE49-F238E27FC236}">
                  <a16:creationId xmlns:a16="http://schemas.microsoft.com/office/drawing/2014/main" id="{27039891-4EC2-68FD-0D32-B08711747C0D}"/>
                </a:ext>
              </a:extLst>
            </p:cNvPr>
            <p:cNvSpPr/>
            <p:nvPr/>
          </p:nvSpPr>
          <p:spPr>
            <a:xfrm>
              <a:off x="837218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3" name="Freeform: Shape 752">
              <a:extLst>
                <a:ext uri="{FF2B5EF4-FFF2-40B4-BE49-F238E27FC236}">
                  <a16:creationId xmlns:a16="http://schemas.microsoft.com/office/drawing/2014/main" id="{CAAA0131-1F2E-4A93-4AE5-C77FBF3E57EE}"/>
                </a:ext>
              </a:extLst>
            </p:cNvPr>
            <p:cNvSpPr/>
            <p:nvPr/>
          </p:nvSpPr>
          <p:spPr>
            <a:xfrm>
              <a:off x="753496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4" name="Freeform: Shape 753">
              <a:extLst>
                <a:ext uri="{FF2B5EF4-FFF2-40B4-BE49-F238E27FC236}">
                  <a16:creationId xmlns:a16="http://schemas.microsoft.com/office/drawing/2014/main" id="{E79A0E56-73EC-9911-0AD8-F817508A782D}"/>
                </a:ext>
              </a:extLst>
            </p:cNvPr>
            <p:cNvSpPr/>
            <p:nvPr/>
          </p:nvSpPr>
          <p:spPr>
            <a:xfrm>
              <a:off x="701170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55" name="Freeform: Shape 754">
              <a:extLst>
                <a:ext uri="{FF2B5EF4-FFF2-40B4-BE49-F238E27FC236}">
                  <a16:creationId xmlns:a16="http://schemas.microsoft.com/office/drawing/2014/main" id="{AE834C37-3189-9991-EBB0-CAA19125A709}"/>
                </a:ext>
              </a:extLst>
            </p:cNvPr>
            <p:cNvSpPr/>
            <p:nvPr/>
          </p:nvSpPr>
          <p:spPr>
            <a:xfrm>
              <a:off x="7430317" y="3873772"/>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756" name="Freeform: Shape 755">
              <a:extLst>
                <a:ext uri="{FF2B5EF4-FFF2-40B4-BE49-F238E27FC236}">
                  <a16:creationId xmlns:a16="http://schemas.microsoft.com/office/drawing/2014/main" id="{C3C6D73E-8C16-E1CF-0D84-A189FE5B60B0}"/>
                </a:ext>
              </a:extLst>
            </p:cNvPr>
            <p:cNvSpPr/>
            <p:nvPr/>
          </p:nvSpPr>
          <p:spPr>
            <a:xfrm>
              <a:off x="86861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7" name="Freeform: Shape 756">
              <a:extLst>
                <a:ext uri="{FF2B5EF4-FFF2-40B4-BE49-F238E27FC236}">
                  <a16:creationId xmlns:a16="http://schemas.microsoft.com/office/drawing/2014/main" id="{F570D5C3-C136-3DF1-6C6B-65FF21D8E169}"/>
                </a:ext>
              </a:extLst>
            </p:cNvPr>
            <p:cNvSpPr/>
            <p:nvPr/>
          </p:nvSpPr>
          <p:spPr>
            <a:xfrm>
              <a:off x="12139324" y="3769120"/>
              <a:ext cx="52326" cy="52326"/>
            </a:xfrm>
            <a:custGeom>
              <a:avLst/>
              <a:gdLst>
                <a:gd name="connsiteX0" fmla="*/ 26512 w 52326"/>
                <a:gd name="connsiteY0" fmla="*/ 52326 h 52326"/>
                <a:gd name="connsiteX1" fmla="*/ 41163 w 52326"/>
                <a:gd name="connsiteY1" fmla="*/ 47791 h 52326"/>
                <a:gd name="connsiteX2" fmla="*/ 41513 w 52326"/>
                <a:gd name="connsiteY2" fmla="*/ 47442 h 52326"/>
                <a:gd name="connsiteX3" fmla="*/ 42908 w 52326"/>
                <a:gd name="connsiteY3" fmla="*/ 46396 h 52326"/>
                <a:gd name="connsiteX4" fmla="*/ 52326 w 52326"/>
                <a:gd name="connsiteY4" fmla="*/ 26163 h 52326"/>
                <a:gd name="connsiteX5" fmla="*/ 26163 w 52326"/>
                <a:gd name="connsiteY5" fmla="*/ 0 h 52326"/>
                <a:gd name="connsiteX6" fmla="*/ 11512 w 52326"/>
                <a:gd name="connsiteY6" fmla="*/ 4535 h 52326"/>
                <a:gd name="connsiteX7" fmla="*/ 0 w 52326"/>
                <a:gd name="connsiteY7" fmla="*/ 26163 h 52326"/>
                <a:gd name="connsiteX8" fmla="*/ 26512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512" y="52326"/>
                  </a:moveTo>
                  <a:cubicBezTo>
                    <a:pt x="32094" y="52326"/>
                    <a:pt x="36978" y="50582"/>
                    <a:pt x="41163" y="47791"/>
                  </a:cubicBezTo>
                  <a:cubicBezTo>
                    <a:pt x="41163" y="47791"/>
                    <a:pt x="41513" y="47442"/>
                    <a:pt x="41513" y="47442"/>
                  </a:cubicBezTo>
                  <a:cubicBezTo>
                    <a:pt x="42210" y="47094"/>
                    <a:pt x="42559" y="46745"/>
                    <a:pt x="42908" y="46396"/>
                  </a:cubicBezTo>
                  <a:cubicBezTo>
                    <a:pt x="48838" y="41512"/>
                    <a:pt x="52326" y="34186"/>
                    <a:pt x="52326" y="26163"/>
                  </a:cubicBezTo>
                  <a:cubicBezTo>
                    <a:pt x="52326" y="11861"/>
                    <a:pt x="40466" y="0"/>
                    <a:pt x="26163" y="0"/>
                  </a:cubicBezTo>
                  <a:cubicBezTo>
                    <a:pt x="20582" y="0"/>
                    <a:pt x="15698" y="1744"/>
                    <a:pt x="11512" y="4535"/>
                  </a:cubicBezTo>
                  <a:cubicBezTo>
                    <a:pt x="4535" y="9070"/>
                    <a:pt x="0" y="17093"/>
                    <a:pt x="0" y="26163"/>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758" name="Freeform: Shape 757">
              <a:extLst>
                <a:ext uri="{FF2B5EF4-FFF2-40B4-BE49-F238E27FC236}">
                  <a16:creationId xmlns:a16="http://schemas.microsoft.com/office/drawing/2014/main" id="{DAFF4783-AB12-AFE1-8AAF-880BC0BAD5D1}"/>
                </a:ext>
              </a:extLst>
            </p:cNvPr>
            <p:cNvSpPr/>
            <p:nvPr/>
          </p:nvSpPr>
          <p:spPr>
            <a:xfrm>
              <a:off x="1098849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59" name="Freeform: Shape 758">
              <a:extLst>
                <a:ext uri="{FF2B5EF4-FFF2-40B4-BE49-F238E27FC236}">
                  <a16:creationId xmlns:a16="http://schemas.microsoft.com/office/drawing/2014/main" id="{330095FB-4DBF-2364-CFFC-AA1CCE4C3352}"/>
                </a:ext>
              </a:extLst>
            </p:cNvPr>
            <p:cNvSpPr/>
            <p:nvPr/>
          </p:nvSpPr>
          <p:spPr>
            <a:xfrm>
              <a:off x="8895450"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60" name="Freeform: Shape 759">
              <a:extLst>
                <a:ext uri="{FF2B5EF4-FFF2-40B4-BE49-F238E27FC236}">
                  <a16:creationId xmlns:a16="http://schemas.microsoft.com/office/drawing/2014/main" id="{1E404363-903E-C3A8-4ECC-B704542089AF}"/>
                </a:ext>
              </a:extLst>
            </p:cNvPr>
            <p:cNvSpPr/>
            <p:nvPr/>
          </p:nvSpPr>
          <p:spPr>
            <a:xfrm>
              <a:off x="837218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61" name="Freeform: Shape 760">
              <a:extLst>
                <a:ext uri="{FF2B5EF4-FFF2-40B4-BE49-F238E27FC236}">
                  <a16:creationId xmlns:a16="http://schemas.microsoft.com/office/drawing/2014/main" id="{A69337B9-DC64-90D5-DAD5-2170C1A96E41}"/>
                </a:ext>
              </a:extLst>
            </p:cNvPr>
            <p:cNvSpPr/>
            <p:nvPr/>
          </p:nvSpPr>
          <p:spPr>
            <a:xfrm>
              <a:off x="8162884"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2" name="Freeform: Shape 761">
              <a:extLst>
                <a:ext uri="{FF2B5EF4-FFF2-40B4-BE49-F238E27FC236}">
                  <a16:creationId xmlns:a16="http://schemas.microsoft.com/office/drawing/2014/main" id="{9ED608E0-700D-7DD8-D4A1-7EE3BFD79CC8}"/>
                </a:ext>
              </a:extLst>
            </p:cNvPr>
            <p:cNvSpPr/>
            <p:nvPr/>
          </p:nvSpPr>
          <p:spPr>
            <a:xfrm>
              <a:off x="743031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3" name="Freeform: Shape 762">
              <a:extLst>
                <a:ext uri="{FF2B5EF4-FFF2-40B4-BE49-F238E27FC236}">
                  <a16:creationId xmlns:a16="http://schemas.microsoft.com/office/drawing/2014/main" id="{68093540-DAED-0F70-AFE0-FD8F9AC13F4D}"/>
                </a:ext>
              </a:extLst>
            </p:cNvPr>
            <p:cNvSpPr/>
            <p:nvPr/>
          </p:nvSpPr>
          <p:spPr>
            <a:xfrm>
              <a:off x="7011708"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64" name="Freeform: Shape 763">
              <a:extLst>
                <a:ext uri="{FF2B5EF4-FFF2-40B4-BE49-F238E27FC236}">
                  <a16:creationId xmlns:a16="http://schemas.microsoft.com/office/drawing/2014/main" id="{8C38E16B-5688-8E44-1C31-C200AD879045}"/>
                </a:ext>
              </a:extLst>
            </p:cNvPr>
            <p:cNvSpPr/>
            <p:nvPr/>
          </p:nvSpPr>
          <p:spPr>
            <a:xfrm>
              <a:off x="690705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5" name="Freeform: Shape 764">
              <a:extLst>
                <a:ext uri="{FF2B5EF4-FFF2-40B4-BE49-F238E27FC236}">
                  <a16:creationId xmlns:a16="http://schemas.microsoft.com/office/drawing/2014/main" id="{8CB6E8A9-B9A9-B299-69B6-3DC2B165533F}"/>
                </a:ext>
              </a:extLst>
            </p:cNvPr>
            <p:cNvSpPr/>
            <p:nvPr/>
          </p:nvSpPr>
          <p:spPr>
            <a:xfrm>
              <a:off x="6697751"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66" name="Freeform: Shape 765">
              <a:extLst>
                <a:ext uri="{FF2B5EF4-FFF2-40B4-BE49-F238E27FC236}">
                  <a16:creationId xmlns:a16="http://schemas.microsoft.com/office/drawing/2014/main" id="{C703C57F-1936-D82C-4298-59FDA9655BBD}"/>
                </a:ext>
              </a:extLst>
            </p:cNvPr>
            <p:cNvSpPr/>
            <p:nvPr/>
          </p:nvSpPr>
          <p:spPr>
            <a:xfrm>
              <a:off x="648844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67" name="Freeform: Shape 766">
              <a:extLst>
                <a:ext uri="{FF2B5EF4-FFF2-40B4-BE49-F238E27FC236}">
                  <a16:creationId xmlns:a16="http://schemas.microsoft.com/office/drawing/2014/main" id="{5C8522BF-0CD8-F04D-EE28-0CDBC6FED10D}"/>
                </a:ext>
              </a:extLst>
            </p:cNvPr>
            <p:cNvSpPr/>
            <p:nvPr/>
          </p:nvSpPr>
          <p:spPr>
            <a:xfrm>
              <a:off x="6383793"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68" name="Freeform: Shape 767">
              <a:extLst>
                <a:ext uri="{FF2B5EF4-FFF2-40B4-BE49-F238E27FC236}">
                  <a16:creationId xmlns:a16="http://schemas.microsoft.com/office/drawing/2014/main" id="{9168604C-8868-6D92-BCDE-8DBD4FCFC778}"/>
                </a:ext>
              </a:extLst>
            </p:cNvPr>
            <p:cNvSpPr/>
            <p:nvPr/>
          </p:nvSpPr>
          <p:spPr>
            <a:xfrm>
              <a:off x="6383793"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69" name="Freeform: Shape 768">
              <a:extLst>
                <a:ext uri="{FF2B5EF4-FFF2-40B4-BE49-F238E27FC236}">
                  <a16:creationId xmlns:a16="http://schemas.microsoft.com/office/drawing/2014/main" id="{5E408FEB-854C-34DC-2318-EF1A11E69F40}"/>
                </a:ext>
              </a:extLst>
            </p:cNvPr>
            <p:cNvSpPr/>
            <p:nvPr/>
          </p:nvSpPr>
          <p:spPr>
            <a:xfrm>
              <a:off x="6070534" y="4188078"/>
              <a:ext cx="52326" cy="52675"/>
            </a:xfrm>
            <a:custGeom>
              <a:avLst/>
              <a:gdLst>
                <a:gd name="connsiteX0" fmla="*/ 50582 w 52326"/>
                <a:gd name="connsiteY0" fmla="*/ 18140 h 52675"/>
                <a:gd name="connsiteX1" fmla="*/ 50582 w 52326"/>
                <a:gd name="connsiteY1" fmla="*/ 18140 h 52675"/>
                <a:gd name="connsiteX2" fmla="*/ 50233 w 52326"/>
                <a:gd name="connsiteY2" fmla="*/ 17093 h 52675"/>
                <a:gd name="connsiteX3" fmla="*/ 48838 w 52326"/>
                <a:gd name="connsiteY3" fmla="*/ 13605 h 52675"/>
                <a:gd name="connsiteX4" fmla="*/ 48838 w 52326"/>
                <a:gd name="connsiteY4" fmla="*/ 13605 h 52675"/>
                <a:gd name="connsiteX5" fmla="*/ 48838 w 52326"/>
                <a:gd name="connsiteY5" fmla="*/ 13605 h 52675"/>
                <a:gd name="connsiteX6" fmla="*/ 47094 w 52326"/>
                <a:gd name="connsiteY6" fmla="*/ 10814 h 52675"/>
                <a:gd name="connsiteX7" fmla="*/ 46396 w 52326"/>
                <a:gd name="connsiteY7" fmla="*/ 10116 h 52675"/>
                <a:gd name="connsiteX8" fmla="*/ 45001 w 52326"/>
                <a:gd name="connsiteY8" fmla="*/ 8372 h 52675"/>
                <a:gd name="connsiteX9" fmla="*/ 44303 w 52326"/>
                <a:gd name="connsiteY9" fmla="*/ 7675 h 52675"/>
                <a:gd name="connsiteX10" fmla="*/ 42210 w 52326"/>
                <a:gd name="connsiteY10" fmla="*/ 5582 h 52675"/>
                <a:gd name="connsiteX11" fmla="*/ 41861 w 52326"/>
                <a:gd name="connsiteY11" fmla="*/ 5233 h 52675"/>
                <a:gd name="connsiteX12" fmla="*/ 39768 w 52326"/>
                <a:gd name="connsiteY12" fmla="*/ 3837 h 52675"/>
                <a:gd name="connsiteX13" fmla="*/ 39070 w 52326"/>
                <a:gd name="connsiteY13" fmla="*/ 3488 h 52675"/>
                <a:gd name="connsiteX14" fmla="*/ 36628 w 52326"/>
                <a:gd name="connsiteY14" fmla="*/ 2442 h 52675"/>
                <a:gd name="connsiteX15" fmla="*/ 36280 w 52326"/>
                <a:gd name="connsiteY15" fmla="*/ 2093 h 52675"/>
                <a:gd name="connsiteX16" fmla="*/ 33489 w 52326"/>
                <a:gd name="connsiteY16" fmla="*/ 1047 h 52675"/>
                <a:gd name="connsiteX17" fmla="*/ 32791 w 52326"/>
                <a:gd name="connsiteY17" fmla="*/ 698 h 52675"/>
                <a:gd name="connsiteX18" fmla="*/ 30349 w 52326"/>
                <a:gd name="connsiteY18" fmla="*/ 349 h 52675"/>
                <a:gd name="connsiteX19" fmla="*/ 29303 w 52326"/>
                <a:gd name="connsiteY19" fmla="*/ 349 h 52675"/>
                <a:gd name="connsiteX20" fmla="*/ 26163 w 52326"/>
                <a:gd name="connsiteY20" fmla="*/ 0 h 52675"/>
                <a:gd name="connsiteX21" fmla="*/ 7675 w 52326"/>
                <a:gd name="connsiteY21" fmla="*/ 7675 h 52675"/>
                <a:gd name="connsiteX22" fmla="*/ 3140 w 52326"/>
                <a:gd name="connsiteY22" fmla="*/ 13605 h 52675"/>
                <a:gd name="connsiteX23" fmla="*/ 0 w 52326"/>
                <a:gd name="connsiteY23" fmla="*/ 23372 h 52675"/>
                <a:gd name="connsiteX24" fmla="*/ 0 w 52326"/>
                <a:gd name="connsiteY24" fmla="*/ 26163 h 52675"/>
                <a:gd name="connsiteX25" fmla="*/ 0 w 52326"/>
                <a:gd name="connsiteY25" fmla="*/ 28954 h 52675"/>
                <a:gd name="connsiteX26" fmla="*/ 2093 w 52326"/>
                <a:gd name="connsiteY26" fmla="*/ 36628 h 52675"/>
                <a:gd name="connsiteX27" fmla="*/ 23024 w 52326"/>
                <a:gd name="connsiteY27" fmla="*/ 52326 h 52675"/>
                <a:gd name="connsiteX28" fmla="*/ 26163 w 52326"/>
                <a:gd name="connsiteY28" fmla="*/ 52675 h 52675"/>
                <a:gd name="connsiteX29" fmla="*/ 28954 w 52326"/>
                <a:gd name="connsiteY29" fmla="*/ 52675 h 52675"/>
                <a:gd name="connsiteX30" fmla="*/ 50233 w 52326"/>
                <a:gd name="connsiteY30" fmla="*/ 36977 h 52675"/>
                <a:gd name="connsiteX31" fmla="*/ 52326 w 52326"/>
                <a:gd name="connsiteY31" fmla="*/ 29303 h 52675"/>
                <a:gd name="connsiteX32" fmla="*/ 52326 w 52326"/>
                <a:gd name="connsiteY32" fmla="*/ 26512 h 52675"/>
                <a:gd name="connsiteX33" fmla="*/ 51977 w 52326"/>
                <a:gd name="connsiteY33" fmla="*/ 23024 h 52675"/>
                <a:gd name="connsiteX34" fmla="*/ 51977 w 52326"/>
                <a:gd name="connsiteY34" fmla="*/ 22326 h 52675"/>
                <a:gd name="connsiteX35" fmla="*/ 50582 w 52326"/>
                <a:gd name="connsiteY35" fmla="*/ 18140 h 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326" h="52675">
                  <a:moveTo>
                    <a:pt x="50582" y="18140"/>
                  </a:moveTo>
                  <a:cubicBezTo>
                    <a:pt x="50582" y="18140"/>
                    <a:pt x="50582" y="18140"/>
                    <a:pt x="50582" y="18140"/>
                  </a:cubicBezTo>
                  <a:cubicBezTo>
                    <a:pt x="50582" y="17791"/>
                    <a:pt x="50233" y="17442"/>
                    <a:pt x="50233" y="17093"/>
                  </a:cubicBezTo>
                  <a:cubicBezTo>
                    <a:pt x="49884" y="16047"/>
                    <a:pt x="49187" y="14651"/>
                    <a:pt x="48838" y="13605"/>
                  </a:cubicBezTo>
                  <a:cubicBezTo>
                    <a:pt x="48838" y="13605"/>
                    <a:pt x="48838" y="13605"/>
                    <a:pt x="48838" y="13605"/>
                  </a:cubicBezTo>
                  <a:cubicBezTo>
                    <a:pt x="48838" y="13605"/>
                    <a:pt x="48838" y="13605"/>
                    <a:pt x="48838" y="13605"/>
                  </a:cubicBezTo>
                  <a:cubicBezTo>
                    <a:pt x="48489" y="12558"/>
                    <a:pt x="47792" y="11861"/>
                    <a:pt x="47094" y="10814"/>
                  </a:cubicBezTo>
                  <a:cubicBezTo>
                    <a:pt x="47094" y="10465"/>
                    <a:pt x="46745" y="10465"/>
                    <a:pt x="46396" y="10116"/>
                  </a:cubicBezTo>
                  <a:cubicBezTo>
                    <a:pt x="46047" y="9419"/>
                    <a:pt x="45349" y="8721"/>
                    <a:pt x="45001" y="8372"/>
                  </a:cubicBezTo>
                  <a:cubicBezTo>
                    <a:pt x="44652" y="8024"/>
                    <a:pt x="44652" y="8024"/>
                    <a:pt x="44303" y="7675"/>
                  </a:cubicBezTo>
                  <a:cubicBezTo>
                    <a:pt x="43605" y="6977"/>
                    <a:pt x="42908" y="6279"/>
                    <a:pt x="42210" y="5582"/>
                  </a:cubicBezTo>
                  <a:cubicBezTo>
                    <a:pt x="42210" y="5582"/>
                    <a:pt x="41861" y="5233"/>
                    <a:pt x="41861" y="5233"/>
                  </a:cubicBezTo>
                  <a:cubicBezTo>
                    <a:pt x="41163" y="4535"/>
                    <a:pt x="40466" y="4186"/>
                    <a:pt x="39768" y="3837"/>
                  </a:cubicBezTo>
                  <a:cubicBezTo>
                    <a:pt x="39419" y="3837"/>
                    <a:pt x="39419" y="3488"/>
                    <a:pt x="39070" y="3488"/>
                  </a:cubicBezTo>
                  <a:cubicBezTo>
                    <a:pt x="38373" y="3140"/>
                    <a:pt x="37675" y="2791"/>
                    <a:pt x="36628" y="2442"/>
                  </a:cubicBezTo>
                  <a:cubicBezTo>
                    <a:pt x="36628" y="2442"/>
                    <a:pt x="36280" y="2442"/>
                    <a:pt x="36280" y="2093"/>
                  </a:cubicBezTo>
                  <a:cubicBezTo>
                    <a:pt x="35233" y="1744"/>
                    <a:pt x="34187" y="1395"/>
                    <a:pt x="33489" y="1047"/>
                  </a:cubicBezTo>
                  <a:cubicBezTo>
                    <a:pt x="33140" y="1047"/>
                    <a:pt x="33140" y="1047"/>
                    <a:pt x="32791" y="698"/>
                  </a:cubicBezTo>
                  <a:cubicBezTo>
                    <a:pt x="32094" y="349"/>
                    <a:pt x="31047" y="349"/>
                    <a:pt x="30349" y="349"/>
                  </a:cubicBezTo>
                  <a:cubicBezTo>
                    <a:pt x="30001" y="349"/>
                    <a:pt x="29652" y="349"/>
                    <a:pt x="29303" y="349"/>
                  </a:cubicBezTo>
                  <a:cubicBezTo>
                    <a:pt x="28256" y="349"/>
                    <a:pt x="27210" y="0"/>
                    <a:pt x="26163" y="0"/>
                  </a:cubicBezTo>
                  <a:cubicBezTo>
                    <a:pt x="18838" y="0"/>
                    <a:pt x="12559" y="2791"/>
                    <a:pt x="7675" y="7675"/>
                  </a:cubicBezTo>
                  <a:cubicBezTo>
                    <a:pt x="5931"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047" y="34187"/>
                    <a:pt x="2093" y="36628"/>
                  </a:cubicBezTo>
                  <a:cubicBezTo>
                    <a:pt x="5582" y="45001"/>
                    <a:pt x="13605" y="51280"/>
                    <a:pt x="23024" y="52326"/>
                  </a:cubicBezTo>
                  <a:cubicBezTo>
                    <a:pt x="24070" y="52326"/>
                    <a:pt x="25117" y="52675"/>
                    <a:pt x="26163" y="52675"/>
                  </a:cubicBezTo>
                  <a:cubicBezTo>
                    <a:pt x="27210" y="52675"/>
                    <a:pt x="27907" y="52675"/>
                    <a:pt x="28954" y="52675"/>
                  </a:cubicBezTo>
                  <a:cubicBezTo>
                    <a:pt x="38722" y="51629"/>
                    <a:pt x="46745" y="45349"/>
                    <a:pt x="50233" y="36977"/>
                  </a:cubicBezTo>
                  <a:cubicBezTo>
                    <a:pt x="51280" y="34535"/>
                    <a:pt x="51977" y="32093"/>
                    <a:pt x="52326" y="29303"/>
                  </a:cubicBezTo>
                  <a:cubicBezTo>
                    <a:pt x="52326" y="28256"/>
                    <a:pt x="52326" y="27559"/>
                    <a:pt x="52326" y="26512"/>
                  </a:cubicBezTo>
                  <a:cubicBezTo>
                    <a:pt x="52326" y="25466"/>
                    <a:pt x="52326" y="24070"/>
                    <a:pt x="51977" y="23024"/>
                  </a:cubicBezTo>
                  <a:cubicBezTo>
                    <a:pt x="51977" y="22675"/>
                    <a:pt x="51977" y="22326"/>
                    <a:pt x="51977" y="22326"/>
                  </a:cubicBezTo>
                  <a:cubicBezTo>
                    <a:pt x="50931" y="20233"/>
                    <a:pt x="50931" y="19186"/>
                    <a:pt x="50582" y="18140"/>
                  </a:cubicBezTo>
                  <a:close/>
                </a:path>
              </a:pathLst>
            </a:custGeom>
            <a:grpFill/>
            <a:ln w="3488" cap="flat">
              <a:noFill/>
              <a:prstDash val="solid"/>
              <a:miter/>
            </a:ln>
          </p:spPr>
          <p:txBody>
            <a:bodyPr rtlCol="0" anchor="ctr"/>
            <a:lstStyle/>
            <a:p>
              <a:endParaRPr lang="en-ID"/>
            </a:p>
          </p:txBody>
        </p:sp>
        <p:sp>
          <p:nvSpPr>
            <p:cNvPr id="770" name="Freeform: Shape 769">
              <a:extLst>
                <a:ext uri="{FF2B5EF4-FFF2-40B4-BE49-F238E27FC236}">
                  <a16:creationId xmlns:a16="http://schemas.microsoft.com/office/drawing/2014/main" id="{51C726A2-22AA-2C2E-655B-E0CCBD7A0567}"/>
                </a:ext>
              </a:extLst>
            </p:cNvPr>
            <p:cNvSpPr/>
            <p:nvPr/>
          </p:nvSpPr>
          <p:spPr>
            <a:xfrm>
              <a:off x="9104057" y="2513291"/>
              <a:ext cx="53023" cy="52326"/>
            </a:xfrm>
            <a:custGeom>
              <a:avLst/>
              <a:gdLst>
                <a:gd name="connsiteX0" fmla="*/ 12209 w 53023"/>
                <a:gd name="connsiteY0" fmla="*/ 47791 h 52326"/>
                <a:gd name="connsiteX1" fmla="*/ 26861 w 53023"/>
                <a:gd name="connsiteY1" fmla="*/ 52326 h 52326"/>
                <a:gd name="connsiteX2" fmla="*/ 26861 w 53023"/>
                <a:gd name="connsiteY2" fmla="*/ 52326 h 52326"/>
                <a:gd name="connsiteX3" fmla="*/ 41512 w 53023"/>
                <a:gd name="connsiteY3" fmla="*/ 47791 h 52326"/>
                <a:gd name="connsiteX4" fmla="*/ 53024 w 53023"/>
                <a:gd name="connsiteY4" fmla="*/ 26163 h 52326"/>
                <a:gd name="connsiteX5" fmla="*/ 53024 w 53023"/>
                <a:gd name="connsiteY5" fmla="*/ 26163 h 52326"/>
                <a:gd name="connsiteX6" fmla="*/ 52675 w 53023"/>
                <a:gd name="connsiteY6" fmla="*/ 23024 h 52326"/>
                <a:gd name="connsiteX7" fmla="*/ 49884 w 53023"/>
                <a:gd name="connsiteY7" fmla="*/ 13605 h 52326"/>
                <a:gd name="connsiteX8" fmla="*/ 47791 w 53023"/>
                <a:gd name="connsiteY8" fmla="*/ 10465 h 52326"/>
                <a:gd name="connsiteX9" fmla="*/ 36977 w 53023"/>
                <a:gd name="connsiteY9" fmla="*/ 2093 h 52326"/>
                <a:gd name="connsiteX10" fmla="*/ 30000 w 53023"/>
                <a:gd name="connsiteY10" fmla="*/ 349 h 52326"/>
                <a:gd name="connsiteX11" fmla="*/ 26511 w 53023"/>
                <a:gd name="connsiteY11" fmla="*/ 0 h 52326"/>
                <a:gd name="connsiteX12" fmla="*/ 26511 w 53023"/>
                <a:gd name="connsiteY12" fmla="*/ 0 h 52326"/>
                <a:gd name="connsiteX13" fmla="*/ 23721 w 53023"/>
                <a:gd name="connsiteY13" fmla="*/ 0 h 52326"/>
                <a:gd name="connsiteX14" fmla="*/ 4535 w 53023"/>
                <a:gd name="connsiteY14" fmla="*/ 11512 h 52326"/>
                <a:gd name="connsiteX15" fmla="*/ 3139 w 53023"/>
                <a:gd name="connsiteY15" fmla="*/ 13605 h 52326"/>
                <a:gd name="connsiteX16" fmla="*/ 0 w 53023"/>
                <a:gd name="connsiteY16" fmla="*/ 23372 h 52326"/>
                <a:gd name="connsiteX17" fmla="*/ 0 w 53023"/>
                <a:gd name="connsiteY17" fmla="*/ 26163 h 52326"/>
                <a:gd name="connsiteX18" fmla="*/ 12209 w 53023"/>
                <a:gd name="connsiteY18" fmla="*/ 4779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23" h="52326">
                  <a:moveTo>
                    <a:pt x="12209" y="47791"/>
                  </a:moveTo>
                  <a:cubicBezTo>
                    <a:pt x="16395" y="50582"/>
                    <a:pt x="21279" y="52326"/>
                    <a:pt x="26861" y="52326"/>
                  </a:cubicBezTo>
                  <a:lnTo>
                    <a:pt x="26861" y="52326"/>
                  </a:lnTo>
                  <a:cubicBezTo>
                    <a:pt x="32442" y="52326"/>
                    <a:pt x="37326" y="50582"/>
                    <a:pt x="41512" y="47791"/>
                  </a:cubicBezTo>
                  <a:cubicBezTo>
                    <a:pt x="48489" y="43256"/>
                    <a:pt x="53024" y="35233"/>
                    <a:pt x="53024" y="26163"/>
                  </a:cubicBezTo>
                  <a:lnTo>
                    <a:pt x="53024" y="26163"/>
                  </a:lnTo>
                  <a:cubicBezTo>
                    <a:pt x="53024" y="25117"/>
                    <a:pt x="53024" y="24070"/>
                    <a:pt x="52675" y="23024"/>
                  </a:cubicBezTo>
                  <a:cubicBezTo>
                    <a:pt x="52326" y="19535"/>
                    <a:pt x="51279" y="16396"/>
                    <a:pt x="49884" y="13605"/>
                  </a:cubicBezTo>
                  <a:cubicBezTo>
                    <a:pt x="49186" y="12558"/>
                    <a:pt x="48489" y="11512"/>
                    <a:pt x="47791" y="10465"/>
                  </a:cubicBezTo>
                  <a:cubicBezTo>
                    <a:pt x="45000" y="6628"/>
                    <a:pt x="41512" y="3837"/>
                    <a:pt x="36977" y="2093"/>
                  </a:cubicBezTo>
                  <a:cubicBezTo>
                    <a:pt x="34884" y="1046"/>
                    <a:pt x="32442" y="698"/>
                    <a:pt x="30000" y="349"/>
                  </a:cubicBezTo>
                  <a:cubicBezTo>
                    <a:pt x="28954" y="349"/>
                    <a:pt x="27558" y="0"/>
                    <a:pt x="26511" y="0"/>
                  </a:cubicBezTo>
                  <a:lnTo>
                    <a:pt x="26511" y="0"/>
                  </a:lnTo>
                  <a:cubicBezTo>
                    <a:pt x="25466" y="0"/>
                    <a:pt x="24767" y="0"/>
                    <a:pt x="23721" y="0"/>
                  </a:cubicBezTo>
                  <a:cubicBezTo>
                    <a:pt x="15698" y="698"/>
                    <a:pt x="9069" y="5233"/>
                    <a:pt x="4535" y="11512"/>
                  </a:cubicBezTo>
                  <a:cubicBezTo>
                    <a:pt x="4186" y="12209"/>
                    <a:pt x="3488" y="12907"/>
                    <a:pt x="3139" y="13605"/>
                  </a:cubicBezTo>
                  <a:cubicBezTo>
                    <a:pt x="1395" y="16744"/>
                    <a:pt x="348" y="19884"/>
                    <a:pt x="0" y="23372"/>
                  </a:cubicBezTo>
                  <a:cubicBezTo>
                    <a:pt x="0" y="24419"/>
                    <a:pt x="0" y="25117"/>
                    <a:pt x="0" y="26163"/>
                  </a:cubicBezTo>
                  <a:cubicBezTo>
                    <a:pt x="698" y="35233"/>
                    <a:pt x="5233" y="43256"/>
                    <a:pt x="12209" y="47791"/>
                  </a:cubicBezTo>
                  <a:close/>
                </a:path>
              </a:pathLst>
            </a:custGeom>
            <a:grpFill/>
            <a:ln w="3488" cap="flat">
              <a:noFill/>
              <a:prstDash val="solid"/>
              <a:miter/>
            </a:ln>
          </p:spPr>
          <p:txBody>
            <a:bodyPr rtlCol="0" anchor="ctr"/>
            <a:lstStyle/>
            <a:p>
              <a:endParaRPr lang="en-ID"/>
            </a:p>
          </p:txBody>
        </p:sp>
        <p:sp>
          <p:nvSpPr>
            <p:cNvPr id="771" name="Freeform: Shape 770">
              <a:extLst>
                <a:ext uri="{FF2B5EF4-FFF2-40B4-BE49-F238E27FC236}">
                  <a16:creationId xmlns:a16="http://schemas.microsoft.com/office/drawing/2014/main" id="{402401F9-8427-A11D-805F-36F2B37C1490}"/>
                </a:ext>
              </a:extLst>
            </p:cNvPr>
            <p:cNvSpPr/>
            <p:nvPr/>
          </p:nvSpPr>
          <p:spPr>
            <a:xfrm>
              <a:off x="9314060" y="4292381"/>
              <a:ext cx="52326" cy="52326"/>
            </a:xfrm>
            <a:custGeom>
              <a:avLst/>
              <a:gdLst>
                <a:gd name="connsiteX0" fmla="*/ 26163 w 52326"/>
                <a:gd name="connsiteY0" fmla="*/ 0 h 52326"/>
                <a:gd name="connsiteX1" fmla="*/ 26163 w 52326"/>
                <a:gd name="connsiteY1" fmla="*/ 0 h 52326"/>
                <a:gd name="connsiteX2" fmla="*/ 22675 w 52326"/>
                <a:gd name="connsiteY2" fmla="*/ 349 h 52326"/>
                <a:gd name="connsiteX3" fmla="*/ 16047 w 52326"/>
                <a:gd name="connsiteY3" fmla="*/ 2093 h 52326"/>
                <a:gd name="connsiteX4" fmla="*/ 7674 w 52326"/>
                <a:gd name="connsiteY4" fmla="*/ 7675 h 52326"/>
                <a:gd name="connsiteX5" fmla="*/ 0 w 52326"/>
                <a:gd name="connsiteY5" fmla="*/ 26163 h 52326"/>
                <a:gd name="connsiteX6" fmla="*/ 26163 w 52326"/>
                <a:gd name="connsiteY6" fmla="*/ 52326 h 52326"/>
                <a:gd name="connsiteX7" fmla="*/ 36628 w 52326"/>
                <a:gd name="connsiteY7" fmla="*/ 50233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5116" y="0"/>
                    <a:pt x="23721" y="0"/>
                    <a:pt x="22675" y="349"/>
                  </a:cubicBezTo>
                  <a:cubicBezTo>
                    <a:pt x="20233" y="698"/>
                    <a:pt x="18140" y="1395"/>
                    <a:pt x="16047" y="2093"/>
                  </a:cubicBezTo>
                  <a:cubicBezTo>
                    <a:pt x="12907" y="3488"/>
                    <a:pt x="10116" y="5233"/>
                    <a:pt x="7674" y="7675"/>
                  </a:cubicBezTo>
                  <a:cubicBezTo>
                    <a:pt x="2791" y="12558"/>
                    <a:pt x="0" y="18838"/>
                    <a:pt x="0" y="26163"/>
                  </a:cubicBezTo>
                  <a:cubicBezTo>
                    <a:pt x="0" y="40465"/>
                    <a:pt x="11860" y="52326"/>
                    <a:pt x="26163" y="52326"/>
                  </a:cubicBezTo>
                  <a:cubicBezTo>
                    <a:pt x="30001" y="52326"/>
                    <a:pt x="33489" y="51628"/>
                    <a:pt x="36628" y="50233"/>
                  </a:cubicBezTo>
                  <a:cubicBezTo>
                    <a:pt x="45699" y="46047"/>
                    <a:pt x="52326" y="3697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72" name="Freeform: Shape 771">
              <a:extLst>
                <a:ext uri="{FF2B5EF4-FFF2-40B4-BE49-F238E27FC236}">
                  <a16:creationId xmlns:a16="http://schemas.microsoft.com/office/drawing/2014/main" id="{543DC5B5-CFF1-CF04-31C1-0DF643A2E430}"/>
                </a:ext>
              </a:extLst>
            </p:cNvPr>
            <p:cNvSpPr/>
            <p:nvPr/>
          </p:nvSpPr>
          <p:spPr>
            <a:xfrm>
              <a:off x="9314397" y="3978424"/>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773" name="Freeform: Shape 772">
              <a:extLst>
                <a:ext uri="{FF2B5EF4-FFF2-40B4-BE49-F238E27FC236}">
                  <a16:creationId xmlns:a16="http://schemas.microsoft.com/office/drawing/2014/main" id="{883D44BD-50B5-EABF-5C9F-1128A8027B9C}"/>
                </a:ext>
              </a:extLst>
            </p:cNvPr>
            <p:cNvSpPr/>
            <p:nvPr/>
          </p:nvSpPr>
          <p:spPr>
            <a:xfrm>
              <a:off x="11197802" y="5338905"/>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3139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3139" y="13605"/>
                    <a:pt x="3139" y="13954"/>
                    <a:pt x="3139" y="13954"/>
                  </a:cubicBezTo>
                  <a:cubicBezTo>
                    <a:pt x="2791" y="14651"/>
                    <a:pt x="2442" y="15349"/>
                    <a:pt x="2093" y="16047"/>
                  </a:cubicBezTo>
                  <a:cubicBezTo>
                    <a:pt x="698" y="19186"/>
                    <a:pt x="0" y="22675"/>
                    <a:pt x="0" y="26163"/>
                  </a:cubicBezTo>
                  <a:cubicBezTo>
                    <a:pt x="0" y="40465"/>
                    <a:pt x="11860" y="52326"/>
                    <a:pt x="26163" y="52326"/>
                  </a:cubicBez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74" name="Freeform: Shape 773">
              <a:extLst>
                <a:ext uri="{FF2B5EF4-FFF2-40B4-BE49-F238E27FC236}">
                  <a16:creationId xmlns:a16="http://schemas.microsoft.com/office/drawing/2014/main" id="{A458DB78-0DDD-DD82-C553-ACE7A3E848AD}"/>
                </a:ext>
              </a:extLst>
            </p:cNvPr>
            <p:cNvSpPr/>
            <p:nvPr/>
          </p:nvSpPr>
          <p:spPr>
            <a:xfrm>
              <a:off x="8162884"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75" name="Freeform: Shape 774">
              <a:extLst>
                <a:ext uri="{FF2B5EF4-FFF2-40B4-BE49-F238E27FC236}">
                  <a16:creationId xmlns:a16="http://schemas.microsoft.com/office/drawing/2014/main" id="{A251536F-AB80-0F9B-422D-CE2C6EE84F5C}"/>
                </a:ext>
              </a:extLst>
            </p:cNvPr>
            <p:cNvSpPr/>
            <p:nvPr/>
          </p:nvSpPr>
          <p:spPr>
            <a:xfrm>
              <a:off x="1213967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6" name="Freeform: Shape 775">
              <a:extLst>
                <a:ext uri="{FF2B5EF4-FFF2-40B4-BE49-F238E27FC236}">
                  <a16:creationId xmlns:a16="http://schemas.microsoft.com/office/drawing/2014/main" id="{416A54E8-B8E8-4197-AF4D-AFD7E481426F}"/>
                </a:ext>
              </a:extLst>
            </p:cNvPr>
            <p:cNvSpPr/>
            <p:nvPr/>
          </p:nvSpPr>
          <p:spPr>
            <a:xfrm>
              <a:off x="10674540" y="4187729"/>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77" name="Freeform: Shape 776">
              <a:extLst>
                <a:ext uri="{FF2B5EF4-FFF2-40B4-BE49-F238E27FC236}">
                  <a16:creationId xmlns:a16="http://schemas.microsoft.com/office/drawing/2014/main" id="{F805634E-B8A1-6004-CDC8-691A565FB1F1}"/>
                </a:ext>
              </a:extLst>
            </p:cNvPr>
            <p:cNvSpPr/>
            <p:nvPr/>
          </p:nvSpPr>
          <p:spPr>
            <a:xfrm>
              <a:off x="11930369" y="5338905"/>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78" name="Freeform: Shape 777">
              <a:extLst>
                <a:ext uri="{FF2B5EF4-FFF2-40B4-BE49-F238E27FC236}">
                  <a16:creationId xmlns:a16="http://schemas.microsoft.com/office/drawing/2014/main" id="{2360F797-C57B-7273-CE39-EF85E69A85E8}"/>
                </a:ext>
              </a:extLst>
            </p:cNvPr>
            <p:cNvSpPr/>
            <p:nvPr/>
          </p:nvSpPr>
          <p:spPr>
            <a:xfrm>
              <a:off x="1151175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9" name="Freeform: Shape 778">
              <a:extLst>
                <a:ext uri="{FF2B5EF4-FFF2-40B4-BE49-F238E27FC236}">
                  <a16:creationId xmlns:a16="http://schemas.microsoft.com/office/drawing/2014/main" id="{F19469E0-1D9F-9409-A95A-FCA8B7663F10}"/>
                </a:ext>
              </a:extLst>
            </p:cNvPr>
            <p:cNvSpPr/>
            <p:nvPr/>
          </p:nvSpPr>
          <p:spPr>
            <a:xfrm>
              <a:off x="11197802" y="3036553"/>
              <a:ext cx="52326" cy="52326"/>
            </a:xfrm>
            <a:custGeom>
              <a:avLst/>
              <a:gdLst>
                <a:gd name="connsiteX0" fmla="*/ 18489 w 52326"/>
                <a:gd name="connsiteY0" fmla="*/ 51280 h 52326"/>
                <a:gd name="connsiteX1" fmla="*/ 22325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5" y="51977"/>
                  </a:cubicBezTo>
                  <a:cubicBezTo>
                    <a:pt x="23721" y="52326"/>
                    <a:pt x="24768" y="52326"/>
                    <a:pt x="26163" y="52326"/>
                  </a:cubicBez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80" name="Freeform: Shape 779">
              <a:extLst>
                <a:ext uri="{FF2B5EF4-FFF2-40B4-BE49-F238E27FC236}">
                  <a16:creationId xmlns:a16="http://schemas.microsoft.com/office/drawing/2014/main" id="{D41AF257-EBFB-B628-B909-93A92D1C725F}"/>
                </a:ext>
              </a:extLst>
            </p:cNvPr>
            <p:cNvSpPr/>
            <p:nvPr/>
          </p:nvSpPr>
          <p:spPr>
            <a:xfrm>
              <a:off x="1119780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81" name="Freeform: Shape 780">
              <a:extLst>
                <a:ext uri="{FF2B5EF4-FFF2-40B4-BE49-F238E27FC236}">
                  <a16:creationId xmlns:a16="http://schemas.microsoft.com/office/drawing/2014/main" id="{7C52E4ED-353E-A636-7EC3-FFF82779D275}"/>
                </a:ext>
              </a:extLst>
            </p:cNvPr>
            <p:cNvSpPr/>
            <p:nvPr/>
          </p:nvSpPr>
          <p:spPr>
            <a:xfrm>
              <a:off x="931406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2" name="Freeform: Shape 781">
              <a:extLst>
                <a:ext uri="{FF2B5EF4-FFF2-40B4-BE49-F238E27FC236}">
                  <a16:creationId xmlns:a16="http://schemas.microsoft.com/office/drawing/2014/main" id="{117F2985-B08E-FFD1-16C4-531629C8FF83}"/>
                </a:ext>
              </a:extLst>
            </p:cNvPr>
            <p:cNvSpPr/>
            <p:nvPr/>
          </p:nvSpPr>
          <p:spPr>
            <a:xfrm rot="21046898">
              <a:off x="8581643" y="376900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83" name="Freeform: Shape 782">
              <a:extLst>
                <a:ext uri="{FF2B5EF4-FFF2-40B4-BE49-F238E27FC236}">
                  <a16:creationId xmlns:a16="http://schemas.microsoft.com/office/drawing/2014/main" id="{E3FFD011-687D-50BC-BD5D-0D0AFA8B4ED2}"/>
                </a:ext>
              </a:extLst>
            </p:cNvPr>
            <p:cNvSpPr/>
            <p:nvPr/>
          </p:nvSpPr>
          <p:spPr>
            <a:xfrm>
              <a:off x="7744274" y="3978773"/>
              <a:ext cx="52326" cy="52326"/>
            </a:xfrm>
            <a:custGeom>
              <a:avLst/>
              <a:gdLst>
                <a:gd name="connsiteX0" fmla="*/ 40814 w 52326"/>
                <a:gd name="connsiteY0" fmla="*/ 4186 h 52326"/>
                <a:gd name="connsiteX1" fmla="*/ 37675 w 52326"/>
                <a:gd name="connsiteY1" fmla="*/ 2442 h 52326"/>
                <a:gd name="connsiteX2" fmla="*/ 33837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2" y="3140"/>
                    <a:pt x="37675" y="2442"/>
                  </a:cubicBezTo>
                  <a:cubicBezTo>
                    <a:pt x="36279" y="1744"/>
                    <a:pt x="35233" y="1395"/>
                    <a:pt x="33837" y="1047"/>
                  </a:cubicBezTo>
                  <a:cubicBezTo>
                    <a:pt x="31396" y="349"/>
                    <a:pt x="2860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784" name="Freeform: Shape 783">
              <a:extLst>
                <a:ext uri="{FF2B5EF4-FFF2-40B4-BE49-F238E27FC236}">
                  <a16:creationId xmlns:a16="http://schemas.microsoft.com/office/drawing/2014/main" id="{7E5F1E07-93BE-3D79-8217-C5587112D06E}"/>
                </a:ext>
              </a:extLst>
            </p:cNvPr>
            <p:cNvSpPr/>
            <p:nvPr/>
          </p:nvSpPr>
          <p:spPr>
            <a:xfrm>
              <a:off x="701170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5" name="Freeform: Shape 784">
              <a:extLst>
                <a:ext uri="{FF2B5EF4-FFF2-40B4-BE49-F238E27FC236}">
                  <a16:creationId xmlns:a16="http://schemas.microsoft.com/office/drawing/2014/main" id="{53F83F5B-BB5E-81A7-0DE7-679DCA0A2E4A}"/>
                </a:ext>
              </a:extLst>
            </p:cNvPr>
            <p:cNvSpPr/>
            <p:nvPr/>
          </p:nvSpPr>
          <p:spPr>
            <a:xfrm>
              <a:off x="680240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86" name="Freeform: Shape 785">
              <a:extLst>
                <a:ext uri="{FF2B5EF4-FFF2-40B4-BE49-F238E27FC236}">
                  <a16:creationId xmlns:a16="http://schemas.microsoft.com/office/drawing/2014/main" id="{E7F0DADA-9BB3-EF22-7E1E-5C6188302700}"/>
                </a:ext>
              </a:extLst>
            </p:cNvPr>
            <p:cNvSpPr/>
            <p:nvPr/>
          </p:nvSpPr>
          <p:spPr>
            <a:xfrm>
              <a:off x="6069836" y="3873772"/>
              <a:ext cx="52326" cy="52674"/>
            </a:xfrm>
            <a:custGeom>
              <a:avLst/>
              <a:gdLst>
                <a:gd name="connsiteX0" fmla="*/ 52326 w 52326"/>
                <a:gd name="connsiteY0" fmla="*/ 23372 h 52674"/>
                <a:gd name="connsiteX1" fmla="*/ 49187 w 52326"/>
                <a:gd name="connsiteY1" fmla="*/ 13605 h 52674"/>
                <a:gd name="connsiteX2" fmla="*/ 38721 w 52326"/>
                <a:gd name="connsiteY2" fmla="*/ 3140 h 52674"/>
                <a:gd name="connsiteX3" fmla="*/ 28954 w 52326"/>
                <a:gd name="connsiteY3" fmla="*/ 0 h 52674"/>
                <a:gd name="connsiteX4" fmla="*/ 26163 w 52326"/>
                <a:gd name="connsiteY4" fmla="*/ 0 h 52674"/>
                <a:gd name="connsiteX5" fmla="*/ 7674 w 52326"/>
                <a:gd name="connsiteY5" fmla="*/ 7675 h 52674"/>
                <a:gd name="connsiteX6" fmla="*/ 3140 w 52326"/>
                <a:gd name="connsiteY6" fmla="*/ 13605 h 52674"/>
                <a:gd name="connsiteX7" fmla="*/ 0 w 52326"/>
                <a:gd name="connsiteY7" fmla="*/ 23372 h 52674"/>
                <a:gd name="connsiteX8" fmla="*/ 0 w 52326"/>
                <a:gd name="connsiteY8" fmla="*/ 26163 h 52674"/>
                <a:gd name="connsiteX9" fmla="*/ 0 w 52326"/>
                <a:gd name="connsiteY9" fmla="*/ 28954 h 52674"/>
                <a:gd name="connsiteX10" fmla="*/ 2093 w 52326"/>
                <a:gd name="connsiteY10" fmla="*/ 36628 h 52674"/>
                <a:gd name="connsiteX11" fmla="*/ 23023 w 52326"/>
                <a:gd name="connsiteY11" fmla="*/ 52326 h 52674"/>
                <a:gd name="connsiteX12" fmla="*/ 26163 w 52326"/>
                <a:gd name="connsiteY12" fmla="*/ 52675 h 52674"/>
                <a:gd name="connsiteX13" fmla="*/ 28954 w 52326"/>
                <a:gd name="connsiteY13" fmla="*/ 52675 h 52674"/>
                <a:gd name="connsiteX14" fmla="*/ 50233 w 52326"/>
                <a:gd name="connsiteY14" fmla="*/ 36977 h 52674"/>
                <a:gd name="connsiteX15" fmla="*/ 52326 w 52326"/>
                <a:gd name="connsiteY15" fmla="*/ 29303 h 52674"/>
                <a:gd name="connsiteX16" fmla="*/ 52326 w 52326"/>
                <a:gd name="connsiteY16" fmla="*/ 26512 h 52674"/>
                <a:gd name="connsiteX17" fmla="*/ 52326 w 52326"/>
                <a:gd name="connsiteY17" fmla="*/ 23372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326" h="52674">
                  <a:moveTo>
                    <a:pt x="52326" y="23372"/>
                  </a:moveTo>
                  <a:cubicBezTo>
                    <a:pt x="51977" y="19884"/>
                    <a:pt x="50931" y="16396"/>
                    <a:pt x="49187" y="13605"/>
                  </a:cubicBezTo>
                  <a:cubicBezTo>
                    <a:pt x="46745" y="9070"/>
                    <a:pt x="43256" y="5581"/>
                    <a:pt x="38721" y="3140"/>
                  </a:cubicBezTo>
                  <a:cubicBezTo>
                    <a:pt x="35582" y="1395"/>
                    <a:pt x="32442" y="349"/>
                    <a:pt x="28954" y="0"/>
                  </a:cubicBezTo>
                  <a:cubicBezTo>
                    <a:pt x="27907" y="0"/>
                    <a:pt x="27210" y="0"/>
                    <a:pt x="26163" y="0"/>
                  </a:cubicBezTo>
                  <a:cubicBezTo>
                    <a:pt x="18838" y="0"/>
                    <a:pt x="12558" y="2791"/>
                    <a:pt x="7674" y="7675"/>
                  </a:cubicBezTo>
                  <a:cubicBezTo>
                    <a:pt x="5930" y="9419"/>
                    <a:pt x="4535" y="11512"/>
                    <a:pt x="3140" y="13605"/>
                  </a:cubicBezTo>
                  <a:cubicBezTo>
                    <a:pt x="1395" y="16744"/>
                    <a:pt x="349" y="19884"/>
                    <a:pt x="0" y="23372"/>
                  </a:cubicBezTo>
                  <a:cubicBezTo>
                    <a:pt x="0" y="24419"/>
                    <a:pt x="0" y="25117"/>
                    <a:pt x="0" y="26163"/>
                  </a:cubicBezTo>
                  <a:cubicBezTo>
                    <a:pt x="0" y="27210"/>
                    <a:pt x="0" y="27907"/>
                    <a:pt x="0" y="28954"/>
                  </a:cubicBezTo>
                  <a:cubicBezTo>
                    <a:pt x="349" y="31744"/>
                    <a:pt x="1047" y="34186"/>
                    <a:pt x="2093" y="36628"/>
                  </a:cubicBezTo>
                  <a:cubicBezTo>
                    <a:pt x="5581" y="45001"/>
                    <a:pt x="13605" y="51280"/>
                    <a:pt x="23023" y="52326"/>
                  </a:cubicBezTo>
                  <a:cubicBezTo>
                    <a:pt x="24070" y="52326"/>
                    <a:pt x="25116" y="52675"/>
                    <a:pt x="26163" y="52675"/>
                  </a:cubicBezTo>
                  <a:cubicBezTo>
                    <a:pt x="27210" y="52675"/>
                    <a:pt x="27907" y="52675"/>
                    <a:pt x="28954" y="52675"/>
                  </a:cubicBezTo>
                  <a:cubicBezTo>
                    <a:pt x="38721" y="51628"/>
                    <a:pt x="46745" y="45349"/>
                    <a:pt x="50233" y="36977"/>
                  </a:cubicBezTo>
                  <a:cubicBezTo>
                    <a:pt x="51279" y="34535"/>
                    <a:pt x="51977" y="32093"/>
                    <a:pt x="52326" y="29303"/>
                  </a:cubicBezTo>
                  <a:cubicBezTo>
                    <a:pt x="52326" y="28256"/>
                    <a:pt x="52326" y="27559"/>
                    <a:pt x="52326" y="26512"/>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787" name="Freeform: Shape 786">
              <a:extLst>
                <a:ext uri="{FF2B5EF4-FFF2-40B4-BE49-F238E27FC236}">
                  <a16:creationId xmlns:a16="http://schemas.microsoft.com/office/drawing/2014/main" id="{A9BEB2C8-6B26-664A-7FFA-279A48C78196}"/>
                </a:ext>
              </a:extLst>
            </p:cNvPr>
            <p:cNvSpPr/>
            <p:nvPr/>
          </p:nvSpPr>
          <p:spPr>
            <a:xfrm>
              <a:off x="6069836" y="3664467"/>
              <a:ext cx="51977" cy="52326"/>
            </a:xfrm>
            <a:custGeom>
              <a:avLst/>
              <a:gdLst>
                <a:gd name="connsiteX0" fmla="*/ 38721 w 51977"/>
                <a:gd name="connsiteY0" fmla="*/ 3140 h 52326"/>
                <a:gd name="connsiteX1" fmla="*/ 28954 w 51977"/>
                <a:gd name="connsiteY1" fmla="*/ 0 h 52326"/>
                <a:gd name="connsiteX2" fmla="*/ 26163 w 51977"/>
                <a:gd name="connsiteY2" fmla="*/ 0 h 52326"/>
                <a:gd name="connsiteX3" fmla="*/ 22675 w 51977"/>
                <a:gd name="connsiteY3" fmla="*/ 349 h 52326"/>
                <a:gd name="connsiteX4" fmla="*/ 21977 w 51977"/>
                <a:gd name="connsiteY4" fmla="*/ 349 h 52326"/>
                <a:gd name="connsiteX5" fmla="*/ 15000 w 51977"/>
                <a:gd name="connsiteY5" fmla="*/ 2442 h 52326"/>
                <a:gd name="connsiteX6" fmla="*/ 14302 w 51977"/>
                <a:gd name="connsiteY6" fmla="*/ 2791 h 52326"/>
                <a:gd name="connsiteX7" fmla="*/ 11163 w 51977"/>
                <a:gd name="connsiteY7" fmla="*/ 4535 h 52326"/>
                <a:gd name="connsiteX8" fmla="*/ 10814 w 51977"/>
                <a:gd name="connsiteY8" fmla="*/ 4884 h 52326"/>
                <a:gd name="connsiteX9" fmla="*/ 8372 w 51977"/>
                <a:gd name="connsiteY9" fmla="*/ 6977 h 52326"/>
                <a:gd name="connsiteX10" fmla="*/ 8024 w 51977"/>
                <a:gd name="connsiteY10" fmla="*/ 7326 h 52326"/>
                <a:gd name="connsiteX11" fmla="*/ 5581 w 51977"/>
                <a:gd name="connsiteY11" fmla="*/ 10116 h 52326"/>
                <a:gd name="connsiteX12" fmla="*/ 5233 w 51977"/>
                <a:gd name="connsiteY12" fmla="*/ 10814 h 52326"/>
                <a:gd name="connsiteX13" fmla="*/ 3488 w 51977"/>
                <a:gd name="connsiteY13" fmla="*/ 13954 h 52326"/>
                <a:gd name="connsiteX14" fmla="*/ 3140 w 51977"/>
                <a:gd name="connsiteY14" fmla="*/ 14302 h 52326"/>
                <a:gd name="connsiteX15" fmla="*/ 1744 w 51977"/>
                <a:gd name="connsiteY15" fmla="*/ 17442 h 52326"/>
                <a:gd name="connsiteX16" fmla="*/ 1395 w 51977"/>
                <a:gd name="connsiteY16" fmla="*/ 18140 h 52326"/>
                <a:gd name="connsiteX17" fmla="*/ 349 w 51977"/>
                <a:gd name="connsiteY17" fmla="*/ 21628 h 52326"/>
                <a:gd name="connsiteX18" fmla="*/ 349 w 51977"/>
                <a:gd name="connsiteY18" fmla="*/ 22326 h 52326"/>
                <a:gd name="connsiteX19" fmla="*/ 0 w 51977"/>
                <a:gd name="connsiteY19" fmla="*/ 26163 h 52326"/>
                <a:gd name="connsiteX20" fmla="*/ 0 w 51977"/>
                <a:gd name="connsiteY20" fmla="*/ 26163 h 52326"/>
                <a:gd name="connsiteX21" fmla="*/ 26163 w 51977"/>
                <a:gd name="connsiteY21" fmla="*/ 52326 h 52326"/>
                <a:gd name="connsiteX22" fmla="*/ 31396 w 51977"/>
                <a:gd name="connsiteY22" fmla="*/ 51628 h 52326"/>
                <a:gd name="connsiteX23" fmla="*/ 33837 w 51977"/>
                <a:gd name="connsiteY23" fmla="*/ 50931 h 52326"/>
                <a:gd name="connsiteX24" fmla="*/ 34535 w 51977"/>
                <a:gd name="connsiteY24" fmla="*/ 50582 h 52326"/>
                <a:gd name="connsiteX25" fmla="*/ 36280 w 51977"/>
                <a:gd name="connsiteY25" fmla="*/ 49884 h 52326"/>
                <a:gd name="connsiteX26" fmla="*/ 36977 w 51977"/>
                <a:gd name="connsiteY26" fmla="*/ 49535 h 52326"/>
                <a:gd name="connsiteX27" fmla="*/ 38373 w 51977"/>
                <a:gd name="connsiteY27" fmla="*/ 48838 h 52326"/>
                <a:gd name="connsiteX28" fmla="*/ 39070 w 51977"/>
                <a:gd name="connsiteY28" fmla="*/ 48489 h 52326"/>
                <a:gd name="connsiteX29" fmla="*/ 40465 w 51977"/>
                <a:gd name="connsiteY29" fmla="*/ 47791 h 52326"/>
                <a:gd name="connsiteX30" fmla="*/ 41163 w 51977"/>
                <a:gd name="connsiteY30" fmla="*/ 47442 h 52326"/>
                <a:gd name="connsiteX31" fmla="*/ 42210 w 51977"/>
                <a:gd name="connsiteY31" fmla="*/ 46396 h 52326"/>
                <a:gd name="connsiteX32" fmla="*/ 42908 w 51977"/>
                <a:gd name="connsiteY32" fmla="*/ 45698 h 52326"/>
                <a:gd name="connsiteX33" fmla="*/ 43954 w 51977"/>
                <a:gd name="connsiteY33" fmla="*/ 44652 h 52326"/>
                <a:gd name="connsiteX34" fmla="*/ 44652 w 51977"/>
                <a:gd name="connsiteY34" fmla="*/ 44303 h 52326"/>
                <a:gd name="connsiteX35" fmla="*/ 47791 w 51977"/>
                <a:gd name="connsiteY35" fmla="*/ 40814 h 52326"/>
                <a:gd name="connsiteX36" fmla="*/ 48140 w 51977"/>
                <a:gd name="connsiteY36" fmla="*/ 40117 h 52326"/>
                <a:gd name="connsiteX37" fmla="*/ 48838 w 51977"/>
                <a:gd name="connsiteY37" fmla="*/ 38721 h 52326"/>
                <a:gd name="connsiteX38" fmla="*/ 49187 w 51977"/>
                <a:gd name="connsiteY38" fmla="*/ 38024 h 52326"/>
                <a:gd name="connsiteX39" fmla="*/ 49884 w 51977"/>
                <a:gd name="connsiteY39" fmla="*/ 36628 h 52326"/>
                <a:gd name="connsiteX40" fmla="*/ 50233 w 51977"/>
                <a:gd name="connsiteY40" fmla="*/ 35582 h 52326"/>
                <a:gd name="connsiteX41" fmla="*/ 50582 w 51977"/>
                <a:gd name="connsiteY41" fmla="*/ 34186 h 52326"/>
                <a:gd name="connsiteX42" fmla="*/ 50931 w 51977"/>
                <a:gd name="connsiteY42" fmla="*/ 33140 h 52326"/>
                <a:gd name="connsiteX43" fmla="*/ 51279 w 51977"/>
                <a:gd name="connsiteY43" fmla="*/ 31744 h 52326"/>
                <a:gd name="connsiteX44" fmla="*/ 51629 w 51977"/>
                <a:gd name="connsiteY44" fmla="*/ 30698 h 52326"/>
                <a:gd name="connsiteX45" fmla="*/ 51977 w 51977"/>
                <a:gd name="connsiteY45" fmla="*/ 28954 h 52326"/>
                <a:gd name="connsiteX46" fmla="*/ 51977 w 51977"/>
                <a:gd name="connsiteY46" fmla="*/ 28256 h 52326"/>
                <a:gd name="connsiteX47" fmla="*/ 51977 w 51977"/>
                <a:gd name="connsiteY47" fmla="*/ 25814 h 52326"/>
                <a:gd name="connsiteX48" fmla="*/ 51977 w 51977"/>
                <a:gd name="connsiteY48" fmla="*/ 23023 h 52326"/>
                <a:gd name="connsiteX49" fmla="*/ 48838 w 51977"/>
                <a:gd name="connsiteY49" fmla="*/ 13256 h 52326"/>
                <a:gd name="connsiteX50" fmla="*/ 38721 w 51977"/>
                <a:gd name="connsiteY50"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977" h="52326">
                  <a:moveTo>
                    <a:pt x="38721" y="3140"/>
                  </a:moveTo>
                  <a:cubicBezTo>
                    <a:pt x="35582" y="1395"/>
                    <a:pt x="32442" y="349"/>
                    <a:pt x="28954" y="0"/>
                  </a:cubicBezTo>
                  <a:cubicBezTo>
                    <a:pt x="27907" y="0"/>
                    <a:pt x="27210" y="0"/>
                    <a:pt x="26163" y="0"/>
                  </a:cubicBezTo>
                  <a:cubicBezTo>
                    <a:pt x="25116" y="0"/>
                    <a:pt x="23721" y="0"/>
                    <a:pt x="22675" y="349"/>
                  </a:cubicBezTo>
                  <a:cubicBezTo>
                    <a:pt x="22326" y="349"/>
                    <a:pt x="21977" y="349"/>
                    <a:pt x="21977" y="349"/>
                  </a:cubicBezTo>
                  <a:cubicBezTo>
                    <a:pt x="19535" y="698"/>
                    <a:pt x="17442" y="1395"/>
                    <a:pt x="15000" y="2442"/>
                  </a:cubicBezTo>
                  <a:cubicBezTo>
                    <a:pt x="14651" y="2442"/>
                    <a:pt x="14651" y="2791"/>
                    <a:pt x="14302" y="2791"/>
                  </a:cubicBezTo>
                  <a:cubicBezTo>
                    <a:pt x="13256" y="3488"/>
                    <a:pt x="12209" y="3837"/>
                    <a:pt x="11163" y="4535"/>
                  </a:cubicBezTo>
                  <a:cubicBezTo>
                    <a:pt x="11163" y="4535"/>
                    <a:pt x="10814" y="4884"/>
                    <a:pt x="10814" y="4884"/>
                  </a:cubicBezTo>
                  <a:cubicBezTo>
                    <a:pt x="9768" y="5581"/>
                    <a:pt x="9070" y="6279"/>
                    <a:pt x="8372" y="6977"/>
                  </a:cubicBezTo>
                  <a:cubicBezTo>
                    <a:pt x="8372" y="6977"/>
                    <a:pt x="8024" y="7326"/>
                    <a:pt x="8024" y="7326"/>
                  </a:cubicBezTo>
                  <a:cubicBezTo>
                    <a:pt x="7326" y="8023"/>
                    <a:pt x="6279" y="9070"/>
                    <a:pt x="5581" y="10116"/>
                  </a:cubicBezTo>
                  <a:cubicBezTo>
                    <a:pt x="5581" y="10465"/>
                    <a:pt x="5233" y="10465"/>
                    <a:pt x="5233" y="10814"/>
                  </a:cubicBezTo>
                  <a:cubicBezTo>
                    <a:pt x="4535" y="11861"/>
                    <a:pt x="3837" y="12907"/>
                    <a:pt x="3488" y="13954"/>
                  </a:cubicBezTo>
                  <a:cubicBezTo>
                    <a:pt x="3488" y="13954"/>
                    <a:pt x="3488" y="14302"/>
                    <a:pt x="3140" y="14302"/>
                  </a:cubicBezTo>
                  <a:cubicBezTo>
                    <a:pt x="2791" y="15349"/>
                    <a:pt x="2093" y="16396"/>
                    <a:pt x="1744" y="17442"/>
                  </a:cubicBezTo>
                  <a:cubicBezTo>
                    <a:pt x="1744" y="17791"/>
                    <a:pt x="1744" y="17791"/>
                    <a:pt x="1395" y="18140"/>
                  </a:cubicBezTo>
                  <a:cubicBezTo>
                    <a:pt x="1047" y="19186"/>
                    <a:pt x="698" y="20582"/>
                    <a:pt x="349" y="21628"/>
                  </a:cubicBezTo>
                  <a:cubicBezTo>
                    <a:pt x="349" y="21977"/>
                    <a:pt x="349" y="22326"/>
                    <a:pt x="349" y="22326"/>
                  </a:cubicBezTo>
                  <a:cubicBezTo>
                    <a:pt x="0" y="23721"/>
                    <a:pt x="0" y="24768"/>
                    <a:pt x="0" y="26163"/>
                  </a:cubicBezTo>
                  <a:cubicBezTo>
                    <a:pt x="0" y="26163"/>
                    <a:pt x="0" y="26163"/>
                    <a:pt x="0" y="26163"/>
                  </a:cubicBezTo>
                  <a:cubicBezTo>
                    <a:pt x="0" y="40465"/>
                    <a:pt x="11861" y="52326"/>
                    <a:pt x="26163" y="52326"/>
                  </a:cubicBezTo>
                  <a:cubicBezTo>
                    <a:pt x="27907" y="52326"/>
                    <a:pt x="29652" y="51977"/>
                    <a:pt x="31396" y="51628"/>
                  </a:cubicBezTo>
                  <a:cubicBezTo>
                    <a:pt x="32093" y="51628"/>
                    <a:pt x="33140" y="51280"/>
                    <a:pt x="33837" y="50931"/>
                  </a:cubicBezTo>
                  <a:cubicBezTo>
                    <a:pt x="34187" y="50931"/>
                    <a:pt x="34187" y="50931"/>
                    <a:pt x="34535" y="50582"/>
                  </a:cubicBezTo>
                  <a:cubicBezTo>
                    <a:pt x="35233" y="50233"/>
                    <a:pt x="35582" y="50233"/>
                    <a:pt x="36280" y="49884"/>
                  </a:cubicBezTo>
                  <a:cubicBezTo>
                    <a:pt x="36628" y="49884"/>
                    <a:pt x="36977" y="49535"/>
                    <a:pt x="36977" y="49535"/>
                  </a:cubicBezTo>
                  <a:cubicBezTo>
                    <a:pt x="37326" y="49187"/>
                    <a:pt x="38024" y="49187"/>
                    <a:pt x="38373" y="48838"/>
                  </a:cubicBezTo>
                  <a:cubicBezTo>
                    <a:pt x="38721" y="48838"/>
                    <a:pt x="39070" y="48489"/>
                    <a:pt x="39070" y="48489"/>
                  </a:cubicBezTo>
                  <a:cubicBezTo>
                    <a:pt x="39419" y="48140"/>
                    <a:pt x="39768" y="48140"/>
                    <a:pt x="40465" y="47791"/>
                  </a:cubicBezTo>
                  <a:cubicBezTo>
                    <a:pt x="40814" y="47791"/>
                    <a:pt x="40814" y="47442"/>
                    <a:pt x="41163" y="47442"/>
                  </a:cubicBezTo>
                  <a:cubicBezTo>
                    <a:pt x="41512" y="47094"/>
                    <a:pt x="41861" y="46745"/>
                    <a:pt x="42210" y="46396"/>
                  </a:cubicBezTo>
                  <a:cubicBezTo>
                    <a:pt x="42558" y="46047"/>
                    <a:pt x="42558" y="46047"/>
                    <a:pt x="42908" y="45698"/>
                  </a:cubicBezTo>
                  <a:cubicBezTo>
                    <a:pt x="43256" y="45349"/>
                    <a:pt x="43605" y="45001"/>
                    <a:pt x="43954" y="44652"/>
                  </a:cubicBezTo>
                  <a:cubicBezTo>
                    <a:pt x="44303" y="44652"/>
                    <a:pt x="44303" y="44303"/>
                    <a:pt x="44652" y="44303"/>
                  </a:cubicBezTo>
                  <a:cubicBezTo>
                    <a:pt x="45698" y="43256"/>
                    <a:pt x="46745" y="41861"/>
                    <a:pt x="47791" y="40814"/>
                  </a:cubicBezTo>
                  <a:cubicBezTo>
                    <a:pt x="47791" y="40465"/>
                    <a:pt x="48140" y="40465"/>
                    <a:pt x="48140" y="40117"/>
                  </a:cubicBezTo>
                  <a:cubicBezTo>
                    <a:pt x="48489" y="39768"/>
                    <a:pt x="48838" y="39070"/>
                    <a:pt x="48838" y="38721"/>
                  </a:cubicBezTo>
                  <a:cubicBezTo>
                    <a:pt x="48838" y="38373"/>
                    <a:pt x="49187" y="38024"/>
                    <a:pt x="49187" y="38024"/>
                  </a:cubicBezTo>
                  <a:cubicBezTo>
                    <a:pt x="49535" y="37675"/>
                    <a:pt x="49535" y="36977"/>
                    <a:pt x="49884" y="36628"/>
                  </a:cubicBezTo>
                  <a:cubicBezTo>
                    <a:pt x="49884" y="36280"/>
                    <a:pt x="50233" y="35931"/>
                    <a:pt x="50233" y="35582"/>
                  </a:cubicBezTo>
                  <a:cubicBezTo>
                    <a:pt x="50582" y="35233"/>
                    <a:pt x="50582" y="34535"/>
                    <a:pt x="50582" y="34186"/>
                  </a:cubicBezTo>
                  <a:cubicBezTo>
                    <a:pt x="50582" y="33838"/>
                    <a:pt x="50931" y="33489"/>
                    <a:pt x="50931" y="33140"/>
                  </a:cubicBezTo>
                  <a:cubicBezTo>
                    <a:pt x="50931" y="32791"/>
                    <a:pt x="51279" y="32093"/>
                    <a:pt x="51279" y="31744"/>
                  </a:cubicBezTo>
                  <a:cubicBezTo>
                    <a:pt x="51279" y="31396"/>
                    <a:pt x="51279" y="31047"/>
                    <a:pt x="51629" y="30698"/>
                  </a:cubicBezTo>
                  <a:cubicBezTo>
                    <a:pt x="51629" y="30000"/>
                    <a:pt x="51977" y="29652"/>
                    <a:pt x="51977" y="28954"/>
                  </a:cubicBezTo>
                  <a:cubicBezTo>
                    <a:pt x="51977" y="28605"/>
                    <a:pt x="51977" y="28256"/>
                    <a:pt x="51977" y="28256"/>
                  </a:cubicBezTo>
                  <a:cubicBezTo>
                    <a:pt x="51977" y="27559"/>
                    <a:pt x="51977" y="26512"/>
                    <a:pt x="51977" y="25814"/>
                  </a:cubicBezTo>
                  <a:cubicBezTo>
                    <a:pt x="51977" y="24768"/>
                    <a:pt x="51977" y="24070"/>
                    <a:pt x="51977" y="23023"/>
                  </a:cubicBezTo>
                  <a:cubicBezTo>
                    <a:pt x="51629" y="19535"/>
                    <a:pt x="50582" y="16047"/>
                    <a:pt x="48838" y="13256"/>
                  </a:cubicBezTo>
                  <a:cubicBezTo>
                    <a:pt x="46745" y="9419"/>
                    <a:pt x="43256" y="5581"/>
                    <a:pt x="38721" y="3140"/>
                  </a:cubicBezTo>
                  <a:close/>
                </a:path>
              </a:pathLst>
            </a:custGeom>
            <a:grpFill/>
            <a:ln w="3488" cap="flat">
              <a:noFill/>
              <a:prstDash val="solid"/>
              <a:miter/>
            </a:ln>
          </p:spPr>
          <p:txBody>
            <a:bodyPr rtlCol="0" anchor="ctr"/>
            <a:lstStyle/>
            <a:p>
              <a:endParaRPr lang="en-ID"/>
            </a:p>
          </p:txBody>
        </p:sp>
        <p:sp>
          <p:nvSpPr>
            <p:cNvPr id="788" name="Freeform: Shape 787">
              <a:extLst>
                <a:ext uri="{FF2B5EF4-FFF2-40B4-BE49-F238E27FC236}">
                  <a16:creationId xmlns:a16="http://schemas.microsoft.com/office/drawing/2014/main" id="{0FF44987-0131-C12D-3DB3-299D7689DB34}"/>
                </a:ext>
              </a:extLst>
            </p:cNvPr>
            <p:cNvSpPr/>
            <p:nvPr/>
          </p:nvSpPr>
          <p:spPr>
            <a:xfrm>
              <a:off x="9837321" y="5234253"/>
              <a:ext cx="52326" cy="52326"/>
            </a:xfrm>
            <a:custGeom>
              <a:avLst/>
              <a:gdLst>
                <a:gd name="connsiteX0" fmla="*/ 26163 w 52326"/>
                <a:gd name="connsiteY0" fmla="*/ 0 h 52326"/>
                <a:gd name="connsiteX1" fmla="*/ 0 w 52326"/>
                <a:gd name="connsiteY1" fmla="*/ 26163 h 52326"/>
                <a:gd name="connsiteX2" fmla="*/ 5930 w 52326"/>
                <a:gd name="connsiteY2" fmla="*/ 42908 h 52326"/>
                <a:gd name="connsiteX3" fmla="*/ 26163 w 52326"/>
                <a:gd name="connsiteY3" fmla="*/ 52326 h 52326"/>
                <a:gd name="connsiteX4" fmla="*/ 52326 w 52326"/>
                <a:gd name="connsiteY4" fmla="*/ 26163 h 52326"/>
                <a:gd name="connsiteX5" fmla="*/ 46396 w 52326"/>
                <a:gd name="connsiteY5" fmla="*/ 9419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789" name="Freeform: Shape 788">
              <a:extLst>
                <a:ext uri="{FF2B5EF4-FFF2-40B4-BE49-F238E27FC236}">
                  <a16:creationId xmlns:a16="http://schemas.microsoft.com/office/drawing/2014/main" id="{0D4DD20B-6FB4-B77F-1DD3-A8E8B75EE27C}"/>
                </a:ext>
              </a:extLst>
            </p:cNvPr>
            <p:cNvSpPr/>
            <p:nvPr/>
          </p:nvSpPr>
          <p:spPr>
            <a:xfrm>
              <a:off x="11721064"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90" name="Freeform: Shape 789">
              <a:extLst>
                <a:ext uri="{FF2B5EF4-FFF2-40B4-BE49-F238E27FC236}">
                  <a16:creationId xmlns:a16="http://schemas.microsoft.com/office/drawing/2014/main" id="{0109D433-85A8-28A2-018D-99DEFE9A8F02}"/>
                </a:ext>
              </a:extLst>
            </p:cNvPr>
            <p:cNvSpPr/>
            <p:nvPr/>
          </p:nvSpPr>
          <p:spPr>
            <a:xfrm>
              <a:off x="1130245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1" name="Freeform: Shape 790">
              <a:extLst>
                <a:ext uri="{FF2B5EF4-FFF2-40B4-BE49-F238E27FC236}">
                  <a16:creationId xmlns:a16="http://schemas.microsoft.com/office/drawing/2014/main" id="{1081316F-0B6A-8C1D-824F-7414B7938FF1}"/>
                </a:ext>
              </a:extLst>
            </p:cNvPr>
            <p:cNvSpPr/>
            <p:nvPr/>
          </p:nvSpPr>
          <p:spPr>
            <a:xfrm>
              <a:off x="9314060" y="5234253"/>
              <a:ext cx="52326" cy="52326"/>
            </a:xfrm>
            <a:custGeom>
              <a:avLst/>
              <a:gdLst>
                <a:gd name="connsiteX0" fmla="*/ 44652 w 52326"/>
                <a:gd name="connsiteY0" fmla="*/ 7674 h 52326"/>
                <a:gd name="connsiteX1" fmla="*/ 26163 w 52326"/>
                <a:gd name="connsiteY1" fmla="*/ 0 h 52326"/>
                <a:gd name="connsiteX2" fmla="*/ 3139 w 52326"/>
                <a:gd name="connsiteY2" fmla="*/ 13605 h 52326"/>
                <a:gd name="connsiteX3" fmla="*/ 0 w 52326"/>
                <a:gd name="connsiteY3" fmla="*/ 26163 h 52326"/>
                <a:gd name="connsiteX4" fmla="*/ 26163 w 52326"/>
                <a:gd name="connsiteY4" fmla="*/ 52326 h 52326"/>
                <a:gd name="connsiteX5" fmla="*/ 26163 w 52326"/>
                <a:gd name="connsiteY5" fmla="*/ 52326 h 52326"/>
                <a:gd name="connsiteX6" fmla="*/ 42908 w 52326"/>
                <a:gd name="connsiteY6" fmla="*/ 46396 h 52326"/>
                <a:gd name="connsiteX7" fmla="*/ 52326 w 52326"/>
                <a:gd name="connsiteY7" fmla="*/ 26163 h 52326"/>
                <a:gd name="connsiteX8" fmla="*/ 44652 w 52326"/>
                <a:gd name="connsiteY8" fmla="*/ 7674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4652" y="7674"/>
                  </a:moveTo>
                  <a:cubicBezTo>
                    <a:pt x="39768" y="2791"/>
                    <a:pt x="33489" y="0"/>
                    <a:pt x="26163" y="0"/>
                  </a:cubicBezTo>
                  <a:cubicBezTo>
                    <a:pt x="16395" y="0"/>
                    <a:pt x="7674" y="5581"/>
                    <a:pt x="3139" y="13605"/>
                  </a:cubicBezTo>
                  <a:cubicBezTo>
                    <a:pt x="1047" y="17442"/>
                    <a:pt x="0" y="21628"/>
                    <a:pt x="0" y="26163"/>
                  </a:cubicBezTo>
                  <a:cubicBezTo>
                    <a:pt x="0" y="40465"/>
                    <a:pt x="11860" y="52326"/>
                    <a:pt x="26163" y="52326"/>
                  </a:cubicBezTo>
                  <a:lnTo>
                    <a:pt x="26163" y="52326"/>
                  </a:lnTo>
                  <a:cubicBezTo>
                    <a:pt x="32442" y="52326"/>
                    <a:pt x="38373" y="50233"/>
                    <a:pt x="42908" y="46396"/>
                  </a:cubicBezTo>
                  <a:cubicBezTo>
                    <a:pt x="48838" y="41512"/>
                    <a:pt x="52326" y="34187"/>
                    <a:pt x="52326" y="26163"/>
                  </a:cubicBezTo>
                  <a:cubicBezTo>
                    <a:pt x="52326" y="18838"/>
                    <a:pt x="49535" y="12558"/>
                    <a:pt x="44652" y="7674"/>
                  </a:cubicBezTo>
                  <a:close/>
                </a:path>
              </a:pathLst>
            </a:custGeom>
            <a:grpFill/>
            <a:ln w="3488" cap="flat">
              <a:noFill/>
              <a:prstDash val="solid"/>
              <a:miter/>
            </a:ln>
          </p:spPr>
          <p:txBody>
            <a:bodyPr rtlCol="0" anchor="ctr"/>
            <a:lstStyle/>
            <a:p>
              <a:endParaRPr lang="en-ID"/>
            </a:p>
          </p:txBody>
        </p:sp>
        <p:sp>
          <p:nvSpPr>
            <p:cNvPr id="792" name="Freeform: Shape 791">
              <a:extLst>
                <a:ext uri="{FF2B5EF4-FFF2-40B4-BE49-F238E27FC236}">
                  <a16:creationId xmlns:a16="http://schemas.microsoft.com/office/drawing/2014/main" id="{19364FDA-8B97-9816-F934-AFC61ADA4DB7}"/>
                </a:ext>
              </a:extLst>
            </p:cNvPr>
            <p:cNvSpPr/>
            <p:nvPr/>
          </p:nvSpPr>
          <p:spPr>
            <a:xfrm>
              <a:off x="1140710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3" name="Freeform: Shape 792">
              <a:extLst>
                <a:ext uri="{FF2B5EF4-FFF2-40B4-BE49-F238E27FC236}">
                  <a16:creationId xmlns:a16="http://schemas.microsoft.com/office/drawing/2014/main" id="{FE93C754-8225-94DA-B558-2DB6BFBFED6C}"/>
                </a:ext>
              </a:extLst>
            </p:cNvPr>
            <p:cNvSpPr/>
            <p:nvPr/>
          </p:nvSpPr>
          <p:spPr>
            <a:xfrm>
              <a:off x="1140710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4" name="Freeform: Shape 793">
              <a:extLst>
                <a:ext uri="{FF2B5EF4-FFF2-40B4-BE49-F238E27FC236}">
                  <a16:creationId xmlns:a16="http://schemas.microsoft.com/office/drawing/2014/main" id="{550FABBA-09E3-6E83-C9D8-08415BE39208}"/>
                </a:ext>
              </a:extLst>
            </p:cNvPr>
            <p:cNvSpPr/>
            <p:nvPr/>
          </p:nvSpPr>
          <p:spPr>
            <a:xfrm>
              <a:off x="1140710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95" name="Freeform: Shape 794">
              <a:extLst>
                <a:ext uri="{FF2B5EF4-FFF2-40B4-BE49-F238E27FC236}">
                  <a16:creationId xmlns:a16="http://schemas.microsoft.com/office/drawing/2014/main" id="{25DF7476-D772-E57B-60F0-FB135C0DB514}"/>
                </a:ext>
              </a:extLst>
            </p:cNvPr>
            <p:cNvSpPr/>
            <p:nvPr/>
          </p:nvSpPr>
          <p:spPr>
            <a:xfrm>
              <a:off x="11616412"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6" name="Freeform: Shape 795">
              <a:extLst>
                <a:ext uri="{FF2B5EF4-FFF2-40B4-BE49-F238E27FC236}">
                  <a16:creationId xmlns:a16="http://schemas.microsoft.com/office/drawing/2014/main" id="{A1F8D6F4-5AD1-5F87-0571-0FC9ADBC08B3}"/>
                </a:ext>
              </a:extLst>
            </p:cNvPr>
            <p:cNvSpPr/>
            <p:nvPr/>
          </p:nvSpPr>
          <p:spPr>
            <a:xfrm>
              <a:off x="1130245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7" name="Freeform: Shape 796">
              <a:extLst>
                <a:ext uri="{FF2B5EF4-FFF2-40B4-BE49-F238E27FC236}">
                  <a16:creationId xmlns:a16="http://schemas.microsoft.com/office/drawing/2014/main" id="{B470C9AF-1E2B-A493-2F8D-8BDD79AF0F11}"/>
                </a:ext>
              </a:extLst>
            </p:cNvPr>
            <p:cNvSpPr/>
            <p:nvPr/>
          </p:nvSpPr>
          <p:spPr>
            <a:xfrm>
              <a:off x="10674540" y="4083077"/>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98" name="Freeform: Shape 797">
              <a:extLst>
                <a:ext uri="{FF2B5EF4-FFF2-40B4-BE49-F238E27FC236}">
                  <a16:creationId xmlns:a16="http://schemas.microsoft.com/office/drawing/2014/main" id="{20443BF3-8FB9-7E5F-11B2-DAD99E02ABBE}"/>
                </a:ext>
              </a:extLst>
            </p:cNvPr>
            <p:cNvSpPr/>
            <p:nvPr/>
          </p:nvSpPr>
          <p:spPr>
            <a:xfrm>
              <a:off x="1067454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9" name="Freeform: Shape 798">
              <a:extLst>
                <a:ext uri="{FF2B5EF4-FFF2-40B4-BE49-F238E27FC236}">
                  <a16:creationId xmlns:a16="http://schemas.microsoft.com/office/drawing/2014/main" id="{F72E1862-6934-8A9B-49D8-EEDDE8304881}"/>
                </a:ext>
              </a:extLst>
            </p:cNvPr>
            <p:cNvSpPr/>
            <p:nvPr/>
          </p:nvSpPr>
          <p:spPr>
            <a:xfrm>
              <a:off x="1046523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00" name="Freeform: Shape 799">
              <a:extLst>
                <a:ext uri="{FF2B5EF4-FFF2-40B4-BE49-F238E27FC236}">
                  <a16:creationId xmlns:a16="http://schemas.microsoft.com/office/drawing/2014/main" id="{E55EF93C-2F8D-78AE-8A9C-33A18A4AE1F5}"/>
                </a:ext>
              </a:extLst>
            </p:cNvPr>
            <p:cNvSpPr/>
            <p:nvPr/>
          </p:nvSpPr>
          <p:spPr>
            <a:xfrm>
              <a:off x="1046523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01" name="Freeform: Shape 800">
              <a:extLst>
                <a:ext uri="{FF2B5EF4-FFF2-40B4-BE49-F238E27FC236}">
                  <a16:creationId xmlns:a16="http://schemas.microsoft.com/office/drawing/2014/main" id="{9C837F0C-78B5-E2EF-7A37-EC6AE9FE3F25}"/>
                </a:ext>
              </a:extLst>
            </p:cNvPr>
            <p:cNvSpPr/>
            <p:nvPr/>
          </p:nvSpPr>
          <p:spPr>
            <a:xfrm>
              <a:off x="1025593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2" name="Freeform: Shape 801">
              <a:extLst>
                <a:ext uri="{FF2B5EF4-FFF2-40B4-BE49-F238E27FC236}">
                  <a16:creationId xmlns:a16="http://schemas.microsoft.com/office/drawing/2014/main" id="{A9F9C980-1AF0-2EAF-C7E3-748B0974D80C}"/>
                </a:ext>
              </a:extLst>
            </p:cNvPr>
            <p:cNvSpPr/>
            <p:nvPr/>
          </p:nvSpPr>
          <p:spPr>
            <a:xfrm>
              <a:off x="1119780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03" name="Freeform: Shape 802">
              <a:extLst>
                <a:ext uri="{FF2B5EF4-FFF2-40B4-BE49-F238E27FC236}">
                  <a16:creationId xmlns:a16="http://schemas.microsoft.com/office/drawing/2014/main" id="{19C8D974-E5FA-B31D-A3AB-39E930D390C8}"/>
                </a:ext>
              </a:extLst>
            </p:cNvPr>
            <p:cNvSpPr/>
            <p:nvPr/>
          </p:nvSpPr>
          <p:spPr>
            <a:xfrm>
              <a:off x="99419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04" name="Freeform: Shape 803">
              <a:extLst>
                <a:ext uri="{FF2B5EF4-FFF2-40B4-BE49-F238E27FC236}">
                  <a16:creationId xmlns:a16="http://schemas.microsoft.com/office/drawing/2014/main" id="{664213ED-5C3A-1117-D01F-087349674DFF}"/>
                </a:ext>
              </a:extLst>
            </p:cNvPr>
            <p:cNvSpPr/>
            <p:nvPr/>
          </p:nvSpPr>
          <p:spPr>
            <a:xfrm>
              <a:off x="97326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5" name="Freeform: Shape 804">
              <a:extLst>
                <a:ext uri="{FF2B5EF4-FFF2-40B4-BE49-F238E27FC236}">
                  <a16:creationId xmlns:a16="http://schemas.microsoft.com/office/drawing/2014/main" id="{01158E48-4631-522C-F49F-602EB8F6D427}"/>
                </a:ext>
              </a:extLst>
            </p:cNvPr>
            <p:cNvSpPr/>
            <p:nvPr/>
          </p:nvSpPr>
          <p:spPr>
            <a:xfrm>
              <a:off x="900010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06" name="Freeform: Shape 805">
              <a:extLst>
                <a:ext uri="{FF2B5EF4-FFF2-40B4-BE49-F238E27FC236}">
                  <a16:creationId xmlns:a16="http://schemas.microsoft.com/office/drawing/2014/main" id="{41657927-ECF9-8DF2-C54A-BC992FC5B1F2}"/>
                </a:ext>
              </a:extLst>
            </p:cNvPr>
            <p:cNvSpPr/>
            <p:nvPr/>
          </p:nvSpPr>
          <p:spPr>
            <a:xfrm>
              <a:off x="75349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7" name="Freeform: Shape 806">
              <a:extLst>
                <a:ext uri="{FF2B5EF4-FFF2-40B4-BE49-F238E27FC236}">
                  <a16:creationId xmlns:a16="http://schemas.microsoft.com/office/drawing/2014/main" id="{84F2F4F9-B65A-A7DC-A1A3-D1FC0E13FA2D}"/>
                </a:ext>
              </a:extLst>
            </p:cNvPr>
            <p:cNvSpPr/>
            <p:nvPr/>
          </p:nvSpPr>
          <p:spPr>
            <a:xfrm>
              <a:off x="75349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8" name="Freeform: Shape 807">
              <a:extLst>
                <a:ext uri="{FF2B5EF4-FFF2-40B4-BE49-F238E27FC236}">
                  <a16:creationId xmlns:a16="http://schemas.microsoft.com/office/drawing/2014/main" id="{57D73A02-CBA5-A8F6-C9B6-7D8255936165}"/>
                </a:ext>
              </a:extLst>
            </p:cNvPr>
            <p:cNvSpPr/>
            <p:nvPr/>
          </p:nvSpPr>
          <p:spPr>
            <a:xfrm rot="17550026">
              <a:off x="7221181" y="3978330"/>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809" name="Freeform: Shape 808">
              <a:extLst>
                <a:ext uri="{FF2B5EF4-FFF2-40B4-BE49-F238E27FC236}">
                  <a16:creationId xmlns:a16="http://schemas.microsoft.com/office/drawing/2014/main" id="{C836EE51-6A86-0A63-BAAD-4ECD323F711F}"/>
                </a:ext>
              </a:extLst>
            </p:cNvPr>
            <p:cNvSpPr/>
            <p:nvPr/>
          </p:nvSpPr>
          <p:spPr>
            <a:xfrm>
              <a:off x="701170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10" name="Freeform: Shape 809">
              <a:extLst>
                <a:ext uri="{FF2B5EF4-FFF2-40B4-BE49-F238E27FC236}">
                  <a16:creationId xmlns:a16="http://schemas.microsoft.com/office/drawing/2014/main" id="{0CE54C23-50A1-2EBC-A457-B017EB4093C4}"/>
                </a:ext>
              </a:extLst>
            </p:cNvPr>
            <p:cNvSpPr/>
            <p:nvPr/>
          </p:nvSpPr>
          <p:spPr>
            <a:xfrm>
              <a:off x="6907055"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11" name="Freeform: Shape 810">
              <a:extLst>
                <a:ext uri="{FF2B5EF4-FFF2-40B4-BE49-F238E27FC236}">
                  <a16:creationId xmlns:a16="http://schemas.microsoft.com/office/drawing/2014/main" id="{EE4211B7-D04B-B474-A3E0-B537045F26D7}"/>
                </a:ext>
              </a:extLst>
            </p:cNvPr>
            <p:cNvSpPr/>
            <p:nvPr/>
          </p:nvSpPr>
          <p:spPr>
            <a:xfrm>
              <a:off x="680240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2" name="Freeform: Shape 811">
              <a:extLst>
                <a:ext uri="{FF2B5EF4-FFF2-40B4-BE49-F238E27FC236}">
                  <a16:creationId xmlns:a16="http://schemas.microsoft.com/office/drawing/2014/main" id="{868EEDAA-2860-5FCD-121D-C8A687A7BC86}"/>
                </a:ext>
              </a:extLst>
            </p:cNvPr>
            <p:cNvSpPr/>
            <p:nvPr/>
          </p:nvSpPr>
          <p:spPr>
            <a:xfrm>
              <a:off x="617448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3" name="Freeform: Shape 812">
              <a:extLst>
                <a:ext uri="{FF2B5EF4-FFF2-40B4-BE49-F238E27FC236}">
                  <a16:creationId xmlns:a16="http://schemas.microsoft.com/office/drawing/2014/main" id="{C4C37CFF-07D7-085D-5FB4-6899027150FA}"/>
                </a:ext>
              </a:extLst>
            </p:cNvPr>
            <p:cNvSpPr/>
            <p:nvPr/>
          </p:nvSpPr>
          <p:spPr>
            <a:xfrm>
              <a:off x="9104755" y="3664816"/>
              <a:ext cx="52326" cy="51977"/>
            </a:xfrm>
            <a:custGeom>
              <a:avLst/>
              <a:gdLst>
                <a:gd name="connsiteX0" fmla="*/ 26163 w 52326"/>
                <a:gd name="connsiteY0" fmla="*/ 51977 h 51977"/>
                <a:gd name="connsiteX1" fmla="*/ 33837 w 52326"/>
                <a:gd name="connsiteY1" fmla="*/ 50931 h 51977"/>
                <a:gd name="connsiteX2" fmla="*/ 35931 w 52326"/>
                <a:gd name="connsiteY2" fmla="*/ 50233 h 51977"/>
                <a:gd name="connsiteX3" fmla="*/ 36279 w 52326"/>
                <a:gd name="connsiteY3" fmla="*/ 50233 h 51977"/>
                <a:gd name="connsiteX4" fmla="*/ 52326 w 52326"/>
                <a:gd name="connsiteY4" fmla="*/ 26163 h 51977"/>
                <a:gd name="connsiteX5" fmla="*/ 26163 w 52326"/>
                <a:gd name="connsiteY5" fmla="*/ 0 h 51977"/>
                <a:gd name="connsiteX6" fmla="*/ 18489 w 52326"/>
                <a:gd name="connsiteY6" fmla="*/ 1047 h 51977"/>
                <a:gd name="connsiteX7" fmla="*/ 13954 w 52326"/>
                <a:gd name="connsiteY7" fmla="*/ 2791 h 51977"/>
                <a:gd name="connsiteX8" fmla="*/ 13604 w 52326"/>
                <a:gd name="connsiteY8" fmla="*/ 2791 h 51977"/>
                <a:gd name="connsiteX9" fmla="*/ 0 w 52326"/>
                <a:gd name="connsiteY9" fmla="*/ 25814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8954" y="51977"/>
                    <a:pt x="31396" y="51629"/>
                    <a:pt x="33837" y="50931"/>
                  </a:cubicBezTo>
                  <a:cubicBezTo>
                    <a:pt x="34535" y="50582"/>
                    <a:pt x="35233" y="50582"/>
                    <a:pt x="35931" y="50233"/>
                  </a:cubicBezTo>
                  <a:cubicBezTo>
                    <a:pt x="35931" y="50233"/>
                    <a:pt x="36279" y="50233"/>
                    <a:pt x="36279" y="50233"/>
                  </a:cubicBezTo>
                  <a:cubicBezTo>
                    <a:pt x="45699" y="46396"/>
                    <a:pt x="52326" y="36977"/>
                    <a:pt x="52326" y="26163"/>
                  </a:cubicBezTo>
                  <a:cubicBezTo>
                    <a:pt x="52326" y="11861"/>
                    <a:pt x="40466" y="0"/>
                    <a:pt x="26163" y="0"/>
                  </a:cubicBezTo>
                  <a:cubicBezTo>
                    <a:pt x="23372" y="0"/>
                    <a:pt x="20930" y="349"/>
                    <a:pt x="18489" y="1047"/>
                  </a:cubicBezTo>
                  <a:cubicBezTo>
                    <a:pt x="17093" y="1395"/>
                    <a:pt x="15349" y="2093"/>
                    <a:pt x="13954" y="2791"/>
                  </a:cubicBezTo>
                  <a:cubicBezTo>
                    <a:pt x="13954" y="2791"/>
                    <a:pt x="13954" y="2791"/>
                    <a:pt x="13604" y="2791"/>
                  </a:cubicBezTo>
                  <a:cubicBezTo>
                    <a:pt x="5582" y="7326"/>
                    <a:pt x="0" y="15698"/>
                    <a:pt x="0" y="25814"/>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814" name="Freeform: Shape 813">
              <a:extLst>
                <a:ext uri="{FF2B5EF4-FFF2-40B4-BE49-F238E27FC236}">
                  <a16:creationId xmlns:a16="http://schemas.microsoft.com/office/drawing/2014/main" id="{5BDC0203-B6F8-7860-C6EB-36BE1627A4AA}"/>
                </a:ext>
              </a:extLst>
            </p:cNvPr>
            <p:cNvSpPr/>
            <p:nvPr/>
          </p:nvSpPr>
          <p:spPr>
            <a:xfrm>
              <a:off x="7848927"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15" name="Freeform: Shape 814">
              <a:extLst>
                <a:ext uri="{FF2B5EF4-FFF2-40B4-BE49-F238E27FC236}">
                  <a16:creationId xmlns:a16="http://schemas.microsoft.com/office/drawing/2014/main" id="{E3AFA85A-FF6E-5D24-BCA1-8ADDDBFE2B10}"/>
                </a:ext>
              </a:extLst>
            </p:cNvPr>
            <p:cNvSpPr/>
            <p:nvPr/>
          </p:nvSpPr>
          <p:spPr>
            <a:xfrm>
              <a:off x="7325665" y="4815643"/>
              <a:ext cx="52326" cy="52326"/>
            </a:xfrm>
            <a:custGeom>
              <a:avLst/>
              <a:gdLst>
                <a:gd name="connsiteX0" fmla="*/ 38722 w 52326"/>
                <a:gd name="connsiteY0" fmla="*/ 3140 h 52326"/>
                <a:gd name="connsiteX1" fmla="*/ 26163 w 52326"/>
                <a:gd name="connsiteY1" fmla="*/ 0 h 52326"/>
                <a:gd name="connsiteX2" fmla="*/ 0 w 52326"/>
                <a:gd name="connsiteY2" fmla="*/ 26163 h 52326"/>
                <a:gd name="connsiteX3" fmla="*/ 13604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2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2" y="3140"/>
                  </a:moveTo>
                  <a:cubicBezTo>
                    <a:pt x="34884" y="1046"/>
                    <a:pt x="30698" y="0"/>
                    <a:pt x="26163" y="0"/>
                  </a:cubicBezTo>
                  <a:cubicBezTo>
                    <a:pt x="11860" y="0"/>
                    <a:pt x="0" y="11861"/>
                    <a:pt x="0" y="26163"/>
                  </a:cubicBezTo>
                  <a:cubicBezTo>
                    <a:pt x="0" y="35931"/>
                    <a:pt x="5582" y="44652"/>
                    <a:pt x="13604" y="49187"/>
                  </a:cubicBezTo>
                  <a:cubicBezTo>
                    <a:pt x="17442" y="51280"/>
                    <a:pt x="21628" y="52326"/>
                    <a:pt x="26163" y="52326"/>
                  </a:cubicBezTo>
                  <a:lnTo>
                    <a:pt x="26163" y="52326"/>
                  </a:lnTo>
                  <a:cubicBezTo>
                    <a:pt x="40466" y="52326"/>
                    <a:pt x="52326" y="40465"/>
                    <a:pt x="52326" y="26163"/>
                  </a:cubicBezTo>
                  <a:cubicBezTo>
                    <a:pt x="52326" y="16396"/>
                    <a:pt x="46744" y="7675"/>
                    <a:pt x="38722" y="3140"/>
                  </a:cubicBezTo>
                  <a:close/>
                </a:path>
              </a:pathLst>
            </a:custGeom>
            <a:grpFill/>
            <a:ln w="3488" cap="flat">
              <a:noFill/>
              <a:prstDash val="solid"/>
              <a:miter/>
            </a:ln>
          </p:spPr>
          <p:txBody>
            <a:bodyPr rtlCol="0" anchor="ctr"/>
            <a:lstStyle/>
            <a:p>
              <a:endParaRPr lang="en-ID"/>
            </a:p>
          </p:txBody>
        </p:sp>
        <p:sp>
          <p:nvSpPr>
            <p:cNvPr id="816" name="Freeform: Shape 815">
              <a:extLst>
                <a:ext uri="{FF2B5EF4-FFF2-40B4-BE49-F238E27FC236}">
                  <a16:creationId xmlns:a16="http://schemas.microsoft.com/office/drawing/2014/main" id="{50907020-D478-A12C-6D8F-D13FF9B8A78E}"/>
                </a:ext>
              </a:extLst>
            </p:cNvPr>
            <p:cNvSpPr/>
            <p:nvPr/>
          </p:nvSpPr>
          <p:spPr>
            <a:xfrm>
              <a:off x="1182571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7" name="Freeform: Shape 816">
              <a:extLst>
                <a:ext uri="{FF2B5EF4-FFF2-40B4-BE49-F238E27FC236}">
                  <a16:creationId xmlns:a16="http://schemas.microsoft.com/office/drawing/2014/main" id="{0B7918E5-7326-F98F-B53D-E590FEADEDA0}"/>
                </a:ext>
              </a:extLst>
            </p:cNvPr>
            <p:cNvSpPr/>
            <p:nvPr/>
          </p:nvSpPr>
          <p:spPr>
            <a:xfrm>
              <a:off x="1067454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8" name="Freeform: Shape 817">
              <a:extLst>
                <a:ext uri="{FF2B5EF4-FFF2-40B4-BE49-F238E27FC236}">
                  <a16:creationId xmlns:a16="http://schemas.microsoft.com/office/drawing/2014/main" id="{FA1F4587-A7CF-20EB-D87A-E76F93C7BFA3}"/>
                </a:ext>
              </a:extLst>
            </p:cNvPr>
            <p:cNvSpPr/>
            <p:nvPr/>
          </p:nvSpPr>
          <p:spPr>
            <a:xfrm>
              <a:off x="11197802"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19" name="Freeform: Shape 818">
              <a:extLst>
                <a:ext uri="{FF2B5EF4-FFF2-40B4-BE49-F238E27FC236}">
                  <a16:creationId xmlns:a16="http://schemas.microsoft.com/office/drawing/2014/main" id="{F09C9313-AE21-2F72-1ED7-FFC9A0CC18DD}"/>
                </a:ext>
              </a:extLst>
            </p:cNvPr>
            <p:cNvSpPr/>
            <p:nvPr/>
          </p:nvSpPr>
          <p:spPr>
            <a:xfrm>
              <a:off x="1098849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0" name="Freeform: Shape 819">
              <a:extLst>
                <a:ext uri="{FF2B5EF4-FFF2-40B4-BE49-F238E27FC236}">
                  <a16:creationId xmlns:a16="http://schemas.microsoft.com/office/drawing/2014/main" id="{C4F97BD5-C57C-9729-F463-E28C09813048}"/>
                </a:ext>
              </a:extLst>
            </p:cNvPr>
            <p:cNvSpPr/>
            <p:nvPr/>
          </p:nvSpPr>
          <p:spPr>
            <a:xfrm>
              <a:off x="1077919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1" name="Freeform: Shape 820">
              <a:extLst>
                <a:ext uri="{FF2B5EF4-FFF2-40B4-BE49-F238E27FC236}">
                  <a16:creationId xmlns:a16="http://schemas.microsoft.com/office/drawing/2014/main" id="{75105FCF-5E5F-3196-C20B-41C0B75FA6DC}"/>
                </a:ext>
              </a:extLst>
            </p:cNvPr>
            <p:cNvSpPr/>
            <p:nvPr/>
          </p:nvSpPr>
          <p:spPr>
            <a:xfrm>
              <a:off x="9941974" y="230398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22" name="Freeform: Shape 821">
              <a:extLst>
                <a:ext uri="{FF2B5EF4-FFF2-40B4-BE49-F238E27FC236}">
                  <a16:creationId xmlns:a16="http://schemas.microsoft.com/office/drawing/2014/main" id="{A3702FC3-421E-765F-3996-F1FD4907988C}"/>
                </a:ext>
              </a:extLst>
            </p:cNvPr>
            <p:cNvSpPr/>
            <p:nvPr/>
          </p:nvSpPr>
          <p:spPr>
            <a:xfrm>
              <a:off x="9104755"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9" y="46396"/>
                    <a:pt x="49884" y="37326"/>
                  </a:cubicBezTo>
                  <a:cubicBezTo>
                    <a:pt x="50931" y="34884"/>
                    <a:pt x="51629" y="32442"/>
                    <a:pt x="51977" y="29652"/>
                  </a:cubicBezTo>
                  <a:cubicBezTo>
                    <a:pt x="51977" y="28605"/>
                    <a:pt x="52326" y="27558"/>
                    <a:pt x="52326" y="26163"/>
                  </a:cubicBezTo>
                  <a:cubicBezTo>
                    <a:pt x="52326" y="11860"/>
                    <a:pt x="40466" y="0"/>
                    <a:pt x="26163" y="0"/>
                  </a:cubicBezTo>
                  <a:lnTo>
                    <a:pt x="26163" y="0"/>
                  </a:lnTo>
                  <a:cubicBezTo>
                    <a:pt x="15349" y="0"/>
                    <a:pt x="5930" y="6628"/>
                    <a:pt x="2093" y="16047"/>
                  </a:cubicBezTo>
                  <a:cubicBezTo>
                    <a:pt x="1047" y="18140"/>
                    <a:pt x="698" y="20582"/>
                    <a:pt x="349" y="22675"/>
                  </a:cubicBezTo>
                  <a:cubicBezTo>
                    <a:pt x="349" y="23721"/>
                    <a:pt x="0" y="25116"/>
                    <a:pt x="0" y="26163"/>
                  </a:cubicBezTo>
                  <a:cubicBezTo>
                    <a:pt x="0" y="40814"/>
                    <a:pt x="11860" y="52675"/>
                    <a:pt x="26163" y="52675"/>
                  </a:cubicBezTo>
                  <a:close/>
                </a:path>
              </a:pathLst>
            </a:custGeom>
            <a:grpFill/>
            <a:ln w="3488" cap="flat">
              <a:noFill/>
              <a:prstDash val="solid"/>
              <a:miter/>
            </a:ln>
          </p:spPr>
          <p:txBody>
            <a:bodyPr rtlCol="0" anchor="ctr"/>
            <a:lstStyle/>
            <a:p>
              <a:endParaRPr lang="en-ID"/>
            </a:p>
          </p:txBody>
        </p:sp>
        <p:sp>
          <p:nvSpPr>
            <p:cNvPr id="823" name="Freeform: Shape 822">
              <a:extLst>
                <a:ext uri="{FF2B5EF4-FFF2-40B4-BE49-F238E27FC236}">
                  <a16:creationId xmlns:a16="http://schemas.microsoft.com/office/drawing/2014/main" id="{2D45E33E-4318-8BCC-79CA-240037F2431F}"/>
                </a:ext>
              </a:extLst>
            </p:cNvPr>
            <p:cNvSpPr/>
            <p:nvPr/>
          </p:nvSpPr>
          <p:spPr>
            <a:xfrm>
              <a:off x="88954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4" name="Freeform: Shape 823">
              <a:extLst>
                <a:ext uri="{FF2B5EF4-FFF2-40B4-BE49-F238E27FC236}">
                  <a16:creationId xmlns:a16="http://schemas.microsoft.com/office/drawing/2014/main" id="{64D6FC36-4F5D-9597-60A0-9FFB7DA9A418}"/>
                </a:ext>
              </a:extLst>
            </p:cNvPr>
            <p:cNvSpPr/>
            <p:nvPr/>
          </p:nvSpPr>
          <p:spPr>
            <a:xfrm>
              <a:off x="837218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25" name="Freeform: Shape 824">
              <a:extLst>
                <a:ext uri="{FF2B5EF4-FFF2-40B4-BE49-F238E27FC236}">
                  <a16:creationId xmlns:a16="http://schemas.microsoft.com/office/drawing/2014/main" id="{6C89B0A2-B763-A923-5F07-0722490CFD19}"/>
                </a:ext>
              </a:extLst>
            </p:cNvPr>
            <p:cNvSpPr/>
            <p:nvPr/>
          </p:nvSpPr>
          <p:spPr>
            <a:xfrm>
              <a:off x="78489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6" name="Freeform: Shape 825">
              <a:extLst>
                <a:ext uri="{FF2B5EF4-FFF2-40B4-BE49-F238E27FC236}">
                  <a16:creationId xmlns:a16="http://schemas.microsoft.com/office/drawing/2014/main" id="{0EE0AE47-C913-4EBF-920C-5769B2099DE0}"/>
                </a:ext>
              </a:extLst>
            </p:cNvPr>
            <p:cNvSpPr/>
            <p:nvPr/>
          </p:nvSpPr>
          <p:spPr>
            <a:xfrm>
              <a:off x="627914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27" name="Freeform: Shape 826">
              <a:extLst>
                <a:ext uri="{FF2B5EF4-FFF2-40B4-BE49-F238E27FC236}">
                  <a16:creationId xmlns:a16="http://schemas.microsoft.com/office/drawing/2014/main" id="{86B78B2A-AFC1-047B-DEBE-32B152869F88}"/>
                </a:ext>
              </a:extLst>
            </p:cNvPr>
            <p:cNvSpPr/>
            <p:nvPr/>
          </p:nvSpPr>
          <p:spPr>
            <a:xfrm>
              <a:off x="6069139" y="2932250"/>
              <a:ext cx="52326" cy="52326"/>
            </a:xfrm>
            <a:custGeom>
              <a:avLst/>
              <a:gdLst>
                <a:gd name="connsiteX0" fmla="*/ 698 w 52326"/>
                <a:gd name="connsiteY0" fmla="*/ 28605 h 52326"/>
                <a:gd name="connsiteX1" fmla="*/ 18837 w 52326"/>
                <a:gd name="connsiteY1" fmla="*/ 50931 h 52326"/>
                <a:gd name="connsiteX2" fmla="*/ 21279 w 52326"/>
                <a:gd name="connsiteY2" fmla="*/ 51628 h 52326"/>
                <a:gd name="connsiteX3" fmla="*/ 26512 w 52326"/>
                <a:gd name="connsiteY3" fmla="*/ 52326 h 52326"/>
                <a:gd name="connsiteX4" fmla="*/ 26512 w 52326"/>
                <a:gd name="connsiteY4" fmla="*/ 52326 h 52326"/>
                <a:gd name="connsiteX5" fmla="*/ 36628 w 52326"/>
                <a:gd name="connsiteY5" fmla="*/ 50233 h 52326"/>
                <a:gd name="connsiteX6" fmla="*/ 52326 w 52326"/>
                <a:gd name="connsiteY6" fmla="*/ 28954 h 52326"/>
                <a:gd name="connsiteX7" fmla="*/ 52326 w 52326"/>
                <a:gd name="connsiteY7" fmla="*/ 26163 h 52326"/>
                <a:gd name="connsiteX8" fmla="*/ 26163 w 52326"/>
                <a:gd name="connsiteY8" fmla="*/ 0 h 52326"/>
                <a:gd name="connsiteX9" fmla="*/ 26163 w 52326"/>
                <a:gd name="connsiteY9" fmla="*/ 0 h 52326"/>
                <a:gd name="connsiteX10" fmla="*/ 20930 w 52326"/>
                <a:gd name="connsiteY10" fmla="*/ 698 h 52326"/>
                <a:gd name="connsiteX11" fmla="*/ 18488 w 52326"/>
                <a:gd name="connsiteY11" fmla="*/ 1395 h 52326"/>
                <a:gd name="connsiteX12" fmla="*/ 2093 w 52326"/>
                <a:gd name="connsiteY12" fmla="*/ 16047 h 52326"/>
                <a:gd name="connsiteX13" fmla="*/ 0 w 52326"/>
                <a:gd name="connsiteY13" fmla="*/ 26163 h 52326"/>
                <a:gd name="connsiteX14" fmla="*/ 698 w 52326"/>
                <a:gd name="connsiteY14"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326" h="52326">
                  <a:moveTo>
                    <a:pt x="698" y="28605"/>
                  </a:moveTo>
                  <a:cubicBezTo>
                    <a:pt x="1744" y="39070"/>
                    <a:pt x="9070" y="47791"/>
                    <a:pt x="18837" y="50931"/>
                  </a:cubicBezTo>
                  <a:cubicBezTo>
                    <a:pt x="19535" y="51280"/>
                    <a:pt x="20581" y="51280"/>
                    <a:pt x="21279" y="51628"/>
                  </a:cubicBezTo>
                  <a:cubicBezTo>
                    <a:pt x="23023" y="51977"/>
                    <a:pt x="24768" y="52326"/>
                    <a:pt x="26512" y="52326"/>
                  </a:cubicBezTo>
                  <a:lnTo>
                    <a:pt x="26512" y="52326"/>
                  </a:lnTo>
                  <a:cubicBezTo>
                    <a:pt x="30000" y="52326"/>
                    <a:pt x="33489" y="51628"/>
                    <a:pt x="36628" y="50233"/>
                  </a:cubicBezTo>
                  <a:cubicBezTo>
                    <a:pt x="45349" y="46745"/>
                    <a:pt x="51628" y="38373"/>
                    <a:pt x="52326" y="28954"/>
                  </a:cubicBezTo>
                  <a:cubicBezTo>
                    <a:pt x="52326" y="27907"/>
                    <a:pt x="52326" y="27210"/>
                    <a:pt x="52326" y="26163"/>
                  </a:cubicBezTo>
                  <a:cubicBezTo>
                    <a:pt x="52326" y="11861"/>
                    <a:pt x="40465" y="0"/>
                    <a:pt x="26163" y="0"/>
                  </a:cubicBezTo>
                  <a:lnTo>
                    <a:pt x="26163" y="0"/>
                  </a:lnTo>
                  <a:cubicBezTo>
                    <a:pt x="24419" y="0"/>
                    <a:pt x="22675" y="349"/>
                    <a:pt x="20930" y="698"/>
                  </a:cubicBezTo>
                  <a:cubicBezTo>
                    <a:pt x="20233" y="698"/>
                    <a:pt x="19186" y="1046"/>
                    <a:pt x="18488" y="1395"/>
                  </a:cubicBezTo>
                  <a:cubicBezTo>
                    <a:pt x="11163" y="3837"/>
                    <a:pt x="5233" y="9070"/>
                    <a:pt x="2093" y="16047"/>
                  </a:cubicBezTo>
                  <a:cubicBezTo>
                    <a:pt x="698" y="19186"/>
                    <a:pt x="0" y="22675"/>
                    <a:pt x="0" y="26163"/>
                  </a:cubicBezTo>
                  <a:cubicBezTo>
                    <a:pt x="698" y="26861"/>
                    <a:pt x="698" y="27558"/>
                    <a:pt x="698" y="28605"/>
                  </a:cubicBezTo>
                  <a:close/>
                </a:path>
              </a:pathLst>
            </a:custGeom>
            <a:grpFill/>
            <a:ln w="3488" cap="flat">
              <a:noFill/>
              <a:prstDash val="solid"/>
              <a:miter/>
            </a:ln>
          </p:spPr>
          <p:txBody>
            <a:bodyPr rtlCol="0" anchor="ctr"/>
            <a:lstStyle/>
            <a:p>
              <a:endParaRPr lang="en-ID"/>
            </a:p>
          </p:txBody>
        </p:sp>
        <p:sp>
          <p:nvSpPr>
            <p:cNvPr id="828" name="Freeform: Shape 827">
              <a:extLst>
                <a:ext uri="{FF2B5EF4-FFF2-40B4-BE49-F238E27FC236}">
                  <a16:creationId xmlns:a16="http://schemas.microsoft.com/office/drawing/2014/main" id="{54C80312-178E-7FE9-6028-C9458A9D1F43}"/>
                </a:ext>
              </a:extLst>
            </p:cNvPr>
            <p:cNvSpPr/>
            <p:nvPr/>
          </p:nvSpPr>
          <p:spPr>
            <a:xfrm>
              <a:off x="1119780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9" name="Freeform: Shape 828">
              <a:extLst>
                <a:ext uri="{FF2B5EF4-FFF2-40B4-BE49-F238E27FC236}">
                  <a16:creationId xmlns:a16="http://schemas.microsoft.com/office/drawing/2014/main" id="{2AEE3629-79A5-D49F-4DC3-E89ADEF8BF8F}"/>
                </a:ext>
              </a:extLst>
            </p:cNvPr>
            <p:cNvSpPr/>
            <p:nvPr/>
          </p:nvSpPr>
          <p:spPr>
            <a:xfrm>
              <a:off x="11197802"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2" y="0"/>
                    <a:pt x="26163" y="0"/>
                  </a:cubicBezTo>
                  <a:cubicBezTo>
                    <a:pt x="11860" y="0"/>
                    <a:pt x="0" y="11861"/>
                    <a:pt x="0" y="26163"/>
                  </a:cubicBezTo>
                  <a:cubicBezTo>
                    <a:pt x="0" y="27210"/>
                    <a:pt x="0" y="27907"/>
                    <a:pt x="0" y="28954"/>
                  </a:cubicBezTo>
                  <a:cubicBezTo>
                    <a:pt x="1395" y="42210"/>
                    <a:pt x="12559" y="52326"/>
                    <a:pt x="26163" y="52326"/>
                  </a:cubicBezTo>
                  <a:cubicBezTo>
                    <a:pt x="40466"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830" name="Freeform: Shape 829">
              <a:extLst>
                <a:ext uri="{FF2B5EF4-FFF2-40B4-BE49-F238E27FC236}">
                  <a16:creationId xmlns:a16="http://schemas.microsoft.com/office/drawing/2014/main" id="{CFF580F0-CA27-84F4-DDEE-0BD8448A7FD1}"/>
                </a:ext>
              </a:extLst>
            </p:cNvPr>
            <p:cNvSpPr/>
            <p:nvPr/>
          </p:nvSpPr>
          <p:spPr>
            <a:xfrm>
              <a:off x="8581493"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6" y="0"/>
                    <a:pt x="26163" y="0"/>
                  </a:cubicBezTo>
                  <a:cubicBezTo>
                    <a:pt x="11860" y="0"/>
                    <a:pt x="0" y="11861"/>
                    <a:pt x="0" y="26163"/>
                  </a:cubicBezTo>
                  <a:cubicBezTo>
                    <a:pt x="0" y="26163"/>
                    <a:pt x="0" y="26163"/>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31" name="Freeform: Shape 830">
              <a:extLst>
                <a:ext uri="{FF2B5EF4-FFF2-40B4-BE49-F238E27FC236}">
                  <a16:creationId xmlns:a16="http://schemas.microsoft.com/office/drawing/2014/main" id="{B23379D8-C506-42E0-7E5C-C69D2F22D09A}"/>
                </a:ext>
              </a:extLst>
            </p:cNvPr>
            <p:cNvSpPr/>
            <p:nvPr/>
          </p:nvSpPr>
          <p:spPr>
            <a:xfrm>
              <a:off x="1130245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2" name="Freeform: Shape 831">
              <a:extLst>
                <a:ext uri="{FF2B5EF4-FFF2-40B4-BE49-F238E27FC236}">
                  <a16:creationId xmlns:a16="http://schemas.microsoft.com/office/drawing/2014/main" id="{8F52991B-8185-9F50-68C2-BD6CC9D304D3}"/>
                </a:ext>
              </a:extLst>
            </p:cNvPr>
            <p:cNvSpPr/>
            <p:nvPr/>
          </p:nvSpPr>
          <p:spPr>
            <a:xfrm>
              <a:off x="1025593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3" name="Freeform: Shape 832">
              <a:extLst>
                <a:ext uri="{FF2B5EF4-FFF2-40B4-BE49-F238E27FC236}">
                  <a16:creationId xmlns:a16="http://schemas.microsoft.com/office/drawing/2014/main" id="{A500B452-A538-4636-E234-9F2FBC23933A}"/>
                </a:ext>
              </a:extLst>
            </p:cNvPr>
            <p:cNvSpPr/>
            <p:nvPr/>
          </p:nvSpPr>
          <p:spPr>
            <a:xfrm>
              <a:off x="11930369" y="544355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34" name="Freeform: Shape 833">
              <a:extLst>
                <a:ext uri="{FF2B5EF4-FFF2-40B4-BE49-F238E27FC236}">
                  <a16:creationId xmlns:a16="http://schemas.microsoft.com/office/drawing/2014/main" id="{E0412AFF-86F6-2AFD-D7C4-DD445F50E866}"/>
                </a:ext>
              </a:extLst>
            </p:cNvPr>
            <p:cNvSpPr/>
            <p:nvPr/>
          </p:nvSpPr>
          <p:spPr>
            <a:xfrm>
              <a:off x="10151278"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835" name="Freeform: Shape 834">
              <a:extLst>
                <a:ext uri="{FF2B5EF4-FFF2-40B4-BE49-F238E27FC236}">
                  <a16:creationId xmlns:a16="http://schemas.microsoft.com/office/drawing/2014/main" id="{B25A5727-6CE2-165F-9F33-BB9DD8160BF5}"/>
                </a:ext>
              </a:extLst>
            </p:cNvPr>
            <p:cNvSpPr/>
            <p:nvPr/>
          </p:nvSpPr>
          <p:spPr>
            <a:xfrm>
              <a:off x="97326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6" name="Freeform: Shape 835">
              <a:extLst>
                <a:ext uri="{FF2B5EF4-FFF2-40B4-BE49-F238E27FC236}">
                  <a16:creationId xmlns:a16="http://schemas.microsoft.com/office/drawing/2014/main" id="{86E585EE-9AF9-B5D1-1A06-964261BAD439}"/>
                </a:ext>
              </a:extLst>
            </p:cNvPr>
            <p:cNvSpPr/>
            <p:nvPr/>
          </p:nvSpPr>
          <p:spPr>
            <a:xfrm>
              <a:off x="879079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7" name="Freeform: Shape 836">
              <a:extLst>
                <a:ext uri="{FF2B5EF4-FFF2-40B4-BE49-F238E27FC236}">
                  <a16:creationId xmlns:a16="http://schemas.microsoft.com/office/drawing/2014/main" id="{DA879E7F-22FF-2BF8-F924-0D51983B3E29}"/>
                </a:ext>
              </a:extLst>
            </p:cNvPr>
            <p:cNvSpPr/>
            <p:nvPr/>
          </p:nvSpPr>
          <p:spPr>
            <a:xfrm>
              <a:off x="8162884" y="5443557"/>
              <a:ext cx="52326" cy="52326"/>
            </a:xfrm>
            <a:custGeom>
              <a:avLst/>
              <a:gdLst>
                <a:gd name="connsiteX0" fmla="*/ 33837 w 52326"/>
                <a:gd name="connsiteY0" fmla="*/ 1047 h 52326"/>
                <a:gd name="connsiteX1" fmla="*/ 30001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1" y="349"/>
                  </a:cubicBezTo>
                  <a:cubicBezTo>
                    <a:pt x="28605" y="0"/>
                    <a:pt x="27558" y="0"/>
                    <a:pt x="26163" y="0"/>
                  </a:cubicBezTo>
                  <a:cubicBezTo>
                    <a:pt x="11860" y="0"/>
                    <a:pt x="0" y="11861"/>
                    <a:pt x="0" y="26163"/>
                  </a:cubicBezTo>
                  <a:cubicBezTo>
                    <a:pt x="0" y="40465"/>
                    <a:pt x="11860" y="52326"/>
                    <a:pt x="26163" y="52326"/>
                  </a:cubicBezTo>
                  <a:cubicBezTo>
                    <a:pt x="40466"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838" name="Freeform: Shape 837">
              <a:extLst>
                <a:ext uri="{FF2B5EF4-FFF2-40B4-BE49-F238E27FC236}">
                  <a16:creationId xmlns:a16="http://schemas.microsoft.com/office/drawing/2014/main" id="{9A955852-C2D8-A03D-9B17-8F0FB2CC701F}"/>
                </a:ext>
              </a:extLst>
            </p:cNvPr>
            <p:cNvSpPr/>
            <p:nvPr/>
          </p:nvSpPr>
          <p:spPr>
            <a:xfrm>
              <a:off x="7953579" y="4606338"/>
              <a:ext cx="51990" cy="52326"/>
            </a:xfrm>
            <a:custGeom>
              <a:avLst/>
              <a:gdLst>
                <a:gd name="connsiteX0" fmla="*/ 36628 w 51990"/>
                <a:gd name="connsiteY0" fmla="*/ 2093 h 52326"/>
                <a:gd name="connsiteX1" fmla="*/ 26163 w 51990"/>
                <a:gd name="connsiteY1" fmla="*/ 0 h 52326"/>
                <a:gd name="connsiteX2" fmla="*/ 0 w 51990"/>
                <a:gd name="connsiteY2" fmla="*/ 26163 h 52326"/>
                <a:gd name="connsiteX3" fmla="*/ 0 w 51990"/>
                <a:gd name="connsiteY3" fmla="*/ 26163 h 52326"/>
                <a:gd name="connsiteX4" fmla="*/ 13604 w 51990"/>
                <a:gd name="connsiteY4" fmla="*/ 49187 h 52326"/>
                <a:gd name="connsiteX5" fmla="*/ 13604 w 51990"/>
                <a:gd name="connsiteY5" fmla="*/ 49187 h 52326"/>
                <a:gd name="connsiteX6" fmla="*/ 20581 w 51990"/>
                <a:gd name="connsiteY6" fmla="*/ 51628 h 52326"/>
                <a:gd name="connsiteX7" fmla="*/ 25814 w 51990"/>
                <a:gd name="connsiteY7" fmla="*/ 52326 h 52326"/>
                <a:gd name="connsiteX8" fmla="*/ 51977 w 51990"/>
                <a:gd name="connsiteY8" fmla="*/ 26163 h 52326"/>
                <a:gd name="connsiteX9" fmla="*/ 36628 w 51990"/>
                <a:gd name="connsiteY9"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90" h="52326">
                  <a:moveTo>
                    <a:pt x="36628" y="2093"/>
                  </a:moveTo>
                  <a:cubicBezTo>
                    <a:pt x="33489" y="698"/>
                    <a:pt x="30001" y="0"/>
                    <a:pt x="26163" y="0"/>
                  </a:cubicBezTo>
                  <a:cubicBezTo>
                    <a:pt x="11860" y="0"/>
                    <a:pt x="0" y="11861"/>
                    <a:pt x="0" y="26163"/>
                  </a:cubicBezTo>
                  <a:lnTo>
                    <a:pt x="0" y="26163"/>
                  </a:lnTo>
                  <a:cubicBezTo>
                    <a:pt x="0" y="35931"/>
                    <a:pt x="5582" y="44652"/>
                    <a:pt x="13604" y="49187"/>
                  </a:cubicBezTo>
                  <a:cubicBezTo>
                    <a:pt x="13604" y="49187"/>
                    <a:pt x="13604" y="49187"/>
                    <a:pt x="13604" y="49187"/>
                  </a:cubicBezTo>
                  <a:cubicBezTo>
                    <a:pt x="15698" y="50233"/>
                    <a:pt x="18140" y="51280"/>
                    <a:pt x="20581" y="51628"/>
                  </a:cubicBezTo>
                  <a:cubicBezTo>
                    <a:pt x="22325" y="51977"/>
                    <a:pt x="24070" y="52326"/>
                    <a:pt x="25814" y="52326"/>
                  </a:cubicBezTo>
                  <a:cubicBezTo>
                    <a:pt x="40117" y="52326"/>
                    <a:pt x="51977" y="40465"/>
                    <a:pt x="51977" y="26163"/>
                  </a:cubicBezTo>
                  <a:cubicBezTo>
                    <a:pt x="52326" y="15349"/>
                    <a:pt x="46047" y="6279"/>
                    <a:pt x="36628" y="2093"/>
                  </a:cubicBezTo>
                  <a:close/>
                </a:path>
              </a:pathLst>
            </a:custGeom>
            <a:grpFill/>
            <a:ln w="3488" cap="flat">
              <a:noFill/>
              <a:prstDash val="solid"/>
              <a:miter/>
            </a:ln>
          </p:spPr>
          <p:txBody>
            <a:bodyPr rtlCol="0" anchor="ctr"/>
            <a:lstStyle/>
            <a:p>
              <a:endParaRPr lang="en-ID"/>
            </a:p>
          </p:txBody>
        </p:sp>
        <p:sp>
          <p:nvSpPr>
            <p:cNvPr id="839" name="Freeform: Shape 838">
              <a:extLst>
                <a:ext uri="{FF2B5EF4-FFF2-40B4-BE49-F238E27FC236}">
                  <a16:creationId xmlns:a16="http://schemas.microsoft.com/office/drawing/2014/main" id="{AB00A868-3D60-4143-C721-595795C28182}"/>
                </a:ext>
              </a:extLst>
            </p:cNvPr>
            <p:cNvSpPr/>
            <p:nvPr/>
          </p:nvSpPr>
          <p:spPr>
            <a:xfrm>
              <a:off x="6383793"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0" name="Freeform: Shape 839">
              <a:extLst>
                <a:ext uri="{FF2B5EF4-FFF2-40B4-BE49-F238E27FC236}">
                  <a16:creationId xmlns:a16="http://schemas.microsoft.com/office/drawing/2014/main" id="{23A1C9A4-7D41-E798-45C2-3910BDD6AE8C}"/>
                </a:ext>
              </a:extLst>
            </p:cNvPr>
            <p:cNvSpPr/>
            <p:nvPr/>
          </p:nvSpPr>
          <p:spPr>
            <a:xfrm>
              <a:off x="6174489"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1" name="Freeform: Shape 840">
              <a:extLst>
                <a:ext uri="{FF2B5EF4-FFF2-40B4-BE49-F238E27FC236}">
                  <a16:creationId xmlns:a16="http://schemas.microsoft.com/office/drawing/2014/main" id="{910FC77B-D08A-D47E-CD08-62C8A443F1F1}"/>
                </a:ext>
              </a:extLst>
            </p:cNvPr>
            <p:cNvSpPr/>
            <p:nvPr/>
          </p:nvSpPr>
          <p:spPr>
            <a:xfrm>
              <a:off x="606983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2" name="Freeform: Shape 841">
              <a:extLst>
                <a:ext uri="{FF2B5EF4-FFF2-40B4-BE49-F238E27FC236}">
                  <a16:creationId xmlns:a16="http://schemas.microsoft.com/office/drawing/2014/main" id="{4128330B-53F2-E514-AA17-555DA4481E8C}"/>
                </a:ext>
              </a:extLst>
            </p:cNvPr>
            <p:cNvSpPr/>
            <p:nvPr/>
          </p:nvSpPr>
          <p:spPr>
            <a:xfrm>
              <a:off x="6069488" y="4815992"/>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2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2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5"/>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843" name="Freeform: Shape 842">
              <a:extLst>
                <a:ext uri="{FF2B5EF4-FFF2-40B4-BE49-F238E27FC236}">
                  <a16:creationId xmlns:a16="http://schemas.microsoft.com/office/drawing/2014/main" id="{602CBDDF-7C67-9CF8-B8AA-ED1609F799FE}"/>
                </a:ext>
              </a:extLst>
            </p:cNvPr>
            <p:cNvSpPr/>
            <p:nvPr/>
          </p:nvSpPr>
          <p:spPr>
            <a:xfrm>
              <a:off x="11093150" y="3664467"/>
              <a:ext cx="52675" cy="52326"/>
            </a:xfrm>
            <a:custGeom>
              <a:avLst/>
              <a:gdLst>
                <a:gd name="connsiteX0" fmla="*/ 26163 w 52675"/>
                <a:gd name="connsiteY0" fmla="*/ 0 h 52326"/>
                <a:gd name="connsiteX1" fmla="*/ 0 w 52675"/>
                <a:gd name="connsiteY1" fmla="*/ 26163 h 52326"/>
                <a:gd name="connsiteX2" fmla="*/ 15349 w 52675"/>
                <a:gd name="connsiteY2" fmla="*/ 49884 h 52326"/>
                <a:gd name="connsiteX3" fmla="*/ 23372 w 52675"/>
                <a:gd name="connsiteY3" fmla="*/ 51977 h 52326"/>
                <a:gd name="connsiteX4" fmla="*/ 26512 w 52675"/>
                <a:gd name="connsiteY4" fmla="*/ 52326 h 52326"/>
                <a:gd name="connsiteX5" fmla="*/ 52675 w 52675"/>
                <a:gd name="connsiteY5" fmla="*/ 26163 h 52326"/>
                <a:gd name="connsiteX6" fmla="*/ 26163 w 52675"/>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5" h="52326">
                  <a:moveTo>
                    <a:pt x="26163" y="0"/>
                  </a:move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814" y="52326"/>
                    <a:pt x="52675" y="40465"/>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44" name="Freeform: Shape 843">
              <a:extLst>
                <a:ext uri="{FF2B5EF4-FFF2-40B4-BE49-F238E27FC236}">
                  <a16:creationId xmlns:a16="http://schemas.microsoft.com/office/drawing/2014/main" id="{775C8655-3A85-48C3-891D-8A87DBA68612}"/>
                </a:ext>
              </a:extLst>
            </p:cNvPr>
            <p:cNvSpPr/>
            <p:nvPr/>
          </p:nvSpPr>
          <p:spPr>
            <a:xfrm>
              <a:off x="9941974"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5" name="Freeform: Shape 844">
              <a:extLst>
                <a:ext uri="{FF2B5EF4-FFF2-40B4-BE49-F238E27FC236}">
                  <a16:creationId xmlns:a16="http://schemas.microsoft.com/office/drawing/2014/main" id="{EAD79BAD-67B7-A17C-7CA0-79D8BD017F8E}"/>
                </a:ext>
              </a:extLst>
            </p:cNvPr>
            <p:cNvSpPr/>
            <p:nvPr/>
          </p:nvSpPr>
          <p:spPr>
            <a:xfrm>
              <a:off x="9628017" y="2199334"/>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846" name="Freeform: Shape 845">
              <a:extLst>
                <a:ext uri="{FF2B5EF4-FFF2-40B4-BE49-F238E27FC236}">
                  <a16:creationId xmlns:a16="http://schemas.microsoft.com/office/drawing/2014/main" id="{97591A53-FE8B-F850-24F3-4B75F3BD307E}"/>
                </a:ext>
              </a:extLst>
            </p:cNvPr>
            <p:cNvSpPr/>
            <p:nvPr/>
          </p:nvSpPr>
          <p:spPr>
            <a:xfrm>
              <a:off x="9314060"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4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6" y="0"/>
                    <a:pt x="26163" y="0"/>
                  </a:cubicBez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47" name="Freeform: Shape 846">
              <a:extLst>
                <a:ext uri="{FF2B5EF4-FFF2-40B4-BE49-F238E27FC236}">
                  <a16:creationId xmlns:a16="http://schemas.microsoft.com/office/drawing/2014/main" id="{058D0E6F-6F18-B6F8-1DF8-0280A3CE754E}"/>
                </a:ext>
              </a:extLst>
            </p:cNvPr>
            <p:cNvSpPr/>
            <p:nvPr/>
          </p:nvSpPr>
          <p:spPr>
            <a:xfrm>
              <a:off x="8162884"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48" name="Freeform: Shape 847">
              <a:extLst>
                <a:ext uri="{FF2B5EF4-FFF2-40B4-BE49-F238E27FC236}">
                  <a16:creationId xmlns:a16="http://schemas.microsoft.com/office/drawing/2014/main" id="{1F0D5152-6637-69E3-5ACC-40C6BAE8E5D6}"/>
                </a:ext>
              </a:extLst>
            </p:cNvPr>
            <p:cNvSpPr/>
            <p:nvPr/>
          </p:nvSpPr>
          <p:spPr>
            <a:xfrm>
              <a:off x="11825716"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49" name="Freeform: Shape 848">
              <a:extLst>
                <a:ext uri="{FF2B5EF4-FFF2-40B4-BE49-F238E27FC236}">
                  <a16:creationId xmlns:a16="http://schemas.microsoft.com/office/drawing/2014/main" id="{F9588131-A2C4-5740-59C0-6EA8C41C2A7E}"/>
                </a:ext>
              </a:extLst>
            </p:cNvPr>
            <p:cNvSpPr/>
            <p:nvPr/>
          </p:nvSpPr>
          <p:spPr>
            <a:xfrm>
              <a:off x="1140710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0" name="Freeform: Shape 849">
              <a:extLst>
                <a:ext uri="{FF2B5EF4-FFF2-40B4-BE49-F238E27FC236}">
                  <a16:creationId xmlns:a16="http://schemas.microsoft.com/office/drawing/2014/main" id="{412B4F9C-1861-A367-7797-7D342879658A}"/>
                </a:ext>
              </a:extLst>
            </p:cNvPr>
            <p:cNvSpPr/>
            <p:nvPr/>
          </p:nvSpPr>
          <p:spPr>
            <a:xfrm>
              <a:off x="11616412"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8 w 52326"/>
                <a:gd name="connsiteY3" fmla="*/ 2442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6" y="52326"/>
                    <a:pt x="52326" y="40465"/>
                    <a:pt x="52326" y="26163"/>
                  </a:cubicBezTo>
                  <a:cubicBezTo>
                    <a:pt x="52326" y="15698"/>
                    <a:pt x="46047" y="6628"/>
                    <a:pt x="36978" y="2442"/>
                  </a:cubicBezTo>
                  <a:cubicBezTo>
                    <a:pt x="34535" y="1395"/>
                    <a:pt x="31745" y="698"/>
                    <a:pt x="29302" y="349"/>
                  </a:cubicBezTo>
                  <a:cubicBezTo>
                    <a:pt x="28256" y="349"/>
                    <a:pt x="27210"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1" name="Freeform: Shape 850">
              <a:extLst>
                <a:ext uri="{FF2B5EF4-FFF2-40B4-BE49-F238E27FC236}">
                  <a16:creationId xmlns:a16="http://schemas.microsoft.com/office/drawing/2014/main" id="{04338D4F-8474-E7F6-7A5F-9023559EE65F}"/>
                </a:ext>
              </a:extLst>
            </p:cNvPr>
            <p:cNvSpPr/>
            <p:nvPr/>
          </p:nvSpPr>
          <p:spPr>
            <a:xfrm>
              <a:off x="1161641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2" name="Freeform: Shape 851">
              <a:extLst>
                <a:ext uri="{FF2B5EF4-FFF2-40B4-BE49-F238E27FC236}">
                  <a16:creationId xmlns:a16="http://schemas.microsoft.com/office/drawing/2014/main" id="{DAE32D8A-FA29-4B17-ECA7-2A9602BD16C4}"/>
                </a:ext>
              </a:extLst>
            </p:cNvPr>
            <p:cNvSpPr/>
            <p:nvPr/>
          </p:nvSpPr>
          <p:spPr>
            <a:xfrm>
              <a:off x="116164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3" name="Freeform: Shape 852">
              <a:extLst>
                <a:ext uri="{FF2B5EF4-FFF2-40B4-BE49-F238E27FC236}">
                  <a16:creationId xmlns:a16="http://schemas.microsoft.com/office/drawing/2014/main" id="{29CF3B7D-EC27-4C61-3239-0891D33F54D7}"/>
                </a:ext>
              </a:extLst>
            </p:cNvPr>
            <p:cNvSpPr/>
            <p:nvPr/>
          </p:nvSpPr>
          <p:spPr>
            <a:xfrm>
              <a:off x="11093150" y="3769120"/>
              <a:ext cx="52326" cy="52326"/>
            </a:xfrm>
            <a:custGeom>
              <a:avLst/>
              <a:gdLst>
                <a:gd name="connsiteX0" fmla="*/ 52326 w 52326"/>
                <a:gd name="connsiteY0" fmla="*/ 26163 h 52326"/>
                <a:gd name="connsiteX1" fmla="*/ 26163 w 52326"/>
                <a:gd name="connsiteY1" fmla="*/ 0 h 52326"/>
                <a:gd name="connsiteX2" fmla="*/ 26163 w 52326"/>
                <a:gd name="connsiteY2" fmla="*/ 0 h 52326"/>
                <a:gd name="connsiteX3" fmla="*/ 22325 w 52326"/>
                <a:gd name="connsiteY3" fmla="*/ 349 h 52326"/>
                <a:gd name="connsiteX4" fmla="*/ 18489 w 52326"/>
                <a:gd name="connsiteY4" fmla="*/ 1046 h 52326"/>
                <a:gd name="connsiteX5" fmla="*/ 0 w 52326"/>
                <a:gd name="connsiteY5" fmla="*/ 26163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52326" y="26163"/>
                  </a:moveTo>
                  <a:cubicBezTo>
                    <a:pt x="52326" y="11861"/>
                    <a:pt x="40466" y="0"/>
                    <a:pt x="26163" y="0"/>
                  </a:cubicBezTo>
                  <a:lnTo>
                    <a:pt x="26163" y="0"/>
                  </a:lnTo>
                  <a:cubicBezTo>
                    <a:pt x="24768" y="0"/>
                    <a:pt x="23721" y="0"/>
                    <a:pt x="22325" y="349"/>
                  </a:cubicBezTo>
                  <a:cubicBezTo>
                    <a:pt x="20930" y="698"/>
                    <a:pt x="19535" y="698"/>
                    <a:pt x="18489" y="1046"/>
                  </a:cubicBezTo>
                  <a:cubicBezTo>
                    <a:pt x="7674" y="4186"/>
                    <a:pt x="0" y="14302"/>
                    <a:pt x="0" y="26163"/>
                  </a:cubicBezTo>
                  <a:cubicBezTo>
                    <a:pt x="0" y="40465"/>
                    <a:pt x="11860" y="52326"/>
                    <a:pt x="26163" y="52326"/>
                  </a:cubicBezTo>
                  <a:lnTo>
                    <a:pt x="26163" y="52326"/>
                  </a:ln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54" name="Freeform: Shape 853">
              <a:extLst>
                <a:ext uri="{FF2B5EF4-FFF2-40B4-BE49-F238E27FC236}">
                  <a16:creationId xmlns:a16="http://schemas.microsoft.com/office/drawing/2014/main" id="{5E07CFB2-6036-3E05-A54A-4BBC79E66A3E}"/>
                </a:ext>
              </a:extLst>
            </p:cNvPr>
            <p:cNvSpPr/>
            <p:nvPr/>
          </p:nvSpPr>
          <p:spPr>
            <a:xfrm>
              <a:off x="1067454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5" name="Freeform: Shape 854">
              <a:extLst>
                <a:ext uri="{FF2B5EF4-FFF2-40B4-BE49-F238E27FC236}">
                  <a16:creationId xmlns:a16="http://schemas.microsoft.com/office/drawing/2014/main" id="{BB4D280E-6C90-A324-18D3-ECA9CEB44D4A}"/>
                </a:ext>
              </a:extLst>
            </p:cNvPr>
            <p:cNvSpPr/>
            <p:nvPr/>
          </p:nvSpPr>
          <p:spPr>
            <a:xfrm>
              <a:off x="10465236" y="4083077"/>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56" name="Freeform: Shape 855">
              <a:extLst>
                <a:ext uri="{FF2B5EF4-FFF2-40B4-BE49-F238E27FC236}">
                  <a16:creationId xmlns:a16="http://schemas.microsoft.com/office/drawing/2014/main" id="{C4DD8D12-EB01-AC54-CC91-D6023FD066A9}"/>
                </a:ext>
              </a:extLst>
            </p:cNvPr>
            <p:cNvSpPr/>
            <p:nvPr/>
          </p:nvSpPr>
          <p:spPr>
            <a:xfrm>
              <a:off x="10779193"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7" name="Freeform: Shape 856">
              <a:extLst>
                <a:ext uri="{FF2B5EF4-FFF2-40B4-BE49-F238E27FC236}">
                  <a16:creationId xmlns:a16="http://schemas.microsoft.com/office/drawing/2014/main" id="{F9D38092-9803-647A-000C-916940A5CC1C}"/>
                </a:ext>
              </a:extLst>
            </p:cNvPr>
            <p:cNvSpPr/>
            <p:nvPr/>
          </p:nvSpPr>
          <p:spPr>
            <a:xfrm>
              <a:off x="1015127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8" name="Freeform: Shape 857">
              <a:extLst>
                <a:ext uri="{FF2B5EF4-FFF2-40B4-BE49-F238E27FC236}">
                  <a16:creationId xmlns:a16="http://schemas.microsoft.com/office/drawing/2014/main" id="{EEF1347E-5A82-C004-E2A7-689A26B95DA7}"/>
                </a:ext>
              </a:extLst>
            </p:cNvPr>
            <p:cNvSpPr/>
            <p:nvPr/>
          </p:nvSpPr>
          <p:spPr>
            <a:xfrm>
              <a:off x="973266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9" name="Freeform: Shape 858">
              <a:extLst>
                <a:ext uri="{FF2B5EF4-FFF2-40B4-BE49-F238E27FC236}">
                  <a16:creationId xmlns:a16="http://schemas.microsoft.com/office/drawing/2014/main" id="{FCF52936-B30C-056B-EB62-C79444C2E599}"/>
                </a:ext>
              </a:extLst>
            </p:cNvPr>
            <p:cNvSpPr/>
            <p:nvPr/>
          </p:nvSpPr>
          <p:spPr>
            <a:xfrm>
              <a:off x="8581493"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60" name="Freeform: Shape 859">
              <a:extLst>
                <a:ext uri="{FF2B5EF4-FFF2-40B4-BE49-F238E27FC236}">
                  <a16:creationId xmlns:a16="http://schemas.microsoft.com/office/drawing/2014/main" id="{9D3ED0C1-7C14-D3E3-FD7E-6D8CA26F4A62}"/>
                </a:ext>
              </a:extLst>
            </p:cNvPr>
            <p:cNvSpPr/>
            <p:nvPr/>
          </p:nvSpPr>
          <p:spPr>
            <a:xfrm>
              <a:off x="7011708"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61" name="Freeform: Shape 860">
              <a:extLst>
                <a:ext uri="{FF2B5EF4-FFF2-40B4-BE49-F238E27FC236}">
                  <a16:creationId xmlns:a16="http://schemas.microsoft.com/office/drawing/2014/main" id="{15E91587-8210-DFF8-5696-F927426F9710}"/>
                </a:ext>
              </a:extLst>
            </p:cNvPr>
            <p:cNvSpPr/>
            <p:nvPr/>
          </p:nvSpPr>
          <p:spPr>
            <a:xfrm>
              <a:off x="6907055"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62" name="Freeform: Shape 861">
              <a:extLst>
                <a:ext uri="{FF2B5EF4-FFF2-40B4-BE49-F238E27FC236}">
                  <a16:creationId xmlns:a16="http://schemas.microsoft.com/office/drawing/2014/main" id="{12F8A94E-3AAD-2501-B1B9-805A11A584CA}"/>
                </a:ext>
              </a:extLst>
            </p:cNvPr>
            <p:cNvSpPr/>
            <p:nvPr/>
          </p:nvSpPr>
          <p:spPr>
            <a:xfrm rot="17550026">
              <a:off x="6593284" y="5338828"/>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3" y="52327"/>
                    <a:pt x="26164" y="52327"/>
                  </a:cubicBezTo>
                  <a:cubicBezTo>
                    <a:pt x="11714" y="52327"/>
                    <a:pt x="0" y="40613"/>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863" name="Freeform: Shape 862">
              <a:extLst>
                <a:ext uri="{FF2B5EF4-FFF2-40B4-BE49-F238E27FC236}">
                  <a16:creationId xmlns:a16="http://schemas.microsoft.com/office/drawing/2014/main" id="{389FD538-27A4-086D-653F-3316A50A571F}"/>
                </a:ext>
              </a:extLst>
            </p:cNvPr>
            <p:cNvSpPr/>
            <p:nvPr/>
          </p:nvSpPr>
          <p:spPr>
            <a:xfrm>
              <a:off x="8581493"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864" name="Freeform: Shape 863">
              <a:extLst>
                <a:ext uri="{FF2B5EF4-FFF2-40B4-BE49-F238E27FC236}">
                  <a16:creationId xmlns:a16="http://schemas.microsoft.com/office/drawing/2014/main" id="{0A8D265F-18F5-8DE4-2D59-BFE03109FC6E}"/>
                </a:ext>
              </a:extLst>
            </p:cNvPr>
            <p:cNvSpPr/>
            <p:nvPr/>
          </p:nvSpPr>
          <p:spPr>
            <a:xfrm>
              <a:off x="931406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5" name="Freeform: Shape 864">
              <a:extLst>
                <a:ext uri="{FF2B5EF4-FFF2-40B4-BE49-F238E27FC236}">
                  <a16:creationId xmlns:a16="http://schemas.microsoft.com/office/drawing/2014/main" id="{F7217B0D-6AE5-823B-929A-922249A83E15}"/>
                </a:ext>
              </a:extLst>
            </p:cNvPr>
            <p:cNvSpPr/>
            <p:nvPr/>
          </p:nvSpPr>
          <p:spPr>
            <a:xfrm>
              <a:off x="8581835" y="3455163"/>
              <a:ext cx="51984" cy="52326"/>
            </a:xfrm>
            <a:custGeom>
              <a:avLst/>
              <a:gdLst>
                <a:gd name="connsiteX0" fmla="*/ 25821 w 51984"/>
                <a:gd name="connsiteY0" fmla="*/ 52326 h 52326"/>
                <a:gd name="connsiteX1" fmla="*/ 35937 w 51984"/>
                <a:gd name="connsiteY1" fmla="*/ 50233 h 52326"/>
                <a:gd name="connsiteX2" fmla="*/ 38031 w 51984"/>
                <a:gd name="connsiteY2" fmla="*/ 49187 h 52326"/>
                <a:gd name="connsiteX3" fmla="*/ 38380 w 51984"/>
                <a:gd name="connsiteY3" fmla="*/ 49187 h 52326"/>
                <a:gd name="connsiteX4" fmla="*/ 51985 w 51984"/>
                <a:gd name="connsiteY4" fmla="*/ 26163 h 52326"/>
                <a:gd name="connsiteX5" fmla="*/ 25821 w 51984"/>
                <a:gd name="connsiteY5" fmla="*/ 0 h 52326"/>
                <a:gd name="connsiteX6" fmla="*/ 25821 w 51984"/>
                <a:gd name="connsiteY6" fmla="*/ 0 h 52326"/>
                <a:gd name="connsiteX7" fmla="*/ 20589 w 51984"/>
                <a:gd name="connsiteY7" fmla="*/ 698 h 52326"/>
                <a:gd name="connsiteX8" fmla="*/ 14309 w 51984"/>
                <a:gd name="connsiteY8" fmla="*/ 2791 h 52326"/>
                <a:gd name="connsiteX9" fmla="*/ 12914 w 51984"/>
                <a:gd name="connsiteY9" fmla="*/ 3488 h 52326"/>
                <a:gd name="connsiteX10" fmla="*/ 8 w 51984"/>
                <a:gd name="connsiteY10" fmla="*/ 26163 h 52326"/>
                <a:gd name="connsiteX11" fmla="*/ 25821 w 51984"/>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984" h="52326">
                  <a:moveTo>
                    <a:pt x="25821" y="52326"/>
                  </a:moveTo>
                  <a:cubicBezTo>
                    <a:pt x="29310" y="52326"/>
                    <a:pt x="32798" y="51628"/>
                    <a:pt x="35937" y="50233"/>
                  </a:cubicBezTo>
                  <a:cubicBezTo>
                    <a:pt x="36636" y="49884"/>
                    <a:pt x="37333" y="49535"/>
                    <a:pt x="38031" y="49187"/>
                  </a:cubicBezTo>
                  <a:cubicBezTo>
                    <a:pt x="38031" y="49187"/>
                    <a:pt x="38380" y="49187"/>
                    <a:pt x="38380" y="49187"/>
                  </a:cubicBezTo>
                  <a:cubicBezTo>
                    <a:pt x="46403" y="44652"/>
                    <a:pt x="51985" y="36280"/>
                    <a:pt x="51985" y="26163"/>
                  </a:cubicBezTo>
                  <a:cubicBezTo>
                    <a:pt x="51985" y="11861"/>
                    <a:pt x="40124" y="0"/>
                    <a:pt x="25821" y="0"/>
                  </a:cubicBezTo>
                  <a:lnTo>
                    <a:pt x="25821" y="0"/>
                  </a:lnTo>
                  <a:cubicBezTo>
                    <a:pt x="24077" y="0"/>
                    <a:pt x="22333" y="349"/>
                    <a:pt x="20589" y="698"/>
                  </a:cubicBezTo>
                  <a:cubicBezTo>
                    <a:pt x="18495" y="1046"/>
                    <a:pt x="16403" y="2093"/>
                    <a:pt x="14309" y="2791"/>
                  </a:cubicBezTo>
                  <a:cubicBezTo>
                    <a:pt x="13961" y="3140"/>
                    <a:pt x="13263" y="3140"/>
                    <a:pt x="12914" y="3488"/>
                  </a:cubicBezTo>
                  <a:cubicBezTo>
                    <a:pt x="5240" y="8023"/>
                    <a:pt x="8" y="16396"/>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66" name="Freeform: Shape 865">
              <a:extLst>
                <a:ext uri="{FF2B5EF4-FFF2-40B4-BE49-F238E27FC236}">
                  <a16:creationId xmlns:a16="http://schemas.microsoft.com/office/drawing/2014/main" id="{50E632D0-50C0-7C7C-AECD-37F6D9993E9E}"/>
                </a:ext>
              </a:extLst>
            </p:cNvPr>
            <p:cNvSpPr/>
            <p:nvPr/>
          </p:nvSpPr>
          <p:spPr>
            <a:xfrm>
              <a:off x="11616412" y="3350510"/>
              <a:ext cx="52326" cy="52326"/>
            </a:xfrm>
            <a:custGeom>
              <a:avLst/>
              <a:gdLst>
                <a:gd name="connsiteX0" fmla="*/ 3139 w 52326"/>
                <a:gd name="connsiteY0" fmla="*/ 38373 h 52326"/>
                <a:gd name="connsiteX1" fmla="*/ 3139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39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39" y="38373"/>
                  </a:moveTo>
                  <a:cubicBezTo>
                    <a:pt x="3139" y="38373"/>
                    <a:pt x="3139" y="38373"/>
                    <a:pt x="3139" y="38373"/>
                  </a:cubicBezTo>
                  <a:cubicBezTo>
                    <a:pt x="7674" y="46745"/>
                    <a:pt x="16395" y="52326"/>
                    <a:pt x="26163" y="52326"/>
                  </a:cubicBezTo>
                  <a:cubicBezTo>
                    <a:pt x="40466" y="52326"/>
                    <a:pt x="52326" y="40465"/>
                    <a:pt x="52326" y="26163"/>
                  </a:cubicBezTo>
                  <a:cubicBezTo>
                    <a:pt x="52326" y="20582"/>
                    <a:pt x="50582" y="15698"/>
                    <a:pt x="47791" y="11512"/>
                  </a:cubicBezTo>
                  <a:cubicBezTo>
                    <a:pt x="43256" y="4535"/>
                    <a:pt x="35233" y="0"/>
                    <a:pt x="26163" y="0"/>
                  </a:cubicBezTo>
                  <a:lnTo>
                    <a:pt x="26163" y="0"/>
                  </a:lnTo>
                  <a:cubicBezTo>
                    <a:pt x="11860" y="0"/>
                    <a:pt x="0" y="11861"/>
                    <a:pt x="0" y="26163"/>
                  </a:cubicBezTo>
                  <a:cubicBezTo>
                    <a:pt x="0" y="29652"/>
                    <a:pt x="698" y="33140"/>
                    <a:pt x="2093" y="36280"/>
                  </a:cubicBezTo>
                  <a:cubicBezTo>
                    <a:pt x="2442" y="36977"/>
                    <a:pt x="2791" y="37675"/>
                    <a:pt x="3139" y="38373"/>
                  </a:cubicBezTo>
                  <a:close/>
                </a:path>
              </a:pathLst>
            </a:custGeom>
            <a:grpFill/>
            <a:ln w="3488" cap="flat">
              <a:noFill/>
              <a:prstDash val="solid"/>
              <a:miter/>
            </a:ln>
          </p:spPr>
          <p:txBody>
            <a:bodyPr rtlCol="0" anchor="ctr"/>
            <a:lstStyle/>
            <a:p>
              <a:endParaRPr lang="en-ID"/>
            </a:p>
          </p:txBody>
        </p:sp>
        <p:sp>
          <p:nvSpPr>
            <p:cNvPr id="867" name="Freeform: Shape 866">
              <a:extLst>
                <a:ext uri="{FF2B5EF4-FFF2-40B4-BE49-F238E27FC236}">
                  <a16:creationId xmlns:a16="http://schemas.microsoft.com/office/drawing/2014/main" id="{BAF59FC4-2D33-B891-FDBD-485213B6D1B3}"/>
                </a:ext>
              </a:extLst>
            </p:cNvPr>
            <p:cNvSpPr/>
            <p:nvPr/>
          </p:nvSpPr>
          <p:spPr>
            <a:xfrm>
              <a:off x="1046523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8" name="Freeform: Shape 867">
              <a:extLst>
                <a:ext uri="{FF2B5EF4-FFF2-40B4-BE49-F238E27FC236}">
                  <a16:creationId xmlns:a16="http://schemas.microsoft.com/office/drawing/2014/main" id="{945D6298-8653-B33A-9CA5-B8C26D59F5E8}"/>
                </a:ext>
              </a:extLst>
            </p:cNvPr>
            <p:cNvSpPr/>
            <p:nvPr/>
          </p:nvSpPr>
          <p:spPr>
            <a:xfrm>
              <a:off x="1046523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69" name="Freeform: Shape 868">
              <a:extLst>
                <a:ext uri="{FF2B5EF4-FFF2-40B4-BE49-F238E27FC236}">
                  <a16:creationId xmlns:a16="http://schemas.microsoft.com/office/drawing/2014/main" id="{D506C742-1A0E-39CB-8140-9A6C6977586B}"/>
                </a:ext>
              </a:extLst>
            </p:cNvPr>
            <p:cNvSpPr/>
            <p:nvPr/>
          </p:nvSpPr>
          <p:spPr>
            <a:xfrm>
              <a:off x="1025593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0" name="Freeform: Shape 869">
              <a:extLst>
                <a:ext uri="{FF2B5EF4-FFF2-40B4-BE49-F238E27FC236}">
                  <a16:creationId xmlns:a16="http://schemas.microsoft.com/office/drawing/2014/main" id="{2985B25A-D3C5-4513-D857-04F60B3E5F5B}"/>
                </a:ext>
              </a:extLst>
            </p:cNvPr>
            <p:cNvSpPr/>
            <p:nvPr/>
          </p:nvSpPr>
          <p:spPr>
            <a:xfrm>
              <a:off x="1119780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1" name="Freeform: Shape 870">
              <a:extLst>
                <a:ext uri="{FF2B5EF4-FFF2-40B4-BE49-F238E27FC236}">
                  <a16:creationId xmlns:a16="http://schemas.microsoft.com/office/drawing/2014/main" id="{72B6322B-622A-647B-B6A7-6942427DA424}"/>
                </a:ext>
              </a:extLst>
            </p:cNvPr>
            <p:cNvSpPr/>
            <p:nvPr/>
          </p:nvSpPr>
          <p:spPr>
            <a:xfrm>
              <a:off x="1077919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2" name="Freeform: Shape 871">
              <a:extLst>
                <a:ext uri="{FF2B5EF4-FFF2-40B4-BE49-F238E27FC236}">
                  <a16:creationId xmlns:a16="http://schemas.microsoft.com/office/drawing/2014/main" id="{6C4FE205-20B0-436A-6639-6ECF7F070138}"/>
                </a:ext>
              </a:extLst>
            </p:cNvPr>
            <p:cNvSpPr/>
            <p:nvPr/>
          </p:nvSpPr>
          <p:spPr>
            <a:xfrm>
              <a:off x="105698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3" name="Freeform: Shape 872">
              <a:extLst>
                <a:ext uri="{FF2B5EF4-FFF2-40B4-BE49-F238E27FC236}">
                  <a16:creationId xmlns:a16="http://schemas.microsoft.com/office/drawing/2014/main" id="{352D1815-6ABF-8D72-171E-42463273C645}"/>
                </a:ext>
              </a:extLst>
            </p:cNvPr>
            <p:cNvSpPr/>
            <p:nvPr/>
          </p:nvSpPr>
          <p:spPr>
            <a:xfrm>
              <a:off x="99419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4" name="Freeform: Shape 873">
              <a:extLst>
                <a:ext uri="{FF2B5EF4-FFF2-40B4-BE49-F238E27FC236}">
                  <a16:creationId xmlns:a16="http://schemas.microsoft.com/office/drawing/2014/main" id="{B43B04D4-D97B-5C50-4413-814257E70716}"/>
                </a:ext>
              </a:extLst>
            </p:cNvPr>
            <p:cNvSpPr/>
            <p:nvPr/>
          </p:nvSpPr>
          <p:spPr>
            <a:xfrm>
              <a:off x="93140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5" name="Freeform: Shape 874">
              <a:extLst>
                <a:ext uri="{FF2B5EF4-FFF2-40B4-BE49-F238E27FC236}">
                  <a16:creationId xmlns:a16="http://schemas.microsoft.com/office/drawing/2014/main" id="{1CCF12A2-A21E-B891-A1C2-18B80D43D31C}"/>
                </a:ext>
              </a:extLst>
            </p:cNvPr>
            <p:cNvSpPr/>
            <p:nvPr/>
          </p:nvSpPr>
          <p:spPr>
            <a:xfrm>
              <a:off x="90001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6" name="Freeform: Shape 875">
              <a:extLst>
                <a:ext uri="{FF2B5EF4-FFF2-40B4-BE49-F238E27FC236}">
                  <a16:creationId xmlns:a16="http://schemas.microsoft.com/office/drawing/2014/main" id="{CD2F6132-9761-CE23-3AB2-4B31040D9E74}"/>
                </a:ext>
              </a:extLst>
            </p:cNvPr>
            <p:cNvSpPr/>
            <p:nvPr/>
          </p:nvSpPr>
          <p:spPr>
            <a:xfrm>
              <a:off x="837218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7" name="Freeform: Shape 876">
              <a:extLst>
                <a:ext uri="{FF2B5EF4-FFF2-40B4-BE49-F238E27FC236}">
                  <a16:creationId xmlns:a16="http://schemas.microsoft.com/office/drawing/2014/main" id="{E5A3F07A-1AF5-2AE0-EA71-81D72379C4B9}"/>
                </a:ext>
              </a:extLst>
            </p:cNvPr>
            <p:cNvSpPr/>
            <p:nvPr/>
          </p:nvSpPr>
          <p:spPr>
            <a:xfrm>
              <a:off x="753496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8" name="Freeform: Shape 877">
              <a:extLst>
                <a:ext uri="{FF2B5EF4-FFF2-40B4-BE49-F238E27FC236}">
                  <a16:creationId xmlns:a16="http://schemas.microsoft.com/office/drawing/2014/main" id="{4F475054-F691-43DF-B2E8-407F3EA427D1}"/>
                </a:ext>
              </a:extLst>
            </p:cNvPr>
            <p:cNvSpPr/>
            <p:nvPr/>
          </p:nvSpPr>
          <p:spPr>
            <a:xfrm>
              <a:off x="743031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9" name="Freeform: Shape 878">
              <a:extLst>
                <a:ext uri="{FF2B5EF4-FFF2-40B4-BE49-F238E27FC236}">
                  <a16:creationId xmlns:a16="http://schemas.microsoft.com/office/drawing/2014/main" id="{CC43EBB0-057B-894E-B7B2-655770F1FA29}"/>
                </a:ext>
              </a:extLst>
            </p:cNvPr>
            <p:cNvSpPr/>
            <p:nvPr/>
          </p:nvSpPr>
          <p:spPr>
            <a:xfrm>
              <a:off x="72210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80" name="Freeform: Shape 879">
              <a:extLst>
                <a:ext uri="{FF2B5EF4-FFF2-40B4-BE49-F238E27FC236}">
                  <a16:creationId xmlns:a16="http://schemas.microsoft.com/office/drawing/2014/main" id="{9B4F8866-C3FF-4299-47BB-3EB9745EE678}"/>
                </a:ext>
              </a:extLst>
            </p:cNvPr>
            <p:cNvSpPr/>
            <p:nvPr/>
          </p:nvSpPr>
          <p:spPr>
            <a:xfrm>
              <a:off x="1182571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1" name="Freeform: Shape 880">
              <a:extLst>
                <a:ext uri="{FF2B5EF4-FFF2-40B4-BE49-F238E27FC236}">
                  <a16:creationId xmlns:a16="http://schemas.microsoft.com/office/drawing/2014/main" id="{DFB78F28-35AC-C486-0C14-CE342A596470}"/>
                </a:ext>
              </a:extLst>
            </p:cNvPr>
            <p:cNvSpPr/>
            <p:nvPr/>
          </p:nvSpPr>
          <p:spPr>
            <a:xfrm>
              <a:off x="1203502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2" name="Freeform: Shape 881">
              <a:extLst>
                <a:ext uri="{FF2B5EF4-FFF2-40B4-BE49-F238E27FC236}">
                  <a16:creationId xmlns:a16="http://schemas.microsoft.com/office/drawing/2014/main" id="{816B169F-69A8-7DEC-5875-327F3CBBE41B}"/>
                </a:ext>
              </a:extLst>
            </p:cNvPr>
            <p:cNvSpPr/>
            <p:nvPr/>
          </p:nvSpPr>
          <p:spPr>
            <a:xfrm>
              <a:off x="1203502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3" name="Freeform: Shape 882">
              <a:extLst>
                <a:ext uri="{FF2B5EF4-FFF2-40B4-BE49-F238E27FC236}">
                  <a16:creationId xmlns:a16="http://schemas.microsoft.com/office/drawing/2014/main" id="{699053D7-1D8E-9726-CF4D-9C70A60CCE60}"/>
                </a:ext>
              </a:extLst>
            </p:cNvPr>
            <p:cNvSpPr/>
            <p:nvPr/>
          </p:nvSpPr>
          <p:spPr>
            <a:xfrm>
              <a:off x="11721406" y="4710991"/>
              <a:ext cx="51984" cy="52326"/>
            </a:xfrm>
            <a:custGeom>
              <a:avLst/>
              <a:gdLst>
                <a:gd name="connsiteX0" fmla="*/ 25821 w 51984"/>
                <a:gd name="connsiteY0" fmla="*/ 52326 h 52326"/>
                <a:gd name="connsiteX1" fmla="*/ 35937 w 51984"/>
                <a:gd name="connsiteY1" fmla="*/ 50233 h 52326"/>
                <a:gd name="connsiteX2" fmla="*/ 51985 w 51984"/>
                <a:gd name="connsiteY2" fmla="*/ 26163 h 52326"/>
                <a:gd name="connsiteX3" fmla="*/ 25821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1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1" y="52326"/>
                  </a:moveTo>
                  <a:cubicBezTo>
                    <a:pt x="29310" y="52326"/>
                    <a:pt x="32798" y="51628"/>
                    <a:pt x="35937" y="50233"/>
                  </a:cubicBezTo>
                  <a:cubicBezTo>
                    <a:pt x="45357" y="46396"/>
                    <a:pt x="51985" y="36977"/>
                    <a:pt x="51985" y="26163"/>
                  </a:cubicBezTo>
                  <a:cubicBezTo>
                    <a:pt x="51985" y="11861"/>
                    <a:pt x="40124" y="0"/>
                    <a:pt x="25821" y="0"/>
                  </a:cubicBezTo>
                  <a:cubicBezTo>
                    <a:pt x="24077" y="0"/>
                    <a:pt x="22333" y="349"/>
                    <a:pt x="20589" y="698"/>
                  </a:cubicBezTo>
                  <a:cubicBezTo>
                    <a:pt x="18147" y="1046"/>
                    <a:pt x="15705" y="2093"/>
                    <a:pt x="13612" y="3140"/>
                  </a:cubicBezTo>
                  <a:cubicBezTo>
                    <a:pt x="13612" y="3140"/>
                    <a:pt x="13612" y="3140"/>
                    <a:pt x="13612" y="3140"/>
                  </a:cubicBezTo>
                  <a:cubicBezTo>
                    <a:pt x="5588" y="7675"/>
                    <a:pt x="8" y="16047"/>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84" name="Freeform: Shape 883">
              <a:extLst>
                <a:ext uri="{FF2B5EF4-FFF2-40B4-BE49-F238E27FC236}">
                  <a16:creationId xmlns:a16="http://schemas.microsoft.com/office/drawing/2014/main" id="{809EDCA4-8A2C-071B-E6D8-AA26D2C55B31}"/>
                </a:ext>
              </a:extLst>
            </p:cNvPr>
            <p:cNvSpPr/>
            <p:nvPr/>
          </p:nvSpPr>
          <p:spPr>
            <a:xfrm>
              <a:off x="1046523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85" name="Freeform: Shape 884">
              <a:extLst>
                <a:ext uri="{FF2B5EF4-FFF2-40B4-BE49-F238E27FC236}">
                  <a16:creationId xmlns:a16="http://schemas.microsoft.com/office/drawing/2014/main" id="{0C2CD65C-B7F0-4AEF-E707-ABCC7D7C69C9}"/>
                </a:ext>
              </a:extLst>
            </p:cNvPr>
            <p:cNvSpPr/>
            <p:nvPr/>
          </p:nvSpPr>
          <p:spPr>
            <a:xfrm>
              <a:off x="10046626"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86" name="Freeform: Shape 885">
              <a:extLst>
                <a:ext uri="{FF2B5EF4-FFF2-40B4-BE49-F238E27FC236}">
                  <a16:creationId xmlns:a16="http://schemas.microsoft.com/office/drawing/2014/main" id="{7C6DF2E3-9F2B-57B3-196C-71CEEF4C71F8}"/>
                </a:ext>
              </a:extLst>
            </p:cNvPr>
            <p:cNvSpPr/>
            <p:nvPr/>
          </p:nvSpPr>
          <p:spPr>
            <a:xfrm>
              <a:off x="889545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7" name="Freeform: Shape 886">
              <a:extLst>
                <a:ext uri="{FF2B5EF4-FFF2-40B4-BE49-F238E27FC236}">
                  <a16:creationId xmlns:a16="http://schemas.microsoft.com/office/drawing/2014/main" id="{9281EAD0-8031-BF1A-4689-05F07AFF2927}"/>
                </a:ext>
              </a:extLst>
            </p:cNvPr>
            <p:cNvSpPr/>
            <p:nvPr/>
          </p:nvSpPr>
          <p:spPr>
            <a:xfrm>
              <a:off x="868614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8" name="Freeform: Shape 887">
              <a:extLst>
                <a:ext uri="{FF2B5EF4-FFF2-40B4-BE49-F238E27FC236}">
                  <a16:creationId xmlns:a16="http://schemas.microsoft.com/office/drawing/2014/main" id="{A38E856C-970D-45FB-322C-1324E71A915C}"/>
                </a:ext>
              </a:extLst>
            </p:cNvPr>
            <p:cNvSpPr/>
            <p:nvPr/>
          </p:nvSpPr>
          <p:spPr>
            <a:xfrm>
              <a:off x="8686145"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cubicBezTo>
                    <a:pt x="26163" y="0"/>
                    <a:pt x="26163"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89" name="Freeform: Shape 888">
              <a:extLst>
                <a:ext uri="{FF2B5EF4-FFF2-40B4-BE49-F238E27FC236}">
                  <a16:creationId xmlns:a16="http://schemas.microsoft.com/office/drawing/2014/main" id="{9F98D5F7-947C-EB40-CFE4-632083AE1AA3}"/>
                </a:ext>
              </a:extLst>
            </p:cNvPr>
            <p:cNvSpPr/>
            <p:nvPr/>
          </p:nvSpPr>
          <p:spPr>
            <a:xfrm>
              <a:off x="8372188"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0" name="Freeform: Shape 889">
              <a:extLst>
                <a:ext uri="{FF2B5EF4-FFF2-40B4-BE49-F238E27FC236}">
                  <a16:creationId xmlns:a16="http://schemas.microsoft.com/office/drawing/2014/main" id="{91CCAA29-7334-F968-D55B-2CC04D5B08A4}"/>
                </a:ext>
              </a:extLst>
            </p:cNvPr>
            <p:cNvSpPr/>
            <p:nvPr/>
          </p:nvSpPr>
          <p:spPr>
            <a:xfrm>
              <a:off x="79535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1" name="Freeform: Shape 890">
              <a:extLst>
                <a:ext uri="{FF2B5EF4-FFF2-40B4-BE49-F238E27FC236}">
                  <a16:creationId xmlns:a16="http://schemas.microsoft.com/office/drawing/2014/main" id="{916610C1-2E18-6386-9C32-1D8E8165B6F0}"/>
                </a:ext>
              </a:extLst>
            </p:cNvPr>
            <p:cNvSpPr/>
            <p:nvPr/>
          </p:nvSpPr>
          <p:spPr>
            <a:xfrm>
              <a:off x="690705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92" name="Freeform: Shape 891">
              <a:extLst>
                <a:ext uri="{FF2B5EF4-FFF2-40B4-BE49-F238E27FC236}">
                  <a16:creationId xmlns:a16="http://schemas.microsoft.com/office/drawing/2014/main" id="{88954193-C6C4-EDA7-CBFC-9D192A08DA43}"/>
                </a:ext>
              </a:extLst>
            </p:cNvPr>
            <p:cNvSpPr/>
            <p:nvPr/>
          </p:nvSpPr>
          <p:spPr>
            <a:xfrm>
              <a:off x="669775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3" name="Freeform: Shape 892">
              <a:extLst>
                <a:ext uri="{FF2B5EF4-FFF2-40B4-BE49-F238E27FC236}">
                  <a16:creationId xmlns:a16="http://schemas.microsoft.com/office/drawing/2014/main" id="{828B2F67-DDAC-EA22-2549-9B11B31498AD}"/>
                </a:ext>
              </a:extLst>
            </p:cNvPr>
            <p:cNvSpPr/>
            <p:nvPr/>
          </p:nvSpPr>
          <p:spPr>
            <a:xfrm>
              <a:off x="63837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4" name="Freeform: Shape 893">
              <a:extLst>
                <a:ext uri="{FF2B5EF4-FFF2-40B4-BE49-F238E27FC236}">
                  <a16:creationId xmlns:a16="http://schemas.microsoft.com/office/drawing/2014/main" id="{AD30FDDE-3B3B-934F-F936-C150150C371E}"/>
                </a:ext>
              </a:extLst>
            </p:cNvPr>
            <p:cNvSpPr/>
            <p:nvPr/>
          </p:nvSpPr>
          <p:spPr>
            <a:xfrm>
              <a:off x="1025593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5" name="Freeform: Shape 894">
              <a:extLst>
                <a:ext uri="{FF2B5EF4-FFF2-40B4-BE49-F238E27FC236}">
                  <a16:creationId xmlns:a16="http://schemas.microsoft.com/office/drawing/2014/main" id="{87725EF1-8C9B-5775-E461-9DD751680192}"/>
                </a:ext>
              </a:extLst>
            </p:cNvPr>
            <p:cNvSpPr/>
            <p:nvPr/>
          </p:nvSpPr>
          <p:spPr>
            <a:xfrm>
              <a:off x="11825716"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80" y="51977"/>
                    <a:pt x="21280" y="51977"/>
                    <a:pt x="21628" y="51977"/>
                  </a:cubicBezTo>
                  <a:cubicBezTo>
                    <a:pt x="23024" y="52326"/>
                    <a:pt x="24768" y="52326"/>
                    <a:pt x="26163" y="52326"/>
                  </a:cubicBezTo>
                  <a:lnTo>
                    <a:pt x="26163" y="52326"/>
                  </a:lnTo>
                  <a:cubicBezTo>
                    <a:pt x="26163" y="52326"/>
                    <a:pt x="26163" y="52326"/>
                    <a:pt x="26163" y="52326"/>
                  </a:cubicBezTo>
                  <a:cubicBezTo>
                    <a:pt x="40466" y="52326"/>
                    <a:pt x="52326" y="40465"/>
                    <a:pt x="52326" y="26163"/>
                  </a:cubicBezTo>
                  <a:lnTo>
                    <a:pt x="52326" y="26163"/>
                  </a:lnTo>
                  <a:cubicBezTo>
                    <a:pt x="52326" y="11860"/>
                    <a:pt x="40466" y="0"/>
                    <a:pt x="26163" y="0"/>
                  </a:cubicBezTo>
                  <a:cubicBezTo>
                    <a:pt x="26163" y="0"/>
                    <a:pt x="26163" y="0"/>
                    <a:pt x="26163" y="0"/>
                  </a:cubicBezTo>
                  <a:lnTo>
                    <a:pt x="26163" y="0"/>
                  </a:lnTo>
                  <a:cubicBezTo>
                    <a:pt x="11860"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896" name="Freeform: Shape 895">
              <a:extLst>
                <a:ext uri="{FF2B5EF4-FFF2-40B4-BE49-F238E27FC236}">
                  <a16:creationId xmlns:a16="http://schemas.microsoft.com/office/drawing/2014/main" id="{766B0C35-F896-FAC3-8DEE-024836F50B3B}"/>
                </a:ext>
              </a:extLst>
            </p:cNvPr>
            <p:cNvSpPr/>
            <p:nvPr/>
          </p:nvSpPr>
          <p:spPr>
            <a:xfrm>
              <a:off x="7325665"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97" name="Freeform: Shape 896">
              <a:extLst>
                <a:ext uri="{FF2B5EF4-FFF2-40B4-BE49-F238E27FC236}">
                  <a16:creationId xmlns:a16="http://schemas.microsoft.com/office/drawing/2014/main" id="{0926F7C5-422F-378F-9088-B7596639FE8A}"/>
                </a:ext>
              </a:extLst>
            </p:cNvPr>
            <p:cNvSpPr/>
            <p:nvPr/>
          </p:nvSpPr>
          <p:spPr>
            <a:xfrm>
              <a:off x="837218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8" name="Freeform: Shape 897">
              <a:extLst>
                <a:ext uri="{FF2B5EF4-FFF2-40B4-BE49-F238E27FC236}">
                  <a16:creationId xmlns:a16="http://schemas.microsoft.com/office/drawing/2014/main" id="{06FF8DA2-5EA0-F668-C915-AB1529961DD1}"/>
                </a:ext>
              </a:extLst>
            </p:cNvPr>
            <p:cNvSpPr/>
            <p:nvPr/>
          </p:nvSpPr>
          <p:spPr>
            <a:xfrm>
              <a:off x="1182571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9" name="Freeform: Shape 898">
              <a:extLst>
                <a:ext uri="{FF2B5EF4-FFF2-40B4-BE49-F238E27FC236}">
                  <a16:creationId xmlns:a16="http://schemas.microsoft.com/office/drawing/2014/main" id="{9C503521-BAB2-8D1D-FC73-C892E77BEFC4}"/>
                </a:ext>
              </a:extLst>
            </p:cNvPr>
            <p:cNvSpPr/>
            <p:nvPr/>
          </p:nvSpPr>
          <p:spPr>
            <a:xfrm>
              <a:off x="1004662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0" name="Freeform: Shape 899">
              <a:extLst>
                <a:ext uri="{FF2B5EF4-FFF2-40B4-BE49-F238E27FC236}">
                  <a16:creationId xmlns:a16="http://schemas.microsoft.com/office/drawing/2014/main" id="{F46ACFC7-C17C-DC7A-DB51-000E011C49FA}"/>
                </a:ext>
              </a:extLst>
            </p:cNvPr>
            <p:cNvSpPr/>
            <p:nvPr/>
          </p:nvSpPr>
          <p:spPr>
            <a:xfrm>
              <a:off x="9837321" y="3978424"/>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6"/>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01" name="Freeform: Shape 900">
              <a:extLst>
                <a:ext uri="{FF2B5EF4-FFF2-40B4-BE49-F238E27FC236}">
                  <a16:creationId xmlns:a16="http://schemas.microsoft.com/office/drawing/2014/main" id="{822331FD-1156-A305-1CA4-850CA6D67BE6}"/>
                </a:ext>
              </a:extLst>
            </p:cNvPr>
            <p:cNvSpPr/>
            <p:nvPr/>
          </p:nvSpPr>
          <p:spPr>
            <a:xfrm>
              <a:off x="1077919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2" name="Freeform: Shape 901">
              <a:extLst>
                <a:ext uri="{FF2B5EF4-FFF2-40B4-BE49-F238E27FC236}">
                  <a16:creationId xmlns:a16="http://schemas.microsoft.com/office/drawing/2014/main" id="{52D6D4AD-703D-08E7-0606-5A72BFFA4E22}"/>
                </a:ext>
              </a:extLst>
            </p:cNvPr>
            <p:cNvSpPr/>
            <p:nvPr/>
          </p:nvSpPr>
          <p:spPr>
            <a:xfrm>
              <a:off x="1015127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3" name="Freeform: Shape 902">
              <a:extLst>
                <a:ext uri="{FF2B5EF4-FFF2-40B4-BE49-F238E27FC236}">
                  <a16:creationId xmlns:a16="http://schemas.microsoft.com/office/drawing/2014/main" id="{DAE29F24-8BCC-4BBF-1F4A-BC74264FEA67}"/>
                </a:ext>
              </a:extLst>
            </p:cNvPr>
            <p:cNvSpPr/>
            <p:nvPr/>
          </p:nvSpPr>
          <p:spPr>
            <a:xfrm>
              <a:off x="1015127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04" name="Freeform: Shape 903">
              <a:extLst>
                <a:ext uri="{FF2B5EF4-FFF2-40B4-BE49-F238E27FC236}">
                  <a16:creationId xmlns:a16="http://schemas.microsoft.com/office/drawing/2014/main" id="{6534AE27-BEF5-15CE-B847-6551F8864030}"/>
                </a:ext>
              </a:extLst>
            </p:cNvPr>
            <p:cNvSpPr/>
            <p:nvPr/>
          </p:nvSpPr>
          <p:spPr>
            <a:xfrm>
              <a:off x="96280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5" name="Freeform: Shape 904">
              <a:extLst>
                <a:ext uri="{FF2B5EF4-FFF2-40B4-BE49-F238E27FC236}">
                  <a16:creationId xmlns:a16="http://schemas.microsoft.com/office/drawing/2014/main" id="{49651DF8-7C15-3100-16AE-836294FDF634}"/>
                </a:ext>
              </a:extLst>
            </p:cNvPr>
            <p:cNvSpPr/>
            <p:nvPr/>
          </p:nvSpPr>
          <p:spPr>
            <a:xfrm>
              <a:off x="931406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6" name="Freeform: Shape 905">
              <a:extLst>
                <a:ext uri="{FF2B5EF4-FFF2-40B4-BE49-F238E27FC236}">
                  <a16:creationId xmlns:a16="http://schemas.microsoft.com/office/drawing/2014/main" id="{023FF31C-DB07-4655-D271-414872DF1FF5}"/>
                </a:ext>
              </a:extLst>
            </p:cNvPr>
            <p:cNvSpPr/>
            <p:nvPr/>
          </p:nvSpPr>
          <p:spPr>
            <a:xfrm>
              <a:off x="910475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7" name="Freeform: Shape 906">
              <a:extLst>
                <a:ext uri="{FF2B5EF4-FFF2-40B4-BE49-F238E27FC236}">
                  <a16:creationId xmlns:a16="http://schemas.microsoft.com/office/drawing/2014/main" id="{7234B4BC-2CB5-0596-0400-9F1D586DEAE7}"/>
                </a:ext>
              </a:extLst>
            </p:cNvPr>
            <p:cNvSpPr/>
            <p:nvPr/>
          </p:nvSpPr>
          <p:spPr>
            <a:xfrm>
              <a:off x="900010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08" name="Freeform: Shape 907">
              <a:extLst>
                <a:ext uri="{FF2B5EF4-FFF2-40B4-BE49-F238E27FC236}">
                  <a16:creationId xmlns:a16="http://schemas.microsoft.com/office/drawing/2014/main" id="{020CD964-7239-D103-1A23-47B57AEE1913}"/>
                </a:ext>
              </a:extLst>
            </p:cNvPr>
            <p:cNvSpPr/>
            <p:nvPr/>
          </p:nvSpPr>
          <p:spPr>
            <a:xfrm>
              <a:off x="90001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9" name="Freeform: Shape 908">
              <a:extLst>
                <a:ext uri="{FF2B5EF4-FFF2-40B4-BE49-F238E27FC236}">
                  <a16:creationId xmlns:a16="http://schemas.microsoft.com/office/drawing/2014/main" id="{19FB940E-7D39-BC7D-5A78-565A4226F034}"/>
                </a:ext>
              </a:extLst>
            </p:cNvPr>
            <p:cNvSpPr/>
            <p:nvPr/>
          </p:nvSpPr>
          <p:spPr>
            <a:xfrm>
              <a:off x="879079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0" name="Freeform: Shape 909">
              <a:extLst>
                <a:ext uri="{FF2B5EF4-FFF2-40B4-BE49-F238E27FC236}">
                  <a16:creationId xmlns:a16="http://schemas.microsoft.com/office/drawing/2014/main" id="{9A185ED8-5A9F-DC5E-9C77-20174527B114}"/>
                </a:ext>
              </a:extLst>
            </p:cNvPr>
            <p:cNvSpPr/>
            <p:nvPr/>
          </p:nvSpPr>
          <p:spPr>
            <a:xfrm>
              <a:off x="847684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1" name="Freeform: Shape 910">
              <a:extLst>
                <a:ext uri="{FF2B5EF4-FFF2-40B4-BE49-F238E27FC236}">
                  <a16:creationId xmlns:a16="http://schemas.microsoft.com/office/drawing/2014/main" id="{78217648-328D-14D0-0CA5-B9D008503326}"/>
                </a:ext>
              </a:extLst>
            </p:cNvPr>
            <p:cNvSpPr/>
            <p:nvPr/>
          </p:nvSpPr>
          <p:spPr>
            <a:xfrm>
              <a:off x="7848927"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12" name="Freeform: Shape 911">
              <a:extLst>
                <a:ext uri="{FF2B5EF4-FFF2-40B4-BE49-F238E27FC236}">
                  <a16:creationId xmlns:a16="http://schemas.microsoft.com/office/drawing/2014/main" id="{6A267D7C-D94E-D62B-ACA3-037545884CAE}"/>
                </a:ext>
              </a:extLst>
            </p:cNvPr>
            <p:cNvSpPr/>
            <p:nvPr/>
          </p:nvSpPr>
          <p:spPr>
            <a:xfrm>
              <a:off x="77442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3" name="Freeform: Shape 912">
              <a:extLst>
                <a:ext uri="{FF2B5EF4-FFF2-40B4-BE49-F238E27FC236}">
                  <a16:creationId xmlns:a16="http://schemas.microsoft.com/office/drawing/2014/main" id="{32ED982A-D4A8-2263-0063-DC066AB16B04}"/>
                </a:ext>
              </a:extLst>
            </p:cNvPr>
            <p:cNvSpPr/>
            <p:nvPr/>
          </p:nvSpPr>
          <p:spPr>
            <a:xfrm>
              <a:off x="774427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14" name="Freeform: Shape 913">
              <a:extLst>
                <a:ext uri="{FF2B5EF4-FFF2-40B4-BE49-F238E27FC236}">
                  <a16:creationId xmlns:a16="http://schemas.microsoft.com/office/drawing/2014/main" id="{31A09D77-039B-E227-0031-2948365931C0}"/>
                </a:ext>
              </a:extLst>
            </p:cNvPr>
            <p:cNvSpPr/>
            <p:nvPr/>
          </p:nvSpPr>
          <p:spPr>
            <a:xfrm>
              <a:off x="743031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5" name="Freeform: Shape 914">
              <a:extLst>
                <a:ext uri="{FF2B5EF4-FFF2-40B4-BE49-F238E27FC236}">
                  <a16:creationId xmlns:a16="http://schemas.microsoft.com/office/drawing/2014/main" id="{1F554A1C-3801-09B3-82DB-2AAE9B7BC778}"/>
                </a:ext>
              </a:extLst>
            </p:cNvPr>
            <p:cNvSpPr/>
            <p:nvPr/>
          </p:nvSpPr>
          <p:spPr>
            <a:xfrm>
              <a:off x="7116360"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16" name="Freeform: Shape 915">
              <a:extLst>
                <a:ext uri="{FF2B5EF4-FFF2-40B4-BE49-F238E27FC236}">
                  <a16:creationId xmlns:a16="http://schemas.microsoft.com/office/drawing/2014/main" id="{322D900D-84B3-9FC9-3CD9-F9849CB3DB15}"/>
                </a:ext>
              </a:extLst>
            </p:cNvPr>
            <p:cNvSpPr/>
            <p:nvPr/>
          </p:nvSpPr>
          <p:spPr>
            <a:xfrm>
              <a:off x="690705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7" name="Freeform: Shape 916">
              <a:extLst>
                <a:ext uri="{FF2B5EF4-FFF2-40B4-BE49-F238E27FC236}">
                  <a16:creationId xmlns:a16="http://schemas.microsoft.com/office/drawing/2014/main" id="{689C8B1F-E545-6A89-16E5-5022CFBBFA9B}"/>
                </a:ext>
              </a:extLst>
            </p:cNvPr>
            <p:cNvSpPr/>
            <p:nvPr/>
          </p:nvSpPr>
          <p:spPr>
            <a:xfrm>
              <a:off x="9314060" y="4083077"/>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629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722" y="52326"/>
                    <a:pt x="49187" y="43256"/>
                    <a:pt x="51629" y="31396"/>
                  </a:cubicBezTo>
                  <a:cubicBezTo>
                    <a:pt x="51977" y="29652"/>
                    <a:pt x="52326" y="2790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18" name="Freeform: Shape 917">
              <a:extLst>
                <a:ext uri="{FF2B5EF4-FFF2-40B4-BE49-F238E27FC236}">
                  <a16:creationId xmlns:a16="http://schemas.microsoft.com/office/drawing/2014/main" id="{0CD3C71D-20F1-504A-9F6E-388FFD026CF7}"/>
                </a:ext>
              </a:extLst>
            </p:cNvPr>
            <p:cNvSpPr/>
            <p:nvPr/>
          </p:nvSpPr>
          <p:spPr>
            <a:xfrm>
              <a:off x="98373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19" name="Freeform: Shape 918">
              <a:extLst>
                <a:ext uri="{FF2B5EF4-FFF2-40B4-BE49-F238E27FC236}">
                  <a16:creationId xmlns:a16="http://schemas.microsoft.com/office/drawing/2014/main" id="{3AF6C115-C0FF-5D01-E0F6-2B568F472594}"/>
                </a:ext>
              </a:extLst>
            </p:cNvPr>
            <p:cNvSpPr/>
            <p:nvPr/>
          </p:nvSpPr>
          <p:spPr>
            <a:xfrm>
              <a:off x="10674540"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20" name="Freeform: Shape 919">
              <a:extLst>
                <a:ext uri="{FF2B5EF4-FFF2-40B4-BE49-F238E27FC236}">
                  <a16:creationId xmlns:a16="http://schemas.microsoft.com/office/drawing/2014/main" id="{71F36848-BFA1-1FDC-3EA4-D0B911204A8D}"/>
                </a:ext>
              </a:extLst>
            </p:cNvPr>
            <p:cNvSpPr/>
            <p:nvPr/>
          </p:nvSpPr>
          <p:spPr>
            <a:xfrm>
              <a:off x="1161641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1" name="Freeform: Shape 920">
              <a:extLst>
                <a:ext uri="{FF2B5EF4-FFF2-40B4-BE49-F238E27FC236}">
                  <a16:creationId xmlns:a16="http://schemas.microsoft.com/office/drawing/2014/main" id="{2CD5C248-80E5-F956-A95C-D65423157FAD}"/>
                </a:ext>
              </a:extLst>
            </p:cNvPr>
            <p:cNvSpPr/>
            <p:nvPr/>
          </p:nvSpPr>
          <p:spPr>
            <a:xfrm>
              <a:off x="1130245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2" name="Freeform: Shape 921">
              <a:extLst>
                <a:ext uri="{FF2B5EF4-FFF2-40B4-BE49-F238E27FC236}">
                  <a16:creationId xmlns:a16="http://schemas.microsoft.com/office/drawing/2014/main" id="{3C26AE5C-7E0B-D547-4794-D23E42CE7914}"/>
                </a:ext>
              </a:extLst>
            </p:cNvPr>
            <p:cNvSpPr/>
            <p:nvPr/>
          </p:nvSpPr>
          <p:spPr>
            <a:xfrm>
              <a:off x="1130245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3" name="Freeform: Shape 922">
              <a:extLst>
                <a:ext uri="{FF2B5EF4-FFF2-40B4-BE49-F238E27FC236}">
                  <a16:creationId xmlns:a16="http://schemas.microsoft.com/office/drawing/2014/main" id="{D533D87C-545F-9ABE-20B5-8E21E7538A34}"/>
                </a:ext>
              </a:extLst>
            </p:cNvPr>
            <p:cNvSpPr/>
            <p:nvPr/>
          </p:nvSpPr>
          <p:spPr>
            <a:xfrm>
              <a:off x="11093150" y="4606338"/>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26163 w 52326"/>
                <a:gd name="connsiteY4" fmla="*/ 52326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0" y="0"/>
                    <a:pt x="0" y="11861"/>
                    <a:pt x="0" y="26163"/>
                  </a:cubicBezTo>
                  <a:cubicBezTo>
                    <a:pt x="0" y="40465"/>
                    <a:pt x="11860" y="52326"/>
                    <a:pt x="26163" y="52326"/>
                  </a:cubicBezTo>
                  <a:lnTo>
                    <a:pt x="26163" y="52326"/>
                  </a:ln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24" name="Freeform: Shape 923">
              <a:extLst>
                <a:ext uri="{FF2B5EF4-FFF2-40B4-BE49-F238E27FC236}">
                  <a16:creationId xmlns:a16="http://schemas.microsoft.com/office/drawing/2014/main" id="{076CF8A3-EFF2-1909-B337-F4A125CD18C8}"/>
                </a:ext>
              </a:extLst>
            </p:cNvPr>
            <p:cNvSpPr/>
            <p:nvPr/>
          </p:nvSpPr>
          <p:spPr>
            <a:xfrm>
              <a:off x="1004662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5" name="Freeform: Shape 924">
              <a:extLst>
                <a:ext uri="{FF2B5EF4-FFF2-40B4-BE49-F238E27FC236}">
                  <a16:creationId xmlns:a16="http://schemas.microsoft.com/office/drawing/2014/main" id="{8F7C4756-522B-CCD4-64EA-909C94173EB4}"/>
                </a:ext>
              </a:extLst>
            </p:cNvPr>
            <p:cNvSpPr/>
            <p:nvPr/>
          </p:nvSpPr>
          <p:spPr>
            <a:xfrm>
              <a:off x="983732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6" name="Freeform: Shape 925">
              <a:extLst>
                <a:ext uri="{FF2B5EF4-FFF2-40B4-BE49-F238E27FC236}">
                  <a16:creationId xmlns:a16="http://schemas.microsoft.com/office/drawing/2014/main" id="{7E14B6BA-6B07-7CF9-40CD-2C3F86C3F029}"/>
                </a:ext>
              </a:extLst>
            </p:cNvPr>
            <p:cNvSpPr/>
            <p:nvPr/>
          </p:nvSpPr>
          <p:spPr>
            <a:xfrm>
              <a:off x="9837321"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1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14302"/>
                    <a:pt x="44652" y="4535"/>
                    <a:pt x="33837" y="1047"/>
                  </a:cubicBezTo>
                  <a:cubicBezTo>
                    <a:pt x="32442" y="698"/>
                    <a:pt x="31396" y="349"/>
                    <a:pt x="30001" y="349"/>
                  </a:cubicBezTo>
                  <a:cubicBezTo>
                    <a:pt x="28605" y="0"/>
                    <a:pt x="27558"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27" name="Freeform: Shape 926">
              <a:extLst>
                <a:ext uri="{FF2B5EF4-FFF2-40B4-BE49-F238E27FC236}">
                  <a16:creationId xmlns:a16="http://schemas.microsoft.com/office/drawing/2014/main" id="{EC7B403D-C208-6BCF-6249-7264EA588F21}"/>
                </a:ext>
              </a:extLst>
            </p:cNvPr>
            <p:cNvSpPr/>
            <p:nvPr/>
          </p:nvSpPr>
          <p:spPr>
            <a:xfrm>
              <a:off x="1119780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8" name="Freeform: Shape 927">
              <a:extLst>
                <a:ext uri="{FF2B5EF4-FFF2-40B4-BE49-F238E27FC236}">
                  <a16:creationId xmlns:a16="http://schemas.microsoft.com/office/drawing/2014/main" id="{0B88893D-0595-309E-17C8-9BD45D67CF78}"/>
                </a:ext>
              </a:extLst>
            </p:cNvPr>
            <p:cNvSpPr/>
            <p:nvPr/>
          </p:nvSpPr>
          <p:spPr>
            <a:xfrm>
              <a:off x="1119780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9" name="Freeform: Shape 928">
              <a:extLst>
                <a:ext uri="{FF2B5EF4-FFF2-40B4-BE49-F238E27FC236}">
                  <a16:creationId xmlns:a16="http://schemas.microsoft.com/office/drawing/2014/main" id="{2E837449-9365-71E2-3350-C0FAB6B40161}"/>
                </a:ext>
              </a:extLst>
            </p:cNvPr>
            <p:cNvSpPr/>
            <p:nvPr/>
          </p:nvSpPr>
          <p:spPr>
            <a:xfrm>
              <a:off x="1015127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0" name="Freeform: Shape 929">
              <a:extLst>
                <a:ext uri="{FF2B5EF4-FFF2-40B4-BE49-F238E27FC236}">
                  <a16:creationId xmlns:a16="http://schemas.microsoft.com/office/drawing/2014/main" id="{FEBAE69C-CDB5-422A-D184-D6B54721ED93}"/>
                </a:ext>
              </a:extLst>
            </p:cNvPr>
            <p:cNvSpPr/>
            <p:nvPr/>
          </p:nvSpPr>
          <p:spPr>
            <a:xfrm>
              <a:off x="879079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1" name="Freeform: Shape 930">
              <a:extLst>
                <a:ext uri="{FF2B5EF4-FFF2-40B4-BE49-F238E27FC236}">
                  <a16:creationId xmlns:a16="http://schemas.microsoft.com/office/drawing/2014/main" id="{54928283-99EB-6F83-7D20-13A399D07F79}"/>
                </a:ext>
              </a:extLst>
            </p:cNvPr>
            <p:cNvSpPr/>
            <p:nvPr/>
          </p:nvSpPr>
          <p:spPr>
            <a:xfrm>
              <a:off x="8372188"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2" name="Freeform: Shape 931">
              <a:extLst>
                <a:ext uri="{FF2B5EF4-FFF2-40B4-BE49-F238E27FC236}">
                  <a16:creationId xmlns:a16="http://schemas.microsoft.com/office/drawing/2014/main" id="{B679D7EA-AF89-0088-BB4F-443A38EA2D56}"/>
                </a:ext>
              </a:extLst>
            </p:cNvPr>
            <p:cNvSpPr/>
            <p:nvPr/>
          </p:nvSpPr>
          <p:spPr>
            <a:xfrm>
              <a:off x="816288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3" name="Freeform: Shape 932">
              <a:extLst>
                <a:ext uri="{FF2B5EF4-FFF2-40B4-BE49-F238E27FC236}">
                  <a16:creationId xmlns:a16="http://schemas.microsoft.com/office/drawing/2014/main" id="{BED25BC5-19A7-3071-1CA2-99E99DF0AAAA}"/>
                </a:ext>
              </a:extLst>
            </p:cNvPr>
            <p:cNvSpPr/>
            <p:nvPr/>
          </p:nvSpPr>
          <p:spPr>
            <a:xfrm>
              <a:off x="795357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4" name="Freeform: Shape 933">
              <a:extLst>
                <a:ext uri="{FF2B5EF4-FFF2-40B4-BE49-F238E27FC236}">
                  <a16:creationId xmlns:a16="http://schemas.microsoft.com/office/drawing/2014/main" id="{76AB8467-F889-CF61-15F4-DC745331BD6A}"/>
                </a:ext>
              </a:extLst>
            </p:cNvPr>
            <p:cNvSpPr/>
            <p:nvPr/>
          </p:nvSpPr>
          <p:spPr>
            <a:xfrm>
              <a:off x="6907055"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35" name="Freeform: Shape 934">
              <a:extLst>
                <a:ext uri="{FF2B5EF4-FFF2-40B4-BE49-F238E27FC236}">
                  <a16:creationId xmlns:a16="http://schemas.microsoft.com/office/drawing/2014/main" id="{4F7A8281-05E9-BFCA-63C2-B757E025397C}"/>
                </a:ext>
              </a:extLst>
            </p:cNvPr>
            <p:cNvSpPr/>
            <p:nvPr/>
          </p:nvSpPr>
          <p:spPr>
            <a:xfrm>
              <a:off x="638379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6" name="Freeform: Shape 935">
              <a:extLst>
                <a:ext uri="{FF2B5EF4-FFF2-40B4-BE49-F238E27FC236}">
                  <a16:creationId xmlns:a16="http://schemas.microsoft.com/office/drawing/2014/main" id="{BE0A2B41-6F37-B891-DC43-133B503D06F7}"/>
                </a:ext>
              </a:extLst>
            </p:cNvPr>
            <p:cNvSpPr/>
            <p:nvPr/>
          </p:nvSpPr>
          <p:spPr>
            <a:xfrm>
              <a:off x="11407107" y="3245509"/>
              <a:ext cx="52326" cy="52326"/>
            </a:xfrm>
            <a:custGeom>
              <a:avLst/>
              <a:gdLst>
                <a:gd name="connsiteX0" fmla="*/ 2791 w 52326"/>
                <a:gd name="connsiteY0" fmla="*/ 38373 h 52326"/>
                <a:gd name="connsiteX1" fmla="*/ 3139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39" y="38721"/>
                  </a:cubicBezTo>
                  <a:cubicBezTo>
                    <a:pt x="7674" y="46745"/>
                    <a:pt x="16047" y="52326"/>
                    <a:pt x="26163" y="52326"/>
                  </a:cubicBezTo>
                  <a:cubicBezTo>
                    <a:pt x="40466" y="52326"/>
                    <a:pt x="52326" y="40465"/>
                    <a:pt x="52326" y="26163"/>
                  </a:cubicBezTo>
                  <a:lnTo>
                    <a:pt x="52326" y="26163"/>
                  </a:lnTo>
                  <a:cubicBezTo>
                    <a:pt x="52326" y="21628"/>
                    <a:pt x="51279" y="17442"/>
                    <a:pt x="49187" y="13605"/>
                  </a:cubicBezTo>
                  <a:cubicBezTo>
                    <a:pt x="44652" y="5581"/>
                    <a:pt x="36279" y="0"/>
                    <a:pt x="26163" y="0"/>
                  </a:cubicBezTo>
                  <a:lnTo>
                    <a:pt x="26163" y="0"/>
                  </a:lnTo>
                  <a:cubicBezTo>
                    <a:pt x="11860"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937" name="Freeform: Shape 936">
              <a:extLst>
                <a:ext uri="{FF2B5EF4-FFF2-40B4-BE49-F238E27FC236}">
                  <a16:creationId xmlns:a16="http://schemas.microsoft.com/office/drawing/2014/main" id="{C9AC7386-2A08-25AE-C8FF-DBED852666B3}"/>
                </a:ext>
              </a:extLst>
            </p:cNvPr>
            <p:cNvSpPr/>
            <p:nvPr/>
          </p:nvSpPr>
          <p:spPr>
            <a:xfrm>
              <a:off x="10360583"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4419"/>
                    <a:pt x="51977" y="22675"/>
                    <a:pt x="51629" y="20930"/>
                  </a:cubicBezTo>
                  <a:cubicBezTo>
                    <a:pt x="49187" y="9070"/>
                    <a:pt x="38722" y="0"/>
                    <a:pt x="26163" y="0"/>
                  </a:cubicBezTo>
                  <a:cubicBezTo>
                    <a:pt x="11860" y="0"/>
                    <a:pt x="0" y="11861"/>
                    <a:pt x="0" y="26163"/>
                  </a:cubicBezTo>
                  <a:cubicBezTo>
                    <a:pt x="0" y="28954"/>
                    <a:pt x="349" y="31396"/>
                    <a:pt x="1047" y="33838"/>
                  </a:cubicBezTo>
                  <a:cubicBezTo>
                    <a:pt x="4535" y="44652"/>
                    <a:pt x="14303" y="52326"/>
                    <a:pt x="26163" y="52326"/>
                  </a:cubicBezTo>
                  <a:close/>
                </a:path>
              </a:pathLst>
            </a:custGeom>
            <a:grpFill/>
            <a:ln w="3488" cap="flat">
              <a:noFill/>
              <a:prstDash val="solid"/>
              <a:miter/>
            </a:ln>
          </p:spPr>
          <p:txBody>
            <a:bodyPr rtlCol="0" anchor="ctr"/>
            <a:lstStyle/>
            <a:p>
              <a:endParaRPr lang="en-ID"/>
            </a:p>
          </p:txBody>
        </p:sp>
        <p:sp>
          <p:nvSpPr>
            <p:cNvPr id="938" name="Freeform: Shape 937">
              <a:extLst>
                <a:ext uri="{FF2B5EF4-FFF2-40B4-BE49-F238E27FC236}">
                  <a16:creationId xmlns:a16="http://schemas.microsoft.com/office/drawing/2014/main" id="{5FF26870-E914-F1CF-9DAD-B18DD1C292F2}"/>
                </a:ext>
              </a:extLst>
            </p:cNvPr>
            <p:cNvSpPr/>
            <p:nvPr/>
          </p:nvSpPr>
          <p:spPr>
            <a:xfrm>
              <a:off x="7534969" y="3873772"/>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39" name="Freeform: Shape 938">
              <a:extLst>
                <a:ext uri="{FF2B5EF4-FFF2-40B4-BE49-F238E27FC236}">
                  <a16:creationId xmlns:a16="http://schemas.microsoft.com/office/drawing/2014/main" id="{3B08261D-420A-C71B-7C84-A945EBDD88A5}"/>
                </a:ext>
              </a:extLst>
            </p:cNvPr>
            <p:cNvSpPr/>
            <p:nvPr/>
          </p:nvSpPr>
          <p:spPr>
            <a:xfrm>
              <a:off x="9104406" y="4397034"/>
              <a:ext cx="52675" cy="52674"/>
            </a:xfrm>
            <a:custGeom>
              <a:avLst/>
              <a:gdLst>
                <a:gd name="connsiteX0" fmla="*/ 52675 w 52675"/>
                <a:gd name="connsiteY0" fmla="*/ 26163 h 52674"/>
                <a:gd name="connsiteX1" fmla="*/ 26512 w 52675"/>
                <a:gd name="connsiteY1" fmla="*/ 0 h 52674"/>
                <a:gd name="connsiteX2" fmla="*/ 23721 w 52675"/>
                <a:gd name="connsiteY2" fmla="*/ 0 h 52674"/>
                <a:gd name="connsiteX3" fmla="*/ 4535 w 52675"/>
                <a:gd name="connsiteY3" fmla="*/ 11512 h 52674"/>
                <a:gd name="connsiteX4" fmla="*/ 2791 w 52675"/>
                <a:gd name="connsiteY4" fmla="*/ 14651 h 52674"/>
                <a:gd name="connsiteX5" fmla="*/ 349 w 52675"/>
                <a:gd name="connsiteY5" fmla="*/ 22675 h 52674"/>
                <a:gd name="connsiteX6" fmla="*/ 0 w 52675"/>
                <a:gd name="connsiteY6" fmla="*/ 26163 h 52674"/>
                <a:gd name="connsiteX7" fmla="*/ 0 w 52675"/>
                <a:gd name="connsiteY7" fmla="*/ 26163 h 52674"/>
                <a:gd name="connsiteX8" fmla="*/ 349 w 52675"/>
                <a:gd name="connsiteY8" fmla="*/ 29303 h 52674"/>
                <a:gd name="connsiteX9" fmla="*/ 2443 w 52675"/>
                <a:gd name="connsiteY9" fmla="*/ 36628 h 52674"/>
                <a:gd name="connsiteX10" fmla="*/ 5931 w 52675"/>
                <a:gd name="connsiteY10" fmla="*/ 42559 h 52674"/>
                <a:gd name="connsiteX11" fmla="*/ 8024 w 52675"/>
                <a:gd name="connsiteY11" fmla="*/ 45001 h 52674"/>
                <a:gd name="connsiteX12" fmla="*/ 26512 w 52675"/>
                <a:gd name="connsiteY12" fmla="*/ 52675 h 52674"/>
                <a:gd name="connsiteX13" fmla="*/ 52675 w 52675"/>
                <a:gd name="connsiteY13" fmla="*/ 26163 h 52674"/>
                <a:gd name="connsiteX14" fmla="*/ 52675 w 52675"/>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5" h="52674">
                  <a:moveTo>
                    <a:pt x="52675" y="26163"/>
                  </a:moveTo>
                  <a:cubicBezTo>
                    <a:pt x="52675" y="11861"/>
                    <a:pt x="40815" y="0"/>
                    <a:pt x="26512" y="0"/>
                  </a:cubicBezTo>
                  <a:cubicBezTo>
                    <a:pt x="25466" y="0"/>
                    <a:pt x="24768" y="0"/>
                    <a:pt x="23721" y="0"/>
                  </a:cubicBezTo>
                  <a:cubicBezTo>
                    <a:pt x="15698" y="698"/>
                    <a:pt x="9070" y="5233"/>
                    <a:pt x="4535" y="11512"/>
                  </a:cubicBezTo>
                  <a:cubicBezTo>
                    <a:pt x="3838" y="12558"/>
                    <a:pt x="3140"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6" y="34186"/>
                    <a:pt x="2443" y="36628"/>
                  </a:cubicBezTo>
                  <a:cubicBezTo>
                    <a:pt x="3488" y="38721"/>
                    <a:pt x="4535" y="40814"/>
                    <a:pt x="5931" y="42559"/>
                  </a:cubicBezTo>
                  <a:cubicBezTo>
                    <a:pt x="6628" y="43256"/>
                    <a:pt x="7326" y="44303"/>
                    <a:pt x="8024" y="45001"/>
                  </a:cubicBezTo>
                  <a:cubicBezTo>
                    <a:pt x="12908" y="49884"/>
                    <a:pt x="19186" y="52675"/>
                    <a:pt x="26512" y="52675"/>
                  </a:cubicBezTo>
                  <a:cubicBezTo>
                    <a:pt x="40815"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940" name="Freeform: Shape 939">
              <a:extLst>
                <a:ext uri="{FF2B5EF4-FFF2-40B4-BE49-F238E27FC236}">
                  <a16:creationId xmlns:a16="http://schemas.microsoft.com/office/drawing/2014/main" id="{5C5A5AF1-0BA4-443F-4547-79DCE693B064}"/>
                </a:ext>
              </a:extLst>
            </p:cNvPr>
            <p:cNvSpPr/>
            <p:nvPr/>
          </p:nvSpPr>
          <p:spPr>
            <a:xfrm>
              <a:off x="1140710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1" name="Freeform: Shape 940">
              <a:extLst>
                <a:ext uri="{FF2B5EF4-FFF2-40B4-BE49-F238E27FC236}">
                  <a16:creationId xmlns:a16="http://schemas.microsoft.com/office/drawing/2014/main" id="{F951B0DF-B9AA-9A37-7256-BCF53D5B9A15}"/>
                </a:ext>
              </a:extLst>
            </p:cNvPr>
            <p:cNvSpPr/>
            <p:nvPr/>
          </p:nvSpPr>
          <p:spPr>
            <a:xfrm>
              <a:off x="1140710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2" name="Freeform: Shape 941">
              <a:extLst>
                <a:ext uri="{FF2B5EF4-FFF2-40B4-BE49-F238E27FC236}">
                  <a16:creationId xmlns:a16="http://schemas.microsoft.com/office/drawing/2014/main" id="{62B1018F-141F-7B25-F7ED-0EBBBFA01A72}"/>
                </a:ext>
              </a:extLst>
            </p:cNvPr>
            <p:cNvSpPr/>
            <p:nvPr/>
          </p:nvSpPr>
          <p:spPr>
            <a:xfrm>
              <a:off x="1130245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3" name="Freeform: Shape 942">
              <a:extLst>
                <a:ext uri="{FF2B5EF4-FFF2-40B4-BE49-F238E27FC236}">
                  <a16:creationId xmlns:a16="http://schemas.microsoft.com/office/drawing/2014/main" id="{B1F3827D-709A-2FF4-19DF-F3B401BD89F3}"/>
                </a:ext>
              </a:extLst>
            </p:cNvPr>
            <p:cNvSpPr/>
            <p:nvPr/>
          </p:nvSpPr>
          <p:spPr>
            <a:xfrm>
              <a:off x="1109315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44" name="Freeform: Shape 943">
              <a:extLst>
                <a:ext uri="{FF2B5EF4-FFF2-40B4-BE49-F238E27FC236}">
                  <a16:creationId xmlns:a16="http://schemas.microsoft.com/office/drawing/2014/main" id="{8EB6A54D-EC2C-78EE-0AAB-FC24FEFAB7A5}"/>
                </a:ext>
              </a:extLst>
            </p:cNvPr>
            <p:cNvSpPr/>
            <p:nvPr/>
          </p:nvSpPr>
          <p:spPr>
            <a:xfrm>
              <a:off x="1025593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5" name="Freeform: Shape 944">
              <a:extLst>
                <a:ext uri="{FF2B5EF4-FFF2-40B4-BE49-F238E27FC236}">
                  <a16:creationId xmlns:a16="http://schemas.microsoft.com/office/drawing/2014/main" id="{218C8D28-4C3C-4E23-48CE-E34301C61E6A}"/>
                </a:ext>
              </a:extLst>
            </p:cNvPr>
            <p:cNvSpPr/>
            <p:nvPr/>
          </p:nvSpPr>
          <p:spPr>
            <a:xfrm>
              <a:off x="1025593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6" name="Freeform: Shape 945">
              <a:extLst>
                <a:ext uri="{FF2B5EF4-FFF2-40B4-BE49-F238E27FC236}">
                  <a16:creationId xmlns:a16="http://schemas.microsoft.com/office/drawing/2014/main" id="{D9AB062B-CEB1-67D9-6616-90402B51BB70}"/>
                </a:ext>
              </a:extLst>
            </p:cNvPr>
            <p:cNvSpPr/>
            <p:nvPr/>
          </p:nvSpPr>
          <p:spPr>
            <a:xfrm>
              <a:off x="11197802"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47" name="Freeform: Shape 946">
              <a:extLst>
                <a:ext uri="{FF2B5EF4-FFF2-40B4-BE49-F238E27FC236}">
                  <a16:creationId xmlns:a16="http://schemas.microsoft.com/office/drawing/2014/main" id="{D39A385B-61E5-BACE-9CF2-5DA9088DC9E1}"/>
                </a:ext>
              </a:extLst>
            </p:cNvPr>
            <p:cNvSpPr/>
            <p:nvPr/>
          </p:nvSpPr>
          <p:spPr>
            <a:xfrm>
              <a:off x="1098849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8" name="Freeform: Shape 947">
              <a:extLst>
                <a:ext uri="{FF2B5EF4-FFF2-40B4-BE49-F238E27FC236}">
                  <a16:creationId xmlns:a16="http://schemas.microsoft.com/office/drawing/2014/main" id="{94CE7196-A024-B3D6-6411-64E9D2EBE766}"/>
                </a:ext>
              </a:extLst>
            </p:cNvPr>
            <p:cNvSpPr/>
            <p:nvPr/>
          </p:nvSpPr>
          <p:spPr>
            <a:xfrm>
              <a:off x="1015127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9" name="Freeform: Shape 948">
              <a:extLst>
                <a:ext uri="{FF2B5EF4-FFF2-40B4-BE49-F238E27FC236}">
                  <a16:creationId xmlns:a16="http://schemas.microsoft.com/office/drawing/2014/main" id="{C15F9CE6-E6B6-B749-42AF-75A7B8923A79}"/>
                </a:ext>
              </a:extLst>
            </p:cNvPr>
            <p:cNvSpPr/>
            <p:nvPr/>
          </p:nvSpPr>
          <p:spPr>
            <a:xfrm>
              <a:off x="10151278"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0" name="Freeform: Shape 949">
              <a:extLst>
                <a:ext uri="{FF2B5EF4-FFF2-40B4-BE49-F238E27FC236}">
                  <a16:creationId xmlns:a16="http://schemas.microsoft.com/office/drawing/2014/main" id="{4213FD57-3BD3-1311-D1FB-8C1BDABFF810}"/>
                </a:ext>
              </a:extLst>
            </p:cNvPr>
            <p:cNvSpPr/>
            <p:nvPr/>
          </p:nvSpPr>
          <p:spPr>
            <a:xfrm>
              <a:off x="962801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51" name="Freeform: Shape 950">
              <a:extLst>
                <a:ext uri="{FF2B5EF4-FFF2-40B4-BE49-F238E27FC236}">
                  <a16:creationId xmlns:a16="http://schemas.microsoft.com/office/drawing/2014/main" id="{2E4065EC-9E10-400E-D046-3C300E00E71B}"/>
                </a:ext>
              </a:extLst>
            </p:cNvPr>
            <p:cNvSpPr/>
            <p:nvPr/>
          </p:nvSpPr>
          <p:spPr>
            <a:xfrm>
              <a:off x="952336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2" name="Freeform: Shape 951">
              <a:extLst>
                <a:ext uri="{FF2B5EF4-FFF2-40B4-BE49-F238E27FC236}">
                  <a16:creationId xmlns:a16="http://schemas.microsoft.com/office/drawing/2014/main" id="{D3C018B3-005C-7F44-BC70-A5122464B8D4}"/>
                </a:ext>
              </a:extLst>
            </p:cNvPr>
            <p:cNvSpPr/>
            <p:nvPr/>
          </p:nvSpPr>
          <p:spPr>
            <a:xfrm>
              <a:off x="931406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3" name="Freeform: Shape 952">
              <a:extLst>
                <a:ext uri="{FF2B5EF4-FFF2-40B4-BE49-F238E27FC236}">
                  <a16:creationId xmlns:a16="http://schemas.microsoft.com/office/drawing/2014/main" id="{E51EDBBE-9569-13EB-DDB6-80E95784C9DB}"/>
                </a:ext>
              </a:extLst>
            </p:cNvPr>
            <p:cNvSpPr/>
            <p:nvPr/>
          </p:nvSpPr>
          <p:spPr>
            <a:xfrm>
              <a:off x="900010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4" name="Freeform: Shape 953">
              <a:extLst>
                <a:ext uri="{FF2B5EF4-FFF2-40B4-BE49-F238E27FC236}">
                  <a16:creationId xmlns:a16="http://schemas.microsoft.com/office/drawing/2014/main" id="{103C17E9-ED44-84B0-98C6-2B4F81520E9D}"/>
                </a:ext>
              </a:extLst>
            </p:cNvPr>
            <p:cNvSpPr/>
            <p:nvPr/>
          </p:nvSpPr>
          <p:spPr>
            <a:xfrm>
              <a:off x="9000103"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55" name="Freeform: Shape 954">
              <a:extLst>
                <a:ext uri="{FF2B5EF4-FFF2-40B4-BE49-F238E27FC236}">
                  <a16:creationId xmlns:a16="http://schemas.microsoft.com/office/drawing/2014/main" id="{EB63DE37-EBC2-4113-7BA5-E2BD97E034B5}"/>
                </a:ext>
              </a:extLst>
            </p:cNvPr>
            <p:cNvSpPr/>
            <p:nvPr/>
          </p:nvSpPr>
          <p:spPr>
            <a:xfrm>
              <a:off x="847684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6" name="Freeform: Shape 955">
              <a:extLst>
                <a:ext uri="{FF2B5EF4-FFF2-40B4-BE49-F238E27FC236}">
                  <a16:creationId xmlns:a16="http://schemas.microsoft.com/office/drawing/2014/main" id="{B027ADCB-4B66-9C84-0F31-9BF97A336071}"/>
                </a:ext>
              </a:extLst>
            </p:cNvPr>
            <p:cNvSpPr/>
            <p:nvPr/>
          </p:nvSpPr>
          <p:spPr>
            <a:xfrm>
              <a:off x="8372188"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57" name="Freeform: Shape 956">
              <a:extLst>
                <a:ext uri="{FF2B5EF4-FFF2-40B4-BE49-F238E27FC236}">
                  <a16:creationId xmlns:a16="http://schemas.microsoft.com/office/drawing/2014/main" id="{FF28A5FB-AD82-453F-0B00-29D0362DB0E1}"/>
                </a:ext>
              </a:extLst>
            </p:cNvPr>
            <p:cNvSpPr/>
            <p:nvPr/>
          </p:nvSpPr>
          <p:spPr>
            <a:xfrm>
              <a:off x="837218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8" name="Freeform: Shape 957">
              <a:extLst>
                <a:ext uri="{FF2B5EF4-FFF2-40B4-BE49-F238E27FC236}">
                  <a16:creationId xmlns:a16="http://schemas.microsoft.com/office/drawing/2014/main" id="{8FD3DFEE-6182-0DCA-4EE1-A9F4DFAA2AF4}"/>
                </a:ext>
              </a:extLst>
            </p:cNvPr>
            <p:cNvSpPr/>
            <p:nvPr/>
          </p:nvSpPr>
          <p:spPr>
            <a:xfrm>
              <a:off x="816288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59" name="Freeform: Shape 958">
              <a:extLst>
                <a:ext uri="{FF2B5EF4-FFF2-40B4-BE49-F238E27FC236}">
                  <a16:creationId xmlns:a16="http://schemas.microsoft.com/office/drawing/2014/main" id="{8D7BAD9D-FD02-2CB0-BBB2-77694D3426C6}"/>
                </a:ext>
              </a:extLst>
            </p:cNvPr>
            <p:cNvSpPr/>
            <p:nvPr/>
          </p:nvSpPr>
          <p:spPr>
            <a:xfrm>
              <a:off x="7744274"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60" name="Freeform: Shape 959">
              <a:extLst>
                <a:ext uri="{FF2B5EF4-FFF2-40B4-BE49-F238E27FC236}">
                  <a16:creationId xmlns:a16="http://schemas.microsoft.com/office/drawing/2014/main" id="{B8AE410E-BEAA-0B83-0CA3-4030573E1434}"/>
                </a:ext>
              </a:extLst>
            </p:cNvPr>
            <p:cNvSpPr/>
            <p:nvPr/>
          </p:nvSpPr>
          <p:spPr>
            <a:xfrm>
              <a:off x="75349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1" name="Freeform: Shape 960">
              <a:extLst>
                <a:ext uri="{FF2B5EF4-FFF2-40B4-BE49-F238E27FC236}">
                  <a16:creationId xmlns:a16="http://schemas.microsoft.com/office/drawing/2014/main" id="{E388BFFE-EDBA-0902-B8EB-F71CE6A783F5}"/>
                </a:ext>
              </a:extLst>
            </p:cNvPr>
            <p:cNvSpPr/>
            <p:nvPr/>
          </p:nvSpPr>
          <p:spPr>
            <a:xfrm>
              <a:off x="722101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62" name="Freeform: Shape 961">
              <a:extLst>
                <a:ext uri="{FF2B5EF4-FFF2-40B4-BE49-F238E27FC236}">
                  <a16:creationId xmlns:a16="http://schemas.microsoft.com/office/drawing/2014/main" id="{4E531A57-F80E-C3A0-AD61-813E99D2FD4C}"/>
                </a:ext>
              </a:extLst>
            </p:cNvPr>
            <p:cNvSpPr/>
            <p:nvPr/>
          </p:nvSpPr>
          <p:spPr>
            <a:xfrm>
              <a:off x="669775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963" name="Freeform: Shape 962">
              <a:extLst>
                <a:ext uri="{FF2B5EF4-FFF2-40B4-BE49-F238E27FC236}">
                  <a16:creationId xmlns:a16="http://schemas.microsoft.com/office/drawing/2014/main" id="{968D6609-BC47-8EDA-01B8-006F84B06009}"/>
                </a:ext>
              </a:extLst>
            </p:cNvPr>
            <p:cNvSpPr/>
            <p:nvPr/>
          </p:nvSpPr>
          <p:spPr>
            <a:xfrm>
              <a:off x="669775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4" name="Freeform: Shape 963">
              <a:extLst>
                <a:ext uri="{FF2B5EF4-FFF2-40B4-BE49-F238E27FC236}">
                  <a16:creationId xmlns:a16="http://schemas.microsoft.com/office/drawing/2014/main" id="{3D456C1A-F814-0E5A-AEA0-4A456C53ECAD}"/>
                </a:ext>
              </a:extLst>
            </p:cNvPr>
            <p:cNvSpPr/>
            <p:nvPr/>
          </p:nvSpPr>
          <p:spPr>
            <a:xfrm>
              <a:off x="9314060" y="4187729"/>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2791" y="14302"/>
                    <a:pt x="2442" y="15000"/>
                    <a:pt x="2093" y="16047"/>
                  </a:cubicBezTo>
                  <a:cubicBezTo>
                    <a:pt x="698" y="19186"/>
                    <a:pt x="0" y="22675"/>
                    <a:pt x="0" y="26163"/>
                  </a:cubicBezTo>
                  <a:cubicBezTo>
                    <a:pt x="0" y="40465"/>
                    <a:pt x="11860" y="52326"/>
                    <a:pt x="26163" y="52326"/>
                  </a:cubicBezTo>
                  <a:lnTo>
                    <a:pt x="26163" y="52326"/>
                  </a:ln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65" name="Freeform: Shape 964">
              <a:extLst>
                <a:ext uri="{FF2B5EF4-FFF2-40B4-BE49-F238E27FC236}">
                  <a16:creationId xmlns:a16="http://schemas.microsoft.com/office/drawing/2014/main" id="{6D390EA1-331E-1EFE-D2AC-845EA604CD42}"/>
                </a:ext>
              </a:extLst>
            </p:cNvPr>
            <p:cNvSpPr/>
            <p:nvPr/>
          </p:nvSpPr>
          <p:spPr>
            <a:xfrm>
              <a:off x="1088384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6" name="Freeform: Shape 965">
              <a:extLst>
                <a:ext uri="{FF2B5EF4-FFF2-40B4-BE49-F238E27FC236}">
                  <a16:creationId xmlns:a16="http://schemas.microsoft.com/office/drawing/2014/main" id="{389047FF-784F-7BA3-8AD6-FB338DE5BFDF}"/>
                </a:ext>
              </a:extLst>
            </p:cNvPr>
            <p:cNvSpPr/>
            <p:nvPr/>
          </p:nvSpPr>
          <p:spPr>
            <a:xfrm>
              <a:off x="9942315" y="3455511"/>
              <a:ext cx="52333" cy="51977"/>
            </a:xfrm>
            <a:custGeom>
              <a:avLst/>
              <a:gdLst>
                <a:gd name="connsiteX0" fmla="*/ 25821 w 52333"/>
                <a:gd name="connsiteY0" fmla="*/ 51977 h 51977"/>
                <a:gd name="connsiteX1" fmla="*/ 38380 w 52333"/>
                <a:gd name="connsiteY1" fmla="*/ 48838 h 51977"/>
                <a:gd name="connsiteX2" fmla="*/ 39078 w 52333"/>
                <a:gd name="connsiteY2" fmla="*/ 48489 h 51977"/>
                <a:gd name="connsiteX3" fmla="*/ 41170 w 52333"/>
                <a:gd name="connsiteY3" fmla="*/ 47094 h 51977"/>
                <a:gd name="connsiteX4" fmla="*/ 44310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1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1" y="51977"/>
                  </a:moveTo>
                  <a:cubicBezTo>
                    <a:pt x="30357" y="51977"/>
                    <a:pt x="34542" y="50931"/>
                    <a:pt x="38380" y="48838"/>
                  </a:cubicBezTo>
                  <a:cubicBezTo>
                    <a:pt x="38728" y="48838"/>
                    <a:pt x="38728" y="48489"/>
                    <a:pt x="39078" y="48489"/>
                  </a:cubicBezTo>
                  <a:cubicBezTo>
                    <a:pt x="39775" y="48140"/>
                    <a:pt x="40473" y="47791"/>
                    <a:pt x="41170" y="47094"/>
                  </a:cubicBezTo>
                  <a:cubicBezTo>
                    <a:pt x="42217" y="46396"/>
                    <a:pt x="43263" y="45349"/>
                    <a:pt x="44310" y="44652"/>
                  </a:cubicBezTo>
                  <a:cubicBezTo>
                    <a:pt x="44310" y="44652"/>
                    <a:pt x="44310"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1" y="1744"/>
                    <a:pt x="14659" y="2791"/>
                  </a:cubicBezTo>
                  <a:cubicBezTo>
                    <a:pt x="12217" y="4186"/>
                    <a:pt x="9774" y="5582"/>
                    <a:pt x="7682" y="7675"/>
                  </a:cubicBezTo>
                  <a:cubicBezTo>
                    <a:pt x="2798" y="12558"/>
                    <a:pt x="8" y="18838"/>
                    <a:pt x="8" y="26163"/>
                  </a:cubicBezTo>
                  <a:cubicBezTo>
                    <a:pt x="-342" y="40117"/>
                    <a:pt x="11519" y="51977"/>
                    <a:pt x="25821" y="51977"/>
                  </a:cubicBezTo>
                  <a:close/>
                </a:path>
              </a:pathLst>
            </a:custGeom>
            <a:grpFill/>
            <a:ln w="3488" cap="flat">
              <a:noFill/>
              <a:prstDash val="solid"/>
              <a:miter/>
            </a:ln>
          </p:spPr>
          <p:txBody>
            <a:bodyPr rtlCol="0" anchor="ctr"/>
            <a:lstStyle/>
            <a:p>
              <a:endParaRPr lang="en-ID"/>
            </a:p>
          </p:txBody>
        </p:sp>
        <p:sp>
          <p:nvSpPr>
            <p:cNvPr id="967" name="Freeform: Shape 966">
              <a:extLst>
                <a:ext uri="{FF2B5EF4-FFF2-40B4-BE49-F238E27FC236}">
                  <a16:creationId xmlns:a16="http://schemas.microsoft.com/office/drawing/2014/main" id="{E2D6D661-E28C-13CD-42D7-1D596449DF8C}"/>
                </a:ext>
              </a:extLst>
            </p:cNvPr>
            <p:cNvSpPr/>
            <p:nvPr/>
          </p:nvSpPr>
          <p:spPr>
            <a:xfrm>
              <a:off x="1130245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8" name="Freeform: Shape 967">
              <a:extLst>
                <a:ext uri="{FF2B5EF4-FFF2-40B4-BE49-F238E27FC236}">
                  <a16:creationId xmlns:a16="http://schemas.microsoft.com/office/drawing/2014/main" id="{B91730CB-AA4D-2C3E-57D4-31D200506623}"/>
                </a:ext>
              </a:extLst>
            </p:cNvPr>
            <p:cNvSpPr/>
            <p:nvPr/>
          </p:nvSpPr>
          <p:spPr>
            <a:xfrm>
              <a:off x="1182571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9" name="Freeform: Shape 968">
              <a:extLst>
                <a:ext uri="{FF2B5EF4-FFF2-40B4-BE49-F238E27FC236}">
                  <a16:creationId xmlns:a16="http://schemas.microsoft.com/office/drawing/2014/main" id="{4E3D3F56-9B70-55AF-7A91-1E610BD12AC7}"/>
                </a:ext>
              </a:extLst>
            </p:cNvPr>
            <p:cNvSpPr/>
            <p:nvPr/>
          </p:nvSpPr>
          <p:spPr>
            <a:xfrm>
              <a:off x="1161641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70" name="Freeform: Shape 969">
              <a:extLst>
                <a:ext uri="{FF2B5EF4-FFF2-40B4-BE49-F238E27FC236}">
                  <a16:creationId xmlns:a16="http://schemas.microsoft.com/office/drawing/2014/main" id="{EDC601CB-9181-CA7F-7D2D-10605DC8A1C3}"/>
                </a:ext>
              </a:extLst>
            </p:cNvPr>
            <p:cNvSpPr/>
            <p:nvPr/>
          </p:nvSpPr>
          <p:spPr>
            <a:xfrm>
              <a:off x="11093150"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6"/>
                    <a:pt x="52326" y="26163"/>
                  </a:cubicBezTo>
                  <a:lnTo>
                    <a:pt x="52326" y="26163"/>
                  </a:lnTo>
                  <a:cubicBezTo>
                    <a:pt x="52326" y="11861"/>
                    <a:pt x="40466" y="0"/>
                    <a:pt x="26163" y="0"/>
                  </a:cubicBezTo>
                  <a:lnTo>
                    <a:pt x="26163" y="0"/>
                  </a:ln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71" name="Freeform: Shape 970">
              <a:extLst>
                <a:ext uri="{FF2B5EF4-FFF2-40B4-BE49-F238E27FC236}">
                  <a16:creationId xmlns:a16="http://schemas.microsoft.com/office/drawing/2014/main" id="{BFC20BEF-1424-1209-3DCD-FFAC560A44F6}"/>
                </a:ext>
              </a:extLst>
            </p:cNvPr>
            <p:cNvSpPr/>
            <p:nvPr/>
          </p:nvSpPr>
          <p:spPr>
            <a:xfrm>
              <a:off x="1067454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2" name="Freeform: Shape 971">
              <a:extLst>
                <a:ext uri="{FF2B5EF4-FFF2-40B4-BE49-F238E27FC236}">
                  <a16:creationId xmlns:a16="http://schemas.microsoft.com/office/drawing/2014/main" id="{CDD2F9ED-CF72-8A45-2EEF-A10922B2D385}"/>
                </a:ext>
              </a:extLst>
            </p:cNvPr>
            <p:cNvSpPr/>
            <p:nvPr/>
          </p:nvSpPr>
          <p:spPr>
            <a:xfrm>
              <a:off x="1151175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3" name="Freeform: Shape 972">
              <a:extLst>
                <a:ext uri="{FF2B5EF4-FFF2-40B4-BE49-F238E27FC236}">
                  <a16:creationId xmlns:a16="http://schemas.microsoft.com/office/drawing/2014/main" id="{5637F866-22CB-CFC1-8434-0B5109B886E3}"/>
                </a:ext>
              </a:extLst>
            </p:cNvPr>
            <p:cNvSpPr/>
            <p:nvPr/>
          </p:nvSpPr>
          <p:spPr>
            <a:xfrm>
              <a:off x="1119780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4" name="Freeform: Shape 973">
              <a:extLst>
                <a:ext uri="{FF2B5EF4-FFF2-40B4-BE49-F238E27FC236}">
                  <a16:creationId xmlns:a16="http://schemas.microsoft.com/office/drawing/2014/main" id="{5EE63403-17F0-5100-1311-6B8257106CCA}"/>
                </a:ext>
              </a:extLst>
            </p:cNvPr>
            <p:cNvSpPr/>
            <p:nvPr/>
          </p:nvSpPr>
          <p:spPr>
            <a:xfrm>
              <a:off x="837218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5" name="Freeform: Shape 974">
              <a:extLst>
                <a:ext uri="{FF2B5EF4-FFF2-40B4-BE49-F238E27FC236}">
                  <a16:creationId xmlns:a16="http://schemas.microsoft.com/office/drawing/2014/main" id="{3D40095C-AFB5-C042-D45B-25D76DEC7093}"/>
                </a:ext>
              </a:extLst>
            </p:cNvPr>
            <p:cNvSpPr/>
            <p:nvPr/>
          </p:nvSpPr>
          <p:spPr>
            <a:xfrm>
              <a:off x="78489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6" name="Freeform: Shape 975">
              <a:extLst>
                <a:ext uri="{FF2B5EF4-FFF2-40B4-BE49-F238E27FC236}">
                  <a16:creationId xmlns:a16="http://schemas.microsoft.com/office/drawing/2014/main" id="{63A4D539-EEA2-38A5-2886-D0286359ABE2}"/>
                </a:ext>
              </a:extLst>
            </p:cNvPr>
            <p:cNvSpPr/>
            <p:nvPr/>
          </p:nvSpPr>
          <p:spPr>
            <a:xfrm>
              <a:off x="77442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7" name="Freeform: Shape 976">
              <a:extLst>
                <a:ext uri="{FF2B5EF4-FFF2-40B4-BE49-F238E27FC236}">
                  <a16:creationId xmlns:a16="http://schemas.microsoft.com/office/drawing/2014/main" id="{3181A3B2-A0EA-57D1-BBFA-1A77FA55E5A6}"/>
                </a:ext>
              </a:extLst>
            </p:cNvPr>
            <p:cNvSpPr/>
            <p:nvPr/>
          </p:nvSpPr>
          <p:spPr>
            <a:xfrm>
              <a:off x="66977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78" name="Freeform: Shape 977">
              <a:extLst>
                <a:ext uri="{FF2B5EF4-FFF2-40B4-BE49-F238E27FC236}">
                  <a16:creationId xmlns:a16="http://schemas.microsoft.com/office/drawing/2014/main" id="{363F4020-9EEE-F9B2-DA52-8FAE94162623}"/>
                </a:ext>
              </a:extLst>
            </p:cNvPr>
            <p:cNvSpPr/>
            <p:nvPr/>
          </p:nvSpPr>
          <p:spPr>
            <a:xfrm>
              <a:off x="10255931" y="3769468"/>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lnTo>
                    <a:pt x="26163" y="51977"/>
                  </a:ln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lnTo>
                    <a:pt x="26163" y="0"/>
                  </a:ln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979" name="Freeform: Shape 978">
              <a:extLst>
                <a:ext uri="{FF2B5EF4-FFF2-40B4-BE49-F238E27FC236}">
                  <a16:creationId xmlns:a16="http://schemas.microsoft.com/office/drawing/2014/main" id="{5CB49A18-8900-1B92-3745-D006540E7881}"/>
                </a:ext>
              </a:extLst>
            </p:cNvPr>
            <p:cNvSpPr/>
            <p:nvPr/>
          </p:nvSpPr>
          <p:spPr>
            <a:xfrm>
              <a:off x="12139673" y="3664467"/>
              <a:ext cx="52326" cy="52326"/>
            </a:xfrm>
            <a:custGeom>
              <a:avLst/>
              <a:gdLst>
                <a:gd name="connsiteX0" fmla="*/ 26163 w 52326"/>
                <a:gd name="connsiteY0" fmla="*/ 52326 h 52326"/>
                <a:gd name="connsiteX1" fmla="*/ 31396 w 52326"/>
                <a:gd name="connsiteY1" fmla="*/ 51628 h 52326"/>
                <a:gd name="connsiteX2" fmla="*/ 52326 w 52326"/>
                <a:gd name="connsiteY2" fmla="*/ 26163 h 52326"/>
                <a:gd name="connsiteX3" fmla="*/ 26163 w 52326"/>
                <a:gd name="connsiteY3" fmla="*/ 0 h 52326"/>
                <a:gd name="connsiteX4" fmla="*/ 18489 w 52326"/>
                <a:gd name="connsiteY4" fmla="*/ 1046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27907" y="52326"/>
                    <a:pt x="29652" y="51977"/>
                    <a:pt x="31396" y="51628"/>
                  </a:cubicBezTo>
                  <a:cubicBezTo>
                    <a:pt x="43256" y="49187"/>
                    <a:pt x="52326" y="38721"/>
                    <a:pt x="52326" y="26163"/>
                  </a:cubicBezTo>
                  <a:cubicBezTo>
                    <a:pt x="52326" y="11861"/>
                    <a:pt x="40466" y="0"/>
                    <a:pt x="26163" y="0"/>
                  </a:cubicBezTo>
                  <a:cubicBezTo>
                    <a:pt x="23372" y="0"/>
                    <a:pt x="20930" y="349"/>
                    <a:pt x="18489" y="1046"/>
                  </a:cubicBezTo>
                  <a:cubicBezTo>
                    <a:pt x="7674" y="4186"/>
                    <a:pt x="0" y="14302"/>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80" name="Freeform: Shape 979">
              <a:extLst>
                <a:ext uri="{FF2B5EF4-FFF2-40B4-BE49-F238E27FC236}">
                  <a16:creationId xmlns:a16="http://schemas.microsoft.com/office/drawing/2014/main" id="{60B9638D-C161-952A-58E1-B186EF5450C2}"/>
                </a:ext>
              </a:extLst>
            </p:cNvPr>
            <p:cNvSpPr/>
            <p:nvPr/>
          </p:nvSpPr>
          <p:spPr>
            <a:xfrm>
              <a:off x="1203502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1" name="Freeform: Shape 980">
              <a:extLst>
                <a:ext uri="{FF2B5EF4-FFF2-40B4-BE49-F238E27FC236}">
                  <a16:creationId xmlns:a16="http://schemas.microsoft.com/office/drawing/2014/main" id="{4B85C794-0CE5-196C-C00D-DC99161F05D0}"/>
                </a:ext>
              </a:extLst>
            </p:cNvPr>
            <p:cNvSpPr/>
            <p:nvPr/>
          </p:nvSpPr>
          <p:spPr>
            <a:xfrm>
              <a:off x="1213967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2" name="Freeform: Shape 981">
              <a:extLst>
                <a:ext uri="{FF2B5EF4-FFF2-40B4-BE49-F238E27FC236}">
                  <a16:creationId xmlns:a16="http://schemas.microsoft.com/office/drawing/2014/main" id="{8C5A6E6E-790B-BA6E-F5D0-7A63EF825972}"/>
                </a:ext>
              </a:extLst>
            </p:cNvPr>
            <p:cNvSpPr/>
            <p:nvPr/>
          </p:nvSpPr>
          <p:spPr>
            <a:xfrm>
              <a:off x="1213967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3" name="Freeform: Shape 982">
              <a:extLst>
                <a:ext uri="{FF2B5EF4-FFF2-40B4-BE49-F238E27FC236}">
                  <a16:creationId xmlns:a16="http://schemas.microsoft.com/office/drawing/2014/main" id="{8CC78E11-6F34-461A-FA68-A3194F50288E}"/>
                </a:ext>
              </a:extLst>
            </p:cNvPr>
            <p:cNvSpPr/>
            <p:nvPr/>
          </p:nvSpPr>
          <p:spPr>
            <a:xfrm>
              <a:off x="1130245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4" name="Freeform: Shape 983">
              <a:extLst>
                <a:ext uri="{FF2B5EF4-FFF2-40B4-BE49-F238E27FC236}">
                  <a16:creationId xmlns:a16="http://schemas.microsoft.com/office/drawing/2014/main" id="{699092A7-9EAA-D726-3D5E-7FD044B8468F}"/>
                </a:ext>
              </a:extLst>
            </p:cNvPr>
            <p:cNvSpPr/>
            <p:nvPr/>
          </p:nvSpPr>
          <p:spPr>
            <a:xfrm>
              <a:off x="1088384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5" name="Freeform: Shape 984">
              <a:extLst>
                <a:ext uri="{FF2B5EF4-FFF2-40B4-BE49-F238E27FC236}">
                  <a16:creationId xmlns:a16="http://schemas.microsoft.com/office/drawing/2014/main" id="{9FF673E6-F748-5035-18BC-363C93849107}"/>
                </a:ext>
              </a:extLst>
            </p:cNvPr>
            <p:cNvSpPr/>
            <p:nvPr/>
          </p:nvSpPr>
          <p:spPr>
            <a:xfrm>
              <a:off x="10465236"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86" name="Freeform: Shape 985">
              <a:extLst>
                <a:ext uri="{FF2B5EF4-FFF2-40B4-BE49-F238E27FC236}">
                  <a16:creationId xmlns:a16="http://schemas.microsoft.com/office/drawing/2014/main" id="{F8098506-E732-E8C4-0D4A-A87DC608135F}"/>
                </a:ext>
              </a:extLst>
            </p:cNvPr>
            <p:cNvSpPr/>
            <p:nvPr/>
          </p:nvSpPr>
          <p:spPr>
            <a:xfrm>
              <a:off x="1151175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7" name="Freeform: Shape 986">
              <a:extLst>
                <a:ext uri="{FF2B5EF4-FFF2-40B4-BE49-F238E27FC236}">
                  <a16:creationId xmlns:a16="http://schemas.microsoft.com/office/drawing/2014/main" id="{D40C07E8-418A-991B-5181-7885D42261D6}"/>
                </a:ext>
              </a:extLst>
            </p:cNvPr>
            <p:cNvSpPr/>
            <p:nvPr/>
          </p:nvSpPr>
          <p:spPr>
            <a:xfrm>
              <a:off x="1098849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8" name="Freeform: Shape 987">
              <a:extLst>
                <a:ext uri="{FF2B5EF4-FFF2-40B4-BE49-F238E27FC236}">
                  <a16:creationId xmlns:a16="http://schemas.microsoft.com/office/drawing/2014/main" id="{8FF39932-DE32-3020-7D14-73EAB7CD34E5}"/>
                </a:ext>
              </a:extLst>
            </p:cNvPr>
            <p:cNvSpPr/>
            <p:nvPr/>
          </p:nvSpPr>
          <p:spPr>
            <a:xfrm>
              <a:off x="1077919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9" name="Freeform: Shape 988">
              <a:extLst>
                <a:ext uri="{FF2B5EF4-FFF2-40B4-BE49-F238E27FC236}">
                  <a16:creationId xmlns:a16="http://schemas.microsoft.com/office/drawing/2014/main" id="{4196259A-001C-0B2E-8D68-85143A1E50E0}"/>
                </a:ext>
              </a:extLst>
            </p:cNvPr>
            <p:cNvSpPr/>
            <p:nvPr/>
          </p:nvSpPr>
          <p:spPr>
            <a:xfrm>
              <a:off x="931406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0" name="Freeform: Shape 989">
              <a:extLst>
                <a:ext uri="{FF2B5EF4-FFF2-40B4-BE49-F238E27FC236}">
                  <a16:creationId xmlns:a16="http://schemas.microsoft.com/office/drawing/2014/main" id="{8B973821-A632-43C5-11EA-AD65F4416703}"/>
                </a:ext>
              </a:extLst>
            </p:cNvPr>
            <p:cNvSpPr/>
            <p:nvPr/>
          </p:nvSpPr>
          <p:spPr>
            <a:xfrm>
              <a:off x="847684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1" name="Freeform: Shape 990">
              <a:extLst>
                <a:ext uri="{FF2B5EF4-FFF2-40B4-BE49-F238E27FC236}">
                  <a16:creationId xmlns:a16="http://schemas.microsoft.com/office/drawing/2014/main" id="{8D3ACFCB-13C6-4F12-29F8-E16ACF86386C}"/>
                </a:ext>
              </a:extLst>
            </p:cNvPr>
            <p:cNvSpPr/>
            <p:nvPr/>
          </p:nvSpPr>
          <p:spPr>
            <a:xfrm>
              <a:off x="774427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2" name="Freeform: Shape 991">
              <a:extLst>
                <a:ext uri="{FF2B5EF4-FFF2-40B4-BE49-F238E27FC236}">
                  <a16:creationId xmlns:a16="http://schemas.microsoft.com/office/drawing/2014/main" id="{090EB0D3-5775-BAEE-E8A7-0A55BD9AD5DE}"/>
                </a:ext>
              </a:extLst>
            </p:cNvPr>
            <p:cNvSpPr/>
            <p:nvPr/>
          </p:nvSpPr>
          <p:spPr>
            <a:xfrm>
              <a:off x="680240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93" name="Freeform: Shape 992">
              <a:extLst>
                <a:ext uri="{FF2B5EF4-FFF2-40B4-BE49-F238E27FC236}">
                  <a16:creationId xmlns:a16="http://schemas.microsoft.com/office/drawing/2014/main" id="{CCC7C99B-CB0B-F522-0B10-A62BC1278EE6}"/>
                </a:ext>
              </a:extLst>
            </p:cNvPr>
            <p:cNvSpPr/>
            <p:nvPr/>
          </p:nvSpPr>
          <p:spPr>
            <a:xfrm>
              <a:off x="66977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4" name="Freeform: Shape 993">
              <a:extLst>
                <a:ext uri="{FF2B5EF4-FFF2-40B4-BE49-F238E27FC236}">
                  <a16:creationId xmlns:a16="http://schemas.microsoft.com/office/drawing/2014/main" id="{53324FE0-D5F1-BB06-A834-F0FE01D5BC25}"/>
                </a:ext>
              </a:extLst>
            </p:cNvPr>
            <p:cNvSpPr/>
            <p:nvPr/>
          </p:nvSpPr>
          <p:spPr>
            <a:xfrm>
              <a:off x="669775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95" name="Freeform: Shape 994">
              <a:extLst>
                <a:ext uri="{FF2B5EF4-FFF2-40B4-BE49-F238E27FC236}">
                  <a16:creationId xmlns:a16="http://schemas.microsoft.com/office/drawing/2014/main" id="{CE67C852-D6BC-780F-FE70-D6E4BD067A9F}"/>
                </a:ext>
              </a:extLst>
            </p:cNvPr>
            <p:cNvSpPr/>
            <p:nvPr/>
          </p:nvSpPr>
          <p:spPr>
            <a:xfrm>
              <a:off x="6174489"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96" name="Freeform: Shape 995">
              <a:extLst>
                <a:ext uri="{FF2B5EF4-FFF2-40B4-BE49-F238E27FC236}">
                  <a16:creationId xmlns:a16="http://schemas.microsoft.com/office/drawing/2014/main" id="{4C331891-7DEF-AE31-C564-01C1934B3AFA}"/>
                </a:ext>
              </a:extLst>
            </p:cNvPr>
            <p:cNvSpPr/>
            <p:nvPr/>
          </p:nvSpPr>
          <p:spPr>
            <a:xfrm>
              <a:off x="6069836"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5"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997" name="Freeform: Shape 996">
              <a:extLst>
                <a:ext uri="{FF2B5EF4-FFF2-40B4-BE49-F238E27FC236}">
                  <a16:creationId xmlns:a16="http://schemas.microsoft.com/office/drawing/2014/main" id="{1C14CCB1-1EED-BA47-105E-DE3B30E9DD0B}"/>
                </a:ext>
              </a:extLst>
            </p:cNvPr>
            <p:cNvSpPr/>
            <p:nvPr/>
          </p:nvSpPr>
          <p:spPr>
            <a:xfrm>
              <a:off x="10255931"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39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7" y="0"/>
                    <a:pt x="12559" y="2791"/>
                    <a:pt x="7674" y="7675"/>
                  </a:cubicBezTo>
                  <a:cubicBezTo>
                    <a:pt x="6628" y="8721"/>
                    <a:pt x="5930" y="9419"/>
                    <a:pt x="5233" y="10465"/>
                  </a:cubicBezTo>
                  <a:cubicBezTo>
                    <a:pt x="4535" y="11512"/>
                    <a:pt x="3838" y="12558"/>
                    <a:pt x="3139" y="13605"/>
                  </a:cubicBezTo>
                  <a:cubicBezTo>
                    <a:pt x="1047" y="17442"/>
                    <a:pt x="0" y="21628"/>
                    <a:pt x="0" y="26163"/>
                  </a:cubicBezTo>
                  <a:lnTo>
                    <a:pt x="0" y="26163"/>
                  </a:ln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98" name="Freeform: Shape 997">
              <a:extLst>
                <a:ext uri="{FF2B5EF4-FFF2-40B4-BE49-F238E27FC236}">
                  <a16:creationId xmlns:a16="http://schemas.microsoft.com/office/drawing/2014/main" id="{72BD734F-4616-576A-358C-D222719BD3BC}"/>
                </a:ext>
              </a:extLst>
            </p:cNvPr>
            <p:cNvSpPr/>
            <p:nvPr/>
          </p:nvSpPr>
          <p:spPr>
            <a:xfrm>
              <a:off x="11511759" y="230398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279 w 52326"/>
                <a:gd name="connsiteY3" fmla="*/ 18489 h 52326"/>
                <a:gd name="connsiteX4" fmla="*/ 26163 w 52326"/>
                <a:gd name="connsiteY4" fmla="*/ 0 h 52326"/>
                <a:gd name="connsiteX5" fmla="*/ 0 w 52326"/>
                <a:gd name="connsiteY5" fmla="*/ 26163 h 52326"/>
                <a:gd name="connsiteX6" fmla="*/ 2093 w 52326"/>
                <a:gd name="connsiteY6" fmla="*/ 3662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3372"/>
                    <a:pt x="51977" y="20930"/>
                    <a:pt x="51279" y="18489"/>
                  </a:cubicBezTo>
                  <a:cubicBezTo>
                    <a:pt x="48140" y="7675"/>
                    <a:pt x="38023" y="0"/>
                    <a:pt x="26163" y="0"/>
                  </a:cubicBezTo>
                  <a:cubicBezTo>
                    <a:pt x="11860" y="0"/>
                    <a:pt x="0" y="11861"/>
                    <a:pt x="0" y="26163"/>
                  </a:cubicBezTo>
                  <a:cubicBezTo>
                    <a:pt x="0" y="30000"/>
                    <a:pt x="698" y="33489"/>
                    <a:pt x="2093" y="36628"/>
                  </a:cubicBezTo>
                  <a:cubicBezTo>
                    <a:pt x="6279" y="46047"/>
                    <a:pt x="15349" y="52326"/>
                    <a:pt x="26163" y="52326"/>
                  </a:cubicBezTo>
                  <a:close/>
                </a:path>
              </a:pathLst>
            </a:custGeom>
            <a:grpFill/>
            <a:ln w="3488" cap="flat">
              <a:noFill/>
              <a:prstDash val="solid"/>
              <a:miter/>
            </a:ln>
          </p:spPr>
          <p:txBody>
            <a:bodyPr rtlCol="0" anchor="ctr"/>
            <a:lstStyle/>
            <a:p>
              <a:endParaRPr lang="en-ID"/>
            </a:p>
          </p:txBody>
        </p:sp>
        <p:sp>
          <p:nvSpPr>
            <p:cNvPr id="999" name="Freeform: Shape 998">
              <a:extLst>
                <a:ext uri="{FF2B5EF4-FFF2-40B4-BE49-F238E27FC236}">
                  <a16:creationId xmlns:a16="http://schemas.microsoft.com/office/drawing/2014/main" id="{1A5A455F-90ED-7526-6FF1-87034D9C8428}"/>
                </a:ext>
              </a:extLst>
            </p:cNvPr>
            <p:cNvSpPr/>
            <p:nvPr/>
          </p:nvSpPr>
          <p:spPr>
            <a:xfrm>
              <a:off x="7011708"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1000" name="Freeform: Shape 999">
              <a:extLst>
                <a:ext uri="{FF2B5EF4-FFF2-40B4-BE49-F238E27FC236}">
                  <a16:creationId xmlns:a16="http://schemas.microsoft.com/office/drawing/2014/main" id="{DDF8F9A9-E748-4F1F-DCB5-C05B032571F6}"/>
                </a:ext>
              </a:extLst>
            </p:cNvPr>
            <p:cNvSpPr/>
            <p:nvPr/>
          </p:nvSpPr>
          <p:spPr>
            <a:xfrm>
              <a:off x="638379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1" name="Freeform: Shape 1000">
              <a:extLst>
                <a:ext uri="{FF2B5EF4-FFF2-40B4-BE49-F238E27FC236}">
                  <a16:creationId xmlns:a16="http://schemas.microsoft.com/office/drawing/2014/main" id="{0ABD7D73-2EAA-0A43-54AF-56B1967BFC8C}"/>
                </a:ext>
              </a:extLst>
            </p:cNvPr>
            <p:cNvSpPr/>
            <p:nvPr/>
          </p:nvSpPr>
          <p:spPr>
            <a:xfrm>
              <a:off x="1213967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2" name="Freeform: Shape 1001">
              <a:extLst>
                <a:ext uri="{FF2B5EF4-FFF2-40B4-BE49-F238E27FC236}">
                  <a16:creationId xmlns:a16="http://schemas.microsoft.com/office/drawing/2014/main" id="{D9F87865-4E0F-253D-8789-35629E36FB65}"/>
                </a:ext>
              </a:extLst>
            </p:cNvPr>
            <p:cNvSpPr/>
            <p:nvPr/>
          </p:nvSpPr>
          <p:spPr>
            <a:xfrm>
              <a:off x="1213967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3" name="Freeform: Shape 1002">
              <a:extLst>
                <a:ext uri="{FF2B5EF4-FFF2-40B4-BE49-F238E27FC236}">
                  <a16:creationId xmlns:a16="http://schemas.microsoft.com/office/drawing/2014/main" id="{65C2A8A4-4230-4E71-662D-998B4C30AFA7}"/>
                </a:ext>
              </a:extLst>
            </p:cNvPr>
            <p:cNvSpPr/>
            <p:nvPr/>
          </p:nvSpPr>
          <p:spPr>
            <a:xfrm>
              <a:off x="1130245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4" name="Freeform: Shape 1003">
              <a:extLst>
                <a:ext uri="{FF2B5EF4-FFF2-40B4-BE49-F238E27FC236}">
                  <a16:creationId xmlns:a16="http://schemas.microsoft.com/office/drawing/2014/main" id="{09CCB64A-AE1D-1822-4FFD-E29D1D342095}"/>
                </a:ext>
              </a:extLst>
            </p:cNvPr>
            <p:cNvSpPr/>
            <p:nvPr/>
          </p:nvSpPr>
          <p:spPr>
            <a:xfrm>
              <a:off x="1109315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5" name="Freeform: Shape 1004">
              <a:extLst>
                <a:ext uri="{FF2B5EF4-FFF2-40B4-BE49-F238E27FC236}">
                  <a16:creationId xmlns:a16="http://schemas.microsoft.com/office/drawing/2014/main" id="{0276C382-47E7-4906-D231-40E8861D84D8}"/>
                </a:ext>
              </a:extLst>
            </p:cNvPr>
            <p:cNvSpPr/>
            <p:nvPr/>
          </p:nvSpPr>
          <p:spPr>
            <a:xfrm>
              <a:off x="1109315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6" name="Freeform: Shape 1005">
              <a:extLst>
                <a:ext uri="{FF2B5EF4-FFF2-40B4-BE49-F238E27FC236}">
                  <a16:creationId xmlns:a16="http://schemas.microsoft.com/office/drawing/2014/main" id="{590FCB73-5CC4-3CBF-166D-DCEC9C70E19E}"/>
                </a:ext>
              </a:extLst>
            </p:cNvPr>
            <p:cNvSpPr/>
            <p:nvPr/>
          </p:nvSpPr>
          <p:spPr>
            <a:xfrm>
              <a:off x="1088384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7" name="Freeform: Shape 1006">
              <a:extLst>
                <a:ext uri="{FF2B5EF4-FFF2-40B4-BE49-F238E27FC236}">
                  <a16:creationId xmlns:a16="http://schemas.microsoft.com/office/drawing/2014/main" id="{64F42F70-2D93-12EA-C069-8B7C5AA26CF1}"/>
                </a:ext>
              </a:extLst>
            </p:cNvPr>
            <p:cNvSpPr/>
            <p:nvPr/>
          </p:nvSpPr>
          <p:spPr>
            <a:xfrm>
              <a:off x="1015127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8" name="Freeform: Shape 1007">
              <a:extLst>
                <a:ext uri="{FF2B5EF4-FFF2-40B4-BE49-F238E27FC236}">
                  <a16:creationId xmlns:a16="http://schemas.microsoft.com/office/drawing/2014/main" id="{34893214-09B3-9675-5DEE-429F7BDC073B}"/>
                </a:ext>
              </a:extLst>
            </p:cNvPr>
            <p:cNvSpPr/>
            <p:nvPr/>
          </p:nvSpPr>
          <p:spPr>
            <a:xfrm>
              <a:off x="95233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9" name="Freeform: Shape 1008">
              <a:extLst>
                <a:ext uri="{FF2B5EF4-FFF2-40B4-BE49-F238E27FC236}">
                  <a16:creationId xmlns:a16="http://schemas.microsoft.com/office/drawing/2014/main" id="{EFB84816-22A5-2EBC-EF1B-C4C82EE768DB}"/>
                </a:ext>
              </a:extLst>
            </p:cNvPr>
            <p:cNvSpPr/>
            <p:nvPr/>
          </p:nvSpPr>
          <p:spPr>
            <a:xfrm>
              <a:off x="910475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0" name="Freeform: Shape 1009">
              <a:extLst>
                <a:ext uri="{FF2B5EF4-FFF2-40B4-BE49-F238E27FC236}">
                  <a16:creationId xmlns:a16="http://schemas.microsoft.com/office/drawing/2014/main" id="{B3571596-1696-D07C-4E2B-B2522F601659}"/>
                </a:ext>
              </a:extLst>
            </p:cNvPr>
            <p:cNvSpPr/>
            <p:nvPr/>
          </p:nvSpPr>
          <p:spPr>
            <a:xfrm>
              <a:off x="784892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11" name="Freeform: Shape 1010">
              <a:extLst>
                <a:ext uri="{FF2B5EF4-FFF2-40B4-BE49-F238E27FC236}">
                  <a16:creationId xmlns:a16="http://schemas.microsoft.com/office/drawing/2014/main" id="{25598080-FDDF-5D4C-61F3-ADAB9667D214}"/>
                </a:ext>
              </a:extLst>
            </p:cNvPr>
            <p:cNvSpPr/>
            <p:nvPr/>
          </p:nvSpPr>
          <p:spPr>
            <a:xfrm>
              <a:off x="6488446"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2" name="Freeform: Shape 1011">
              <a:extLst>
                <a:ext uri="{FF2B5EF4-FFF2-40B4-BE49-F238E27FC236}">
                  <a16:creationId xmlns:a16="http://schemas.microsoft.com/office/drawing/2014/main" id="{717A777F-90A1-24A8-D326-0340D89C13DE}"/>
                </a:ext>
              </a:extLst>
            </p:cNvPr>
            <p:cNvSpPr/>
            <p:nvPr/>
          </p:nvSpPr>
          <p:spPr>
            <a:xfrm>
              <a:off x="6069836"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13" name="Freeform: Shape 1012">
              <a:extLst>
                <a:ext uri="{FF2B5EF4-FFF2-40B4-BE49-F238E27FC236}">
                  <a16:creationId xmlns:a16="http://schemas.microsoft.com/office/drawing/2014/main" id="{791A2EA9-0501-AA17-2077-8B80D3563008}"/>
                </a:ext>
              </a:extLst>
            </p:cNvPr>
            <p:cNvSpPr/>
            <p:nvPr/>
          </p:nvSpPr>
          <p:spPr>
            <a:xfrm>
              <a:off x="606983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4" name="Freeform: Shape 1013">
              <a:extLst>
                <a:ext uri="{FF2B5EF4-FFF2-40B4-BE49-F238E27FC236}">
                  <a16:creationId xmlns:a16="http://schemas.microsoft.com/office/drawing/2014/main" id="{D1E16C2F-0F01-4393-1868-08FBBE0AD6F7}"/>
                </a:ext>
              </a:extLst>
            </p:cNvPr>
            <p:cNvSpPr/>
            <p:nvPr/>
          </p:nvSpPr>
          <p:spPr>
            <a:xfrm>
              <a:off x="8581493" y="4397034"/>
              <a:ext cx="52326" cy="52326"/>
            </a:xfrm>
            <a:custGeom>
              <a:avLst/>
              <a:gdLst>
                <a:gd name="connsiteX0" fmla="*/ 26163 w 52326"/>
                <a:gd name="connsiteY0" fmla="*/ 0 h 52326"/>
                <a:gd name="connsiteX1" fmla="*/ 0 w 52326"/>
                <a:gd name="connsiteY1" fmla="*/ 26163 h 52326"/>
                <a:gd name="connsiteX2" fmla="*/ 5930 w 52326"/>
                <a:gd name="connsiteY2" fmla="*/ 42907 h 52326"/>
                <a:gd name="connsiteX3" fmla="*/ 26163 w 52326"/>
                <a:gd name="connsiteY3" fmla="*/ 52326 h 52326"/>
                <a:gd name="connsiteX4" fmla="*/ 52326 w 52326"/>
                <a:gd name="connsiteY4" fmla="*/ 26163 h 52326"/>
                <a:gd name="connsiteX5" fmla="*/ 52326 w 52326"/>
                <a:gd name="connsiteY5" fmla="*/ 26163 h 52326"/>
                <a:gd name="connsiteX6" fmla="*/ 44652 w 52326"/>
                <a:gd name="connsiteY6" fmla="*/ 767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2442"/>
                    <a:pt x="2093" y="38373"/>
                    <a:pt x="5930" y="42907"/>
                  </a:cubicBezTo>
                  <a:cubicBezTo>
                    <a:pt x="10814" y="48838"/>
                    <a:pt x="18140" y="52326"/>
                    <a:pt x="26163" y="52326"/>
                  </a:cubicBezTo>
                  <a:cubicBezTo>
                    <a:pt x="40466" y="52326"/>
                    <a:pt x="52326" y="40465"/>
                    <a:pt x="52326" y="26163"/>
                  </a:cubicBezTo>
                  <a:lnTo>
                    <a:pt x="52326" y="26163"/>
                  </a:ln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1015" name="Freeform: Shape 1014">
              <a:extLst>
                <a:ext uri="{FF2B5EF4-FFF2-40B4-BE49-F238E27FC236}">
                  <a16:creationId xmlns:a16="http://schemas.microsoft.com/office/drawing/2014/main" id="{60701B0F-0D2A-4BB6-5ACC-A015F9C64D65}"/>
                </a:ext>
              </a:extLst>
            </p:cNvPr>
            <p:cNvSpPr/>
            <p:nvPr/>
          </p:nvSpPr>
          <p:spPr>
            <a:xfrm>
              <a:off x="1130245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6" name="Freeform: Shape 1015">
              <a:extLst>
                <a:ext uri="{FF2B5EF4-FFF2-40B4-BE49-F238E27FC236}">
                  <a16:creationId xmlns:a16="http://schemas.microsoft.com/office/drawing/2014/main" id="{76293E6E-0047-7C2D-0DED-6669DA5BFB96}"/>
                </a:ext>
              </a:extLst>
            </p:cNvPr>
            <p:cNvSpPr/>
            <p:nvPr/>
          </p:nvSpPr>
          <p:spPr>
            <a:xfrm>
              <a:off x="1067454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17" name="Freeform: Shape 1016">
              <a:extLst>
                <a:ext uri="{FF2B5EF4-FFF2-40B4-BE49-F238E27FC236}">
                  <a16:creationId xmlns:a16="http://schemas.microsoft.com/office/drawing/2014/main" id="{64EEBB5C-173A-C321-E8C0-40E8E6019489}"/>
                </a:ext>
              </a:extLst>
            </p:cNvPr>
            <p:cNvSpPr/>
            <p:nvPr/>
          </p:nvSpPr>
          <p:spPr>
            <a:xfrm>
              <a:off x="1098849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8" name="Freeform: Shape 1017">
              <a:extLst>
                <a:ext uri="{FF2B5EF4-FFF2-40B4-BE49-F238E27FC236}">
                  <a16:creationId xmlns:a16="http://schemas.microsoft.com/office/drawing/2014/main" id="{C1AD45BD-8B34-498A-4C74-4709908831D8}"/>
                </a:ext>
              </a:extLst>
            </p:cNvPr>
            <p:cNvSpPr/>
            <p:nvPr/>
          </p:nvSpPr>
          <p:spPr>
            <a:xfrm>
              <a:off x="1098849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19" name="Freeform: Shape 1018">
              <a:extLst>
                <a:ext uri="{FF2B5EF4-FFF2-40B4-BE49-F238E27FC236}">
                  <a16:creationId xmlns:a16="http://schemas.microsoft.com/office/drawing/2014/main" id="{BA01C090-830B-20F5-6508-CD6E50B1960C}"/>
                </a:ext>
              </a:extLst>
            </p:cNvPr>
            <p:cNvSpPr/>
            <p:nvPr/>
          </p:nvSpPr>
          <p:spPr>
            <a:xfrm>
              <a:off x="9941974"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0" name="Freeform: Shape 1019">
              <a:extLst>
                <a:ext uri="{FF2B5EF4-FFF2-40B4-BE49-F238E27FC236}">
                  <a16:creationId xmlns:a16="http://schemas.microsoft.com/office/drawing/2014/main" id="{C56DCAC1-96A7-862B-9B72-3199A456BC1E}"/>
                </a:ext>
              </a:extLst>
            </p:cNvPr>
            <p:cNvSpPr/>
            <p:nvPr/>
          </p:nvSpPr>
          <p:spPr>
            <a:xfrm>
              <a:off x="90001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1" name="Freeform: Shape 1020">
              <a:extLst>
                <a:ext uri="{FF2B5EF4-FFF2-40B4-BE49-F238E27FC236}">
                  <a16:creationId xmlns:a16="http://schemas.microsoft.com/office/drawing/2014/main" id="{CE2E6671-FA89-723C-9FB7-E5EF665E802B}"/>
                </a:ext>
              </a:extLst>
            </p:cNvPr>
            <p:cNvSpPr/>
            <p:nvPr/>
          </p:nvSpPr>
          <p:spPr>
            <a:xfrm>
              <a:off x="889545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2" name="Freeform: Shape 1021">
              <a:extLst>
                <a:ext uri="{FF2B5EF4-FFF2-40B4-BE49-F238E27FC236}">
                  <a16:creationId xmlns:a16="http://schemas.microsoft.com/office/drawing/2014/main" id="{ACBB769C-D1F5-AE73-A72A-CD8AD267CBD4}"/>
                </a:ext>
              </a:extLst>
            </p:cNvPr>
            <p:cNvSpPr/>
            <p:nvPr/>
          </p:nvSpPr>
          <p:spPr>
            <a:xfrm>
              <a:off x="879079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3" name="Freeform: Shape 1022">
              <a:extLst>
                <a:ext uri="{FF2B5EF4-FFF2-40B4-BE49-F238E27FC236}">
                  <a16:creationId xmlns:a16="http://schemas.microsoft.com/office/drawing/2014/main" id="{647CF58E-4361-876D-CA67-E95341BAD7B6}"/>
                </a:ext>
              </a:extLst>
            </p:cNvPr>
            <p:cNvSpPr/>
            <p:nvPr/>
          </p:nvSpPr>
          <p:spPr>
            <a:xfrm>
              <a:off x="858149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24" name="Freeform: Shape 1023">
              <a:extLst>
                <a:ext uri="{FF2B5EF4-FFF2-40B4-BE49-F238E27FC236}">
                  <a16:creationId xmlns:a16="http://schemas.microsoft.com/office/drawing/2014/main" id="{79871044-26F9-2F5C-AF65-381767C57684}"/>
                </a:ext>
              </a:extLst>
            </p:cNvPr>
            <p:cNvSpPr/>
            <p:nvPr/>
          </p:nvSpPr>
          <p:spPr>
            <a:xfrm>
              <a:off x="8581493" y="2722596"/>
              <a:ext cx="52326" cy="52326"/>
            </a:xfrm>
            <a:custGeom>
              <a:avLst/>
              <a:gdLst>
                <a:gd name="connsiteX0" fmla="*/ 20930 w 52326"/>
                <a:gd name="connsiteY0" fmla="*/ 51977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6 h 52326"/>
                <a:gd name="connsiteX5" fmla="*/ 26163 w 52326"/>
                <a:gd name="connsiteY5" fmla="*/ 0 h 52326"/>
                <a:gd name="connsiteX6" fmla="*/ 0 w 52326"/>
                <a:gd name="connsiteY6" fmla="*/ 26163 h 52326"/>
                <a:gd name="connsiteX7" fmla="*/ 20930 w 52326"/>
                <a:gd name="connsiteY7"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977"/>
                  </a:moveTo>
                  <a:cubicBezTo>
                    <a:pt x="22675" y="52326"/>
                    <a:pt x="24419" y="52326"/>
                    <a:pt x="26163" y="52326"/>
                  </a:cubicBezTo>
                  <a:lnTo>
                    <a:pt x="26163" y="52326"/>
                  </a:lnTo>
                  <a:cubicBezTo>
                    <a:pt x="40466" y="52326"/>
                    <a:pt x="52326" y="40466"/>
                    <a:pt x="52326" y="26163"/>
                  </a:cubicBezTo>
                  <a:cubicBezTo>
                    <a:pt x="52326" y="14303"/>
                    <a:pt x="44652" y="4535"/>
                    <a:pt x="33837" y="1046"/>
                  </a:cubicBezTo>
                  <a:cubicBezTo>
                    <a:pt x="31396" y="349"/>
                    <a:pt x="28605" y="0"/>
                    <a:pt x="26163" y="0"/>
                  </a:cubicBezTo>
                  <a:cubicBezTo>
                    <a:pt x="11860" y="0"/>
                    <a:pt x="0" y="11861"/>
                    <a:pt x="0" y="26163"/>
                  </a:cubicBezTo>
                  <a:cubicBezTo>
                    <a:pt x="0" y="38721"/>
                    <a:pt x="9070" y="49535"/>
                    <a:pt x="20930" y="51977"/>
                  </a:cubicBezTo>
                  <a:close/>
                </a:path>
              </a:pathLst>
            </a:custGeom>
            <a:grpFill/>
            <a:ln w="3488" cap="flat">
              <a:noFill/>
              <a:prstDash val="solid"/>
              <a:miter/>
            </a:ln>
          </p:spPr>
          <p:txBody>
            <a:bodyPr rtlCol="0" anchor="ctr"/>
            <a:lstStyle/>
            <a:p>
              <a:endParaRPr lang="en-ID"/>
            </a:p>
          </p:txBody>
        </p:sp>
        <p:sp>
          <p:nvSpPr>
            <p:cNvPr id="1025" name="Freeform: Shape 1024">
              <a:extLst>
                <a:ext uri="{FF2B5EF4-FFF2-40B4-BE49-F238E27FC236}">
                  <a16:creationId xmlns:a16="http://schemas.microsoft.com/office/drawing/2014/main" id="{5EDA30B6-FF91-0FDF-2969-C6BFEF5E50A3}"/>
                </a:ext>
              </a:extLst>
            </p:cNvPr>
            <p:cNvSpPr/>
            <p:nvPr/>
          </p:nvSpPr>
          <p:spPr>
            <a:xfrm>
              <a:off x="78489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6" name="Freeform: Shape 1025">
              <a:extLst>
                <a:ext uri="{FF2B5EF4-FFF2-40B4-BE49-F238E27FC236}">
                  <a16:creationId xmlns:a16="http://schemas.microsoft.com/office/drawing/2014/main" id="{6B3FBA1C-97EE-E2CC-7A20-5AFF7CA7F8E3}"/>
                </a:ext>
              </a:extLst>
            </p:cNvPr>
            <p:cNvSpPr/>
            <p:nvPr/>
          </p:nvSpPr>
          <p:spPr>
            <a:xfrm>
              <a:off x="7744274"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27" name="Freeform: Shape 1026">
              <a:extLst>
                <a:ext uri="{FF2B5EF4-FFF2-40B4-BE49-F238E27FC236}">
                  <a16:creationId xmlns:a16="http://schemas.microsoft.com/office/drawing/2014/main" id="{C051CBC1-B668-27C7-FEF3-CDA5B0080149}"/>
                </a:ext>
              </a:extLst>
            </p:cNvPr>
            <p:cNvSpPr/>
            <p:nvPr/>
          </p:nvSpPr>
          <p:spPr>
            <a:xfrm>
              <a:off x="774427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28" name="Freeform: Shape 1027">
              <a:extLst>
                <a:ext uri="{FF2B5EF4-FFF2-40B4-BE49-F238E27FC236}">
                  <a16:creationId xmlns:a16="http://schemas.microsoft.com/office/drawing/2014/main" id="{E74281B7-FCF6-195D-529E-F8942AA3E984}"/>
                </a:ext>
              </a:extLst>
            </p:cNvPr>
            <p:cNvSpPr/>
            <p:nvPr/>
          </p:nvSpPr>
          <p:spPr>
            <a:xfrm>
              <a:off x="7221012"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29" name="Freeform: Shape 1028">
              <a:extLst>
                <a:ext uri="{FF2B5EF4-FFF2-40B4-BE49-F238E27FC236}">
                  <a16:creationId xmlns:a16="http://schemas.microsoft.com/office/drawing/2014/main" id="{8314D689-DA4B-507B-E79F-BF01C5D5300C}"/>
                </a:ext>
              </a:extLst>
            </p:cNvPr>
            <p:cNvSpPr/>
            <p:nvPr/>
          </p:nvSpPr>
          <p:spPr>
            <a:xfrm>
              <a:off x="7011708"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30" name="Freeform: Shape 1029">
              <a:extLst>
                <a:ext uri="{FF2B5EF4-FFF2-40B4-BE49-F238E27FC236}">
                  <a16:creationId xmlns:a16="http://schemas.microsoft.com/office/drawing/2014/main" id="{92C9CBF9-8342-E089-8662-521753486E8B}"/>
                </a:ext>
              </a:extLst>
            </p:cNvPr>
            <p:cNvSpPr/>
            <p:nvPr/>
          </p:nvSpPr>
          <p:spPr>
            <a:xfrm>
              <a:off x="638379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31" name="Freeform: Shape 1030">
              <a:extLst>
                <a:ext uri="{FF2B5EF4-FFF2-40B4-BE49-F238E27FC236}">
                  <a16:creationId xmlns:a16="http://schemas.microsoft.com/office/drawing/2014/main" id="{9F3CC907-C1F0-41B3-159F-935293E21D2A}"/>
                </a:ext>
              </a:extLst>
            </p:cNvPr>
            <p:cNvSpPr/>
            <p:nvPr/>
          </p:nvSpPr>
          <p:spPr>
            <a:xfrm>
              <a:off x="638379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2" name="Freeform: Shape 1031">
              <a:extLst>
                <a:ext uri="{FF2B5EF4-FFF2-40B4-BE49-F238E27FC236}">
                  <a16:creationId xmlns:a16="http://schemas.microsoft.com/office/drawing/2014/main" id="{790A9276-8C72-57D8-C991-4E430A56CD98}"/>
                </a:ext>
              </a:extLst>
            </p:cNvPr>
            <p:cNvSpPr/>
            <p:nvPr/>
          </p:nvSpPr>
          <p:spPr>
            <a:xfrm>
              <a:off x="8686145" y="4083077"/>
              <a:ext cx="52326" cy="52326"/>
            </a:xfrm>
            <a:custGeom>
              <a:avLst/>
              <a:gdLst>
                <a:gd name="connsiteX0" fmla="*/ 52326 w 52326"/>
                <a:gd name="connsiteY0" fmla="*/ 26163 h 52326"/>
                <a:gd name="connsiteX1" fmla="*/ 26163 w 52326"/>
                <a:gd name="connsiteY1" fmla="*/ 0 h 52326"/>
                <a:gd name="connsiteX2" fmla="*/ 1047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ubicBezTo>
                    <a:pt x="35931" y="52326"/>
                    <a:pt x="44652" y="46745"/>
                    <a:pt x="49187" y="38721"/>
                  </a:cubicBezTo>
                  <a:cubicBezTo>
                    <a:pt x="51279"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1033" name="Freeform: Shape 1032">
              <a:extLst>
                <a:ext uri="{FF2B5EF4-FFF2-40B4-BE49-F238E27FC236}">
                  <a16:creationId xmlns:a16="http://schemas.microsoft.com/office/drawing/2014/main" id="{DCFBAE01-B64D-DD1F-509C-279EEB5744FC}"/>
                </a:ext>
              </a:extLst>
            </p:cNvPr>
            <p:cNvSpPr/>
            <p:nvPr/>
          </p:nvSpPr>
          <p:spPr>
            <a:xfrm>
              <a:off x="10046626"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34" name="Freeform: Shape 1033">
              <a:extLst>
                <a:ext uri="{FF2B5EF4-FFF2-40B4-BE49-F238E27FC236}">
                  <a16:creationId xmlns:a16="http://schemas.microsoft.com/office/drawing/2014/main" id="{801FACE0-0CB4-A62C-82D1-BE094532AF9F}"/>
                </a:ext>
              </a:extLst>
            </p:cNvPr>
            <p:cNvSpPr/>
            <p:nvPr/>
          </p:nvSpPr>
          <p:spPr>
            <a:xfrm>
              <a:off x="9628017"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35" name="Freeform: Shape 1034">
              <a:extLst>
                <a:ext uri="{FF2B5EF4-FFF2-40B4-BE49-F238E27FC236}">
                  <a16:creationId xmlns:a16="http://schemas.microsoft.com/office/drawing/2014/main" id="{B34027D9-6ED8-6B10-85E3-86D3BFF5FEEB}"/>
                </a:ext>
              </a:extLst>
            </p:cNvPr>
            <p:cNvSpPr/>
            <p:nvPr/>
          </p:nvSpPr>
          <p:spPr>
            <a:xfrm>
              <a:off x="1182571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6" name="Freeform: Shape 1035">
              <a:extLst>
                <a:ext uri="{FF2B5EF4-FFF2-40B4-BE49-F238E27FC236}">
                  <a16:creationId xmlns:a16="http://schemas.microsoft.com/office/drawing/2014/main" id="{560CBE94-8FDF-023E-C24B-48543EB4473E}"/>
                </a:ext>
              </a:extLst>
            </p:cNvPr>
            <p:cNvSpPr/>
            <p:nvPr/>
          </p:nvSpPr>
          <p:spPr>
            <a:xfrm>
              <a:off x="1203502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7" name="Freeform: Shape 1036">
              <a:extLst>
                <a:ext uri="{FF2B5EF4-FFF2-40B4-BE49-F238E27FC236}">
                  <a16:creationId xmlns:a16="http://schemas.microsoft.com/office/drawing/2014/main" id="{508B578D-2CB9-2981-AFCC-64B9F96C0B44}"/>
                </a:ext>
              </a:extLst>
            </p:cNvPr>
            <p:cNvSpPr/>
            <p:nvPr/>
          </p:nvSpPr>
          <p:spPr>
            <a:xfrm>
              <a:off x="116164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38" name="Freeform: Shape 1037">
              <a:extLst>
                <a:ext uri="{FF2B5EF4-FFF2-40B4-BE49-F238E27FC236}">
                  <a16:creationId xmlns:a16="http://schemas.microsoft.com/office/drawing/2014/main" id="{1D07507A-085E-A76F-1088-080618E57B15}"/>
                </a:ext>
              </a:extLst>
            </p:cNvPr>
            <p:cNvSpPr/>
            <p:nvPr/>
          </p:nvSpPr>
          <p:spPr>
            <a:xfrm>
              <a:off x="1025593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39" name="Freeform: Shape 1038">
              <a:extLst>
                <a:ext uri="{FF2B5EF4-FFF2-40B4-BE49-F238E27FC236}">
                  <a16:creationId xmlns:a16="http://schemas.microsoft.com/office/drawing/2014/main" id="{E95E1535-0B39-142E-6F6A-EB7CA50D95D6}"/>
                </a:ext>
              </a:extLst>
            </p:cNvPr>
            <p:cNvSpPr/>
            <p:nvPr/>
          </p:nvSpPr>
          <p:spPr>
            <a:xfrm>
              <a:off x="10046626"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40" name="Freeform: Shape 1039">
              <a:extLst>
                <a:ext uri="{FF2B5EF4-FFF2-40B4-BE49-F238E27FC236}">
                  <a16:creationId xmlns:a16="http://schemas.microsoft.com/office/drawing/2014/main" id="{A13815BD-A0BC-5C21-825F-DF5F10E4902E}"/>
                </a:ext>
              </a:extLst>
            </p:cNvPr>
            <p:cNvSpPr/>
            <p:nvPr/>
          </p:nvSpPr>
          <p:spPr>
            <a:xfrm>
              <a:off x="10988497"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5349" y="0"/>
                    <a:pt x="5930" y="6628"/>
                    <a:pt x="2093" y="16047"/>
                  </a:cubicBezTo>
                  <a:cubicBezTo>
                    <a:pt x="698" y="19186"/>
                    <a:pt x="0" y="22675"/>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1" name="Freeform: Shape 1040">
              <a:extLst>
                <a:ext uri="{FF2B5EF4-FFF2-40B4-BE49-F238E27FC236}">
                  <a16:creationId xmlns:a16="http://schemas.microsoft.com/office/drawing/2014/main" id="{C8E221D4-D16E-16C7-7563-185C050DEE45}"/>
                </a:ext>
              </a:extLst>
            </p:cNvPr>
            <p:cNvSpPr/>
            <p:nvPr/>
          </p:nvSpPr>
          <p:spPr>
            <a:xfrm>
              <a:off x="1015127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2" name="Freeform: Shape 1041">
              <a:extLst>
                <a:ext uri="{FF2B5EF4-FFF2-40B4-BE49-F238E27FC236}">
                  <a16:creationId xmlns:a16="http://schemas.microsoft.com/office/drawing/2014/main" id="{ACB5C703-A1FD-EA21-00A0-33381DCD9581}"/>
                </a:ext>
              </a:extLst>
            </p:cNvPr>
            <p:cNvSpPr/>
            <p:nvPr/>
          </p:nvSpPr>
          <p:spPr>
            <a:xfrm>
              <a:off x="99419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3" name="Freeform: Shape 1042">
              <a:extLst>
                <a:ext uri="{FF2B5EF4-FFF2-40B4-BE49-F238E27FC236}">
                  <a16:creationId xmlns:a16="http://schemas.microsoft.com/office/drawing/2014/main" id="{B87292F2-B9C0-0229-2B19-881841AA40FA}"/>
                </a:ext>
              </a:extLst>
            </p:cNvPr>
            <p:cNvSpPr/>
            <p:nvPr/>
          </p:nvSpPr>
          <p:spPr>
            <a:xfrm>
              <a:off x="952336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4" name="Freeform: Shape 1043">
              <a:extLst>
                <a:ext uri="{FF2B5EF4-FFF2-40B4-BE49-F238E27FC236}">
                  <a16:creationId xmlns:a16="http://schemas.microsoft.com/office/drawing/2014/main" id="{C83D242B-14D2-4EC1-56F9-B7B7399C4D1C}"/>
                </a:ext>
              </a:extLst>
            </p:cNvPr>
            <p:cNvSpPr/>
            <p:nvPr/>
          </p:nvSpPr>
          <p:spPr>
            <a:xfrm>
              <a:off x="9418712"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45" name="Freeform: Shape 1044">
              <a:extLst>
                <a:ext uri="{FF2B5EF4-FFF2-40B4-BE49-F238E27FC236}">
                  <a16:creationId xmlns:a16="http://schemas.microsoft.com/office/drawing/2014/main" id="{D3C0068B-E1FC-4AA9-2EA7-B8A6E6B56E00}"/>
                </a:ext>
              </a:extLst>
            </p:cNvPr>
            <p:cNvSpPr/>
            <p:nvPr/>
          </p:nvSpPr>
          <p:spPr>
            <a:xfrm>
              <a:off x="8790798" y="4292381"/>
              <a:ext cx="52326" cy="52326"/>
            </a:xfrm>
            <a:custGeom>
              <a:avLst/>
              <a:gdLst>
                <a:gd name="connsiteX0" fmla="*/ 51279 w 52326"/>
                <a:gd name="connsiteY0" fmla="*/ 18489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1279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79" y="18489"/>
                  </a:moveTo>
                  <a:cubicBezTo>
                    <a:pt x="48140" y="7675"/>
                    <a:pt x="38023"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3372"/>
                    <a:pt x="51977" y="20930"/>
                    <a:pt x="51279" y="18489"/>
                  </a:cubicBezTo>
                  <a:close/>
                </a:path>
              </a:pathLst>
            </a:custGeom>
            <a:grpFill/>
            <a:ln w="3488" cap="flat">
              <a:noFill/>
              <a:prstDash val="solid"/>
              <a:miter/>
            </a:ln>
          </p:spPr>
          <p:txBody>
            <a:bodyPr rtlCol="0" anchor="ctr"/>
            <a:lstStyle/>
            <a:p>
              <a:endParaRPr lang="en-ID"/>
            </a:p>
          </p:txBody>
        </p:sp>
        <p:sp>
          <p:nvSpPr>
            <p:cNvPr id="1046" name="Freeform: Shape 1045">
              <a:extLst>
                <a:ext uri="{FF2B5EF4-FFF2-40B4-BE49-F238E27FC236}">
                  <a16:creationId xmlns:a16="http://schemas.microsoft.com/office/drawing/2014/main" id="{A671AC58-1CBE-C3A5-F3F7-F74C36776ECA}"/>
                </a:ext>
              </a:extLst>
            </p:cNvPr>
            <p:cNvSpPr/>
            <p:nvPr/>
          </p:nvSpPr>
          <p:spPr>
            <a:xfrm>
              <a:off x="847684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7" name="Freeform: Shape 1046">
              <a:extLst>
                <a:ext uri="{FF2B5EF4-FFF2-40B4-BE49-F238E27FC236}">
                  <a16:creationId xmlns:a16="http://schemas.microsoft.com/office/drawing/2014/main" id="{CB1E7B42-5C82-2251-C250-698486E698E8}"/>
                </a:ext>
              </a:extLst>
            </p:cNvPr>
            <p:cNvSpPr/>
            <p:nvPr/>
          </p:nvSpPr>
          <p:spPr>
            <a:xfrm>
              <a:off x="7430317"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48" name="Freeform: Shape 1047">
              <a:extLst>
                <a:ext uri="{FF2B5EF4-FFF2-40B4-BE49-F238E27FC236}">
                  <a16:creationId xmlns:a16="http://schemas.microsoft.com/office/drawing/2014/main" id="{AB9B2BBB-C733-1077-9613-5D93F62058DC}"/>
                </a:ext>
              </a:extLst>
            </p:cNvPr>
            <p:cNvSpPr/>
            <p:nvPr/>
          </p:nvSpPr>
          <p:spPr>
            <a:xfrm>
              <a:off x="617448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9" name="Freeform: Shape 1048">
              <a:extLst>
                <a:ext uri="{FF2B5EF4-FFF2-40B4-BE49-F238E27FC236}">
                  <a16:creationId xmlns:a16="http://schemas.microsoft.com/office/drawing/2014/main" id="{F9173773-5328-C96F-0F8F-EC11DE696F39}"/>
                </a:ext>
              </a:extLst>
            </p:cNvPr>
            <p:cNvSpPr/>
            <p:nvPr/>
          </p:nvSpPr>
          <p:spPr>
            <a:xfrm>
              <a:off x="617448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0" name="Freeform: Shape 1049">
              <a:extLst>
                <a:ext uri="{FF2B5EF4-FFF2-40B4-BE49-F238E27FC236}">
                  <a16:creationId xmlns:a16="http://schemas.microsoft.com/office/drawing/2014/main" id="{D7157F67-4131-D889-8033-D8EC630800A7}"/>
                </a:ext>
              </a:extLst>
            </p:cNvPr>
            <p:cNvSpPr/>
            <p:nvPr/>
          </p:nvSpPr>
          <p:spPr>
            <a:xfrm>
              <a:off x="6069488" y="5339254"/>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3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3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4"/>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4"/>
                    <a:pt x="52326" y="28954"/>
                  </a:cubicBezTo>
                  <a:cubicBezTo>
                    <a:pt x="52326" y="27907"/>
                    <a:pt x="52326" y="27210"/>
                    <a:pt x="52326" y="26163"/>
                  </a:cubicBezTo>
                  <a:cubicBezTo>
                    <a:pt x="52326" y="25117"/>
                    <a:pt x="52326" y="24419"/>
                    <a:pt x="52326" y="23373"/>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3"/>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1051" name="Freeform: Shape 1050">
              <a:extLst>
                <a:ext uri="{FF2B5EF4-FFF2-40B4-BE49-F238E27FC236}">
                  <a16:creationId xmlns:a16="http://schemas.microsoft.com/office/drawing/2014/main" id="{887EC1BA-EDC9-11B5-538D-649BFD73C4AE}"/>
                </a:ext>
              </a:extLst>
            </p:cNvPr>
            <p:cNvSpPr/>
            <p:nvPr/>
          </p:nvSpPr>
          <p:spPr>
            <a:xfrm>
              <a:off x="11197802" y="3350510"/>
              <a:ext cx="52326" cy="52326"/>
            </a:xfrm>
            <a:custGeom>
              <a:avLst/>
              <a:gdLst>
                <a:gd name="connsiteX0" fmla="*/ 26163 w 52326"/>
                <a:gd name="connsiteY0" fmla="*/ 52326 h 52326"/>
                <a:gd name="connsiteX1" fmla="*/ 52326 w 52326"/>
                <a:gd name="connsiteY1" fmla="*/ 26163 h 52326"/>
                <a:gd name="connsiteX2" fmla="*/ 49884 w 52326"/>
                <a:gd name="connsiteY2" fmla="*/ 15349 h 52326"/>
                <a:gd name="connsiteX3" fmla="*/ 26163 w 52326"/>
                <a:gd name="connsiteY3" fmla="*/ 0 h 52326"/>
                <a:gd name="connsiteX4" fmla="*/ 26163 w 52326"/>
                <a:gd name="connsiteY4" fmla="*/ 0 h 52326"/>
                <a:gd name="connsiteX5" fmla="*/ 0 w 52326"/>
                <a:gd name="connsiteY5" fmla="*/ 26163 h 52326"/>
                <a:gd name="connsiteX6" fmla="*/ 2093 w 52326"/>
                <a:gd name="connsiteY6" fmla="*/ 36280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22326"/>
                    <a:pt x="51629" y="18838"/>
                    <a:pt x="49884" y="15349"/>
                  </a:cubicBezTo>
                  <a:cubicBezTo>
                    <a:pt x="45699" y="6279"/>
                    <a:pt x="36628" y="0"/>
                    <a:pt x="26163" y="0"/>
                  </a:cubicBezTo>
                  <a:lnTo>
                    <a:pt x="26163" y="0"/>
                  </a:lnTo>
                  <a:cubicBezTo>
                    <a:pt x="11860" y="0"/>
                    <a:pt x="0" y="11861"/>
                    <a:pt x="0" y="26163"/>
                  </a:cubicBezTo>
                  <a:cubicBezTo>
                    <a:pt x="0" y="29652"/>
                    <a:pt x="698" y="33140"/>
                    <a:pt x="2093" y="36280"/>
                  </a:cubicBezTo>
                  <a:cubicBezTo>
                    <a:pt x="5930" y="45698"/>
                    <a:pt x="15349" y="52326"/>
                    <a:pt x="26163" y="52326"/>
                  </a:cubicBezTo>
                  <a:close/>
                </a:path>
              </a:pathLst>
            </a:custGeom>
            <a:grpFill/>
            <a:ln w="3488" cap="flat">
              <a:noFill/>
              <a:prstDash val="solid"/>
              <a:miter/>
            </a:ln>
          </p:spPr>
          <p:txBody>
            <a:bodyPr rtlCol="0" anchor="ctr"/>
            <a:lstStyle/>
            <a:p>
              <a:endParaRPr lang="en-ID"/>
            </a:p>
          </p:txBody>
        </p:sp>
        <p:sp>
          <p:nvSpPr>
            <p:cNvPr id="1052" name="Freeform: Shape 1051">
              <a:extLst>
                <a:ext uri="{FF2B5EF4-FFF2-40B4-BE49-F238E27FC236}">
                  <a16:creationId xmlns:a16="http://schemas.microsoft.com/office/drawing/2014/main" id="{5B1ADAEA-BBDC-1E53-910C-148E5955ED3D}"/>
                </a:ext>
              </a:extLst>
            </p:cNvPr>
            <p:cNvSpPr/>
            <p:nvPr/>
          </p:nvSpPr>
          <p:spPr>
            <a:xfrm>
              <a:off x="8162884" y="4187729"/>
              <a:ext cx="52326" cy="52326"/>
            </a:xfrm>
            <a:custGeom>
              <a:avLst/>
              <a:gdLst>
                <a:gd name="connsiteX0" fmla="*/ 47791 w 52326"/>
                <a:gd name="connsiteY0" fmla="*/ 11512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7674 w 52326"/>
                <a:gd name="connsiteY5" fmla="*/ 44652 h 52326"/>
                <a:gd name="connsiteX6" fmla="*/ 26163 w 52326"/>
                <a:gd name="connsiteY6" fmla="*/ 52326 h 52326"/>
                <a:gd name="connsiteX7" fmla="*/ 52326 w 52326"/>
                <a:gd name="connsiteY7" fmla="*/ 26163 h 52326"/>
                <a:gd name="connsiteX8" fmla="*/ 47791 w 52326"/>
                <a:gd name="connsiteY8"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7791" y="11512"/>
                  </a:moveTo>
                  <a:cubicBezTo>
                    <a:pt x="43256" y="4535"/>
                    <a:pt x="35233" y="0"/>
                    <a:pt x="26163" y="0"/>
                  </a:cubicBezTo>
                  <a:lnTo>
                    <a:pt x="26163" y="0"/>
                  </a:lnTo>
                  <a:cubicBezTo>
                    <a:pt x="11860" y="0"/>
                    <a:pt x="0" y="11861"/>
                    <a:pt x="0" y="26163"/>
                  </a:cubicBezTo>
                  <a:lnTo>
                    <a:pt x="0" y="26163"/>
                  </a:lnTo>
                  <a:cubicBezTo>
                    <a:pt x="0" y="33489"/>
                    <a:pt x="2791" y="39768"/>
                    <a:pt x="7674" y="44652"/>
                  </a:cubicBezTo>
                  <a:cubicBezTo>
                    <a:pt x="12559" y="49535"/>
                    <a:pt x="18837" y="52326"/>
                    <a:pt x="26163" y="52326"/>
                  </a:cubicBezTo>
                  <a:cubicBezTo>
                    <a:pt x="40466" y="52326"/>
                    <a:pt x="52326" y="40465"/>
                    <a:pt x="52326" y="26163"/>
                  </a:cubicBezTo>
                  <a:cubicBezTo>
                    <a:pt x="52326" y="20582"/>
                    <a:pt x="50582" y="15698"/>
                    <a:pt x="47791" y="11512"/>
                  </a:cubicBezTo>
                  <a:close/>
                </a:path>
              </a:pathLst>
            </a:custGeom>
            <a:grpFill/>
            <a:ln w="3488" cap="flat">
              <a:noFill/>
              <a:prstDash val="solid"/>
              <a:miter/>
            </a:ln>
          </p:spPr>
          <p:txBody>
            <a:bodyPr rtlCol="0" anchor="ctr"/>
            <a:lstStyle/>
            <a:p>
              <a:endParaRPr lang="en-ID"/>
            </a:p>
          </p:txBody>
        </p:sp>
        <p:sp>
          <p:nvSpPr>
            <p:cNvPr id="1053" name="Freeform: Shape 1052">
              <a:extLst>
                <a:ext uri="{FF2B5EF4-FFF2-40B4-BE49-F238E27FC236}">
                  <a16:creationId xmlns:a16="http://schemas.microsoft.com/office/drawing/2014/main" id="{A8521A5C-7D83-2FE9-571B-989C3C8E42EF}"/>
                </a:ext>
              </a:extLst>
            </p:cNvPr>
            <p:cNvSpPr/>
            <p:nvPr/>
          </p:nvSpPr>
          <p:spPr>
            <a:xfrm>
              <a:off x="11093150" y="146676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1860" y="0"/>
                    <a:pt x="0" y="11861"/>
                    <a:pt x="0" y="26163"/>
                  </a:cubicBezTo>
                  <a:lnTo>
                    <a:pt x="0" y="26163"/>
                  </a:lnTo>
                  <a:lnTo>
                    <a:pt x="0" y="26163"/>
                  </a:lnTo>
                  <a:cubicBezTo>
                    <a:pt x="0" y="40466"/>
                    <a:pt x="11860" y="52326"/>
                    <a:pt x="26163" y="52326"/>
                  </a:cubicBezTo>
                  <a:cubicBezTo>
                    <a:pt x="40466" y="52326"/>
                    <a:pt x="52326" y="40466"/>
                    <a:pt x="52326" y="26163"/>
                  </a:cubicBezTo>
                  <a:lnTo>
                    <a:pt x="52326" y="26163"/>
                  </a:ln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54" name="Freeform: Shape 1053">
              <a:extLst>
                <a:ext uri="{FF2B5EF4-FFF2-40B4-BE49-F238E27FC236}">
                  <a16:creationId xmlns:a16="http://schemas.microsoft.com/office/drawing/2014/main" id="{EEC7785A-C834-BE00-941B-A8B9A1F9C8E0}"/>
                </a:ext>
              </a:extLst>
            </p:cNvPr>
            <p:cNvSpPr/>
            <p:nvPr/>
          </p:nvSpPr>
          <p:spPr>
            <a:xfrm>
              <a:off x="10779193" y="4920296"/>
              <a:ext cx="52326" cy="52326"/>
            </a:xfrm>
            <a:custGeom>
              <a:avLst/>
              <a:gdLst>
                <a:gd name="connsiteX0" fmla="*/ 46744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4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4" y="10116"/>
                  </a:moveTo>
                  <a:cubicBezTo>
                    <a:pt x="41861" y="4186"/>
                    <a:pt x="34535" y="0"/>
                    <a:pt x="26163" y="0"/>
                  </a:cubicBezTo>
                  <a:cubicBezTo>
                    <a:pt x="11860" y="0"/>
                    <a:pt x="0" y="11861"/>
                    <a:pt x="0" y="26163"/>
                  </a:cubicBezTo>
                  <a:cubicBezTo>
                    <a:pt x="0" y="27907"/>
                    <a:pt x="349" y="29652"/>
                    <a:pt x="698" y="31396"/>
                  </a:cubicBezTo>
                  <a:cubicBezTo>
                    <a:pt x="3139" y="43256"/>
                    <a:pt x="13604" y="52326"/>
                    <a:pt x="26163" y="52326"/>
                  </a:cubicBezTo>
                  <a:cubicBezTo>
                    <a:pt x="34884" y="52326"/>
                    <a:pt x="42210" y="48140"/>
                    <a:pt x="47094" y="41861"/>
                  </a:cubicBezTo>
                  <a:cubicBezTo>
                    <a:pt x="50233" y="37326"/>
                    <a:pt x="52326" y="32093"/>
                    <a:pt x="52326" y="26163"/>
                  </a:cubicBezTo>
                  <a:cubicBezTo>
                    <a:pt x="52326" y="20233"/>
                    <a:pt x="50233" y="14302"/>
                    <a:pt x="46744" y="10116"/>
                  </a:cubicBezTo>
                  <a:close/>
                </a:path>
              </a:pathLst>
            </a:custGeom>
            <a:grpFill/>
            <a:ln w="3488" cap="flat">
              <a:noFill/>
              <a:prstDash val="solid"/>
              <a:miter/>
            </a:ln>
          </p:spPr>
          <p:txBody>
            <a:bodyPr rtlCol="0" anchor="ctr"/>
            <a:lstStyle/>
            <a:p>
              <a:endParaRPr lang="en-ID"/>
            </a:p>
          </p:txBody>
        </p:sp>
        <p:sp>
          <p:nvSpPr>
            <p:cNvPr id="1055" name="Freeform: Shape 1054">
              <a:extLst>
                <a:ext uri="{FF2B5EF4-FFF2-40B4-BE49-F238E27FC236}">
                  <a16:creationId xmlns:a16="http://schemas.microsoft.com/office/drawing/2014/main" id="{2206390C-35E9-F4D7-03F6-F333B9D8F9EA}"/>
                </a:ext>
              </a:extLst>
            </p:cNvPr>
            <p:cNvSpPr/>
            <p:nvPr/>
          </p:nvSpPr>
          <p:spPr>
            <a:xfrm>
              <a:off x="8372188" y="4815643"/>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6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6"/>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56" name="Freeform: Shape 1055">
              <a:extLst>
                <a:ext uri="{FF2B5EF4-FFF2-40B4-BE49-F238E27FC236}">
                  <a16:creationId xmlns:a16="http://schemas.microsoft.com/office/drawing/2014/main" id="{44A143EC-E385-1C92-0DCC-98B9BBCF3B7C}"/>
                </a:ext>
              </a:extLst>
            </p:cNvPr>
            <p:cNvSpPr/>
            <p:nvPr/>
          </p:nvSpPr>
          <p:spPr>
            <a:xfrm>
              <a:off x="1182571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7" name="Freeform: Shape 1056">
              <a:extLst>
                <a:ext uri="{FF2B5EF4-FFF2-40B4-BE49-F238E27FC236}">
                  <a16:creationId xmlns:a16="http://schemas.microsoft.com/office/drawing/2014/main" id="{33D62607-38F7-40E5-38B7-5FA021229B13}"/>
                </a:ext>
              </a:extLst>
            </p:cNvPr>
            <p:cNvSpPr/>
            <p:nvPr/>
          </p:nvSpPr>
          <p:spPr>
            <a:xfrm>
              <a:off x="983732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58" name="Freeform: Shape 1057">
              <a:extLst>
                <a:ext uri="{FF2B5EF4-FFF2-40B4-BE49-F238E27FC236}">
                  <a16:creationId xmlns:a16="http://schemas.microsoft.com/office/drawing/2014/main" id="{0CE745D7-9585-CDF0-D98B-828A90EA121C}"/>
                </a:ext>
              </a:extLst>
            </p:cNvPr>
            <p:cNvSpPr/>
            <p:nvPr/>
          </p:nvSpPr>
          <p:spPr>
            <a:xfrm>
              <a:off x="11930369"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59" name="Freeform: Shape 1058">
              <a:extLst>
                <a:ext uri="{FF2B5EF4-FFF2-40B4-BE49-F238E27FC236}">
                  <a16:creationId xmlns:a16="http://schemas.microsoft.com/office/drawing/2014/main" id="{141FB086-DA14-764C-158D-97BA3DD016E3}"/>
                </a:ext>
              </a:extLst>
            </p:cNvPr>
            <p:cNvSpPr/>
            <p:nvPr/>
          </p:nvSpPr>
          <p:spPr>
            <a:xfrm>
              <a:off x="1098849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0" name="Freeform: Shape 1059">
              <a:extLst>
                <a:ext uri="{FF2B5EF4-FFF2-40B4-BE49-F238E27FC236}">
                  <a16:creationId xmlns:a16="http://schemas.microsoft.com/office/drawing/2014/main" id="{5992FD69-D656-5283-2EEC-56FDB38F24EF}"/>
                </a:ext>
              </a:extLst>
            </p:cNvPr>
            <p:cNvSpPr/>
            <p:nvPr/>
          </p:nvSpPr>
          <p:spPr>
            <a:xfrm>
              <a:off x="994197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1" name="Freeform: Shape 1060">
              <a:extLst>
                <a:ext uri="{FF2B5EF4-FFF2-40B4-BE49-F238E27FC236}">
                  <a16:creationId xmlns:a16="http://schemas.microsoft.com/office/drawing/2014/main" id="{B08F0D3C-DEAF-E9ED-D512-C82DECCC129D}"/>
                </a:ext>
              </a:extLst>
            </p:cNvPr>
            <p:cNvSpPr/>
            <p:nvPr/>
          </p:nvSpPr>
          <p:spPr>
            <a:xfrm>
              <a:off x="931406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2" name="Freeform: Shape 1061">
              <a:extLst>
                <a:ext uri="{FF2B5EF4-FFF2-40B4-BE49-F238E27FC236}">
                  <a16:creationId xmlns:a16="http://schemas.microsoft.com/office/drawing/2014/main" id="{F4FAF39D-23B9-FB6D-DD52-82AE80DE6D69}"/>
                </a:ext>
              </a:extLst>
            </p:cNvPr>
            <p:cNvSpPr/>
            <p:nvPr/>
          </p:nvSpPr>
          <p:spPr>
            <a:xfrm>
              <a:off x="93140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3" name="Freeform: Shape 1062">
              <a:extLst>
                <a:ext uri="{FF2B5EF4-FFF2-40B4-BE49-F238E27FC236}">
                  <a16:creationId xmlns:a16="http://schemas.microsoft.com/office/drawing/2014/main" id="{F61FFF41-24D0-CFB4-E8E6-399A1D29E9D6}"/>
                </a:ext>
              </a:extLst>
            </p:cNvPr>
            <p:cNvSpPr/>
            <p:nvPr/>
          </p:nvSpPr>
          <p:spPr>
            <a:xfrm>
              <a:off x="879079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4" name="Freeform: Shape 1063">
              <a:extLst>
                <a:ext uri="{FF2B5EF4-FFF2-40B4-BE49-F238E27FC236}">
                  <a16:creationId xmlns:a16="http://schemas.microsoft.com/office/drawing/2014/main" id="{29BD3E76-2FA5-874D-FAFE-EDC992166CDE}"/>
                </a:ext>
              </a:extLst>
            </p:cNvPr>
            <p:cNvSpPr/>
            <p:nvPr/>
          </p:nvSpPr>
          <p:spPr>
            <a:xfrm>
              <a:off x="701170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65" name="Freeform: Shape 1064">
              <a:extLst>
                <a:ext uri="{FF2B5EF4-FFF2-40B4-BE49-F238E27FC236}">
                  <a16:creationId xmlns:a16="http://schemas.microsoft.com/office/drawing/2014/main" id="{A15DA061-3585-A948-420A-82FCA47612B2}"/>
                </a:ext>
              </a:extLst>
            </p:cNvPr>
            <p:cNvSpPr/>
            <p:nvPr/>
          </p:nvSpPr>
          <p:spPr>
            <a:xfrm>
              <a:off x="669775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66" name="Freeform: Shape 1065">
              <a:extLst>
                <a:ext uri="{FF2B5EF4-FFF2-40B4-BE49-F238E27FC236}">
                  <a16:creationId xmlns:a16="http://schemas.microsoft.com/office/drawing/2014/main" id="{F5D5BD88-0BEF-4920-049D-1AA65D3C026D}"/>
                </a:ext>
              </a:extLst>
            </p:cNvPr>
            <p:cNvSpPr/>
            <p:nvPr/>
          </p:nvSpPr>
          <p:spPr>
            <a:xfrm>
              <a:off x="648844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7" name="Freeform: Shape 1066">
              <a:extLst>
                <a:ext uri="{FF2B5EF4-FFF2-40B4-BE49-F238E27FC236}">
                  <a16:creationId xmlns:a16="http://schemas.microsoft.com/office/drawing/2014/main" id="{4E67CC3E-772A-6EFE-190F-9D5002A6E316}"/>
                </a:ext>
              </a:extLst>
            </p:cNvPr>
            <p:cNvSpPr/>
            <p:nvPr/>
          </p:nvSpPr>
          <p:spPr>
            <a:xfrm>
              <a:off x="6488446"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8" name="Freeform: Shape 1067">
              <a:extLst>
                <a:ext uri="{FF2B5EF4-FFF2-40B4-BE49-F238E27FC236}">
                  <a16:creationId xmlns:a16="http://schemas.microsoft.com/office/drawing/2014/main" id="{C316B957-7EF7-B2E5-ADA1-18C875AD6E68}"/>
                </a:ext>
              </a:extLst>
            </p:cNvPr>
            <p:cNvSpPr/>
            <p:nvPr/>
          </p:nvSpPr>
          <p:spPr>
            <a:xfrm>
              <a:off x="648844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9" name="Freeform: Shape 1068">
              <a:extLst>
                <a:ext uri="{FF2B5EF4-FFF2-40B4-BE49-F238E27FC236}">
                  <a16:creationId xmlns:a16="http://schemas.microsoft.com/office/drawing/2014/main" id="{1AADD74A-C2D7-82CC-0128-0F5FD86C3687}"/>
                </a:ext>
              </a:extLst>
            </p:cNvPr>
            <p:cNvSpPr/>
            <p:nvPr/>
          </p:nvSpPr>
          <p:spPr>
            <a:xfrm>
              <a:off x="9837321"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0" y="52326"/>
                    <a:pt x="26163" y="52326"/>
                  </a:cubicBezTo>
                  <a:lnTo>
                    <a:pt x="26163" y="52326"/>
                  </a:ln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70" name="Freeform: Shape 1069">
              <a:extLst>
                <a:ext uri="{FF2B5EF4-FFF2-40B4-BE49-F238E27FC236}">
                  <a16:creationId xmlns:a16="http://schemas.microsoft.com/office/drawing/2014/main" id="{5C735DEA-9CF0-64D9-39CF-B99B48280873}"/>
                </a:ext>
              </a:extLst>
            </p:cNvPr>
            <p:cNvSpPr/>
            <p:nvPr/>
          </p:nvSpPr>
          <p:spPr>
            <a:xfrm>
              <a:off x="9523364"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71" name="Freeform: Shape 1070">
              <a:extLst>
                <a:ext uri="{FF2B5EF4-FFF2-40B4-BE49-F238E27FC236}">
                  <a16:creationId xmlns:a16="http://schemas.microsoft.com/office/drawing/2014/main" id="{46B3C899-BB88-51AE-A57D-C2B889B34BC5}"/>
                </a:ext>
              </a:extLst>
            </p:cNvPr>
            <p:cNvSpPr/>
            <p:nvPr/>
          </p:nvSpPr>
          <p:spPr>
            <a:xfrm>
              <a:off x="8267536"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8" y="52326"/>
                    <a:pt x="46396" y="45698"/>
                    <a:pt x="50233" y="36280"/>
                  </a:cubicBezTo>
                  <a:cubicBezTo>
                    <a:pt x="51629" y="33140"/>
                    <a:pt x="52326" y="29652"/>
                    <a:pt x="52326" y="26163"/>
                  </a:cubicBezTo>
                  <a:cubicBezTo>
                    <a:pt x="52326" y="11861"/>
                    <a:pt x="40466" y="0"/>
                    <a:pt x="26163" y="0"/>
                  </a:cubicBezTo>
                  <a:lnTo>
                    <a:pt x="26163" y="0"/>
                  </a:lnTo>
                  <a:cubicBezTo>
                    <a:pt x="15349" y="0"/>
                    <a:pt x="5930" y="6628"/>
                    <a:pt x="2093" y="16047"/>
                  </a:cubicBezTo>
                  <a:cubicBezTo>
                    <a:pt x="698" y="19186"/>
                    <a:pt x="0" y="22675"/>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72" name="Freeform: Shape 1071">
              <a:extLst>
                <a:ext uri="{FF2B5EF4-FFF2-40B4-BE49-F238E27FC236}">
                  <a16:creationId xmlns:a16="http://schemas.microsoft.com/office/drawing/2014/main" id="{8246F619-5EE2-7D8C-D823-BF9E5F8572AB}"/>
                </a:ext>
              </a:extLst>
            </p:cNvPr>
            <p:cNvSpPr/>
            <p:nvPr/>
          </p:nvSpPr>
          <p:spPr>
            <a:xfrm>
              <a:off x="1130245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3" name="Freeform: Shape 1072">
              <a:extLst>
                <a:ext uri="{FF2B5EF4-FFF2-40B4-BE49-F238E27FC236}">
                  <a16:creationId xmlns:a16="http://schemas.microsoft.com/office/drawing/2014/main" id="{C9701CBF-DB6B-EDB4-85B0-DD064600E41F}"/>
                </a:ext>
              </a:extLst>
            </p:cNvPr>
            <p:cNvSpPr/>
            <p:nvPr/>
          </p:nvSpPr>
          <p:spPr>
            <a:xfrm>
              <a:off x="1088384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4" name="Freeform: Shape 1073">
              <a:extLst>
                <a:ext uri="{FF2B5EF4-FFF2-40B4-BE49-F238E27FC236}">
                  <a16:creationId xmlns:a16="http://schemas.microsoft.com/office/drawing/2014/main" id="{3E391FD7-2228-95E5-FDFC-D1344ED6E37B}"/>
                </a:ext>
              </a:extLst>
            </p:cNvPr>
            <p:cNvSpPr/>
            <p:nvPr/>
          </p:nvSpPr>
          <p:spPr>
            <a:xfrm>
              <a:off x="10255931"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75" name="Freeform: Shape 1074">
              <a:extLst>
                <a:ext uri="{FF2B5EF4-FFF2-40B4-BE49-F238E27FC236}">
                  <a16:creationId xmlns:a16="http://schemas.microsoft.com/office/drawing/2014/main" id="{C45B93AB-99DD-651B-7C80-38AB9F8AC528}"/>
                </a:ext>
              </a:extLst>
            </p:cNvPr>
            <p:cNvSpPr/>
            <p:nvPr/>
          </p:nvSpPr>
          <p:spPr>
            <a:xfrm>
              <a:off x="10151278"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76" name="Freeform: Shape 1075">
              <a:extLst>
                <a:ext uri="{FF2B5EF4-FFF2-40B4-BE49-F238E27FC236}">
                  <a16:creationId xmlns:a16="http://schemas.microsoft.com/office/drawing/2014/main" id="{303F17C4-23D3-9456-272A-9329EB730EA1}"/>
                </a:ext>
              </a:extLst>
            </p:cNvPr>
            <p:cNvSpPr/>
            <p:nvPr/>
          </p:nvSpPr>
          <p:spPr>
            <a:xfrm>
              <a:off x="994197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77" name="Freeform: Shape 1076">
              <a:extLst>
                <a:ext uri="{FF2B5EF4-FFF2-40B4-BE49-F238E27FC236}">
                  <a16:creationId xmlns:a16="http://schemas.microsoft.com/office/drawing/2014/main" id="{E6DB521C-1490-0E1D-D7A2-151E5E70DD14}"/>
                </a:ext>
              </a:extLst>
            </p:cNvPr>
            <p:cNvSpPr/>
            <p:nvPr/>
          </p:nvSpPr>
          <p:spPr>
            <a:xfrm>
              <a:off x="99419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8" name="Freeform: Shape 1077">
              <a:extLst>
                <a:ext uri="{FF2B5EF4-FFF2-40B4-BE49-F238E27FC236}">
                  <a16:creationId xmlns:a16="http://schemas.microsoft.com/office/drawing/2014/main" id="{E6C74688-C3C3-E0D9-D103-761E56F07C75}"/>
                </a:ext>
              </a:extLst>
            </p:cNvPr>
            <p:cNvSpPr/>
            <p:nvPr/>
          </p:nvSpPr>
          <p:spPr>
            <a:xfrm>
              <a:off x="910475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79" name="Freeform: Shape 1078">
              <a:extLst>
                <a:ext uri="{FF2B5EF4-FFF2-40B4-BE49-F238E27FC236}">
                  <a16:creationId xmlns:a16="http://schemas.microsoft.com/office/drawing/2014/main" id="{B21D340C-D630-EF7A-7706-EF76A1A2D92F}"/>
                </a:ext>
              </a:extLst>
            </p:cNvPr>
            <p:cNvSpPr/>
            <p:nvPr/>
          </p:nvSpPr>
          <p:spPr>
            <a:xfrm>
              <a:off x="86861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0" name="Freeform: Shape 1079">
              <a:extLst>
                <a:ext uri="{FF2B5EF4-FFF2-40B4-BE49-F238E27FC236}">
                  <a16:creationId xmlns:a16="http://schemas.microsoft.com/office/drawing/2014/main" id="{1C206D12-90D3-1819-CBB2-17AB1972E1F9}"/>
                </a:ext>
              </a:extLst>
            </p:cNvPr>
            <p:cNvSpPr/>
            <p:nvPr/>
          </p:nvSpPr>
          <p:spPr>
            <a:xfrm>
              <a:off x="8581493" y="146676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1" name="Freeform: Shape 1080">
              <a:extLst>
                <a:ext uri="{FF2B5EF4-FFF2-40B4-BE49-F238E27FC236}">
                  <a16:creationId xmlns:a16="http://schemas.microsoft.com/office/drawing/2014/main" id="{CEB8BAC9-6647-6CAD-DE3E-C1261AB4B07B}"/>
                </a:ext>
              </a:extLst>
            </p:cNvPr>
            <p:cNvSpPr/>
            <p:nvPr/>
          </p:nvSpPr>
          <p:spPr>
            <a:xfrm>
              <a:off x="837218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2" name="Freeform: Shape 1081">
              <a:extLst>
                <a:ext uri="{FF2B5EF4-FFF2-40B4-BE49-F238E27FC236}">
                  <a16:creationId xmlns:a16="http://schemas.microsoft.com/office/drawing/2014/main" id="{CF3F14ED-341F-03F7-2ED5-84F15923716E}"/>
                </a:ext>
              </a:extLst>
            </p:cNvPr>
            <p:cNvSpPr/>
            <p:nvPr/>
          </p:nvSpPr>
          <p:spPr>
            <a:xfrm>
              <a:off x="83721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3" name="Freeform: Shape 1082">
              <a:extLst>
                <a:ext uri="{FF2B5EF4-FFF2-40B4-BE49-F238E27FC236}">
                  <a16:creationId xmlns:a16="http://schemas.microsoft.com/office/drawing/2014/main" id="{5221BDF0-7F7F-0582-A4DD-0F6356BAEC3C}"/>
                </a:ext>
              </a:extLst>
            </p:cNvPr>
            <p:cNvSpPr/>
            <p:nvPr/>
          </p:nvSpPr>
          <p:spPr>
            <a:xfrm>
              <a:off x="81628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4" name="Freeform: Shape 1083">
              <a:extLst>
                <a:ext uri="{FF2B5EF4-FFF2-40B4-BE49-F238E27FC236}">
                  <a16:creationId xmlns:a16="http://schemas.microsoft.com/office/drawing/2014/main" id="{549B0350-9280-B367-6F27-BF7F1021CF5C}"/>
                </a:ext>
              </a:extLst>
            </p:cNvPr>
            <p:cNvSpPr/>
            <p:nvPr/>
          </p:nvSpPr>
          <p:spPr>
            <a:xfrm>
              <a:off x="732566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5" name="Freeform: Shape 1084">
              <a:extLst>
                <a:ext uri="{FF2B5EF4-FFF2-40B4-BE49-F238E27FC236}">
                  <a16:creationId xmlns:a16="http://schemas.microsoft.com/office/drawing/2014/main" id="{6FB4385B-68C5-3FAD-B330-585C37724B05}"/>
                </a:ext>
              </a:extLst>
            </p:cNvPr>
            <p:cNvSpPr/>
            <p:nvPr/>
          </p:nvSpPr>
          <p:spPr>
            <a:xfrm>
              <a:off x="6697751"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86" name="Freeform: Shape 1085">
              <a:extLst>
                <a:ext uri="{FF2B5EF4-FFF2-40B4-BE49-F238E27FC236}">
                  <a16:creationId xmlns:a16="http://schemas.microsoft.com/office/drawing/2014/main" id="{F64E4C83-0F72-E557-27F5-77CA77A51287}"/>
                </a:ext>
              </a:extLst>
            </p:cNvPr>
            <p:cNvSpPr/>
            <p:nvPr/>
          </p:nvSpPr>
          <p:spPr>
            <a:xfrm>
              <a:off x="648844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87" name="Freeform: Shape 1086">
              <a:extLst>
                <a:ext uri="{FF2B5EF4-FFF2-40B4-BE49-F238E27FC236}">
                  <a16:creationId xmlns:a16="http://schemas.microsoft.com/office/drawing/2014/main" id="{C228BF71-6F8B-C392-A8CE-ABDC0797488B}"/>
                </a:ext>
              </a:extLst>
            </p:cNvPr>
            <p:cNvSpPr/>
            <p:nvPr/>
          </p:nvSpPr>
          <p:spPr>
            <a:xfrm>
              <a:off x="6279141"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88" name="Freeform: Shape 1087">
              <a:extLst>
                <a:ext uri="{FF2B5EF4-FFF2-40B4-BE49-F238E27FC236}">
                  <a16:creationId xmlns:a16="http://schemas.microsoft.com/office/drawing/2014/main" id="{3B18CE07-1406-FB9D-04EF-13F2B2CF2C6F}"/>
                </a:ext>
              </a:extLst>
            </p:cNvPr>
            <p:cNvSpPr/>
            <p:nvPr/>
          </p:nvSpPr>
          <p:spPr>
            <a:xfrm>
              <a:off x="6279141"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89" name="Freeform: Shape 1088">
              <a:extLst>
                <a:ext uri="{FF2B5EF4-FFF2-40B4-BE49-F238E27FC236}">
                  <a16:creationId xmlns:a16="http://schemas.microsoft.com/office/drawing/2014/main" id="{84773BC0-B5F4-2164-22B2-1BB56B6921B1}"/>
                </a:ext>
              </a:extLst>
            </p:cNvPr>
            <p:cNvSpPr/>
            <p:nvPr/>
          </p:nvSpPr>
          <p:spPr>
            <a:xfrm>
              <a:off x="8581493"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6" y="52326"/>
                    <a:pt x="52326" y="40466"/>
                    <a:pt x="52326" y="26163"/>
                  </a:cubicBezTo>
                  <a:cubicBezTo>
                    <a:pt x="52326" y="13605"/>
                    <a:pt x="43256" y="3140"/>
                    <a:pt x="31396" y="698"/>
                  </a:cubicBezTo>
                  <a:cubicBezTo>
                    <a:pt x="29652" y="349"/>
                    <a:pt x="27907" y="0"/>
                    <a:pt x="26163" y="0"/>
                  </a:cubicBez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1090" name="Freeform: Shape 1089">
              <a:extLst>
                <a:ext uri="{FF2B5EF4-FFF2-40B4-BE49-F238E27FC236}">
                  <a16:creationId xmlns:a16="http://schemas.microsoft.com/office/drawing/2014/main" id="{727C7C71-C6F0-9CE9-E25F-298896A4573F}"/>
                </a:ext>
              </a:extLst>
            </p:cNvPr>
            <p:cNvSpPr/>
            <p:nvPr/>
          </p:nvSpPr>
          <p:spPr>
            <a:xfrm>
              <a:off x="11093150"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91" name="Freeform: Shape 1090">
              <a:extLst>
                <a:ext uri="{FF2B5EF4-FFF2-40B4-BE49-F238E27FC236}">
                  <a16:creationId xmlns:a16="http://schemas.microsoft.com/office/drawing/2014/main" id="{70D6F39F-C8B1-CA9E-0B15-785E1D777AC3}"/>
                </a:ext>
              </a:extLst>
            </p:cNvPr>
            <p:cNvSpPr/>
            <p:nvPr/>
          </p:nvSpPr>
          <p:spPr>
            <a:xfrm>
              <a:off x="10151278" y="3978424"/>
              <a:ext cx="52326" cy="52326"/>
            </a:xfrm>
            <a:custGeom>
              <a:avLst/>
              <a:gdLst>
                <a:gd name="connsiteX0" fmla="*/ 52326 w 52326"/>
                <a:gd name="connsiteY0" fmla="*/ 26163 h 52326"/>
                <a:gd name="connsiteX1" fmla="*/ 51279 w 52326"/>
                <a:gd name="connsiteY1" fmla="*/ 18489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3372"/>
                    <a:pt x="51977" y="20930"/>
                    <a:pt x="51279" y="18489"/>
                  </a:cubicBezTo>
                  <a:cubicBezTo>
                    <a:pt x="48140" y="7675"/>
                    <a:pt x="38023"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92" name="Freeform: Shape 1091">
              <a:extLst>
                <a:ext uri="{FF2B5EF4-FFF2-40B4-BE49-F238E27FC236}">
                  <a16:creationId xmlns:a16="http://schemas.microsoft.com/office/drawing/2014/main" id="{E5CEE801-ABB1-0247-6612-51FA27C7FB55}"/>
                </a:ext>
              </a:extLst>
            </p:cNvPr>
            <p:cNvSpPr/>
            <p:nvPr/>
          </p:nvSpPr>
          <p:spPr>
            <a:xfrm>
              <a:off x="7221012"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5930 w 52326"/>
                <a:gd name="connsiteY3" fmla="*/ 42908 h 52326"/>
                <a:gd name="connsiteX4" fmla="*/ 26163 w 52326"/>
                <a:gd name="connsiteY4" fmla="*/ 52326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093" name="Freeform: Shape 1092">
              <a:extLst>
                <a:ext uri="{FF2B5EF4-FFF2-40B4-BE49-F238E27FC236}">
                  <a16:creationId xmlns:a16="http://schemas.microsoft.com/office/drawing/2014/main" id="{CBA644AE-BA71-0A38-44D2-226AA267EA05}"/>
                </a:ext>
              </a:extLst>
            </p:cNvPr>
            <p:cNvSpPr/>
            <p:nvPr/>
          </p:nvSpPr>
          <p:spPr>
            <a:xfrm>
              <a:off x="11093150"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94" name="Freeform: Shape 1093">
              <a:extLst>
                <a:ext uri="{FF2B5EF4-FFF2-40B4-BE49-F238E27FC236}">
                  <a16:creationId xmlns:a16="http://schemas.microsoft.com/office/drawing/2014/main" id="{046DC307-E829-E3F9-2B23-813BF02EE1FC}"/>
                </a:ext>
              </a:extLst>
            </p:cNvPr>
            <p:cNvSpPr/>
            <p:nvPr/>
          </p:nvSpPr>
          <p:spPr>
            <a:xfrm>
              <a:off x="9000103"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95" name="Freeform: Shape 1094">
              <a:extLst>
                <a:ext uri="{FF2B5EF4-FFF2-40B4-BE49-F238E27FC236}">
                  <a16:creationId xmlns:a16="http://schemas.microsoft.com/office/drawing/2014/main" id="{EE21668B-1C6D-BFAC-7C0C-0B2858792DB2}"/>
                </a:ext>
              </a:extLst>
            </p:cNvPr>
            <p:cNvSpPr/>
            <p:nvPr/>
          </p:nvSpPr>
          <p:spPr>
            <a:xfrm>
              <a:off x="858149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6" name="Freeform: Shape 1095">
              <a:extLst>
                <a:ext uri="{FF2B5EF4-FFF2-40B4-BE49-F238E27FC236}">
                  <a16:creationId xmlns:a16="http://schemas.microsoft.com/office/drawing/2014/main" id="{DCD3151A-3A46-B687-3460-79BDD0D7BAD6}"/>
                </a:ext>
              </a:extLst>
            </p:cNvPr>
            <p:cNvSpPr/>
            <p:nvPr/>
          </p:nvSpPr>
          <p:spPr>
            <a:xfrm>
              <a:off x="10255931" y="3350510"/>
              <a:ext cx="52326" cy="52326"/>
            </a:xfrm>
            <a:custGeom>
              <a:avLst/>
              <a:gdLst>
                <a:gd name="connsiteX0" fmla="*/ 26163 w 52326"/>
                <a:gd name="connsiteY0" fmla="*/ 52326 h 52326"/>
                <a:gd name="connsiteX1" fmla="*/ 26163 w 52326"/>
                <a:gd name="connsiteY1" fmla="*/ 52326 h 52326"/>
                <a:gd name="connsiteX2" fmla="*/ 36279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79" y="50233"/>
                  </a:cubicBezTo>
                  <a:cubicBezTo>
                    <a:pt x="45699" y="46396"/>
                    <a:pt x="52326" y="36977"/>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97" name="Freeform: Shape 1096">
              <a:extLst>
                <a:ext uri="{FF2B5EF4-FFF2-40B4-BE49-F238E27FC236}">
                  <a16:creationId xmlns:a16="http://schemas.microsoft.com/office/drawing/2014/main" id="{86406133-B35D-60B1-B340-E41175351550}"/>
                </a:ext>
              </a:extLst>
            </p:cNvPr>
            <p:cNvSpPr/>
            <p:nvPr/>
          </p:nvSpPr>
          <p:spPr>
            <a:xfrm>
              <a:off x="7221012" y="4710991"/>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98" name="Freeform: Shape 1097">
              <a:extLst>
                <a:ext uri="{FF2B5EF4-FFF2-40B4-BE49-F238E27FC236}">
                  <a16:creationId xmlns:a16="http://schemas.microsoft.com/office/drawing/2014/main" id="{8108B0C8-47D8-F74E-1F14-3DF232AFA1A6}"/>
                </a:ext>
              </a:extLst>
            </p:cNvPr>
            <p:cNvSpPr/>
            <p:nvPr/>
          </p:nvSpPr>
          <p:spPr>
            <a:xfrm>
              <a:off x="1109315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99" name="Freeform: Shape 1098">
              <a:extLst>
                <a:ext uri="{FF2B5EF4-FFF2-40B4-BE49-F238E27FC236}">
                  <a16:creationId xmlns:a16="http://schemas.microsoft.com/office/drawing/2014/main" id="{6456868D-B2B2-E9DC-1789-ACB3BFB9689A}"/>
                </a:ext>
              </a:extLst>
            </p:cNvPr>
            <p:cNvSpPr/>
            <p:nvPr/>
          </p:nvSpPr>
          <p:spPr>
            <a:xfrm>
              <a:off x="108838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0" name="Freeform: Shape 1099">
              <a:extLst>
                <a:ext uri="{FF2B5EF4-FFF2-40B4-BE49-F238E27FC236}">
                  <a16:creationId xmlns:a16="http://schemas.microsoft.com/office/drawing/2014/main" id="{817FB1F1-E5F5-3A5A-C09E-2FF7E83B43D5}"/>
                </a:ext>
              </a:extLst>
            </p:cNvPr>
            <p:cNvSpPr/>
            <p:nvPr/>
          </p:nvSpPr>
          <p:spPr>
            <a:xfrm>
              <a:off x="10674540"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1101" name="Freeform: Shape 1100">
              <a:extLst>
                <a:ext uri="{FF2B5EF4-FFF2-40B4-BE49-F238E27FC236}">
                  <a16:creationId xmlns:a16="http://schemas.microsoft.com/office/drawing/2014/main" id="{09C03B61-99F0-12DE-000E-14395AC2D45C}"/>
                </a:ext>
              </a:extLst>
            </p:cNvPr>
            <p:cNvSpPr/>
            <p:nvPr/>
          </p:nvSpPr>
          <p:spPr>
            <a:xfrm>
              <a:off x="10046626"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102" name="Freeform: Shape 1101">
              <a:extLst>
                <a:ext uri="{FF2B5EF4-FFF2-40B4-BE49-F238E27FC236}">
                  <a16:creationId xmlns:a16="http://schemas.microsoft.com/office/drawing/2014/main" id="{53A6DD55-4986-6074-5E87-5D6C5A02F7A0}"/>
                </a:ext>
              </a:extLst>
            </p:cNvPr>
            <p:cNvSpPr/>
            <p:nvPr/>
          </p:nvSpPr>
          <p:spPr>
            <a:xfrm>
              <a:off x="11197802"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3" name="Freeform: Shape 1102">
              <a:extLst>
                <a:ext uri="{FF2B5EF4-FFF2-40B4-BE49-F238E27FC236}">
                  <a16:creationId xmlns:a16="http://schemas.microsoft.com/office/drawing/2014/main" id="{F4C26C07-9728-A97A-D1A5-B89BD15DC524}"/>
                </a:ext>
              </a:extLst>
            </p:cNvPr>
            <p:cNvSpPr/>
            <p:nvPr/>
          </p:nvSpPr>
          <p:spPr>
            <a:xfrm>
              <a:off x="1077919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4" name="Freeform: Shape 1103">
              <a:extLst>
                <a:ext uri="{FF2B5EF4-FFF2-40B4-BE49-F238E27FC236}">
                  <a16:creationId xmlns:a16="http://schemas.microsoft.com/office/drawing/2014/main" id="{B232BA07-3113-7235-6934-F9EA248428E9}"/>
                </a:ext>
              </a:extLst>
            </p:cNvPr>
            <p:cNvSpPr/>
            <p:nvPr/>
          </p:nvSpPr>
          <p:spPr>
            <a:xfrm>
              <a:off x="96280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5" name="Freeform: Shape 1104">
              <a:extLst>
                <a:ext uri="{FF2B5EF4-FFF2-40B4-BE49-F238E27FC236}">
                  <a16:creationId xmlns:a16="http://schemas.microsoft.com/office/drawing/2014/main" id="{FCAB7D75-A737-2CCD-CA4F-0ECF35A57170}"/>
                </a:ext>
              </a:extLst>
            </p:cNvPr>
            <p:cNvSpPr/>
            <p:nvPr/>
          </p:nvSpPr>
          <p:spPr>
            <a:xfrm>
              <a:off x="952336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6" name="Freeform: Shape 1105">
              <a:extLst>
                <a:ext uri="{FF2B5EF4-FFF2-40B4-BE49-F238E27FC236}">
                  <a16:creationId xmlns:a16="http://schemas.microsoft.com/office/drawing/2014/main" id="{7231CA4E-DCB6-773E-A23B-0C298EEA55C0}"/>
                </a:ext>
              </a:extLst>
            </p:cNvPr>
            <p:cNvSpPr/>
            <p:nvPr/>
          </p:nvSpPr>
          <p:spPr>
            <a:xfrm>
              <a:off x="743031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7" name="Freeform: Shape 1106">
              <a:extLst>
                <a:ext uri="{FF2B5EF4-FFF2-40B4-BE49-F238E27FC236}">
                  <a16:creationId xmlns:a16="http://schemas.microsoft.com/office/drawing/2014/main" id="{C2FCD66E-E3CC-FDF9-52DE-651E0C7C778F}"/>
                </a:ext>
              </a:extLst>
            </p:cNvPr>
            <p:cNvSpPr/>
            <p:nvPr/>
          </p:nvSpPr>
          <p:spPr>
            <a:xfrm>
              <a:off x="7430317"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08" name="Freeform: Shape 1107">
              <a:extLst>
                <a:ext uri="{FF2B5EF4-FFF2-40B4-BE49-F238E27FC236}">
                  <a16:creationId xmlns:a16="http://schemas.microsoft.com/office/drawing/2014/main" id="{0C5A3E6C-F42E-0973-870B-44BA4BADB05B}"/>
                </a:ext>
              </a:extLst>
            </p:cNvPr>
            <p:cNvSpPr/>
            <p:nvPr/>
          </p:nvSpPr>
          <p:spPr>
            <a:xfrm>
              <a:off x="74303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9" name="Freeform: Shape 1108">
              <a:extLst>
                <a:ext uri="{FF2B5EF4-FFF2-40B4-BE49-F238E27FC236}">
                  <a16:creationId xmlns:a16="http://schemas.microsoft.com/office/drawing/2014/main" id="{9DA26FAC-4C8B-5207-2014-353B80402C27}"/>
                </a:ext>
              </a:extLst>
            </p:cNvPr>
            <p:cNvSpPr/>
            <p:nvPr/>
          </p:nvSpPr>
          <p:spPr>
            <a:xfrm>
              <a:off x="743031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10" name="Freeform: Shape 1109">
              <a:extLst>
                <a:ext uri="{FF2B5EF4-FFF2-40B4-BE49-F238E27FC236}">
                  <a16:creationId xmlns:a16="http://schemas.microsoft.com/office/drawing/2014/main" id="{1A222A9A-7B2C-1D6C-3CDF-6856FF44A406}"/>
                </a:ext>
              </a:extLst>
            </p:cNvPr>
            <p:cNvSpPr/>
            <p:nvPr/>
          </p:nvSpPr>
          <p:spPr>
            <a:xfrm rot="17550026">
              <a:off x="7221177" y="38736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111" name="Freeform: Shape 1110">
              <a:extLst>
                <a:ext uri="{FF2B5EF4-FFF2-40B4-BE49-F238E27FC236}">
                  <a16:creationId xmlns:a16="http://schemas.microsoft.com/office/drawing/2014/main" id="{38E7B2BD-9C55-B109-7D7E-F8DEA55FAD8C}"/>
                </a:ext>
              </a:extLst>
            </p:cNvPr>
            <p:cNvSpPr/>
            <p:nvPr/>
          </p:nvSpPr>
          <p:spPr>
            <a:xfrm>
              <a:off x="6802403"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12" name="Freeform: Shape 1111">
              <a:extLst>
                <a:ext uri="{FF2B5EF4-FFF2-40B4-BE49-F238E27FC236}">
                  <a16:creationId xmlns:a16="http://schemas.microsoft.com/office/drawing/2014/main" id="{AEC3E5D3-3777-B61A-00D1-B39AC0F2D8F0}"/>
                </a:ext>
              </a:extLst>
            </p:cNvPr>
            <p:cNvSpPr/>
            <p:nvPr/>
          </p:nvSpPr>
          <p:spPr>
            <a:xfrm>
              <a:off x="648844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3" name="Freeform: Shape 1112">
              <a:extLst>
                <a:ext uri="{FF2B5EF4-FFF2-40B4-BE49-F238E27FC236}">
                  <a16:creationId xmlns:a16="http://schemas.microsoft.com/office/drawing/2014/main" id="{E6AC42AC-E78D-AA83-1514-D732D48921B2}"/>
                </a:ext>
              </a:extLst>
            </p:cNvPr>
            <p:cNvSpPr/>
            <p:nvPr/>
          </p:nvSpPr>
          <p:spPr>
            <a:xfrm>
              <a:off x="638379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14" name="Freeform: Shape 1113">
              <a:extLst>
                <a:ext uri="{FF2B5EF4-FFF2-40B4-BE49-F238E27FC236}">
                  <a16:creationId xmlns:a16="http://schemas.microsoft.com/office/drawing/2014/main" id="{A169A9F2-F548-B311-D6A6-967910D9A65B}"/>
                </a:ext>
              </a:extLst>
            </p:cNvPr>
            <p:cNvSpPr/>
            <p:nvPr/>
          </p:nvSpPr>
          <p:spPr>
            <a:xfrm>
              <a:off x="638379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5" name="Freeform: Shape 1114">
              <a:extLst>
                <a:ext uri="{FF2B5EF4-FFF2-40B4-BE49-F238E27FC236}">
                  <a16:creationId xmlns:a16="http://schemas.microsoft.com/office/drawing/2014/main" id="{1D7431F5-EBAB-ED42-1ED6-776A960C340D}"/>
                </a:ext>
              </a:extLst>
            </p:cNvPr>
            <p:cNvSpPr/>
            <p:nvPr/>
          </p:nvSpPr>
          <p:spPr>
            <a:xfrm>
              <a:off x="11616412"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16" name="Freeform: Shape 1115">
              <a:extLst>
                <a:ext uri="{FF2B5EF4-FFF2-40B4-BE49-F238E27FC236}">
                  <a16:creationId xmlns:a16="http://schemas.microsoft.com/office/drawing/2014/main" id="{B30AE518-4E3F-F408-8B32-E51744FFD749}"/>
                </a:ext>
              </a:extLst>
            </p:cNvPr>
            <p:cNvSpPr/>
            <p:nvPr/>
          </p:nvSpPr>
          <p:spPr>
            <a:xfrm>
              <a:off x="6802403"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5"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117" name="Freeform: Shape 1116">
              <a:extLst>
                <a:ext uri="{FF2B5EF4-FFF2-40B4-BE49-F238E27FC236}">
                  <a16:creationId xmlns:a16="http://schemas.microsoft.com/office/drawing/2014/main" id="{A1521076-9861-21DC-7F2B-B21612BD7884}"/>
                </a:ext>
              </a:extLst>
            </p:cNvPr>
            <p:cNvSpPr/>
            <p:nvPr/>
          </p:nvSpPr>
          <p:spPr>
            <a:xfrm>
              <a:off x="10988497"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3" y="52326"/>
                    <a:pt x="26163" y="52326"/>
                  </a:cubicBezTo>
                  <a:lnTo>
                    <a:pt x="26163" y="52326"/>
                  </a:lnTo>
                  <a:cubicBezTo>
                    <a:pt x="35931" y="52326"/>
                    <a:pt x="44652" y="46745"/>
                    <a:pt x="49187" y="38721"/>
                  </a:cubicBezTo>
                  <a:cubicBezTo>
                    <a:pt x="51279" y="34884"/>
                    <a:pt x="52326" y="30698"/>
                    <a:pt x="52326" y="26163"/>
                  </a:cubicBezTo>
                  <a:cubicBezTo>
                    <a:pt x="52326" y="11861"/>
                    <a:pt x="40466" y="0"/>
                    <a:pt x="26163" y="0"/>
                  </a:cubicBezTo>
                  <a:cubicBezTo>
                    <a:pt x="21280" y="0"/>
                    <a:pt x="17093"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1118" name="Freeform: Shape 1117">
              <a:extLst>
                <a:ext uri="{FF2B5EF4-FFF2-40B4-BE49-F238E27FC236}">
                  <a16:creationId xmlns:a16="http://schemas.microsoft.com/office/drawing/2014/main" id="{C6D23654-C261-D626-CFB9-13F7374E35CE}"/>
                </a:ext>
              </a:extLst>
            </p:cNvPr>
            <p:cNvSpPr/>
            <p:nvPr/>
          </p:nvSpPr>
          <p:spPr>
            <a:xfrm>
              <a:off x="9941974" y="460633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19" name="Freeform: Shape 1118">
              <a:extLst>
                <a:ext uri="{FF2B5EF4-FFF2-40B4-BE49-F238E27FC236}">
                  <a16:creationId xmlns:a16="http://schemas.microsoft.com/office/drawing/2014/main" id="{A5D7FF93-182A-BC9C-7F5E-DD06FD6EC907}"/>
                </a:ext>
              </a:extLst>
            </p:cNvPr>
            <p:cNvSpPr/>
            <p:nvPr/>
          </p:nvSpPr>
          <p:spPr>
            <a:xfrm>
              <a:off x="9000103" y="4501686"/>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20" name="Freeform: Shape 1119">
              <a:extLst>
                <a:ext uri="{FF2B5EF4-FFF2-40B4-BE49-F238E27FC236}">
                  <a16:creationId xmlns:a16="http://schemas.microsoft.com/office/drawing/2014/main" id="{7730007B-F6E8-FBBE-65E3-EC91B448FF3B}"/>
                </a:ext>
              </a:extLst>
            </p:cNvPr>
            <p:cNvSpPr/>
            <p:nvPr/>
          </p:nvSpPr>
          <p:spPr>
            <a:xfrm>
              <a:off x="9418712"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4652 w 52326"/>
                <a:gd name="connsiteY3" fmla="*/ 7674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cubicBezTo>
                    <a:pt x="52326" y="18838"/>
                    <a:pt x="49535" y="12558"/>
                    <a:pt x="44652" y="7674"/>
                  </a:cubicBezTo>
                  <a:cubicBezTo>
                    <a:pt x="39768" y="2791"/>
                    <a:pt x="33489"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121" name="Freeform: Shape 1120">
              <a:extLst>
                <a:ext uri="{FF2B5EF4-FFF2-40B4-BE49-F238E27FC236}">
                  <a16:creationId xmlns:a16="http://schemas.microsoft.com/office/drawing/2014/main" id="{758E4070-9F67-ACEE-F881-70B055C9A7C6}"/>
                </a:ext>
              </a:extLst>
            </p:cNvPr>
            <p:cNvSpPr/>
            <p:nvPr/>
          </p:nvSpPr>
          <p:spPr>
            <a:xfrm>
              <a:off x="117210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2" name="Freeform: Shape 1121">
              <a:extLst>
                <a:ext uri="{FF2B5EF4-FFF2-40B4-BE49-F238E27FC236}">
                  <a16:creationId xmlns:a16="http://schemas.microsoft.com/office/drawing/2014/main" id="{40607675-7F6B-13F6-B00E-6885F4152388}"/>
                </a:ext>
              </a:extLst>
            </p:cNvPr>
            <p:cNvSpPr/>
            <p:nvPr/>
          </p:nvSpPr>
          <p:spPr>
            <a:xfrm>
              <a:off x="11302454"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4" y="0"/>
                    <a:pt x="21628" y="349"/>
                  </a:cubicBezTo>
                  <a:cubicBezTo>
                    <a:pt x="21280" y="349"/>
                    <a:pt x="21280" y="349"/>
                    <a:pt x="20930" y="349"/>
                  </a:cubicBezTo>
                  <a:cubicBezTo>
                    <a:pt x="9070" y="2791"/>
                    <a:pt x="0" y="13256"/>
                    <a:pt x="0" y="25814"/>
                  </a:cubicBezTo>
                  <a:cubicBezTo>
                    <a:pt x="0" y="40117"/>
                    <a:pt x="11860" y="51977"/>
                    <a:pt x="26163" y="51977"/>
                  </a:cubicBezTo>
                  <a:cubicBezTo>
                    <a:pt x="26163" y="51977"/>
                    <a:pt x="26163" y="51977"/>
                    <a:pt x="26163" y="51977"/>
                  </a:cubicBez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23" name="Freeform: Shape 1122">
              <a:extLst>
                <a:ext uri="{FF2B5EF4-FFF2-40B4-BE49-F238E27FC236}">
                  <a16:creationId xmlns:a16="http://schemas.microsoft.com/office/drawing/2014/main" id="{F286507B-2101-1C4C-9F79-B1B2C891154A}"/>
                </a:ext>
              </a:extLst>
            </p:cNvPr>
            <p:cNvSpPr/>
            <p:nvPr/>
          </p:nvSpPr>
          <p:spPr>
            <a:xfrm>
              <a:off x="10674540"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24" name="Freeform: Shape 1123">
              <a:extLst>
                <a:ext uri="{FF2B5EF4-FFF2-40B4-BE49-F238E27FC236}">
                  <a16:creationId xmlns:a16="http://schemas.microsoft.com/office/drawing/2014/main" id="{D95E3025-E6CA-4D43-2C02-5F8ACE92DE66}"/>
                </a:ext>
              </a:extLst>
            </p:cNvPr>
            <p:cNvSpPr/>
            <p:nvPr/>
          </p:nvSpPr>
          <p:spPr>
            <a:xfrm>
              <a:off x="10465236"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25" name="Freeform: Shape 1124">
              <a:extLst>
                <a:ext uri="{FF2B5EF4-FFF2-40B4-BE49-F238E27FC236}">
                  <a16:creationId xmlns:a16="http://schemas.microsoft.com/office/drawing/2014/main" id="{BEA08249-382F-4C85-4C5E-4AB5BC77D6D1}"/>
                </a:ext>
              </a:extLst>
            </p:cNvPr>
            <p:cNvSpPr/>
            <p:nvPr/>
          </p:nvSpPr>
          <p:spPr>
            <a:xfrm>
              <a:off x="1098849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6" name="Freeform: Shape 1125">
              <a:extLst>
                <a:ext uri="{FF2B5EF4-FFF2-40B4-BE49-F238E27FC236}">
                  <a16:creationId xmlns:a16="http://schemas.microsoft.com/office/drawing/2014/main" id="{7BE8B037-8775-B7BF-36BD-2E5FEFB01E96}"/>
                </a:ext>
              </a:extLst>
            </p:cNvPr>
            <p:cNvSpPr/>
            <p:nvPr/>
          </p:nvSpPr>
          <p:spPr>
            <a:xfrm>
              <a:off x="90001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27" name="Freeform: Shape 1126">
              <a:extLst>
                <a:ext uri="{FF2B5EF4-FFF2-40B4-BE49-F238E27FC236}">
                  <a16:creationId xmlns:a16="http://schemas.microsoft.com/office/drawing/2014/main" id="{7FD5BE02-481B-C096-A062-C65D5793BA41}"/>
                </a:ext>
              </a:extLst>
            </p:cNvPr>
            <p:cNvSpPr/>
            <p:nvPr/>
          </p:nvSpPr>
          <p:spPr>
            <a:xfrm>
              <a:off x="900010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8" name="Freeform: Shape 1127">
              <a:extLst>
                <a:ext uri="{FF2B5EF4-FFF2-40B4-BE49-F238E27FC236}">
                  <a16:creationId xmlns:a16="http://schemas.microsoft.com/office/drawing/2014/main" id="{2DDE09F6-B0E2-E31C-AD12-4B61FB6ACE58}"/>
                </a:ext>
              </a:extLst>
            </p:cNvPr>
            <p:cNvSpPr/>
            <p:nvPr/>
          </p:nvSpPr>
          <p:spPr>
            <a:xfrm>
              <a:off x="879079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9" name="Freeform: Shape 1128">
              <a:extLst>
                <a:ext uri="{FF2B5EF4-FFF2-40B4-BE49-F238E27FC236}">
                  <a16:creationId xmlns:a16="http://schemas.microsoft.com/office/drawing/2014/main" id="{4B806617-DB7F-6D3F-5276-2DA783EEB6DA}"/>
                </a:ext>
              </a:extLst>
            </p:cNvPr>
            <p:cNvSpPr/>
            <p:nvPr/>
          </p:nvSpPr>
          <p:spPr>
            <a:xfrm rot="21046898">
              <a:off x="8581641" y="3664347"/>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130" name="Freeform: Shape 1129">
              <a:extLst>
                <a:ext uri="{FF2B5EF4-FFF2-40B4-BE49-F238E27FC236}">
                  <a16:creationId xmlns:a16="http://schemas.microsoft.com/office/drawing/2014/main" id="{875E3CD1-3BA1-02CA-65B8-91CF1EB49F35}"/>
                </a:ext>
              </a:extLst>
            </p:cNvPr>
            <p:cNvSpPr/>
            <p:nvPr/>
          </p:nvSpPr>
          <p:spPr>
            <a:xfrm>
              <a:off x="826753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1" name="Freeform: Shape 1130">
              <a:extLst>
                <a:ext uri="{FF2B5EF4-FFF2-40B4-BE49-F238E27FC236}">
                  <a16:creationId xmlns:a16="http://schemas.microsoft.com/office/drawing/2014/main" id="{66D579A7-4A61-86DE-5CA0-1F43559DF0B2}"/>
                </a:ext>
              </a:extLst>
            </p:cNvPr>
            <p:cNvSpPr/>
            <p:nvPr/>
          </p:nvSpPr>
          <p:spPr>
            <a:xfrm>
              <a:off x="816288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2" name="Freeform: Shape 1131">
              <a:extLst>
                <a:ext uri="{FF2B5EF4-FFF2-40B4-BE49-F238E27FC236}">
                  <a16:creationId xmlns:a16="http://schemas.microsoft.com/office/drawing/2014/main" id="{00112048-5299-BF9B-68BF-0861404C4E3D}"/>
                </a:ext>
              </a:extLst>
            </p:cNvPr>
            <p:cNvSpPr/>
            <p:nvPr/>
          </p:nvSpPr>
          <p:spPr>
            <a:xfrm>
              <a:off x="77442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3" name="Freeform: Shape 1132">
              <a:extLst>
                <a:ext uri="{FF2B5EF4-FFF2-40B4-BE49-F238E27FC236}">
                  <a16:creationId xmlns:a16="http://schemas.microsoft.com/office/drawing/2014/main" id="{2DB8F19C-6141-EF53-06D3-F405F07CAF25}"/>
                </a:ext>
              </a:extLst>
            </p:cNvPr>
            <p:cNvSpPr/>
            <p:nvPr/>
          </p:nvSpPr>
          <p:spPr>
            <a:xfrm>
              <a:off x="743031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34" name="Freeform: Shape 1133">
              <a:extLst>
                <a:ext uri="{FF2B5EF4-FFF2-40B4-BE49-F238E27FC236}">
                  <a16:creationId xmlns:a16="http://schemas.microsoft.com/office/drawing/2014/main" id="{E1D3461A-87AB-3CF4-2E72-3A16DC8BF047}"/>
                </a:ext>
              </a:extLst>
            </p:cNvPr>
            <p:cNvSpPr/>
            <p:nvPr/>
          </p:nvSpPr>
          <p:spPr>
            <a:xfrm>
              <a:off x="743031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5" name="Freeform: Shape 1134">
              <a:extLst>
                <a:ext uri="{FF2B5EF4-FFF2-40B4-BE49-F238E27FC236}">
                  <a16:creationId xmlns:a16="http://schemas.microsoft.com/office/drawing/2014/main" id="{5E410201-27A3-AA17-3823-2DF69B7557D7}"/>
                </a:ext>
              </a:extLst>
            </p:cNvPr>
            <p:cNvSpPr/>
            <p:nvPr/>
          </p:nvSpPr>
          <p:spPr>
            <a:xfrm>
              <a:off x="10151278"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3" y="52326"/>
                    <a:pt x="47791" y="44652"/>
                    <a:pt x="51279" y="33838"/>
                  </a:cubicBezTo>
                  <a:cubicBezTo>
                    <a:pt x="51977" y="31396"/>
                    <a:pt x="52326" y="28605"/>
                    <a:pt x="52326" y="26163"/>
                  </a:cubicBezTo>
                  <a:cubicBezTo>
                    <a:pt x="52326" y="11861"/>
                    <a:pt x="40466" y="0"/>
                    <a:pt x="26163" y="0"/>
                  </a:cubicBezTo>
                  <a:lnTo>
                    <a:pt x="26163" y="0"/>
                  </a:lnTo>
                  <a:cubicBezTo>
                    <a:pt x="15698" y="0"/>
                    <a:pt x="6977" y="5930"/>
                    <a:pt x="2791" y="14651"/>
                  </a:cubicBezTo>
                  <a:cubicBezTo>
                    <a:pt x="1047" y="18140"/>
                    <a:pt x="0" y="2197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36" name="Freeform: Shape 1135">
              <a:extLst>
                <a:ext uri="{FF2B5EF4-FFF2-40B4-BE49-F238E27FC236}">
                  <a16:creationId xmlns:a16="http://schemas.microsoft.com/office/drawing/2014/main" id="{A2CFA3FA-C35C-3B1C-9395-A2B417AE0FCC}"/>
                </a:ext>
              </a:extLst>
            </p:cNvPr>
            <p:cNvSpPr/>
            <p:nvPr/>
          </p:nvSpPr>
          <p:spPr>
            <a:xfrm>
              <a:off x="9314397" y="3873772"/>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1137" name="Freeform: Shape 1136">
              <a:extLst>
                <a:ext uri="{FF2B5EF4-FFF2-40B4-BE49-F238E27FC236}">
                  <a16:creationId xmlns:a16="http://schemas.microsoft.com/office/drawing/2014/main" id="{CFA47509-687C-7541-E52E-59A43A27CC5F}"/>
                </a:ext>
              </a:extLst>
            </p:cNvPr>
            <p:cNvSpPr/>
            <p:nvPr/>
          </p:nvSpPr>
          <p:spPr>
            <a:xfrm>
              <a:off x="7221012"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38" name="Freeform: Shape 1137">
              <a:extLst>
                <a:ext uri="{FF2B5EF4-FFF2-40B4-BE49-F238E27FC236}">
                  <a16:creationId xmlns:a16="http://schemas.microsoft.com/office/drawing/2014/main" id="{D109FFC9-6A62-15F9-216E-63C555FE87C0}"/>
                </a:ext>
              </a:extLst>
            </p:cNvPr>
            <p:cNvSpPr/>
            <p:nvPr/>
          </p:nvSpPr>
          <p:spPr>
            <a:xfrm>
              <a:off x="12035021"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39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6"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0" y="0"/>
                    <a:pt x="0" y="11861"/>
                    <a:pt x="0" y="26163"/>
                  </a:cubicBezTo>
                  <a:cubicBezTo>
                    <a:pt x="0" y="30698"/>
                    <a:pt x="1047" y="34884"/>
                    <a:pt x="3139"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1139" name="Freeform: Shape 1138">
              <a:extLst>
                <a:ext uri="{FF2B5EF4-FFF2-40B4-BE49-F238E27FC236}">
                  <a16:creationId xmlns:a16="http://schemas.microsoft.com/office/drawing/2014/main" id="{BE4814DD-4095-1C76-D6C5-29B71E31CD70}"/>
                </a:ext>
              </a:extLst>
            </p:cNvPr>
            <p:cNvSpPr/>
            <p:nvPr/>
          </p:nvSpPr>
          <p:spPr>
            <a:xfrm>
              <a:off x="1004662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0" name="Freeform: Shape 1139">
              <a:extLst>
                <a:ext uri="{FF2B5EF4-FFF2-40B4-BE49-F238E27FC236}">
                  <a16:creationId xmlns:a16="http://schemas.microsoft.com/office/drawing/2014/main" id="{FA9E1E57-DBB4-AD66-778A-23D2887084A4}"/>
                </a:ext>
              </a:extLst>
            </p:cNvPr>
            <p:cNvSpPr/>
            <p:nvPr/>
          </p:nvSpPr>
          <p:spPr>
            <a:xfrm>
              <a:off x="1151175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41" name="Freeform: Shape 1140">
              <a:extLst>
                <a:ext uri="{FF2B5EF4-FFF2-40B4-BE49-F238E27FC236}">
                  <a16:creationId xmlns:a16="http://schemas.microsoft.com/office/drawing/2014/main" id="{A984038D-D8C7-732D-D715-4AFB86E60333}"/>
                </a:ext>
              </a:extLst>
            </p:cNvPr>
            <p:cNvSpPr/>
            <p:nvPr/>
          </p:nvSpPr>
          <p:spPr>
            <a:xfrm>
              <a:off x="1119780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2" name="Freeform: Shape 1141">
              <a:extLst>
                <a:ext uri="{FF2B5EF4-FFF2-40B4-BE49-F238E27FC236}">
                  <a16:creationId xmlns:a16="http://schemas.microsoft.com/office/drawing/2014/main" id="{BCC71C0A-4A66-1AAB-990F-C9F3D6DBF247}"/>
                </a:ext>
              </a:extLst>
            </p:cNvPr>
            <p:cNvSpPr/>
            <p:nvPr/>
          </p:nvSpPr>
          <p:spPr>
            <a:xfrm>
              <a:off x="1015127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3" name="Freeform: Shape 1142">
              <a:extLst>
                <a:ext uri="{FF2B5EF4-FFF2-40B4-BE49-F238E27FC236}">
                  <a16:creationId xmlns:a16="http://schemas.microsoft.com/office/drawing/2014/main" id="{E842AD8E-8A02-0CC3-86E8-79E075CD581A}"/>
                </a:ext>
              </a:extLst>
            </p:cNvPr>
            <p:cNvSpPr/>
            <p:nvPr/>
          </p:nvSpPr>
          <p:spPr>
            <a:xfrm>
              <a:off x="962801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44" name="Freeform: Shape 1143">
              <a:extLst>
                <a:ext uri="{FF2B5EF4-FFF2-40B4-BE49-F238E27FC236}">
                  <a16:creationId xmlns:a16="http://schemas.microsoft.com/office/drawing/2014/main" id="{34BFDDE5-5AA3-13E5-E730-E24750D874AE}"/>
                </a:ext>
              </a:extLst>
            </p:cNvPr>
            <p:cNvSpPr/>
            <p:nvPr/>
          </p:nvSpPr>
          <p:spPr>
            <a:xfrm>
              <a:off x="8581493" y="261794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40466"/>
                    <a:pt x="11860" y="52326"/>
                    <a:pt x="26163" y="52326"/>
                  </a:cubicBezTo>
                  <a:lnTo>
                    <a:pt x="26163" y="52326"/>
                  </a:lnTo>
                  <a:cubicBezTo>
                    <a:pt x="40466" y="52326"/>
                    <a:pt x="52326" y="40466"/>
                    <a:pt x="52326" y="26163"/>
                  </a:cubicBezTo>
                  <a:cubicBezTo>
                    <a:pt x="52326" y="11861"/>
                    <a:pt x="40466" y="0"/>
                    <a:pt x="26163" y="0"/>
                  </a:cubicBezTo>
                  <a:lnTo>
                    <a:pt x="26163" y="0"/>
                  </a:lnTo>
                  <a:close/>
                </a:path>
              </a:pathLst>
            </a:custGeom>
            <a:grpFill/>
            <a:ln w="3488" cap="flat">
              <a:noFill/>
              <a:prstDash val="solid"/>
              <a:miter/>
            </a:ln>
          </p:spPr>
          <p:txBody>
            <a:bodyPr rtlCol="0" anchor="ctr"/>
            <a:lstStyle/>
            <a:p>
              <a:endParaRPr lang="en-ID"/>
            </a:p>
          </p:txBody>
        </p:sp>
        <p:sp>
          <p:nvSpPr>
            <p:cNvPr id="1145" name="Freeform: Shape 1144">
              <a:extLst>
                <a:ext uri="{FF2B5EF4-FFF2-40B4-BE49-F238E27FC236}">
                  <a16:creationId xmlns:a16="http://schemas.microsoft.com/office/drawing/2014/main" id="{AB9DA214-F3BF-C104-19FD-D809B4712408}"/>
                </a:ext>
              </a:extLst>
            </p:cNvPr>
            <p:cNvSpPr/>
            <p:nvPr/>
          </p:nvSpPr>
          <p:spPr>
            <a:xfrm>
              <a:off x="816288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46" name="Freeform: Shape 1145">
              <a:extLst>
                <a:ext uri="{FF2B5EF4-FFF2-40B4-BE49-F238E27FC236}">
                  <a16:creationId xmlns:a16="http://schemas.microsoft.com/office/drawing/2014/main" id="{3AEBB085-7EA9-B307-118E-3FC38320E616}"/>
                </a:ext>
              </a:extLst>
            </p:cNvPr>
            <p:cNvSpPr/>
            <p:nvPr/>
          </p:nvSpPr>
          <p:spPr>
            <a:xfrm>
              <a:off x="81628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7" name="Freeform: Shape 1146">
              <a:extLst>
                <a:ext uri="{FF2B5EF4-FFF2-40B4-BE49-F238E27FC236}">
                  <a16:creationId xmlns:a16="http://schemas.microsoft.com/office/drawing/2014/main" id="{A4229947-64DA-77B0-3AE5-1EF01E2C72CB}"/>
                </a:ext>
              </a:extLst>
            </p:cNvPr>
            <p:cNvSpPr/>
            <p:nvPr/>
          </p:nvSpPr>
          <p:spPr>
            <a:xfrm>
              <a:off x="795357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8" name="Freeform: Shape 1147">
              <a:extLst>
                <a:ext uri="{FF2B5EF4-FFF2-40B4-BE49-F238E27FC236}">
                  <a16:creationId xmlns:a16="http://schemas.microsoft.com/office/drawing/2014/main" id="{C7C04DDC-3956-B2B6-E364-7584EF0DCECF}"/>
                </a:ext>
              </a:extLst>
            </p:cNvPr>
            <p:cNvSpPr/>
            <p:nvPr/>
          </p:nvSpPr>
          <p:spPr>
            <a:xfrm>
              <a:off x="784892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9" name="Freeform: Shape 1148">
              <a:extLst>
                <a:ext uri="{FF2B5EF4-FFF2-40B4-BE49-F238E27FC236}">
                  <a16:creationId xmlns:a16="http://schemas.microsoft.com/office/drawing/2014/main" id="{F3BA44D7-F507-E552-500B-0915BDA5B8DC}"/>
                </a:ext>
              </a:extLst>
            </p:cNvPr>
            <p:cNvSpPr/>
            <p:nvPr/>
          </p:nvSpPr>
          <p:spPr>
            <a:xfrm>
              <a:off x="7221012"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50" name="Freeform: Shape 1149">
              <a:extLst>
                <a:ext uri="{FF2B5EF4-FFF2-40B4-BE49-F238E27FC236}">
                  <a16:creationId xmlns:a16="http://schemas.microsoft.com/office/drawing/2014/main" id="{F5AE5DDE-A611-7502-65B7-C34EE7A2AA7E}"/>
                </a:ext>
              </a:extLst>
            </p:cNvPr>
            <p:cNvSpPr/>
            <p:nvPr/>
          </p:nvSpPr>
          <p:spPr>
            <a:xfrm>
              <a:off x="72210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51" name="Freeform: Shape 1150">
              <a:extLst>
                <a:ext uri="{FF2B5EF4-FFF2-40B4-BE49-F238E27FC236}">
                  <a16:creationId xmlns:a16="http://schemas.microsoft.com/office/drawing/2014/main" id="{1171AA68-44E2-29B8-DD86-196C67D003CA}"/>
                </a:ext>
              </a:extLst>
            </p:cNvPr>
            <p:cNvSpPr/>
            <p:nvPr/>
          </p:nvSpPr>
          <p:spPr>
            <a:xfrm>
              <a:off x="690705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52" name="Freeform: Shape 1151">
              <a:extLst>
                <a:ext uri="{FF2B5EF4-FFF2-40B4-BE49-F238E27FC236}">
                  <a16:creationId xmlns:a16="http://schemas.microsoft.com/office/drawing/2014/main" id="{969308C7-9F79-95C7-ED2D-556D4972E060}"/>
                </a:ext>
              </a:extLst>
            </p:cNvPr>
            <p:cNvSpPr/>
            <p:nvPr/>
          </p:nvSpPr>
          <p:spPr>
            <a:xfrm>
              <a:off x="66977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53" name="Freeform: Shape 1152">
              <a:extLst>
                <a:ext uri="{FF2B5EF4-FFF2-40B4-BE49-F238E27FC236}">
                  <a16:creationId xmlns:a16="http://schemas.microsoft.com/office/drawing/2014/main" id="{E943579B-C431-63E7-0BE4-07DFE692E673}"/>
                </a:ext>
              </a:extLst>
            </p:cNvPr>
            <p:cNvSpPr/>
            <p:nvPr/>
          </p:nvSpPr>
          <p:spPr>
            <a:xfrm>
              <a:off x="669775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54" name="Freeform: Shape 1153">
              <a:extLst>
                <a:ext uri="{FF2B5EF4-FFF2-40B4-BE49-F238E27FC236}">
                  <a16:creationId xmlns:a16="http://schemas.microsoft.com/office/drawing/2014/main" id="{D5C442A3-3C02-A123-BF08-2DBEE587DFEA}"/>
                </a:ext>
              </a:extLst>
            </p:cNvPr>
            <p:cNvSpPr/>
            <p:nvPr/>
          </p:nvSpPr>
          <p:spPr>
            <a:xfrm>
              <a:off x="6383793"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55" name="Freeform: Shape 1154">
              <a:extLst>
                <a:ext uri="{FF2B5EF4-FFF2-40B4-BE49-F238E27FC236}">
                  <a16:creationId xmlns:a16="http://schemas.microsoft.com/office/drawing/2014/main" id="{967B710D-8868-69C2-A36F-7F1A880E598C}"/>
                </a:ext>
              </a:extLst>
            </p:cNvPr>
            <p:cNvSpPr/>
            <p:nvPr/>
          </p:nvSpPr>
          <p:spPr>
            <a:xfrm>
              <a:off x="6383793"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56" name="Freeform: Shape 1155">
              <a:extLst>
                <a:ext uri="{FF2B5EF4-FFF2-40B4-BE49-F238E27FC236}">
                  <a16:creationId xmlns:a16="http://schemas.microsoft.com/office/drawing/2014/main" id="{4B799B29-DECE-AF8E-36DE-E91CF5E3E5DD}"/>
                </a:ext>
              </a:extLst>
            </p:cNvPr>
            <p:cNvSpPr/>
            <p:nvPr/>
          </p:nvSpPr>
          <p:spPr>
            <a:xfrm>
              <a:off x="617448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57" name="Freeform: Shape 1156">
              <a:extLst>
                <a:ext uri="{FF2B5EF4-FFF2-40B4-BE49-F238E27FC236}">
                  <a16:creationId xmlns:a16="http://schemas.microsoft.com/office/drawing/2014/main" id="{DDDD3871-D622-11EC-CCD9-A4F74AD8C43C}"/>
                </a:ext>
              </a:extLst>
            </p:cNvPr>
            <p:cNvSpPr/>
            <p:nvPr/>
          </p:nvSpPr>
          <p:spPr>
            <a:xfrm>
              <a:off x="6069836"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8" name="Freeform: Shape 1157">
              <a:extLst>
                <a:ext uri="{FF2B5EF4-FFF2-40B4-BE49-F238E27FC236}">
                  <a16:creationId xmlns:a16="http://schemas.microsoft.com/office/drawing/2014/main" id="{DB555B6B-F1E1-6807-027E-AEC4B67A2C40}"/>
                </a:ext>
              </a:extLst>
            </p:cNvPr>
            <p:cNvSpPr/>
            <p:nvPr/>
          </p:nvSpPr>
          <p:spPr>
            <a:xfrm>
              <a:off x="9837321" y="4292381"/>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4" y="3140"/>
                  </a:cubicBezTo>
                  <a:cubicBezTo>
                    <a:pt x="12907" y="3488"/>
                    <a:pt x="12209" y="3837"/>
                    <a:pt x="11512" y="4535"/>
                  </a:cubicBezTo>
                  <a:cubicBezTo>
                    <a:pt x="4535" y="9070"/>
                    <a:pt x="0" y="17093"/>
                    <a:pt x="0" y="26163"/>
                  </a:cubicBezTo>
                  <a:cubicBezTo>
                    <a:pt x="0" y="40465"/>
                    <a:pt x="11860" y="52326"/>
                    <a:pt x="26163" y="52326"/>
                  </a:cubicBezTo>
                  <a:lnTo>
                    <a:pt x="26163" y="52326"/>
                  </a:lnTo>
                  <a:cubicBezTo>
                    <a:pt x="31745" y="52326"/>
                    <a:pt x="36628" y="50582"/>
                    <a:pt x="40814" y="47791"/>
                  </a:cubicBezTo>
                  <a:cubicBezTo>
                    <a:pt x="47791" y="43256"/>
                    <a:pt x="52326" y="35233"/>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59" name="Freeform: Shape 1158">
              <a:extLst>
                <a:ext uri="{FF2B5EF4-FFF2-40B4-BE49-F238E27FC236}">
                  <a16:creationId xmlns:a16="http://schemas.microsoft.com/office/drawing/2014/main" id="{8E54AA6A-4CF3-4B0D-045F-E7AEA390F0B0}"/>
                </a:ext>
              </a:extLst>
            </p:cNvPr>
            <p:cNvSpPr/>
            <p:nvPr/>
          </p:nvSpPr>
          <p:spPr>
            <a:xfrm>
              <a:off x="6383793" y="3350510"/>
              <a:ext cx="52326" cy="52326"/>
            </a:xfrm>
            <a:custGeom>
              <a:avLst/>
              <a:gdLst>
                <a:gd name="connsiteX0" fmla="*/ 26163 w 52326"/>
                <a:gd name="connsiteY0" fmla="*/ 52326 h 52326"/>
                <a:gd name="connsiteX1" fmla="*/ 26163 w 52326"/>
                <a:gd name="connsiteY1" fmla="*/ 52326 h 52326"/>
                <a:gd name="connsiteX2" fmla="*/ 33837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7" y="51280"/>
                  </a:cubicBezTo>
                  <a:cubicBezTo>
                    <a:pt x="44652" y="48140"/>
                    <a:pt x="52326" y="38024"/>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0" name="Freeform: Shape 1159">
              <a:extLst>
                <a:ext uri="{FF2B5EF4-FFF2-40B4-BE49-F238E27FC236}">
                  <a16:creationId xmlns:a16="http://schemas.microsoft.com/office/drawing/2014/main" id="{3FC11D56-FC3F-9023-C5C1-0CC99BA6DBEA}"/>
                </a:ext>
              </a:extLst>
            </p:cNvPr>
            <p:cNvSpPr/>
            <p:nvPr/>
          </p:nvSpPr>
          <p:spPr>
            <a:xfrm>
              <a:off x="7325665"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1" name="Freeform: Shape 1160">
              <a:extLst>
                <a:ext uri="{FF2B5EF4-FFF2-40B4-BE49-F238E27FC236}">
                  <a16:creationId xmlns:a16="http://schemas.microsoft.com/office/drawing/2014/main" id="{495FD7C3-F5F0-FE67-2FD2-7AD7493390FF}"/>
                </a:ext>
              </a:extLst>
            </p:cNvPr>
            <p:cNvSpPr/>
            <p:nvPr/>
          </p:nvSpPr>
          <p:spPr>
            <a:xfrm>
              <a:off x="1130245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2" name="Freeform: Shape 1161">
              <a:extLst>
                <a:ext uri="{FF2B5EF4-FFF2-40B4-BE49-F238E27FC236}">
                  <a16:creationId xmlns:a16="http://schemas.microsoft.com/office/drawing/2014/main" id="{F543AEF8-061C-9C92-A802-73BB35F353D1}"/>
                </a:ext>
              </a:extLst>
            </p:cNvPr>
            <p:cNvSpPr/>
            <p:nvPr/>
          </p:nvSpPr>
          <p:spPr>
            <a:xfrm>
              <a:off x="1025593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3" name="Freeform: Shape 1162">
              <a:extLst>
                <a:ext uri="{FF2B5EF4-FFF2-40B4-BE49-F238E27FC236}">
                  <a16:creationId xmlns:a16="http://schemas.microsoft.com/office/drawing/2014/main" id="{E254C85C-636C-F823-885C-460E985E9903}"/>
                </a:ext>
              </a:extLst>
            </p:cNvPr>
            <p:cNvSpPr/>
            <p:nvPr/>
          </p:nvSpPr>
          <p:spPr>
            <a:xfrm>
              <a:off x="983732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4" name="Freeform: Shape 1163">
              <a:extLst>
                <a:ext uri="{FF2B5EF4-FFF2-40B4-BE49-F238E27FC236}">
                  <a16:creationId xmlns:a16="http://schemas.microsoft.com/office/drawing/2014/main" id="{E3105148-0CE7-F877-2652-7CD801D0DD0C}"/>
                </a:ext>
              </a:extLst>
            </p:cNvPr>
            <p:cNvSpPr/>
            <p:nvPr/>
          </p:nvSpPr>
          <p:spPr>
            <a:xfrm>
              <a:off x="107791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5" name="Freeform: Shape 1164">
              <a:extLst>
                <a:ext uri="{FF2B5EF4-FFF2-40B4-BE49-F238E27FC236}">
                  <a16:creationId xmlns:a16="http://schemas.microsoft.com/office/drawing/2014/main" id="{8D03F433-06DD-019A-1EA5-198C286C9F42}"/>
                </a:ext>
              </a:extLst>
            </p:cNvPr>
            <p:cNvSpPr/>
            <p:nvPr/>
          </p:nvSpPr>
          <p:spPr>
            <a:xfrm>
              <a:off x="10151278" y="4292381"/>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16047 w 52326"/>
                <a:gd name="connsiteY5" fmla="*/ 2093 h 52326"/>
                <a:gd name="connsiteX6" fmla="*/ 15000 w 52326"/>
                <a:gd name="connsiteY6" fmla="*/ 2442 h 52326"/>
                <a:gd name="connsiteX7" fmla="*/ 13604 w 52326"/>
                <a:gd name="connsiteY7" fmla="*/ 3140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cubicBezTo>
                    <a:pt x="22675" y="0"/>
                    <a:pt x="19186" y="698"/>
                    <a:pt x="16047" y="2093"/>
                  </a:cubicBezTo>
                  <a:cubicBezTo>
                    <a:pt x="15698" y="2093"/>
                    <a:pt x="15349" y="2442"/>
                    <a:pt x="15000" y="2442"/>
                  </a:cubicBezTo>
                  <a:cubicBezTo>
                    <a:pt x="14651" y="2791"/>
                    <a:pt x="13954" y="2791"/>
                    <a:pt x="13604" y="3140"/>
                  </a:cubicBezTo>
                  <a:cubicBezTo>
                    <a:pt x="5582" y="7675"/>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66" name="Freeform: Shape 1165">
              <a:extLst>
                <a:ext uri="{FF2B5EF4-FFF2-40B4-BE49-F238E27FC236}">
                  <a16:creationId xmlns:a16="http://schemas.microsoft.com/office/drawing/2014/main" id="{055711F9-A0A2-B8D6-20DC-EF7A569A8212}"/>
                </a:ext>
              </a:extLst>
            </p:cNvPr>
            <p:cNvSpPr/>
            <p:nvPr/>
          </p:nvSpPr>
          <p:spPr>
            <a:xfrm>
              <a:off x="962801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7" name="Freeform: Shape 1166">
              <a:extLst>
                <a:ext uri="{FF2B5EF4-FFF2-40B4-BE49-F238E27FC236}">
                  <a16:creationId xmlns:a16="http://schemas.microsoft.com/office/drawing/2014/main" id="{F816DB79-601D-756F-6199-EB49C42A92A8}"/>
                </a:ext>
              </a:extLst>
            </p:cNvPr>
            <p:cNvSpPr/>
            <p:nvPr/>
          </p:nvSpPr>
          <p:spPr>
            <a:xfrm>
              <a:off x="962801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8" name="Freeform: Shape 1167">
              <a:extLst>
                <a:ext uri="{FF2B5EF4-FFF2-40B4-BE49-F238E27FC236}">
                  <a16:creationId xmlns:a16="http://schemas.microsoft.com/office/drawing/2014/main" id="{AEC3067D-4688-90EF-161D-54C1D29244C8}"/>
                </a:ext>
              </a:extLst>
            </p:cNvPr>
            <p:cNvSpPr/>
            <p:nvPr/>
          </p:nvSpPr>
          <p:spPr>
            <a:xfrm>
              <a:off x="952336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9" name="Freeform: Shape 1168">
              <a:extLst>
                <a:ext uri="{FF2B5EF4-FFF2-40B4-BE49-F238E27FC236}">
                  <a16:creationId xmlns:a16="http://schemas.microsoft.com/office/drawing/2014/main" id="{7278B888-2BA8-4DEB-60DB-49F43278E340}"/>
                </a:ext>
              </a:extLst>
            </p:cNvPr>
            <p:cNvSpPr/>
            <p:nvPr/>
          </p:nvSpPr>
          <p:spPr>
            <a:xfrm>
              <a:off x="910475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0" name="Freeform: Shape 1169">
              <a:extLst>
                <a:ext uri="{FF2B5EF4-FFF2-40B4-BE49-F238E27FC236}">
                  <a16:creationId xmlns:a16="http://schemas.microsoft.com/office/drawing/2014/main" id="{AA759981-487F-F272-6F45-CDC22005A404}"/>
                </a:ext>
              </a:extLst>
            </p:cNvPr>
            <p:cNvSpPr/>
            <p:nvPr/>
          </p:nvSpPr>
          <p:spPr>
            <a:xfrm>
              <a:off x="9104755" y="3559815"/>
              <a:ext cx="52326" cy="52326"/>
            </a:xfrm>
            <a:custGeom>
              <a:avLst/>
              <a:gdLst>
                <a:gd name="connsiteX0" fmla="*/ 26163 w 52326"/>
                <a:gd name="connsiteY0" fmla="*/ 0 h 52326"/>
                <a:gd name="connsiteX1" fmla="*/ 26163 w 52326"/>
                <a:gd name="connsiteY1" fmla="*/ 0 h 52326"/>
                <a:gd name="connsiteX2" fmla="*/ 21977 w 52326"/>
                <a:gd name="connsiteY2" fmla="*/ 349 h 52326"/>
                <a:gd name="connsiteX3" fmla="*/ 20930 w 52326"/>
                <a:gd name="connsiteY3" fmla="*/ 698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4768" y="0"/>
                    <a:pt x="23372" y="0"/>
                    <a:pt x="21977" y="349"/>
                  </a:cubicBezTo>
                  <a:cubicBezTo>
                    <a:pt x="21628" y="349"/>
                    <a:pt x="21280" y="349"/>
                    <a:pt x="20930" y="698"/>
                  </a:cubicBezTo>
                  <a:cubicBezTo>
                    <a:pt x="9070" y="3140"/>
                    <a:pt x="0" y="13605"/>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1" name="Freeform: Shape 1170">
              <a:extLst>
                <a:ext uri="{FF2B5EF4-FFF2-40B4-BE49-F238E27FC236}">
                  <a16:creationId xmlns:a16="http://schemas.microsoft.com/office/drawing/2014/main" id="{4945AF01-C41A-AB59-375B-70F85F2AB8E4}"/>
                </a:ext>
              </a:extLst>
            </p:cNvPr>
            <p:cNvSpPr/>
            <p:nvPr/>
          </p:nvSpPr>
          <p:spPr>
            <a:xfrm>
              <a:off x="774427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2" name="Freeform: Shape 1171">
              <a:extLst>
                <a:ext uri="{FF2B5EF4-FFF2-40B4-BE49-F238E27FC236}">
                  <a16:creationId xmlns:a16="http://schemas.microsoft.com/office/drawing/2014/main" id="{9F75CCC3-7BB3-0525-F995-4330E9258A9C}"/>
                </a:ext>
              </a:extLst>
            </p:cNvPr>
            <p:cNvSpPr/>
            <p:nvPr/>
          </p:nvSpPr>
          <p:spPr>
            <a:xfrm>
              <a:off x="7116360"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73" name="Freeform: Shape 1172">
              <a:extLst>
                <a:ext uri="{FF2B5EF4-FFF2-40B4-BE49-F238E27FC236}">
                  <a16:creationId xmlns:a16="http://schemas.microsoft.com/office/drawing/2014/main" id="{7B97A082-8BD2-C290-C536-21A27DBECCEB}"/>
                </a:ext>
              </a:extLst>
            </p:cNvPr>
            <p:cNvSpPr/>
            <p:nvPr/>
          </p:nvSpPr>
          <p:spPr>
            <a:xfrm>
              <a:off x="7011708"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74" name="Freeform: Shape 1173">
              <a:extLst>
                <a:ext uri="{FF2B5EF4-FFF2-40B4-BE49-F238E27FC236}">
                  <a16:creationId xmlns:a16="http://schemas.microsoft.com/office/drawing/2014/main" id="{2CBFDB94-E2D2-618B-095D-BB863C4B1626}"/>
                </a:ext>
              </a:extLst>
            </p:cNvPr>
            <p:cNvSpPr/>
            <p:nvPr/>
          </p:nvSpPr>
          <p:spPr>
            <a:xfrm>
              <a:off x="70117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5" name="Freeform: Shape 1174">
              <a:extLst>
                <a:ext uri="{FF2B5EF4-FFF2-40B4-BE49-F238E27FC236}">
                  <a16:creationId xmlns:a16="http://schemas.microsoft.com/office/drawing/2014/main" id="{D114169F-29E9-0D01-8479-5BF5F4CA5FB7}"/>
                </a:ext>
              </a:extLst>
            </p:cNvPr>
            <p:cNvSpPr/>
            <p:nvPr/>
          </p:nvSpPr>
          <p:spPr>
            <a:xfrm>
              <a:off x="6279141"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6" name="Freeform: Shape 1175">
              <a:extLst>
                <a:ext uri="{FF2B5EF4-FFF2-40B4-BE49-F238E27FC236}">
                  <a16:creationId xmlns:a16="http://schemas.microsoft.com/office/drawing/2014/main" id="{7A294F8B-0061-229F-1272-63210FDC4325}"/>
                </a:ext>
              </a:extLst>
            </p:cNvPr>
            <p:cNvSpPr/>
            <p:nvPr/>
          </p:nvSpPr>
          <p:spPr>
            <a:xfrm>
              <a:off x="6174489"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77" name="Freeform: Shape 1176">
              <a:extLst>
                <a:ext uri="{FF2B5EF4-FFF2-40B4-BE49-F238E27FC236}">
                  <a16:creationId xmlns:a16="http://schemas.microsoft.com/office/drawing/2014/main" id="{16B45250-C1A8-737F-33B2-ABEC514FA29E}"/>
                </a:ext>
              </a:extLst>
            </p:cNvPr>
            <p:cNvSpPr/>
            <p:nvPr/>
          </p:nvSpPr>
          <p:spPr>
            <a:xfrm>
              <a:off x="6174489"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78" name="Freeform: Shape 1177">
              <a:extLst>
                <a:ext uri="{FF2B5EF4-FFF2-40B4-BE49-F238E27FC236}">
                  <a16:creationId xmlns:a16="http://schemas.microsoft.com/office/drawing/2014/main" id="{117E7447-A056-22B0-02BB-20A84454CF24}"/>
                </a:ext>
              </a:extLst>
            </p:cNvPr>
            <p:cNvSpPr/>
            <p:nvPr/>
          </p:nvSpPr>
          <p:spPr>
            <a:xfrm>
              <a:off x="8685796" y="4606338"/>
              <a:ext cx="52370" cy="52326"/>
            </a:xfrm>
            <a:custGeom>
              <a:avLst/>
              <a:gdLst>
                <a:gd name="connsiteX0" fmla="*/ 48140 w 52370"/>
                <a:gd name="connsiteY0" fmla="*/ 11512 h 52326"/>
                <a:gd name="connsiteX1" fmla="*/ 41163 w 52370"/>
                <a:gd name="connsiteY1" fmla="*/ 4535 h 52326"/>
                <a:gd name="connsiteX2" fmla="*/ 39071 w 52370"/>
                <a:gd name="connsiteY2" fmla="*/ 3140 h 52326"/>
                <a:gd name="connsiteX3" fmla="*/ 29303 w 52370"/>
                <a:gd name="connsiteY3" fmla="*/ 0 h 52326"/>
                <a:gd name="connsiteX4" fmla="*/ 26512 w 52370"/>
                <a:gd name="connsiteY4" fmla="*/ 0 h 52326"/>
                <a:gd name="connsiteX5" fmla="*/ 23373 w 52370"/>
                <a:gd name="connsiteY5" fmla="*/ 349 h 52326"/>
                <a:gd name="connsiteX6" fmla="*/ 14652 w 52370"/>
                <a:gd name="connsiteY6" fmla="*/ 2791 h 52326"/>
                <a:gd name="connsiteX7" fmla="*/ 10117 w 52370"/>
                <a:gd name="connsiteY7" fmla="*/ 5581 h 52326"/>
                <a:gd name="connsiteX8" fmla="*/ 7675 w 52370"/>
                <a:gd name="connsiteY8" fmla="*/ 7675 h 52326"/>
                <a:gd name="connsiteX9" fmla="*/ 2443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2 w 52370"/>
                <a:gd name="connsiteY15" fmla="*/ 49187 h 52326"/>
                <a:gd name="connsiteX16" fmla="*/ 42210 w 52370"/>
                <a:gd name="connsiteY16" fmla="*/ 46745 h 52326"/>
                <a:gd name="connsiteX17" fmla="*/ 44652 w 52370"/>
                <a:gd name="connsiteY17" fmla="*/ 44652 h 52326"/>
                <a:gd name="connsiteX18" fmla="*/ 47792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6" y="4186"/>
                    <a:pt x="39768" y="3488"/>
                    <a:pt x="39071" y="3140"/>
                  </a:cubicBezTo>
                  <a:cubicBezTo>
                    <a:pt x="35931" y="1395"/>
                    <a:pt x="32792" y="349"/>
                    <a:pt x="29303" y="0"/>
                  </a:cubicBezTo>
                  <a:cubicBezTo>
                    <a:pt x="28256" y="0"/>
                    <a:pt x="27559" y="0"/>
                    <a:pt x="26512" y="0"/>
                  </a:cubicBezTo>
                  <a:cubicBezTo>
                    <a:pt x="25466" y="0"/>
                    <a:pt x="24419" y="0"/>
                    <a:pt x="23373" y="349"/>
                  </a:cubicBezTo>
                  <a:cubicBezTo>
                    <a:pt x="20233" y="698"/>
                    <a:pt x="17442" y="1744"/>
                    <a:pt x="14652" y="2791"/>
                  </a:cubicBezTo>
                  <a:cubicBezTo>
                    <a:pt x="13256" y="3488"/>
                    <a:pt x="11512" y="4535"/>
                    <a:pt x="10117" y="5581"/>
                  </a:cubicBezTo>
                  <a:cubicBezTo>
                    <a:pt x="9419" y="6279"/>
                    <a:pt x="8373" y="6977"/>
                    <a:pt x="7675" y="7675"/>
                  </a:cubicBezTo>
                  <a:cubicBezTo>
                    <a:pt x="5582" y="9768"/>
                    <a:pt x="3838" y="12558"/>
                    <a:pt x="2443" y="15349"/>
                  </a:cubicBezTo>
                  <a:cubicBezTo>
                    <a:pt x="1744" y="17093"/>
                    <a:pt x="1047" y="19186"/>
                    <a:pt x="349" y="21279"/>
                  </a:cubicBezTo>
                  <a:cubicBezTo>
                    <a:pt x="0" y="23023"/>
                    <a:pt x="0" y="24419"/>
                    <a:pt x="0" y="26163"/>
                  </a:cubicBezTo>
                  <a:lnTo>
                    <a:pt x="0" y="26163"/>
                  </a:lnTo>
                  <a:cubicBezTo>
                    <a:pt x="0" y="40465"/>
                    <a:pt x="11861" y="52326"/>
                    <a:pt x="26163" y="52326"/>
                  </a:cubicBezTo>
                  <a:cubicBezTo>
                    <a:pt x="27210" y="52326"/>
                    <a:pt x="27907" y="52326"/>
                    <a:pt x="28954" y="52326"/>
                  </a:cubicBezTo>
                  <a:cubicBezTo>
                    <a:pt x="32442" y="51977"/>
                    <a:pt x="35931" y="50931"/>
                    <a:pt x="38722" y="49187"/>
                  </a:cubicBezTo>
                  <a:cubicBezTo>
                    <a:pt x="40117" y="48489"/>
                    <a:pt x="41163" y="47791"/>
                    <a:pt x="42210" y="46745"/>
                  </a:cubicBezTo>
                  <a:cubicBezTo>
                    <a:pt x="42908" y="46047"/>
                    <a:pt x="43954" y="45349"/>
                    <a:pt x="44652" y="44652"/>
                  </a:cubicBezTo>
                  <a:cubicBezTo>
                    <a:pt x="45699" y="43605"/>
                    <a:pt x="46745" y="42210"/>
                    <a:pt x="47792"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1179" name="Freeform: Shape 1178">
              <a:extLst>
                <a:ext uri="{FF2B5EF4-FFF2-40B4-BE49-F238E27FC236}">
                  <a16:creationId xmlns:a16="http://schemas.microsoft.com/office/drawing/2014/main" id="{BFACB020-1C0D-AB37-E811-4B12C4A9AA7B}"/>
                </a:ext>
              </a:extLst>
            </p:cNvPr>
            <p:cNvSpPr/>
            <p:nvPr/>
          </p:nvSpPr>
          <p:spPr>
            <a:xfrm>
              <a:off x="10674540" y="3141206"/>
              <a:ext cx="52326" cy="52326"/>
            </a:xfrm>
            <a:custGeom>
              <a:avLst/>
              <a:gdLst>
                <a:gd name="connsiteX0" fmla="*/ 26163 w 52326"/>
                <a:gd name="connsiteY0" fmla="*/ 0 h 52326"/>
                <a:gd name="connsiteX1" fmla="*/ 13604 w 52326"/>
                <a:gd name="connsiteY1" fmla="*/ 3140 h 52326"/>
                <a:gd name="connsiteX2" fmla="*/ 0 w 52326"/>
                <a:gd name="connsiteY2" fmla="*/ 26163 h 52326"/>
                <a:gd name="connsiteX3" fmla="*/ 26163 w 52326"/>
                <a:gd name="connsiteY3" fmla="*/ 52326 h 52326"/>
                <a:gd name="connsiteX4" fmla="*/ 26163 w 52326"/>
                <a:gd name="connsiteY4" fmla="*/ 52326 h 52326"/>
                <a:gd name="connsiteX5" fmla="*/ 33837 w 52326"/>
                <a:gd name="connsiteY5" fmla="*/ 51280 h 52326"/>
                <a:gd name="connsiteX6" fmla="*/ 38373 w 52326"/>
                <a:gd name="connsiteY6" fmla="*/ 49535 h 52326"/>
                <a:gd name="connsiteX7" fmla="*/ 38722 w 52326"/>
                <a:gd name="connsiteY7" fmla="*/ 49535 h 52326"/>
                <a:gd name="connsiteX8" fmla="*/ 52326 w 52326"/>
                <a:gd name="connsiteY8" fmla="*/ 26512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21628" y="0"/>
                    <a:pt x="17442" y="1046"/>
                    <a:pt x="13604" y="3140"/>
                  </a:cubicBezTo>
                  <a:cubicBezTo>
                    <a:pt x="5582" y="7675"/>
                    <a:pt x="0" y="16047"/>
                    <a:pt x="0" y="26163"/>
                  </a:cubicBezTo>
                  <a:cubicBezTo>
                    <a:pt x="0" y="40465"/>
                    <a:pt x="11860" y="52326"/>
                    <a:pt x="26163" y="52326"/>
                  </a:cubicBezTo>
                  <a:lnTo>
                    <a:pt x="26163" y="52326"/>
                  </a:lnTo>
                  <a:cubicBezTo>
                    <a:pt x="28954" y="52326"/>
                    <a:pt x="31396" y="51977"/>
                    <a:pt x="33837" y="51280"/>
                  </a:cubicBezTo>
                  <a:cubicBezTo>
                    <a:pt x="35233" y="50931"/>
                    <a:pt x="36978" y="50233"/>
                    <a:pt x="38373" y="49535"/>
                  </a:cubicBezTo>
                  <a:cubicBezTo>
                    <a:pt x="38373" y="49535"/>
                    <a:pt x="38722" y="49535"/>
                    <a:pt x="38722" y="49535"/>
                  </a:cubicBezTo>
                  <a:cubicBezTo>
                    <a:pt x="46744" y="45001"/>
                    <a:pt x="52326" y="36628"/>
                    <a:pt x="52326" y="26512"/>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80" name="Freeform: Shape 1179">
              <a:extLst>
                <a:ext uri="{FF2B5EF4-FFF2-40B4-BE49-F238E27FC236}">
                  <a16:creationId xmlns:a16="http://schemas.microsoft.com/office/drawing/2014/main" id="{A633FE57-A8E6-4503-A429-7DC3AED77C89}"/>
                </a:ext>
              </a:extLst>
            </p:cNvPr>
            <p:cNvSpPr/>
            <p:nvPr/>
          </p:nvSpPr>
          <p:spPr>
            <a:xfrm>
              <a:off x="10779193" y="4397034"/>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81" name="Freeform: Shape 1180">
              <a:extLst>
                <a:ext uri="{FF2B5EF4-FFF2-40B4-BE49-F238E27FC236}">
                  <a16:creationId xmlns:a16="http://schemas.microsoft.com/office/drawing/2014/main" id="{E7DED433-0811-AF22-E35A-8617167749B1}"/>
                </a:ext>
              </a:extLst>
            </p:cNvPr>
            <p:cNvSpPr/>
            <p:nvPr/>
          </p:nvSpPr>
          <p:spPr>
            <a:xfrm>
              <a:off x="11616412"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4"/>
                  </a:cubicBezTo>
                  <a:cubicBezTo>
                    <a:pt x="2791" y="12558"/>
                    <a:pt x="0" y="18838"/>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82" name="Freeform: Shape 1181">
              <a:extLst>
                <a:ext uri="{FF2B5EF4-FFF2-40B4-BE49-F238E27FC236}">
                  <a16:creationId xmlns:a16="http://schemas.microsoft.com/office/drawing/2014/main" id="{25CF7A07-6382-9526-6225-7EA2E69643FE}"/>
                </a:ext>
              </a:extLst>
            </p:cNvPr>
            <p:cNvSpPr/>
            <p:nvPr/>
          </p:nvSpPr>
          <p:spPr>
            <a:xfrm>
              <a:off x="1046523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83" name="Freeform: Shape 1182">
              <a:extLst>
                <a:ext uri="{FF2B5EF4-FFF2-40B4-BE49-F238E27FC236}">
                  <a16:creationId xmlns:a16="http://schemas.microsoft.com/office/drawing/2014/main" id="{086BEEAB-F76C-E3D9-A48E-4D78721F0060}"/>
                </a:ext>
              </a:extLst>
            </p:cNvPr>
            <p:cNvSpPr/>
            <p:nvPr/>
          </p:nvSpPr>
          <p:spPr>
            <a:xfrm>
              <a:off x="1151175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4" name="Freeform: Shape 1183">
              <a:extLst>
                <a:ext uri="{FF2B5EF4-FFF2-40B4-BE49-F238E27FC236}">
                  <a16:creationId xmlns:a16="http://schemas.microsoft.com/office/drawing/2014/main" id="{2220D25E-EA62-17EB-9A2C-E0984590924D}"/>
                </a:ext>
              </a:extLst>
            </p:cNvPr>
            <p:cNvSpPr/>
            <p:nvPr/>
          </p:nvSpPr>
          <p:spPr>
            <a:xfrm>
              <a:off x="10988497" y="3245858"/>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26163 w 52326"/>
                <a:gd name="connsiteY5" fmla="*/ 0 h 52326"/>
                <a:gd name="connsiteX6" fmla="*/ 13604 w 52326"/>
                <a:gd name="connsiteY6" fmla="*/ 3140 h 52326"/>
                <a:gd name="connsiteX7" fmla="*/ 10116 w 52326"/>
                <a:gd name="connsiteY7" fmla="*/ 5581 h 52326"/>
                <a:gd name="connsiteX8" fmla="*/ 9419 w 52326"/>
                <a:gd name="connsiteY8" fmla="*/ 593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lnTo>
                    <a:pt x="26163" y="0"/>
                  </a:lnTo>
                  <a:cubicBezTo>
                    <a:pt x="21628" y="0"/>
                    <a:pt x="17442" y="1046"/>
                    <a:pt x="13604" y="3140"/>
                  </a:cubicBezTo>
                  <a:cubicBezTo>
                    <a:pt x="12209" y="3837"/>
                    <a:pt x="11163" y="4535"/>
                    <a:pt x="10116" y="5581"/>
                  </a:cubicBezTo>
                  <a:cubicBezTo>
                    <a:pt x="10116" y="5581"/>
                    <a:pt x="9768" y="5930"/>
                    <a:pt x="9419" y="5930"/>
                  </a:cubicBezTo>
                  <a:cubicBezTo>
                    <a:pt x="3488" y="10814"/>
                    <a:pt x="0" y="18140"/>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85" name="Freeform: Shape 1184">
              <a:extLst>
                <a:ext uri="{FF2B5EF4-FFF2-40B4-BE49-F238E27FC236}">
                  <a16:creationId xmlns:a16="http://schemas.microsoft.com/office/drawing/2014/main" id="{B5A6DAC9-87B1-A7FA-BB71-E4D4688D9652}"/>
                </a:ext>
              </a:extLst>
            </p:cNvPr>
            <p:cNvSpPr/>
            <p:nvPr/>
          </p:nvSpPr>
          <p:spPr>
            <a:xfrm>
              <a:off x="994197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6" name="Freeform: Shape 1185">
              <a:extLst>
                <a:ext uri="{FF2B5EF4-FFF2-40B4-BE49-F238E27FC236}">
                  <a16:creationId xmlns:a16="http://schemas.microsoft.com/office/drawing/2014/main" id="{F9DACC97-1921-9DEE-DEE8-4B7213B1F0F3}"/>
                </a:ext>
              </a:extLst>
            </p:cNvPr>
            <p:cNvSpPr/>
            <p:nvPr/>
          </p:nvSpPr>
          <p:spPr>
            <a:xfrm>
              <a:off x="973266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7" name="Freeform: Shape 1186">
              <a:extLst>
                <a:ext uri="{FF2B5EF4-FFF2-40B4-BE49-F238E27FC236}">
                  <a16:creationId xmlns:a16="http://schemas.microsoft.com/office/drawing/2014/main" id="{80720A3F-3826-9E95-D1AF-BD52BC6CE4AF}"/>
                </a:ext>
              </a:extLst>
            </p:cNvPr>
            <p:cNvSpPr/>
            <p:nvPr/>
          </p:nvSpPr>
          <p:spPr>
            <a:xfrm>
              <a:off x="847684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8" name="Freeform: Shape 1187">
              <a:extLst>
                <a:ext uri="{FF2B5EF4-FFF2-40B4-BE49-F238E27FC236}">
                  <a16:creationId xmlns:a16="http://schemas.microsoft.com/office/drawing/2014/main" id="{37294F3B-4FAF-1482-4B25-DFE0CE16DBCA}"/>
                </a:ext>
              </a:extLst>
            </p:cNvPr>
            <p:cNvSpPr/>
            <p:nvPr/>
          </p:nvSpPr>
          <p:spPr>
            <a:xfrm>
              <a:off x="847684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9" name="Freeform: Shape 1188">
              <a:extLst>
                <a:ext uri="{FF2B5EF4-FFF2-40B4-BE49-F238E27FC236}">
                  <a16:creationId xmlns:a16="http://schemas.microsoft.com/office/drawing/2014/main" id="{31E6EDC5-751F-769A-19C1-CFA4E455A313}"/>
                </a:ext>
              </a:extLst>
            </p:cNvPr>
            <p:cNvSpPr/>
            <p:nvPr/>
          </p:nvSpPr>
          <p:spPr>
            <a:xfrm>
              <a:off x="837218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0" name="Freeform: Shape 1189">
              <a:extLst>
                <a:ext uri="{FF2B5EF4-FFF2-40B4-BE49-F238E27FC236}">
                  <a16:creationId xmlns:a16="http://schemas.microsoft.com/office/drawing/2014/main" id="{EA788DD5-F7B7-E928-9164-A51A9C620E8E}"/>
                </a:ext>
              </a:extLst>
            </p:cNvPr>
            <p:cNvSpPr/>
            <p:nvPr/>
          </p:nvSpPr>
          <p:spPr>
            <a:xfrm>
              <a:off x="795357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1" name="Freeform: Shape 1190">
              <a:extLst>
                <a:ext uri="{FF2B5EF4-FFF2-40B4-BE49-F238E27FC236}">
                  <a16:creationId xmlns:a16="http://schemas.microsoft.com/office/drawing/2014/main" id="{9A694AE4-A32B-99FC-66B9-345748324E3A}"/>
                </a:ext>
              </a:extLst>
            </p:cNvPr>
            <p:cNvSpPr/>
            <p:nvPr/>
          </p:nvSpPr>
          <p:spPr>
            <a:xfrm>
              <a:off x="79535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2" name="Freeform: Shape 1191">
              <a:extLst>
                <a:ext uri="{FF2B5EF4-FFF2-40B4-BE49-F238E27FC236}">
                  <a16:creationId xmlns:a16="http://schemas.microsoft.com/office/drawing/2014/main" id="{F99AA9CB-990D-C475-A54A-9EEE7848824F}"/>
                </a:ext>
              </a:extLst>
            </p:cNvPr>
            <p:cNvSpPr/>
            <p:nvPr/>
          </p:nvSpPr>
          <p:spPr>
            <a:xfrm>
              <a:off x="7744274" y="4815643"/>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93" name="Freeform: Shape 1192">
              <a:extLst>
                <a:ext uri="{FF2B5EF4-FFF2-40B4-BE49-F238E27FC236}">
                  <a16:creationId xmlns:a16="http://schemas.microsoft.com/office/drawing/2014/main" id="{392056BC-3F3B-B9CB-AE0D-DA6FB6504D55}"/>
                </a:ext>
              </a:extLst>
            </p:cNvPr>
            <p:cNvSpPr/>
            <p:nvPr/>
          </p:nvSpPr>
          <p:spPr>
            <a:xfrm>
              <a:off x="732566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4" name="Freeform: Shape 1193">
              <a:extLst>
                <a:ext uri="{FF2B5EF4-FFF2-40B4-BE49-F238E27FC236}">
                  <a16:creationId xmlns:a16="http://schemas.microsoft.com/office/drawing/2014/main" id="{017F11B0-1E0A-B0A9-DFBC-707013DC67D8}"/>
                </a:ext>
              </a:extLst>
            </p:cNvPr>
            <p:cNvSpPr/>
            <p:nvPr/>
          </p:nvSpPr>
          <p:spPr>
            <a:xfrm>
              <a:off x="6802403"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95" name="Freeform: Shape 1194">
              <a:extLst>
                <a:ext uri="{FF2B5EF4-FFF2-40B4-BE49-F238E27FC236}">
                  <a16:creationId xmlns:a16="http://schemas.microsoft.com/office/drawing/2014/main" id="{2AE77A14-B90F-D2E4-A440-51DB029AFF8A}"/>
                </a:ext>
              </a:extLst>
            </p:cNvPr>
            <p:cNvSpPr/>
            <p:nvPr/>
          </p:nvSpPr>
          <p:spPr>
            <a:xfrm>
              <a:off x="6697751"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96" name="Freeform: Shape 1195">
              <a:extLst>
                <a:ext uri="{FF2B5EF4-FFF2-40B4-BE49-F238E27FC236}">
                  <a16:creationId xmlns:a16="http://schemas.microsoft.com/office/drawing/2014/main" id="{7B38855D-B88E-6BB4-91DE-A0634BE352F4}"/>
                </a:ext>
              </a:extLst>
            </p:cNvPr>
            <p:cNvSpPr/>
            <p:nvPr/>
          </p:nvSpPr>
          <p:spPr>
            <a:xfrm>
              <a:off x="669775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7" name="Freeform: Shape 1196">
              <a:extLst>
                <a:ext uri="{FF2B5EF4-FFF2-40B4-BE49-F238E27FC236}">
                  <a16:creationId xmlns:a16="http://schemas.microsoft.com/office/drawing/2014/main" id="{05085E00-770C-66A7-FDD2-E427221BD9AC}"/>
                </a:ext>
              </a:extLst>
            </p:cNvPr>
            <p:cNvSpPr/>
            <p:nvPr/>
          </p:nvSpPr>
          <p:spPr>
            <a:xfrm>
              <a:off x="648844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8" name="Freeform: Shape 1197">
              <a:extLst>
                <a:ext uri="{FF2B5EF4-FFF2-40B4-BE49-F238E27FC236}">
                  <a16:creationId xmlns:a16="http://schemas.microsoft.com/office/drawing/2014/main" id="{E3F61AE3-5B40-F75E-9466-03A6DB780C9F}"/>
                </a:ext>
              </a:extLst>
            </p:cNvPr>
            <p:cNvSpPr/>
            <p:nvPr/>
          </p:nvSpPr>
          <p:spPr>
            <a:xfrm>
              <a:off x="11616412"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9" name="Freeform: Shape 1198">
              <a:extLst>
                <a:ext uri="{FF2B5EF4-FFF2-40B4-BE49-F238E27FC236}">
                  <a16:creationId xmlns:a16="http://schemas.microsoft.com/office/drawing/2014/main" id="{1D193C1F-0E82-36BA-03D9-73D1F56F6C90}"/>
                </a:ext>
              </a:extLst>
            </p:cNvPr>
            <p:cNvSpPr/>
            <p:nvPr/>
          </p:nvSpPr>
          <p:spPr>
            <a:xfrm>
              <a:off x="11825716" y="4920296"/>
              <a:ext cx="52326" cy="52326"/>
            </a:xfrm>
            <a:custGeom>
              <a:avLst/>
              <a:gdLst>
                <a:gd name="connsiteX0" fmla="*/ 42908 w 52326"/>
                <a:gd name="connsiteY0" fmla="*/ 5930 h 52326"/>
                <a:gd name="connsiteX1" fmla="*/ 26163 w 52326"/>
                <a:gd name="connsiteY1" fmla="*/ 0 h 52326"/>
                <a:gd name="connsiteX2" fmla="*/ 0 w 52326"/>
                <a:gd name="connsiteY2" fmla="*/ 26163 h 52326"/>
                <a:gd name="connsiteX3" fmla="*/ 9419 w 52326"/>
                <a:gd name="connsiteY3" fmla="*/ 46396 h 52326"/>
                <a:gd name="connsiteX4" fmla="*/ 26163 w 52326"/>
                <a:gd name="connsiteY4" fmla="*/ 52326 h 52326"/>
                <a:gd name="connsiteX5" fmla="*/ 52326 w 52326"/>
                <a:gd name="connsiteY5" fmla="*/ 26163 h 52326"/>
                <a:gd name="connsiteX6" fmla="*/ 42908 w 52326"/>
                <a:gd name="connsiteY6"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2908" y="5930"/>
                  </a:moveTo>
                  <a:cubicBezTo>
                    <a:pt x="38373" y="2093"/>
                    <a:pt x="32442" y="0"/>
                    <a:pt x="26163" y="0"/>
                  </a:cubicBezTo>
                  <a:cubicBezTo>
                    <a:pt x="11860" y="0"/>
                    <a:pt x="0" y="11861"/>
                    <a:pt x="0" y="26163"/>
                  </a:cubicBezTo>
                  <a:cubicBezTo>
                    <a:pt x="0" y="34187"/>
                    <a:pt x="3838" y="41512"/>
                    <a:pt x="9419" y="46396"/>
                  </a:cubicBezTo>
                  <a:cubicBezTo>
                    <a:pt x="13954" y="50233"/>
                    <a:pt x="19884" y="52326"/>
                    <a:pt x="26163" y="52326"/>
                  </a:cubicBezTo>
                  <a:cubicBezTo>
                    <a:pt x="40466" y="52326"/>
                    <a:pt x="52326" y="40465"/>
                    <a:pt x="52326" y="26163"/>
                  </a:cubicBez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1200" name="Freeform: Shape 1199">
              <a:extLst>
                <a:ext uri="{FF2B5EF4-FFF2-40B4-BE49-F238E27FC236}">
                  <a16:creationId xmlns:a16="http://schemas.microsoft.com/office/drawing/2014/main" id="{41293998-9296-0574-448F-1E096A32BC71}"/>
                </a:ext>
              </a:extLst>
            </p:cNvPr>
            <p:cNvSpPr/>
            <p:nvPr/>
          </p:nvSpPr>
          <p:spPr>
            <a:xfrm>
              <a:off x="6697751"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2" y="52326"/>
                    <a:pt x="26163" y="52326"/>
                  </a:cubicBezTo>
                  <a:lnTo>
                    <a:pt x="26163" y="52326"/>
                  </a:lnTo>
                  <a:cubicBezTo>
                    <a:pt x="40465"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1201" name="Freeform: Shape 1200">
              <a:extLst>
                <a:ext uri="{FF2B5EF4-FFF2-40B4-BE49-F238E27FC236}">
                  <a16:creationId xmlns:a16="http://schemas.microsoft.com/office/drawing/2014/main" id="{F95C1DE3-D515-D2E4-97A8-429D831C6EEB}"/>
                </a:ext>
              </a:extLst>
            </p:cNvPr>
            <p:cNvSpPr/>
            <p:nvPr/>
          </p:nvSpPr>
          <p:spPr>
            <a:xfrm>
              <a:off x="816288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02" name="Freeform: Shape 1201">
              <a:extLst>
                <a:ext uri="{FF2B5EF4-FFF2-40B4-BE49-F238E27FC236}">
                  <a16:creationId xmlns:a16="http://schemas.microsoft.com/office/drawing/2014/main" id="{D4B82E28-6983-361F-F3CB-39F2FAE42C46}"/>
                </a:ext>
              </a:extLst>
            </p:cNvPr>
            <p:cNvSpPr/>
            <p:nvPr/>
          </p:nvSpPr>
          <p:spPr>
            <a:xfrm>
              <a:off x="1140710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03" name="Freeform: Shape 1202">
              <a:extLst>
                <a:ext uri="{FF2B5EF4-FFF2-40B4-BE49-F238E27FC236}">
                  <a16:creationId xmlns:a16="http://schemas.microsoft.com/office/drawing/2014/main" id="{888841DB-F678-2327-00AF-13084F3AE715}"/>
                </a:ext>
              </a:extLst>
            </p:cNvPr>
            <p:cNvSpPr/>
            <p:nvPr/>
          </p:nvSpPr>
          <p:spPr>
            <a:xfrm>
              <a:off x="1203502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4" name="Freeform: Shape 1203">
              <a:extLst>
                <a:ext uri="{FF2B5EF4-FFF2-40B4-BE49-F238E27FC236}">
                  <a16:creationId xmlns:a16="http://schemas.microsoft.com/office/drawing/2014/main" id="{10E8E0FA-C676-92D3-A300-5B739A86F8E5}"/>
                </a:ext>
              </a:extLst>
            </p:cNvPr>
            <p:cNvSpPr/>
            <p:nvPr/>
          </p:nvSpPr>
          <p:spPr>
            <a:xfrm>
              <a:off x="1172106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5" name="Freeform: Shape 1204">
              <a:extLst>
                <a:ext uri="{FF2B5EF4-FFF2-40B4-BE49-F238E27FC236}">
                  <a16:creationId xmlns:a16="http://schemas.microsoft.com/office/drawing/2014/main" id="{4DD690E8-3993-1D82-54CA-6D8E1444ADB7}"/>
                </a:ext>
              </a:extLst>
            </p:cNvPr>
            <p:cNvSpPr/>
            <p:nvPr/>
          </p:nvSpPr>
          <p:spPr>
            <a:xfrm>
              <a:off x="1025593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6" name="Freeform: Shape 1205">
              <a:extLst>
                <a:ext uri="{FF2B5EF4-FFF2-40B4-BE49-F238E27FC236}">
                  <a16:creationId xmlns:a16="http://schemas.microsoft.com/office/drawing/2014/main" id="{F761B6DF-409B-544C-0D26-EC848FF731F9}"/>
                </a:ext>
              </a:extLst>
            </p:cNvPr>
            <p:cNvSpPr/>
            <p:nvPr/>
          </p:nvSpPr>
          <p:spPr>
            <a:xfrm>
              <a:off x="1004662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7" name="Freeform: Shape 1206">
              <a:extLst>
                <a:ext uri="{FF2B5EF4-FFF2-40B4-BE49-F238E27FC236}">
                  <a16:creationId xmlns:a16="http://schemas.microsoft.com/office/drawing/2014/main" id="{6BECE366-2BA6-7F53-456D-A840E71136DA}"/>
                </a:ext>
              </a:extLst>
            </p:cNvPr>
            <p:cNvSpPr/>
            <p:nvPr/>
          </p:nvSpPr>
          <p:spPr>
            <a:xfrm>
              <a:off x="11930369"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08" name="Freeform: Shape 1207">
              <a:extLst>
                <a:ext uri="{FF2B5EF4-FFF2-40B4-BE49-F238E27FC236}">
                  <a16:creationId xmlns:a16="http://schemas.microsoft.com/office/drawing/2014/main" id="{B3E16244-C22E-54E2-B7D4-D61EEA80E105}"/>
                </a:ext>
              </a:extLst>
            </p:cNvPr>
            <p:cNvSpPr/>
            <p:nvPr/>
          </p:nvSpPr>
          <p:spPr>
            <a:xfrm>
              <a:off x="1151175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9" name="Freeform: Shape 1208">
              <a:extLst>
                <a:ext uri="{FF2B5EF4-FFF2-40B4-BE49-F238E27FC236}">
                  <a16:creationId xmlns:a16="http://schemas.microsoft.com/office/drawing/2014/main" id="{AAFB58FD-717B-CA86-B2FA-886626A9D3C2}"/>
                </a:ext>
              </a:extLst>
            </p:cNvPr>
            <p:cNvSpPr/>
            <p:nvPr/>
          </p:nvSpPr>
          <p:spPr>
            <a:xfrm>
              <a:off x="11511759"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6" y="0"/>
                    <a:pt x="26163" y="0"/>
                  </a:cubicBezTo>
                  <a:lnTo>
                    <a:pt x="26163" y="0"/>
                  </a:ln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10" name="Freeform: Shape 1209">
              <a:extLst>
                <a:ext uri="{FF2B5EF4-FFF2-40B4-BE49-F238E27FC236}">
                  <a16:creationId xmlns:a16="http://schemas.microsoft.com/office/drawing/2014/main" id="{B1DC2265-AB0E-B990-1762-76313F1027E1}"/>
                </a:ext>
              </a:extLst>
            </p:cNvPr>
            <p:cNvSpPr/>
            <p:nvPr/>
          </p:nvSpPr>
          <p:spPr>
            <a:xfrm>
              <a:off x="1098849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1" name="Freeform: Shape 1210">
              <a:extLst>
                <a:ext uri="{FF2B5EF4-FFF2-40B4-BE49-F238E27FC236}">
                  <a16:creationId xmlns:a16="http://schemas.microsoft.com/office/drawing/2014/main" id="{9F58D27A-7FC4-E3D5-5701-637E0231FF47}"/>
                </a:ext>
              </a:extLst>
            </p:cNvPr>
            <p:cNvSpPr/>
            <p:nvPr/>
          </p:nvSpPr>
          <p:spPr>
            <a:xfrm>
              <a:off x="1077919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12" name="Freeform: Shape 1211">
              <a:extLst>
                <a:ext uri="{FF2B5EF4-FFF2-40B4-BE49-F238E27FC236}">
                  <a16:creationId xmlns:a16="http://schemas.microsoft.com/office/drawing/2014/main" id="{910805EA-FC64-C69C-EE6F-255E9B53F7B4}"/>
                </a:ext>
              </a:extLst>
            </p:cNvPr>
            <p:cNvSpPr/>
            <p:nvPr/>
          </p:nvSpPr>
          <p:spPr>
            <a:xfrm>
              <a:off x="994197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3" name="Freeform: Shape 1212">
              <a:extLst>
                <a:ext uri="{FF2B5EF4-FFF2-40B4-BE49-F238E27FC236}">
                  <a16:creationId xmlns:a16="http://schemas.microsoft.com/office/drawing/2014/main" id="{2B5C6252-BE4C-271F-377C-DF9AA2791E76}"/>
                </a:ext>
              </a:extLst>
            </p:cNvPr>
            <p:cNvSpPr/>
            <p:nvPr/>
          </p:nvSpPr>
          <p:spPr>
            <a:xfrm>
              <a:off x="910475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4" name="Freeform: Shape 1213">
              <a:extLst>
                <a:ext uri="{FF2B5EF4-FFF2-40B4-BE49-F238E27FC236}">
                  <a16:creationId xmlns:a16="http://schemas.microsoft.com/office/drawing/2014/main" id="{2135E2E0-88A7-2A09-825E-0E93FDB0D0A5}"/>
                </a:ext>
              </a:extLst>
            </p:cNvPr>
            <p:cNvSpPr/>
            <p:nvPr/>
          </p:nvSpPr>
          <p:spPr>
            <a:xfrm>
              <a:off x="879079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5" name="Freeform: Shape 1214">
              <a:extLst>
                <a:ext uri="{FF2B5EF4-FFF2-40B4-BE49-F238E27FC236}">
                  <a16:creationId xmlns:a16="http://schemas.microsoft.com/office/drawing/2014/main" id="{84F23EA1-7A16-11C2-5B76-11BE1CC7D710}"/>
                </a:ext>
              </a:extLst>
            </p:cNvPr>
            <p:cNvSpPr/>
            <p:nvPr/>
          </p:nvSpPr>
          <p:spPr>
            <a:xfrm>
              <a:off x="81628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16" name="Freeform: Shape 1215">
              <a:extLst>
                <a:ext uri="{FF2B5EF4-FFF2-40B4-BE49-F238E27FC236}">
                  <a16:creationId xmlns:a16="http://schemas.microsoft.com/office/drawing/2014/main" id="{1904E407-8997-C9BD-D9BA-975668EDC831}"/>
                </a:ext>
              </a:extLst>
            </p:cNvPr>
            <p:cNvSpPr/>
            <p:nvPr/>
          </p:nvSpPr>
          <p:spPr>
            <a:xfrm>
              <a:off x="753496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7" name="Freeform: Shape 1216">
              <a:extLst>
                <a:ext uri="{FF2B5EF4-FFF2-40B4-BE49-F238E27FC236}">
                  <a16:creationId xmlns:a16="http://schemas.microsoft.com/office/drawing/2014/main" id="{275C86EA-FC1D-91D4-AE5D-D6BF36FDB4BF}"/>
                </a:ext>
              </a:extLst>
            </p:cNvPr>
            <p:cNvSpPr/>
            <p:nvPr/>
          </p:nvSpPr>
          <p:spPr>
            <a:xfrm>
              <a:off x="6802403"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18" name="Freeform: Shape 1217">
              <a:extLst>
                <a:ext uri="{FF2B5EF4-FFF2-40B4-BE49-F238E27FC236}">
                  <a16:creationId xmlns:a16="http://schemas.microsoft.com/office/drawing/2014/main" id="{8507B9E2-4E0E-6CC6-2F0C-0DD2D3F347DD}"/>
                </a:ext>
              </a:extLst>
            </p:cNvPr>
            <p:cNvSpPr/>
            <p:nvPr/>
          </p:nvSpPr>
          <p:spPr>
            <a:xfrm>
              <a:off x="6593098"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9" y="52326"/>
                    <a:pt x="28954" y="52326"/>
                    <a:pt x="30349" y="51977"/>
                  </a:cubicBezTo>
                  <a:cubicBezTo>
                    <a:pt x="42908" y="49884"/>
                    <a:pt x="52326" y="39070"/>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19" name="Freeform: Shape 1218">
              <a:extLst>
                <a:ext uri="{FF2B5EF4-FFF2-40B4-BE49-F238E27FC236}">
                  <a16:creationId xmlns:a16="http://schemas.microsoft.com/office/drawing/2014/main" id="{9A24CA02-D3E6-B106-633C-EF76107161BB}"/>
                </a:ext>
              </a:extLst>
            </p:cNvPr>
            <p:cNvSpPr/>
            <p:nvPr/>
          </p:nvSpPr>
          <p:spPr>
            <a:xfrm>
              <a:off x="6383793"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20" name="Freeform: Shape 1219">
              <a:extLst>
                <a:ext uri="{FF2B5EF4-FFF2-40B4-BE49-F238E27FC236}">
                  <a16:creationId xmlns:a16="http://schemas.microsoft.com/office/drawing/2014/main" id="{DBE21F26-EF09-7A1C-BA98-5E350148D8CC}"/>
                </a:ext>
              </a:extLst>
            </p:cNvPr>
            <p:cNvSpPr/>
            <p:nvPr/>
          </p:nvSpPr>
          <p:spPr>
            <a:xfrm>
              <a:off x="6279141"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21" name="Freeform: Shape 1220">
              <a:extLst>
                <a:ext uri="{FF2B5EF4-FFF2-40B4-BE49-F238E27FC236}">
                  <a16:creationId xmlns:a16="http://schemas.microsoft.com/office/drawing/2014/main" id="{09686716-AECE-E191-0A25-AA5333DD5A61}"/>
                </a:ext>
              </a:extLst>
            </p:cNvPr>
            <p:cNvSpPr/>
            <p:nvPr/>
          </p:nvSpPr>
          <p:spPr>
            <a:xfrm>
              <a:off x="10151278"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222" name="Freeform: Shape 1221">
              <a:extLst>
                <a:ext uri="{FF2B5EF4-FFF2-40B4-BE49-F238E27FC236}">
                  <a16:creationId xmlns:a16="http://schemas.microsoft.com/office/drawing/2014/main" id="{35273B83-2634-E0F0-BA32-E0C014E00BA4}"/>
                </a:ext>
              </a:extLst>
            </p:cNvPr>
            <p:cNvSpPr/>
            <p:nvPr/>
          </p:nvSpPr>
          <p:spPr>
            <a:xfrm>
              <a:off x="11825716"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3" name="Freeform: Shape 1222">
              <a:extLst>
                <a:ext uri="{FF2B5EF4-FFF2-40B4-BE49-F238E27FC236}">
                  <a16:creationId xmlns:a16="http://schemas.microsoft.com/office/drawing/2014/main" id="{F39650AE-626B-D2E5-A3CC-74A5C4CEB2EE}"/>
                </a:ext>
              </a:extLst>
            </p:cNvPr>
            <p:cNvSpPr/>
            <p:nvPr/>
          </p:nvSpPr>
          <p:spPr>
            <a:xfrm>
              <a:off x="116164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4" name="Freeform: Shape 1223">
              <a:extLst>
                <a:ext uri="{FF2B5EF4-FFF2-40B4-BE49-F238E27FC236}">
                  <a16:creationId xmlns:a16="http://schemas.microsoft.com/office/drawing/2014/main" id="{1A72B8B3-9CA8-01BE-AD8F-C70075EF3DED}"/>
                </a:ext>
              </a:extLst>
            </p:cNvPr>
            <p:cNvSpPr/>
            <p:nvPr/>
          </p:nvSpPr>
          <p:spPr>
            <a:xfrm>
              <a:off x="12139673" y="3559815"/>
              <a:ext cx="52326" cy="52326"/>
            </a:xfrm>
            <a:custGeom>
              <a:avLst/>
              <a:gdLst>
                <a:gd name="connsiteX0" fmla="*/ 26163 w 52326"/>
                <a:gd name="connsiteY0" fmla="*/ 52326 h 52326"/>
                <a:gd name="connsiteX1" fmla="*/ 26163 w 52326"/>
                <a:gd name="connsiteY1" fmla="*/ 52326 h 52326"/>
                <a:gd name="connsiteX2" fmla="*/ 47791 w 52326"/>
                <a:gd name="connsiteY2" fmla="*/ 40814 h 52326"/>
                <a:gd name="connsiteX3" fmla="*/ 49884 w 52326"/>
                <a:gd name="connsiteY3" fmla="*/ 37326 h 52326"/>
                <a:gd name="connsiteX4" fmla="*/ 51279 w 52326"/>
                <a:gd name="connsiteY4" fmla="*/ 33838 h 52326"/>
                <a:gd name="connsiteX5" fmla="*/ 52326 w 52326"/>
                <a:gd name="connsiteY5" fmla="*/ 26163 h 52326"/>
                <a:gd name="connsiteX6" fmla="*/ 26163 w 52326"/>
                <a:gd name="connsiteY6" fmla="*/ 0 h 52326"/>
                <a:gd name="connsiteX7" fmla="*/ 5233 w 52326"/>
                <a:gd name="connsiteY7" fmla="*/ 1046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5233" y="52326"/>
                    <a:pt x="43256" y="47791"/>
                    <a:pt x="47791" y="40814"/>
                  </a:cubicBezTo>
                  <a:cubicBezTo>
                    <a:pt x="48489" y="39768"/>
                    <a:pt x="49187" y="38721"/>
                    <a:pt x="49884" y="37326"/>
                  </a:cubicBezTo>
                  <a:cubicBezTo>
                    <a:pt x="50582" y="36280"/>
                    <a:pt x="50931" y="35233"/>
                    <a:pt x="51279" y="33838"/>
                  </a:cubicBezTo>
                  <a:cubicBezTo>
                    <a:pt x="51977" y="31396"/>
                    <a:pt x="52326" y="28605"/>
                    <a:pt x="52326" y="26163"/>
                  </a:cubicBezTo>
                  <a:cubicBezTo>
                    <a:pt x="52326" y="11861"/>
                    <a:pt x="40466" y="0"/>
                    <a:pt x="26163" y="0"/>
                  </a:cubicBezTo>
                  <a:cubicBezTo>
                    <a:pt x="17442" y="0"/>
                    <a:pt x="10116" y="4186"/>
                    <a:pt x="5233" y="10465"/>
                  </a:cubicBezTo>
                  <a:cubicBezTo>
                    <a:pt x="2093" y="15000"/>
                    <a:pt x="0" y="2023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5" name="Freeform: Shape 1224">
              <a:extLst>
                <a:ext uri="{FF2B5EF4-FFF2-40B4-BE49-F238E27FC236}">
                  <a16:creationId xmlns:a16="http://schemas.microsoft.com/office/drawing/2014/main" id="{080636E2-9C68-3337-49B2-68F5F6154255}"/>
                </a:ext>
              </a:extLst>
            </p:cNvPr>
            <p:cNvSpPr/>
            <p:nvPr/>
          </p:nvSpPr>
          <p:spPr>
            <a:xfrm>
              <a:off x="9941974"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6" name="Freeform: Shape 1225">
              <a:extLst>
                <a:ext uri="{FF2B5EF4-FFF2-40B4-BE49-F238E27FC236}">
                  <a16:creationId xmlns:a16="http://schemas.microsoft.com/office/drawing/2014/main" id="{0473A6AA-0DD0-986F-B422-4F466A1F7BB8}"/>
                </a:ext>
              </a:extLst>
            </p:cNvPr>
            <p:cNvSpPr/>
            <p:nvPr/>
          </p:nvSpPr>
          <p:spPr>
            <a:xfrm>
              <a:off x="97326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7" name="Freeform: Shape 1226">
              <a:extLst>
                <a:ext uri="{FF2B5EF4-FFF2-40B4-BE49-F238E27FC236}">
                  <a16:creationId xmlns:a16="http://schemas.microsoft.com/office/drawing/2014/main" id="{7594BCFA-C691-367C-CF40-87DC570F6534}"/>
                </a:ext>
              </a:extLst>
            </p:cNvPr>
            <p:cNvSpPr/>
            <p:nvPr/>
          </p:nvSpPr>
          <p:spPr>
            <a:xfrm>
              <a:off x="941871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8" name="Freeform: Shape 1227">
              <a:extLst>
                <a:ext uri="{FF2B5EF4-FFF2-40B4-BE49-F238E27FC236}">
                  <a16:creationId xmlns:a16="http://schemas.microsoft.com/office/drawing/2014/main" id="{98FC684A-D942-C5E8-5E2D-4753B389F0DB}"/>
                </a:ext>
              </a:extLst>
            </p:cNvPr>
            <p:cNvSpPr/>
            <p:nvPr/>
          </p:nvSpPr>
          <p:spPr>
            <a:xfrm>
              <a:off x="95233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9" name="Freeform: Shape 1228">
              <a:extLst>
                <a:ext uri="{FF2B5EF4-FFF2-40B4-BE49-F238E27FC236}">
                  <a16:creationId xmlns:a16="http://schemas.microsoft.com/office/drawing/2014/main" id="{408ADD15-535D-2329-796E-42B093A6B714}"/>
                </a:ext>
              </a:extLst>
            </p:cNvPr>
            <p:cNvSpPr/>
            <p:nvPr/>
          </p:nvSpPr>
          <p:spPr>
            <a:xfrm>
              <a:off x="8476841"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2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6" y="52326"/>
                    <a:pt x="52326" y="40465"/>
                    <a:pt x="52326" y="26163"/>
                  </a:cubicBezTo>
                  <a:cubicBezTo>
                    <a:pt x="52326" y="16396"/>
                    <a:pt x="46744" y="7675"/>
                    <a:pt x="38722" y="3140"/>
                  </a:cubicBezTo>
                  <a:cubicBezTo>
                    <a:pt x="34884" y="1046"/>
                    <a:pt x="30698" y="0"/>
                    <a:pt x="26163" y="0"/>
                  </a:cubicBezTo>
                  <a:cubicBezTo>
                    <a:pt x="11860"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1230" name="Freeform: Shape 1229">
              <a:extLst>
                <a:ext uri="{FF2B5EF4-FFF2-40B4-BE49-F238E27FC236}">
                  <a16:creationId xmlns:a16="http://schemas.microsoft.com/office/drawing/2014/main" id="{6CAC9B1D-6A52-DA1F-B944-5B4316CE11AA}"/>
                </a:ext>
              </a:extLst>
            </p:cNvPr>
            <p:cNvSpPr/>
            <p:nvPr/>
          </p:nvSpPr>
          <p:spPr>
            <a:xfrm>
              <a:off x="826753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1" name="Freeform: Shape 1230">
              <a:extLst>
                <a:ext uri="{FF2B5EF4-FFF2-40B4-BE49-F238E27FC236}">
                  <a16:creationId xmlns:a16="http://schemas.microsoft.com/office/drawing/2014/main" id="{FDB2C52C-5B4F-5766-9873-49FFDF274855}"/>
                </a:ext>
              </a:extLst>
            </p:cNvPr>
            <p:cNvSpPr/>
            <p:nvPr/>
          </p:nvSpPr>
          <p:spPr>
            <a:xfrm>
              <a:off x="79535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2" name="Freeform: Shape 1231">
              <a:extLst>
                <a:ext uri="{FF2B5EF4-FFF2-40B4-BE49-F238E27FC236}">
                  <a16:creationId xmlns:a16="http://schemas.microsoft.com/office/drawing/2014/main" id="{AB356E72-ABAF-580D-E2D8-C05FEA7C6862}"/>
                </a:ext>
              </a:extLst>
            </p:cNvPr>
            <p:cNvSpPr/>
            <p:nvPr/>
          </p:nvSpPr>
          <p:spPr>
            <a:xfrm>
              <a:off x="10255931" y="3664467"/>
              <a:ext cx="52326" cy="52326"/>
            </a:xfrm>
            <a:custGeom>
              <a:avLst/>
              <a:gdLst>
                <a:gd name="connsiteX0" fmla="*/ 26163 w 52326"/>
                <a:gd name="connsiteY0" fmla="*/ 0 h 52326"/>
                <a:gd name="connsiteX1" fmla="*/ 0 w 52326"/>
                <a:gd name="connsiteY1" fmla="*/ 26163 h 52326"/>
                <a:gd name="connsiteX2" fmla="*/ 3139 w 52326"/>
                <a:gd name="connsiteY2" fmla="*/ 38721 h 52326"/>
                <a:gd name="connsiteX3" fmla="*/ 26163 w 52326"/>
                <a:gd name="connsiteY3" fmla="*/ 52326 h 52326"/>
                <a:gd name="connsiteX4" fmla="*/ 26163 w 52326"/>
                <a:gd name="connsiteY4" fmla="*/ 52326 h 52326"/>
                <a:gd name="connsiteX5" fmla="*/ 52326 w 52326"/>
                <a:gd name="connsiteY5" fmla="*/ 26163 h 52326"/>
                <a:gd name="connsiteX6" fmla="*/ 49187 w 52326"/>
                <a:gd name="connsiteY6" fmla="*/ 1360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0698"/>
                    <a:pt x="1047" y="34884"/>
                    <a:pt x="3139" y="38721"/>
                  </a:cubicBezTo>
                  <a:cubicBezTo>
                    <a:pt x="7674" y="46745"/>
                    <a:pt x="16047" y="52326"/>
                    <a:pt x="26163" y="52326"/>
                  </a:cubicBezTo>
                  <a:lnTo>
                    <a:pt x="26163" y="52326"/>
                  </a:lnTo>
                  <a:cubicBezTo>
                    <a:pt x="40466" y="52326"/>
                    <a:pt x="52326" y="40465"/>
                    <a:pt x="52326" y="26163"/>
                  </a:cubicBezTo>
                  <a:cubicBezTo>
                    <a:pt x="52326" y="21628"/>
                    <a:pt x="51279" y="17442"/>
                    <a:pt x="49187" y="13605"/>
                  </a:cubicBezTo>
                  <a:cubicBezTo>
                    <a:pt x="44652" y="5581"/>
                    <a:pt x="35931" y="0"/>
                    <a:pt x="26163" y="0"/>
                  </a:cubicBezTo>
                  <a:close/>
                </a:path>
              </a:pathLst>
            </a:custGeom>
            <a:grpFill/>
            <a:ln w="3488" cap="flat">
              <a:noFill/>
              <a:prstDash val="solid"/>
              <a:miter/>
            </a:ln>
          </p:spPr>
          <p:txBody>
            <a:bodyPr rtlCol="0" anchor="ctr"/>
            <a:lstStyle/>
            <a:p>
              <a:endParaRPr lang="en-ID"/>
            </a:p>
          </p:txBody>
        </p:sp>
        <p:sp>
          <p:nvSpPr>
            <p:cNvPr id="1233" name="Freeform: Shape 1232">
              <a:extLst>
                <a:ext uri="{FF2B5EF4-FFF2-40B4-BE49-F238E27FC236}">
                  <a16:creationId xmlns:a16="http://schemas.microsoft.com/office/drawing/2014/main" id="{4CA5F519-AE76-390A-FA9E-4565595DAEF1}"/>
                </a:ext>
              </a:extLst>
            </p:cNvPr>
            <p:cNvSpPr/>
            <p:nvPr/>
          </p:nvSpPr>
          <p:spPr>
            <a:xfrm>
              <a:off x="8372188" y="5129600"/>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234" name="Freeform: Shape 1233">
              <a:extLst>
                <a:ext uri="{FF2B5EF4-FFF2-40B4-BE49-F238E27FC236}">
                  <a16:creationId xmlns:a16="http://schemas.microsoft.com/office/drawing/2014/main" id="{39B4F1FD-2515-EB41-0F10-E0F9BAA7483C}"/>
                </a:ext>
              </a:extLst>
            </p:cNvPr>
            <p:cNvSpPr/>
            <p:nvPr/>
          </p:nvSpPr>
          <p:spPr>
            <a:xfrm>
              <a:off x="1151175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35" name="Freeform: Shape 1234">
              <a:extLst>
                <a:ext uri="{FF2B5EF4-FFF2-40B4-BE49-F238E27FC236}">
                  <a16:creationId xmlns:a16="http://schemas.microsoft.com/office/drawing/2014/main" id="{A1D557B1-3111-9EBE-C005-56293F7DBF69}"/>
                </a:ext>
              </a:extLst>
            </p:cNvPr>
            <p:cNvSpPr/>
            <p:nvPr/>
          </p:nvSpPr>
          <p:spPr>
            <a:xfrm>
              <a:off x="10883845" y="4815643"/>
              <a:ext cx="52326" cy="52326"/>
            </a:xfrm>
            <a:custGeom>
              <a:avLst/>
              <a:gdLst>
                <a:gd name="connsiteX0" fmla="*/ 26163 w 52326"/>
                <a:gd name="connsiteY0" fmla="*/ 52326 h 52326"/>
                <a:gd name="connsiteX1" fmla="*/ 51629 w 52326"/>
                <a:gd name="connsiteY1" fmla="*/ 31396 h 52326"/>
                <a:gd name="connsiteX2" fmla="*/ 52326 w 52326"/>
                <a:gd name="connsiteY2" fmla="*/ 26163 h 52326"/>
                <a:gd name="connsiteX3" fmla="*/ 26163 w 52326"/>
                <a:gd name="connsiteY3" fmla="*/ 0 h 52326"/>
                <a:gd name="connsiteX4" fmla="*/ 698 w 52326"/>
                <a:gd name="connsiteY4" fmla="*/ 2093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722" y="52326"/>
                    <a:pt x="49187" y="43256"/>
                    <a:pt x="51629" y="31396"/>
                  </a:cubicBezTo>
                  <a:cubicBezTo>
                    <a:pt x="51977" y="29652"/>
                    <a:pt x="52326" y="27907"/>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36" name="Freeform: Shape 1235">
              <a:extLst>
                <a:ext uri="{FF2B5EF4-FFF2-40B4-BE49-F238E27FC236}">
                  <a16:creationId xmlns:a16="http://schemas.microsoft.com/office/drawing/2014/main" id="{0ACEDAC5-C30A-5C3A-1E78-D950008F695F}"/>
                </a:ext>
              </a:extLst>
            </p:cNvPr>
            <p:cNvSpPr/>
            <p:nvPr/>
          </p:nvSpPr>
          <p:spPr>
            <a:xfrm>
              <a:off x="1161641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7" name="Freeform: Shape 1236">
              <a:extLst>
                <a:ext uri="{FF2B5EF4-FFF2-40B4-BE49-F238E27FC236}">
                  <a16:creationId xmlns:a16="http://schemas.microsoft.com/office/drawing/2014/main" id="{47F9C1F1-9FA7-D0A8-D7B9-F28158525724}"/>
                </a:ext>
              </a:extLst>
            </p:cNvPr>
            <p:cNvSpPr/>
            <p:nvPr/>
          </p:nvSpPr>
          <p:spPr>
            <a:xfrm>
              <a:off x="1213967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8" name="Freeform: Shape 1237">
              <a:extLst>
                <a:ext uri="{FF2B5EF4-FFF2-40B4-BE49-F238E27FC236}">
                  <a16:creationId xmlns:a16="http://schemas.microsoft.com/office/drawing/2014/main" id="{409587AC-188F-C506-DDA4-474FF9DFB6C8}"/>
                </a:ext>
              </a:extLst>
            </p:cNvPr>
            <p:cNvSpPr/>
            <p:nvPr/>
          </p:nvSpPr>
          <p:spPr>
            <a:xfrm>
              <a:off x="1172106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9" name="Freeform: Shape 1238">
              <a:extLst>
                <a:ext uri="{FF2B5EF4-FFF2-40B4-BE49-F238E27FC236}">
                  <a16:creationId xmlns:a16="http://schemas.microsoft.com/office/drawing/2014/main" id="{EFE5EAF5-FAAC-F1B9-CD70-BB0568D9C04C}"/>
                </a:ext>
              </a:extLst>
            </p:cNvPr>
            <p:cNvSpPr/>
            <p:nvPr/>
          </p:nvSpPr>
          <p:spPr>
            <a:xfrm>
              <a:off x="1109315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40" name="Freeform: Shape 1239">
              <a:extLst>
                <a:ext uri="{FF2B5EF4-FFF2-40B4-BE49-F238E27FC236}">
                  <a16:creationId xmlns:a16="http://schemas.microsoft.com/office/drawing/2014/main" id="{AA74D0C8-8F91-8F74-D0B2-25A3C032AF22}"/>
                </a:ext>
              </a:extLst>
            </p:cNvPr>
            <p:cNvSpPr/>
            <p:nvPr/>
          </p:nvSpPr>
          <p:spPr>
            <a:xfrm>
              <a:off x="1088384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1" name="Freeform: Shape 1240">
              <a:extLst>
                <a:ext uri="{FF2B5EF4-FFF2-40B4-BE49-F238E27FC236}">
                  <a16:creationId xmlns:a16="http://schemas.microsoft.com/office/drawing/2014/main" id="{92C45D38-6F72-5A43-E718-D11093325B42}"/>
                </a:ext>
              </a:extLst>
            </p:cNvPr>
            <p:cNvSpPr/>
            <p:nvPr/>
          </p:nvSpPr>
          <p:spPr>
            <a:xfrm>
              <a:off x="10883845" y="4187729"/>
              <a:ext cx="51984" cy="52326"/>
            </a:xfrm>
            <a:custGeom>
              <a:avLst/>
              <a:gdLst>
                <a:gd name="connsiteX0" fmla="*/ 26163 w 51984"/>
                <a:gd name="connsiteY0" fmla="*/ 0 h 52326"/>
                <a:gd name="connsiteX1" fmla="*/ 26163 w 51984"/>
                <a:gd name="connsiteY1" fmla="*/ 0 h 52326"/>
                <a:gd name="connsiteX2" fmla="*/ 13604 w 51984"/>
                <a:gd name="connsiteY2" fmla="*/ 3140 h 52326"/>
                <a:gd name="connsiteX3" fmla="*/ 0 w 51984"/>
                <a:gd name="connsiteY3" fmla="*/ 26163 h 52326"/>
                <a:gd name="connsiteX4" fmla="*/ 26163 w 51984"/>
                <a:gd name="connsiteY4" fmla="*/ 52326 h 52326"/>
                <a:gd name="connsiteX5" fmla="*/ 36279 w 51984"/>
                <a:gd name="connsiteY5" fmla="*/ 50233 h 52326"/>
                <a:gd name="connsiteX6" fmla="*/ 38023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29652" y="52326"/>
                    <a:pt x="33140" y="51628"/>
                    <a:pt x="36279" y="50233"/>
                  </a:cubicBezTo>
                  <a:cubicBezTo>
                    <a:pt x="36978" y="49884"/>
                    <a:pt x="37326" y="49535"/>
                    <a:pt x="38023" y="49535"/>
                  </a:cubicBezTo>
                  <a:cubicBezTo>
                    <a:pt x="38023" y="49535"/>
                    <a:pt x="38373" y="49535"/>
                    <a:pt x="38373" y="49187"/>
                  </a:cubicBezTo>
                  <a:cubicBezTo>
                    <a:pt x="46396" y="44652"/>
                    <a:pt x="51977" y="36280"/>
                    <a:pt x="51977"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42" name="Freeform: Shape 1241">
              <a:extLst>
                <a:ext uri="{FF2B5EF4-FFF2-40B4-BE49-F238E27FC236}">
                  <a16:creationId xmlns:a16="http://schemas.microsoft.com/office/drawing/2014/main" id="{32A315D5-34EB-C428-48A5-D6EB15EF26D3}"/>
                </a:ext>
              </a:extLst>
            </p:cNvPr>
            <p:cNvSpPr/>
            <p:nvPr/>
          </p:nvSpPr>
          <p:spPr>
            <a:xfrm>
              <a:off x="1067454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3" name="Freeform: Shape 1242">
              <a:extLst>
                <a:ext uri="{FF2B5EF4-FFF2-40B4-BE49-F238E27FC236}">
                  <a16:creationId xmlns:a16="http://schemas.microsoft.com/office/drawing/2014/main" id="{5E67CD87-617E-5C72-E55B-560636B1A1C6}"/>
                </a:ext>
              </a:extLst>
            </p:cNvPr>
            <p:cNvSpPr/>
            <p:nvPr/>
          </p:nvSpPr>
          <p:spPr>
            <a:xfrm>
              <a:off x="1056988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4" name="Freeform: Shape 1243">
              <a:extLst>
                <a:ext uri="{FF2B5EF4-FFF2-40B4-BE49-F238E27FC236}">
                  <a16:creationId xmlns:a16="http://schemas.microsoft.com/office/drawing/2014/main" id="{3EDC2412-6977-743C-9D65-B12562A937C4}"/>
                </a:ext>
              </a:extLst>
            </p:cNvPr>
            <p:cNvSpPr/>
            <p:nvPr/>
          </p:nvSpPr>
          <p:spPr>
            <a:xfrm>
              <a:off x="941871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5" name="Freeform: Shape 1244">
              <a:extLst>
                <a:ext uri="{FF2B5EF4-FFF2-40B4-BE49-F238E27FC236}">
                  <a16:creationId xmlns:a16="http://schemas.microsoft.com/office/drawing/2014/main" id="{A867A331-D1D1-C693-77B5-478432F88B20}"/>
                </a:ext>
              </a:extLst>
            </p:cNvPr>
            <p:cNvSpPr/>
            <p:nvPr/>
          </p:nvSpPr>
          <p:spPr>
            <a:xfrm>
              <a:off x="931406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46" name="Freeform: Shape 1245">
              <a:extLst>
                <a:ext uri="{FF2B5EF4-FFF2-40B4-BE49-F238E27FC236}">
                  <a16:creationId xmlns:a16="http://schemas.microsoft.com/office/drawing/2014/main" id="{93808C69-10FA-1670-5CAB-AB38F65DBCCA}"/>
                </a:ext>
              </a:extLst>
            </p:cNvPr>
            <p:cNvSpPr/>
            <p:nvPr/>
          </p:nvSpPr>
          <p:spPr>
            <a:xfrm>
              <a:off x="91047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7" name="Freeform: Shape 1246">
              <a:extLst>
                <a:ext uri="{FF2B5EF4-FFF2-40B4-BE49-F238E27FC236}">
                  <a16:creationId xmlns:a16="http://schemas.microsoft.com/office/drawing/2014/main" id="{8D8A756E-30DA-AE17-2892-DC08DE98E83E}"/>
                </a:ext>
              </a:extLst>
            </p:cNvPr>
            <p:cNvSpPr/>
            <p:nvPr/>
          </p:nvSpPr>
          <p:spPr>
            <a:xfrm>
              <a:off x="879079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8" name="Freeform: Shape 1247">
              <a:extLst>
                <a:ext uri="{FF2B5EF4-FFF2-40B4-BE49-F238E27FC236}">
                  <a16:creationId xmlns:a16="http://schemas.microsoft.com/office/drawing/2014/main" id="{4861B556-F16F-872B-ADB2-8EA9ED364253}"/>
                </a:ext>
              </a:extLst>
            </p:cNvPr>
            <p:cNvSpPr/>
            <p:nvPr/>
          </p:nvSpPr>
          <p:spPr>
            <a:xfrm>
              <a:off x="8686145"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49" name="Freeform: Shape 1248">
              <a:extLst>
                <a:ext uri="{FF2B5EF4-FFF2-40B4-BE49-F238E27FC236}">
                  <a16:creationId xmlns:a16="http://schemas.microsoft.com/office/drawing/2014/main" id="{799C9EDF-BCA8-9052-2C60-F29DD0BB8148}"/>
                </a:ext>
              </a:extLst>
            </p:cNvPr>
            <p:cNvSpPr/>
            <p:nvPr/>
          </p:nvSpPr>
          <p:spPr>
            <a:xfrm>
              <a:off x="795357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0" name="Freeform: Shape 1249">
              <a:extLst>
                <a:ext uri="{FF2B5EF4-FFF2-40B4-BE49-F238E27FC236}">
                  <a16:creationId xmlns:a16="http://schemas.microsoft.com/office/drawing/2014/main" id="{2028BF6A-F003-CD23-9A9E-AB46CD01ED8E}"/>
                </a:ext>
              </a:extLst>
            </p:cNvPr>
            <p:cNvSpPr/>
            <p:nvPr/>
          </p:nvSpPr>
          <p:spPr>
            <a:xfrm>
              <a:off x="732566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1" name="Freeform: Shape 1250">
              <a:extLst>
                <a:ext uri="{FF2B5EF4-FFF2-40B4-BE49-F238E27FC236}">
                  <a16:creationId xmlns:a16="http://schemas.microsoft.com/office/drawing/2014/main" id="{9E2EFCDA-501C-ABC5-D8CA-25A483878AEE}"/>
                </a:ext>
              </a:extLst>
            </p:cNvPr>
            <p:cNvSpPr/>
            <p:nvPr/>
          </p:nvSpPr>
          <p:spPr>
            <a:xfrm>
              <a:off x="732566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2" name="Freeform: Shape 1251">
              <a:extLst>
                <a:ext uri="{FF2B5EF4-FFF2-40B4-BE49-F238E27FC236}">
                  <a16:creationId xmlns:a16="http://schemas.microsoft.com/office/drawing/2014/main" id="{13935999-834B-8C2B-596F-12D0231228AC}"/>
                </a:ext>
              </a:extLst>
            </p:cNvPr>
            <p:cNvSpPr/>
            <p:nvPr/>
          </p:nvSpPr>
          <p:spPr>
            <a:xfrm>
              <a:off x="69070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3" name="Freeform: Shape 1252">
              <a:extLst>
                <a:ext uri="{FF2B5EF4-FFF2-40B4-BE49-F238E27FC236}">
                  <a16:creationId xmlns:a16="http://schemas.microsoft.com/office/drawing/2014/main" id="{A0297B97-C13E-8326-8810-067AC245E955}"/>
                </a:ext>
              </a:extLst>
            </p:cNvPr>
            <p:cNvSpPr/>
            <p:nvPr/>
          </p:nvSpPr>
          <p:spPr>
            <a:xfrm>
              <a:off x="66977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4" name="Freeform: Shape 1253">
              <a:extLst>
                <a:ext uri="{FF2B5EF4-FFF2-40B4-BE49-F238E27FC236}">
                  <a16:creationId xmlns:a16="http://schemas.microsoft.com/office/drawing/2014/main" id="{FC5A621C-C878-95C3-CD0B-33C51171F143}"/>
                </a:ext>
              </a:extLst>
            </p:cNvPr>
            <p:cNvSpPr/>
            <p:nvPr/>
          </p:nvSpPr>
          <p:spPr>
            <a:xfrm>
              <a:off x="66977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55" name="Freeform: Shape 1254">
              <a:extLst>
                <a:ext uri="{FF2B5EF4-FFF2-40B4-BE49-F238E27FC236}">
                  <a16:creationId xmlns:a16="http://schemas.microsoft.com/office/drawing/2014/main" id="{F50DFBBF-81C2-AF5E-EAD9-60A4E3790155}"/>
                </a:ext>
              </a:extLst>
            </p:cNvPr>
            <p:cNvSpPr/>
            <p:nvPr/>
          </p:nvSpPr>
          <p:spPr>
            <a:xfrm>
              <a:off x="648844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56" name="Freeform: Shape 1255">
              <a:extLst>
                <a:ext uri="{FF2B5EF4-FFF2-40B4-BE49-F238E27FC236}">
                  <a16:creationId xmlns:a16="http://schemas.microsoft.com/office/drawing/2014/main" id="{B3DF05AB-5371-DB3C-A87B-BE89A81B3C14}"/>
                </a:ext>
              </a:extLst>
            </p:cNvPr>
            <p:cNvSpPr/>
            <p:nvPr/>
          </p:nvSpPr>
          <p:spPr>
            <a:xfrm>
              <a:off x="627914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57" name="Freeform: Shape 1256">
              <a:extLst>
                <a:ext uri="{FF2B5EF4-FFF2-40B4-BE49-F238E27FC236}">
                  <a16:creationId xmlns:a16="http://schemas.microsoft.com/office/drawing/2014/main" id="{CFDE3A03-F8F0-1EBB-2542-D9725E19CA0C}"/>
                </a:ext>
              </a:extLst>
            </p:cNvPr>
            <p:cNvSpPr/>
            <p:nvPr/>
          </p:nvSpPr>
          <p:spPr>
            <a:xfrm>
              <a:off x="1004662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2442 w 52326"/>
                <a:gd name="connsiteY6" fmla="*/ 37326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4419"/>
                    <a:pt x="51977" y="22675"/>
                    <a:pt x="51629" y="20930"/>
                  </a:cubicBezTo>
                  <a:cubicBezTo>
                    <a:pt x="49187" y="9070"/>
                    <a:pt x="38722" y="0"/>
                    <a:pt x="26163" y="0"/>
                  </a:cubicBezTo>
                  <a:cubicBezTo>
                    <a:pt x="11860" y="0"/>
                    <a:pt x="0" y="11861"/>
                    <a:pt x="0" y="26163"/>
                  </a:cubicBezTo>
                  <a:cubicBezTo>
                    <a:pt x="0" y="30000"/>
                    <a:pt x="1047" y="33838"/>
                    <a:pt x="2442" y="37326"/>
                  </a:cubicBezTo>
                  <a:cubicBezTo>
                    <a:pt x="6628" y="46047"/>
                    <a:pt x="15698" y="52326"/>
                    <a:pt x="26163" y="52326"/>
                  </a:cubicBezTo>
                  <a:close/>
                </a:path>
              </a:pathLst>
            </a:custGeom>
            <a:grpFill/>
            <a:ln w="3488" cap="flat">
              <a:noFill/>
              <a:prstDash val="solid"/>
              <a:miter/>
            </a:ln>
          </p:spPr>
          <p:txBody>
            <a:bodyPr rtlCol="0" anchor="ctr"/>
            <a:lstStyle/>
            <a:p>
              <a:endParaRPr lang="en-ID"/>
            </a:p>
          </p:txBody>
        </p:sp>
        <p:sp>
          <p:nvSpPr>
            <p:cNvPr id="1258" name="Freeform: Shape 1257">
              <a:extLst>
                <a:ext uri="{FF2B5EF4-FFF2-40B4-BE49-F238E27FC236}">
                  <a16:creationId xmlns:a16="http://schemas.microsoft.com/office/drawing/2014/main" id="{DE52910E-263D-E6B9-B367-F47128A11F2A}"/>
                </a:ext>
              </a:extLst>
            </p:cNvPr>
            <p:cNvSpPr/>
            <p:nvPr/>
          </p:nvSpPr>
          <p:spPr>
            <a:xfrm>
              <a:off x="10779193" y="3350510"/>
              <a:ext cx="52675" cy="52326"/>
            </a:xfrm>
            <a:custGeom>
              <a:avLst/>
              <a:gdLst>
                <a:gd name="connsiteX0" fmla="*/ 3139 w 52675"/>
                <a:gd name="connsiteY0" fmla="*/ 38721 h 52326"/>
                <a:gd name="connsiteX1" fmla="*/ 4535 w 52675"/>
                <a:gd name="connsiteY1" fmla="*/ 40814 h 52326"/>
                <a:gd name="connsiteX2" fmla="*/ 23721 w 52675"/>
                <a:gd name="connsiteY2" fmla="*/ 52326 h 52326"/>
                <a:gd name="connsiteX3" fmla="*/ 26512 w 52675"/>
                <a:gd name="connsiteY3" fmla="*/ 52326 h 52326"/>
                <a:gd name="connsiteX4" fmla="*/ 26512 w 52675"/>
                <a:gd name="connsiteY4" fmla="*/ 52326 h 52326"/>
                <a:gd name="connsiteX5" fmla="*/ 48140 w 52675"/>
                <a:gd name="connsiteY5" fmla="*/ 40814 h 52326"/>
                <a:gd name="connsiteX6" fmla="*/ 49535 w 52675"/>
                <a:gd name="connsiteY6" fmla="*/ 38721 h 52326"/>
                <a:gd name="connsiteX7" fmla="*/ 52675 w 52675"/>
                <a:gd name="connsiteY7" fmla="*/ 28954 h 52326"/>
                <a:gd name="connsiteX8" fmla="*/ 52675 w 52675"/>
                <a:gd name="connsiteY8" fmla="*/ 26163 h 52326"/>
                <a:gd name="connsiteX9" fmla="*/ 52675 w 52675"/>
                <a:gd name="connsiteY9" fmla="*/ 23372 h 52326"/>
                <a:gd name="connsiteX10" fmla="*/ 49535 w 52675"/>
                <a:gd name="connsiteY10" fmla="*/ 13605 h 52326"/>
                <a:gd name="connsiteX11" fmla="*/ 48140 w 52675"/>
                <a:gd name="connsiteY11" fmla="*/ 11512 h 52326"/>
                <a:gd name="connsiteX12" fmla="*/ 26512 w 52675"/>
                <a:gd name="connsiteY12" fmla="*/ 0 h 52326"/>
                <a:gd name="connsiteX13" fmla="*/ 26512 w 52675"/>
                <a:gd name="connsiteY13" fmla="*/ 0 h 52326"/>
                <a:gd name="connsiteX14" fmla="*/ 23721 w 52675"/>
                <a:gd name="connsiteY14" fmla="*/ 0 h 52326"/>
                <a:gd name="connsiteX15" fmla="*/ 4535 w 52675"/>
                <a:gd name="connsiteY15" fmla="*/ 11512 h 52326"/>
                <a:gd name="connsiteX16" fmla="*/ 3139 w 52675"/>
                <a:gd name="connsiteY16" fmla="*/ 13605 h 52326"/>
                <a:gd name="connsiteX17" fmla="*/ 0 w 52675"/>
                <a:gd name="connsiteY17" fmla="*/ 23372 h 52326"/>
                <a:gd name="connsiteX18" fmla="*/ 0 w 52675"/>
                <a:gd name="connsiteY18" fmla="*/ 26163 h 52326"/>
                <a:gd name="connsiteX19" fmla="*/ 0 w 52675"/>
                <a:gd name="connsiteY19" fmla="*/ 28954 h 52326"/>
                <a:gd name="connsiteX20" fmla="*/ 3139 w 52675"/>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5" h="52326">
                  <a:moveTo>
                    <a:pt x="3139" y="38721"/>
                  </a:moveTo>
                  <a:cubicBezTo>
                    <a:pt x="3488" y="39419"/>
                    <a:pt x="3838"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39" y="13605"/>
                  </a:cubicBezTo>
                  <a:cubicBezTo>
                    <a:pt x="1395" y="16744"/>
                    <a:pt x="349" y="19884"/>
                    <a:pt x="0" y="23372"/>
                  </a:cubicBezTo>
                  <a:cubicBezTo>
                    <a:pt x="0" y="24419"/>
                    <a:pt x="0" y="25117"/>
                    <a:pt x="0" y="26163"/>
                  </a:cubicBezTo>
                  <a:cubicBezTo>
                    <a:pt x="0" y="27210"/>
                    <a:pt x="0" y="27907"/>
                    <a:pt x="0" y="28954"/>
                  </a:cubicBezTo>
                  <a:cubicBezTo>
                    <a:pt x="349" y="32442"/>
                    <a:pt x="1395" y="35582"/>
                    <a:pt x="3139" y="38721"/>
                  </a:cubicBezTo>
                  <a:close/>
                </a:path>
              </a:pathLst>
            </a:custGeom>
            <a:grpFill/>
            <a:ln w="3488" cap="flat">
              <a:noFill/>
              <a:prstDash val="solid"/>
              <a:miter/>
            </a:ln>
          </p:spPr>
          <p:txBody>
            <a:bodyPr rtlCol="0" anchor="ctr"/>
            <a:lstStyle/>
            <a:p>
              <a:endParaRPr lang="en-ID"/>
            </a:p>
          </p:txBody>
        </p:sp>
        <p:sp>
          <p:nvSpPr>
            <p:cNvPr id="1259" name="Freeform: Shape 1258">
              <a:extLst>
                <a:ext uri="{FF2B5EF4-FFF2-40B4-BE49-F238E27FC236}">
                  <a16:creationId xmlns:a16="http://schemas.microsoft.com/office/drawing/2014/main" id="{EE00392B-4EF0-07DC-907A-1D18DA348404}"/>
                </a:ext>
              </a:extLst>
            </p:cNvPr>
            <p:cNvSpPr/>
            <p:nvPr/>
          </p:nvSpPr>
          <p:spPr>
            <a:xfrm>
              <a:off x="1203502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0" name="Freeform: Shape 1259">
              <a:extLst>
                <a:ext uri="{FF2B5EF4-FFF2-40B4-BE49-F238E27FC236}">
                  <a16:creationId xmlns:a16="http://schemas.microsoft.com/office/drawing/2014/main" id="{2A3BD534-4CA7-2741-945C-7AECC9C4BBD9}"/>
                </a:ext>
              </a:extLst>
            </p:cNvPr>
            <p:cNvSpPr/>
            <p:nvPr/>
          </p:nvSpPr>
          <p:spPr>
            <a:xfrm>
              <a:off x="1213967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1" name="Freeform: Shape 1260">
              <a:extLst>
                <a:ext uri="{FF2B5EF4-FFF2-40B4-BE49-F238E27FC236}">
                  <a16:creationId xmlns:a16="http://schemas.microsoft.com/office/drawing/2014/main" id="{06AE9ADA-C926-79FC-ABF5-710A47D6FA9D}"/>
                </a:ext>
              </a:extLst>
            </p:cNvPr>
            <p:cNvSpPr/>
            <p:nvPr/>
          </p:nvSpPr>
          <p:spPr>
            <a:xfrm>
              <a:off x="1172106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2" name="Freeform: Shape 1261">
              <a:extLst>
                <a:ext uri="{FF2B5EF4-FFF2-40B4-BE49-F238E27FC236}">
                  <a16:creationId xmlns:a16="http://schemas.microsoft.com/office/drawing/2014/main" id="{E24DFBE7-5723-8741-B4CE-E176DB8E8294}"/>
                </a:ext>
              </a:extLst>
            </p:cNvPr>
            <p:cNvSpPr/>
            <p:nvPr/>
          </p:nvSpPr>
          <p:spPr>
            <a:xfrm>
              <a:off x="1109315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3" name="Freeform: Shape 1262">
              <a:extLst>
                <a:ext uri="{FF2B5EF4-FFF2-40B4-BE49-F238E27FC236}">
                  <a16:creationId xmlns:a16="http://schemas.microsoft.com/office/drawing/2014/main" id="{BE8E2153-475E-DFC5-F4BC-3E643FBD7B07}"/>
                </a:ext>
              </a:extLst>
            </p:cNvPr>
            <p:cNvSpPr/>
            <p:nvPr/>
          </p:nvSpPr>
          <p:spPr>
            <a:xfrm>
              <a:off x="1004662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4" name="Freeform: Shape 1263">
              <a:extLst>
                <a:ext uri="{FF2B5EF4-FFF2-40B4-BE49-F238E27FC236}">
                  <a16:creationId xmlns:a16="http://schemas.microsoft.com/office/drawing/2014/main" id="{259A03C6-3FC3-2CED-A575-DEC4C4408FF4}"/>
                </a:ext>
              </a:extLst>
            </p:cNvPr>
            <p:cNvSpPr/>
            <p:nvPr/>
          </p:nvSpPr>
          <p:spPr>
            <a:xfrm>
              <a:off x="1004662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5" name="Freeform: Shape 1264">
              <a:extLst>
                <a:ext uri="{FF2B5EF4-FFF2-40B4-BE49-F238E27FC236}">
                  <a16:creationId xmlns:a16="http://schemas.microsoft.com/office/drawing/2014/main" id="{77881C45-4878-23C5-200B-48DAD3ADD044}"/>
                </a:ext>
              </a:extLst>
            </p:cNvPr>
            <p:cNvSpPr/>
            <p:nvPr/>
          </p:nvSpPr>
          <p:spPr>
            <a:xfrm>
              <a:off x="9837321" y="4501686"/>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0 w 52326"/>
                <a:gd name="connsiteY3" fmla="*/ 26163 h 52326"/>
                <a:gd name="connsiteX4" fmla="*/ 26163 w 52326"/>
                <a:gd name="connsiteY4" fmla="*/ 52326 h 52326"/>
                <a:gd name="connsiteX5" fmla="*/ 38722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30698" y="52326"/>
                    <a:pt x="34884" y="51280"/>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6" name="Freeform: Shape 1265">
              <a:extLst>
                <a:ext uri="{FF2B5EF4-FFF2-40B4-BE49-F238E27FC236}">
                  <a16:creationId xmlns:a16="http://schemas.microsoft.com/office/drawing/2014/main" id="{4609EC0B-A854-4F7A-8F56-5DE554DA5552}"/>
                </a:ext>
              </a:extLst>
            </p:cNvPr>
            <p:cNvSpPr/>
            <p:nvPr/>
          </p:nvSpPr>
          <p:spPr>
            <a:xfrm>
              <a:off x="1015127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7" name="Freeform: Shape 1266">
              <a:extLst>
                <a:ext uri="{FF2B5EF4-FFF2-40B4-BE49-F238E27FC236}">
                  <a16:creationId xmlns:a16="http://schemas.microsoft.com/office/drawing/2014/main" id="{CFCCE7A0-9C17-439C-D95F-9E9E7E4770F7}"/>
                </a:ext>
              </a:extLst>
            </p:cNvPr>
            <p:cNvSpPr/>
            <p:nvPr/>
          </p:nvSpPr>
          <p:spPr>
            <a:xfrm>
              <a:off x="9628017"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68" name="Freeform: Shape 1267">
              <a:extLst>
                <a:ext uri="{FF2B5EF4-FFF2-40B4-BE49-F238E27FC236}">
                  <a16:creationId xmlns:a16="http://schemas.microsoft.com/office/drawing/2014/main" id="{5F743BFF-0ADF-D3DC-1605-0651674151E4}"/>
                </a:ext>
              </a:extLst>
            </p:cNvPr>
            <p:cNvSpPr/>
            <p:nvPr/>
          </p:nvSpPr>
          <p:spPr>
            <a:xfrm>
              <a:off x="941871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9" name="Freeform: Shape 1268">
              <a:extLst>
                <a:ext uri="{FF2B5EF4-FFF2-40B4-BE49-F238E27FC236}">
                  <a16:creationId xmlns:a16="http://schemas.microsoft.com/office/drawing/2014/main" id="{8903166E-B58D-88A0-F5A8-C1412F4A529C}"/>
                </a:ext>
              </a:extLst>
            </p:cNvPr>
            <p:cNvSpPr/>
            <p:nvPr/>
          </p:nvSpPr>
          <p:spPr>
            <a:xfrm>
              <a:off x="837218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0" name="Freeform: Shape 1269">
              <a:extLst>
                <a:ext uri="{FF2B5EF4-FFF2-40B4-BE49-F238E27FC236}">
                  <a16:creationId xmlns:a16="http://schemas.microsoft.com/office/drawing/2014/main" id="{D8A56A73-5AC1-0649-0792-7860E1FB0E69}"/>
                </a:ext>
              </a:extLst>
            </p:cNvPr>
            <p:cNvSpPr/>
            <p:nvPr/>
          </p:nvSpPr>
          <p:spPr>
            <a:xfrm>
              <a:off x="816288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1" name="Freeform: Shape 1270">
              <a:extLst>
                <a:ext uri="{FF2B5EF4-FFF2-40B4-BE49-F238E27FC236}">
                  <a16:creationId xmlns:a16="http://schemas.microsoft.com/office/drawing/2014/main" id="{303E31CE-83B8-7FAF-7C73-FABEF2F48BFA}"/>
                </a:ext>
              </a:extLst>
            </p:cNvPr>
            <p:cNvSpPr/>
            <p:nvPr/>
          </p:nvSpPr>
          <p:spPr>
            <a:xfrm>
              <a:off x="648844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72" name="Freeform: Shape 1271">
              <a:extLst>
                <a:ext uri="{FF2B5EF4-FFF2-40B4-BE49-F238E27FC236}">
                  <a16:creationId xmlns:a16="http://schemas.microsoft.com/office/drawing/2014/main" id="{5292B50D-CEF7-8048-45CD-EE3F2DCD68A8}"/>
                </a:ext>
              </a:extLst>
            </p:cNvPr>
            <p:cNvSpPr/>
            <p:nvPr/>
          </p:nvSpPr>
          <p:spPr>
            <a:xfrm>
              <a:off x="7848927" y="5338905"/>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73" name="Freeform: Shape 1272">
              <a:extLst>
                <a:ext uri="{FF2B5EF4-FFF2-40B4-BE49-F238E27FC236}">
                  <a16:creationId xmlns:a16="http://schemas.microsoft.com/office/drawing/2014/main" id="{AC34A3FF-81C0-8C45-ABBC-5D846272FB28}"/>
                </a:ext>
              </a:extLst>
            </p:cNvPr>
            <p:cNvSpPr/>
            <p:nvPr/>
          </p:nvSpPr>
          <p:spPr>
            <a:xfrm>
              <a:off x="10151278" y="4397034"/>
              <a:ext cx="52326" cy="52326"/>
            </a:xfrm>
            <a:custGeom>
              <a:avLst/>
              <a:gdLst>
                <a:gd name="connsiteX0" fmla="*/ 36978 w 52326"/>
                <a:gd name="connsiteY0" fmla="*/ 2442 h 52326"/>
                <a:gd name="connsiteX1" fmla="*/ 29302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8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8" y="2442"/>
                  </a:moveTo>
                  <a:cubicBezTo>
                    <a:pt x="34535" y="1395"/>
                    <a:pt x="31745" y="698"/>
                    <a:pt x="29302" y="349"/>
                  </a:cubicBezTo>
                  <a:cubicBezTo>
                    <a:pt x="28256" y="349"/>
                    <a:pt x="27210" y="0"/>
                    <a:pt x="26163" y="0"/>
                  </a:cubicBez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5698"/>
                    <a:pt x="46047" y="6628"/>
                    <a:pt x="36978" y="2442"/>
                  </a:cubicBezTo>
                  <a:close/>
                </a:path>
              </a:pathLst>
            </a:custGeom>
            <a:grpFill/>
            <a:ln w="3488" cap="flat">
              <a:noFill/>
              <a:prstDash val="solid"/>
              <a:miter/>
            </a:ln>
          </p:spPr>
          <p:txBody>
            <a:bodyPr rtlCol="0" anchor="ctr"/>
            <a:lstStyle/>
            <a:p>
              <a:endParaRPr lang="en-ID"/>
            </a:p>
          </p:txBody>
        </p:sp>
        <p:sp>
          <p:nvSpPr>
            <p:cNvPr id="1274" name="Freeform: Shape 1273">
              <a:extLst>
                <a:ext uri="{FF2B5EF4-FFF2-40B4-BE49-F238E27FC236}">
                  <a16:creationId xmlns:a16="http://schemas.microsoft.com/office/drawing/2014/main" id="{83120DE7-021C-C8C0-4467-766C7BC3FA70}"/>
                </a:ext>
              </a:extLst>
            </p:cNvPr>
            <p:cNvSpPr/>
            <p:nvPr/>
          </p:nvSpPr>
          <p:spPr>
            <a:xfrm>
              <a:off x="9628017" y="3873772"/>
              <a:ext cx="52326" cy="52326"/>
            </a:xfrm>
            <a:custGeom>
              <a:avLst/>
              <a:gdLst>
                <a:gd name="connsiteX0" fmla="*/ 26163 w 52326"/>
                <a:gd name="connsiteY0" fmla="*/ 52326 h 52326"/>
                <a:gd name="connsiteX1" fmla="*/ 52326 w 52326"/>
                <a:gd name="connsiteY1" fmla="*/ 26163 h 52326"/>
                <a:gd name="connsiteX2" fmla="*/ 50233 w 52326"/>
                <a:gd name="connsiteY2" fmla="*/ 16047 h 52326"/>
                <a:gd name="connsiteX3" fmla="*/ 49187 w 52326"/>
                <a:gd name="connsiteY3" fmla="*/ 13954 h 52326"/>
                <a:gd name="connsiteX4" fmla="*/ 49187 w 52326"/>
                <a:gd name="connsiteY4" fmla="*/ 13605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4535 w 52326"/>
                <a:gd name="connsiteY9" fmla="*/ 40814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cubicBezTo>
                    <a:pt x="40466" y="52326"/>
                    <a:pt x="52326" y="40465"/>
                    <a:pt x="52326" y="26163"/>
                  </a:cubicBezTo>
                  <a:cubicBezTo>
                    <a:pt x="52326" y="22675"/>
                    <a:pt x="51629" y="19186"/>
                    <a:pt x="50233" y="16047"/>
                  </a:cubicBezTo>
                  <a:cubicBezTo>
                    <a:pt x="49884" y="15349"/>
                    <a:pt x="49535" y="14651"/>
                    <a:pt x="49187" y="13954"/>
                  </a:cubicBezTo>
                  <a:cubicBezTo>
                    <a:pt x="49187" y="13954"/>
                    <a:pt x="49187" y="13605"/>
                    <a:pt x="49187" y="13605"/>
                  </a:cubicBezTo>
                  <a:cubicBezTo>
                    <a:pt x="44652" y="5581"/>
                    <a:pt x="36279" y="0"/>
                    <a:pt x="26163" y="0"/>
                  </a:cubicBezTo>
                  <a:lnTo>
                    <a:pt x="26163" y="0"/>
                  </a:lnTo>
                  <a:cubicBezTo>
                    <a:pt x="11860" y="0"/>
                    <a:pt x="0" y="11861"/>
                    <a:pt x="0" y="26163"/>
                  </a:cubicBezTo>
                  <a:lnTo>
                    <a:pt x="0" y="26163"/>
                  </a:lnTo>
                  <a:cubicBezTo>
                    <a:pt x="0" y="31744"/>
                    <a:pt x="1744" y="36628"/>
                    <a:pt x="4535" y="40814"/>
                  </a:cubicBezTo>
                  <a:cubicBezTo>
                    <a:pt x="9070" y="47791"/>
                    <a:pt x="17093" y="52326"/>
                    <a:pt x="26163" y="52326"/>
                  </a:cubicBezTo>
                  <a:close/>
                </a:path>
              </a:pathLst>
            </a:custGeom>
            <a:grpFill/>
            <a:ln w="3488" cap="flat">
              <a:noFill/>
              <a:prstDash val="solid"/>
              <a:miter/>
            </a:ln>
          </p:spPr>
          <p:txBody>
            <a:bodyPr rtlCol="0" anchor="ctr"/>
            <a:lstStyle/>
            <a:p>
              <a:endParaRPr lang="en-ID"/>
            </a:p>
          </p:txBody>
        </p:sp>
        <p:sp>
          <p:nvSpPr>
            <p:cNvPr id="1275" name="Freeform: Shape 1274">
              <a:extLst>
                <a:ext uri="{FF2B5EF4-FFF2-40B4-BE49-F238E27FC236}">
                  <a16:creationId xmlns:a16="http://schemas.microsoft.com/office/drawing/2014/main" id="{FC06B161-50C3-4F62-D688-11A3A0373FC2}"/>
                </a:ext>
              </a:extLst>
            </p:cNvPr>
            <p:cNvSpPr/>
            <p:nvPr/>
          </p:nvSpPr>
          <p:spPr>
            <a:xfrm>
              <a:off x="1036058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0 w 52326"/>
                <a:gd name="connsiteY3" fmla="*/ 26163 h 52326"/>
                <a:gd name="connsiteX4" fmla="*/ 349 w 52326"/>
                <a:gd name="connsiteY4" fmla="*/ 30000 h 52326"/>
                <a:gd name="connsiteX5" fmla="*/ 1047 w 52326"/>
                <a:gd name="connsiteY5" fmla="*/ 33837 h 52326"/>
                <a:gd name="connsiteX6" fmla="*/ 26163 w 52326"/>
                <a:gd name="connsiteY6" fmla="*/ 52326 h 52326"/>
                <a:gd name="connsiteX7" fmla="*/ 38722 w 52326"/>
                <a:gd name="connsiteY7" fmla="*/ 49187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1860" y="0"/>
                    <a:pt x="0" y="11861"/>
                    <a:pt x="0" y="26163"/>
                  </a:cubicBezTo>
                  <a:cubicBezTo>
                    <a:pt x="0" y="26163"/>
                    <a:pt x="0" y="26163"/>
                    <a:pt x="0" y="26163"/>
                  </a:cubicBezTo>
                  <a:cubicBezTo>
                    <a:pt x="0" y="27559"/>
                    <a:pt x="0" y="28605"/>
                    <a:pt x="349" y="30000"/>
                  </a:cubicBezTo>
                  <a:cubicBezTo>
                    <a:pt x="698" y="31396"/>
                    <a:pt x="698" y="32791"/>
                    <a:pt x="1047" y="33837"/>
                  </a:cubicBezTo>
                  <a:cubicBezTo>
                    <a:pt x="4186" y="44652"/>
                    <a:pt x="14303" y="52326"/>
                    <a:pt x="26163" y="52326"/>
                  </a:cubicBezTo>
                  <a:cubicBezTo>
                    <a:pt x="30698" y="52326"/>
                    <a:pt x="34884" y="51279"/>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76" name="Freeform: Shape 1275">
              <a:extLst>
                <a:ext uri="{FF2B5EF4-FFF2-40B4-BE49-F238E27FC236}">
                  <a16:creationId xmlns:a16="http://schemas.microsoft.com/office/drawing/2014/main" id="{D667C727-93AB-5321-D2F2-A105BD7D79EB}"/>
                </a:ext>
              </a:extLst>
            </p:cNvPr>
            <p:cNvSpPr/>
            <p:nvPr/>
          </p:nvSpPr>
          <p:spPr>
            <a:xfrm>
              <a:off x="11616412"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80" y="349"/>
                    <a:pt x="20930" y="349"/>
                  </a:cubicBezTo>
                  <a:cubicBezTo>
                    <a:pt x="9070" y="2791"/>
                    <a:pt x="0" y="13256"/>
                    <a:pt x="0" y="25814"/>
                  </a:cubicBezTo>
                  <a:cubicBezTo>
                    <a:pt x="0" y="40117"/>
                    <a:pt x="11860" y="51977"/>
                    <a:pt x="26163" y="51977"/>
                  </a:cubicBezTo>
                  <a:lnTo>
                    <a:pt x="26163" y="51977"/>
                  </a:ln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77" name="Freeform: Shape 1276">
              <a:extLst>
                <a:ext uri="{FF2B5EF4-FFF2-40B4-BE49-F238E27FC236}">
                  <a16:creationId xmlns:a16="http://schemas.microsoft.com/office/drawing/2014/main" id="{2F0AE1AF-4A68-91E8-25C6-82713CD43587}"/>
                </a:ext>
              </a:extLst>
            </p:cNvPr>
            <p:cNvSpPr/>
            <p:nvPr/>
          </p:nvSpPr>
          <p:spPr>
            <a:xfrm>
              <a:off x="983732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8" name="Freeform: Shape 1277">
              <a:extLst>
                <a:ext uri="{FF2B5EF4-FFF2-40B4-BE49-F238E27FC236}">
                  <a16:creationId xmlns:a16="http://schemas.microsoft.com/office/drawing/2014/main" id="{945C9337-000F-AAC7-A953-115B46C5788F}"/>
                </a:ext>
              </a:extLst>
            </p:cNvPr>
            <p:cNvSpPr/>
            <p:nvPr/>
          </p:nvSpPr>
          <p:spPr>
            <a:xfrm>
              <a:off x="994197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9" name="Freeform: Shape 1278">
              <a:extLst>
                <a:ext uri="{FF2B5EF4-FFF2-40B4-BE49-F238E27FC236}">
                  <a16:creationId xmlns:a16="http://schemas.microsoft.com/office/drawing/2014/main" id="{921427B3-7E5E-584F-F950-B75E1A9822C2}"/>
                </a:ext>
              </a:extLst>
            </p:cNvPr>
            <p:cNvSpPr/>
            <p:nvPr/>
          </p:nvSpPr>
          <p:spPr>
            <a:xfrm>
              <a:off x="99419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80" name="Freeform: Shape 1279">
              <a:extLst>
                <a:ext uri="{FF2B5EF4-FFF2-40B4-BE49-F238E27FC236}">
                  <a16:creationId xmlns:a16="http://schemas.microsoft.com/office/drawing/2014/main" id="{0FE11F76-5A46-B081-BE9C-4ABA6B2126BD}"/>
                </a:ext>
              </a:extLst>
            </p:cNvPr>
            <p:cNvSpPr/>
            <p:nvPr/>
          </p:nvSpPr>
          <p:spPr>
            <a:xfrm>
              <a:off x="88954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1" name="Freeform: Shape 1280">
              <a:extLst>
                <a:ext uri="{FF2B5EF4-FFF2-40B4-BE49-F238E27FC236}">
                  <a16:creationId xmlns:a16="http://schemas.microsoft.com/office/drawing/2014/main" id="{39CE6AA8-F104-B16F-9232-2B5CAA7AC7CE}"/>
                </a:ext>
              </a:extLst>
            </p:cNvPr>
            <p:cNvSpPr/>
            <p:nvPr/>
          </p:nvSpPr>
          <p:spPr>
            <a:xfrm>
              <a:off x="879079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2" name="Freeform: Shape 1281">
              <a:extLst>
                <a:ext uri="{FF2B5EF4-FFF2-40B4-BE49-F238E27FC236}">
                  <a16:creationId xmlns:a16="http://schemas.microsoft.com/office/drawing/2014/main" id="{E66A5BEC-4B7F-8E34-7CCE-CE7E81E1246C}"/>
                </a:ext>
              </a:extLst>
            </p:cNvPr>
            <p:cNvSpPr/>
            <p:nvPr/>
          </p:nvSpPr>
          <p:spPr>
            <a:xfrm>
              <a:off x="8685796" y="5128903"/>
              <a:ext cx="52675" cy="52682"/>
            </a:xfrm>
            <a:custGeom>
              <a:avLst/>
              <a:gdLst>
                <a:gd name="connsiteX0" fmla="*/ 52675 w 52675"/>
                <a:gd name="connsiteY0" fmla="*/ 26861 h 52682"/>
                <a:gd name="connsiteX1" fmla="*/ 52675 w 52675"/>
                <a:gd name="connsiteY1" fmla="*/ 24070 h 52682"/>
                <a:gd name="connsiteX2" fmla="*/ 47094 w 52675"/>
                <a:gd name="connsiteY2" fmla="*/ 10465 h 52682"/>
                <a:gd name="connsiteX3" fmla="*/ 45001 w 52675"/>
                <a:gd name="connsiteY3" fmla="*/ 8023 h 52682"/>
                <a:gd name="connsiteX4" fmla="*/ 42559 w 52675"/>
                <a:gd name="connsiteY4" fmla="*/ 5930 h 52682"/>
                <a:gd name="connsiteX5" fmla="*/ 37675 w 52675"/>
                <a:gd name="connsiteY5" fmla="*/ 2790 h 52682"/>
                <a:gd name="connsiteX6" fmla="*/ 29652 w 52675"/>
                <a:gd name="connsiteY6" fmla="*/ 349 h 52682"/>
                <a:gd name="connsiteX7" fmla="*/ 26163 w 52675"/>
                <a:gd name="connsiteY7" fmla="*/ 0 h 52682"/>
                <a:gd name="connsiteX8" fmla="*/ 23373 w 52675"/>
                <a:gd name="connsiteY8" fmla="*/ 0 h 52682"/>
                <a:gd name="connsiteX9" fmla="*/ 13605 w 52675"/>
                <a:gd name="connsiteY9" fmla="*/ 3139 h 52682"/>
                <a:gd name="connsiteX10" fmla="*/ 11512 w 52675"/>
                <a:gd name="connsiteY10" fmla="*/ 4535 h 52682"/>
                <a:gd name="connsiteX11" fmla="*/ 0 w 52675"/>
                <a:gd name="connsiteY11" fmla="*/ 23721 h 52682"/>
                <a:gd name="connsiteX12" fmla="*/ 0 w 52675"/>
                <a:gd name="connsiteY12" fmla="*/ 26512 h 52682"/>
                <a:gd name="connsiteX13" fmla="*/ 0 w 52675"/>
                <a:gd name="connsiteY13" fmla="*/ 26512 h 52682"/>
                <a:gd name="connsiteX14" fmla="*/ 349 w 52675"/>
                <a:gd name="connsiteY14" fmla="*/ 30349 h 52682"/>
                <a:gd name="connsiteX15" fmla="*/ 1047 w 52675"/>
                <a:gd name="connsiteY15" fmla="*/ 34186 h 52682"/>
                <a:gd name="connsiteX16" fmla="*/ 26163 w 52675"/>
                <a:gd name="connsiteY16" fmla="*/ 52675 h 52682"/>
                <a:gd name="connsiteX17" fmla="*/ 52675 w 52675"/>
                <a:gd name="connsiteY17" fmla="*/ 26861 h 52682"/>
                <a:gd name="connsiteX18" fmla="*/ 52675 w 52675"/>
                <a:gd name="connsiteY18" fmla="*/ 26861 h 5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675" h="52682">
                  <a:moveTo>
                    <a:pt x="52675" y="26861"/>
                  </a:moveTo>
                  <a:cubicBezTo>
                    <a:pt x="52675" y="25814"/>
                    <a:pt x="52675" y="25116"/>
                    <a:pt x="52675" y="24070"/>
                  </a:cubicBezTo>
                  <a:cubicBezTo>
                    <a:pt x="52326" y="19186"/>
                    <a:pt x="50234" y="14302"/>
                    <a:pt x="47094" y="10465"/>
                  </a:cubicBezTo>
                  <a:cubicBezTo>
                    <a:pt x="46396" y="9767"/>
                    <a:pt x="45699" y="8721"/>
                    <a:pt x="45001" y="8023"/>
                  </a:cubicBezTo>
                  <a:cubicBezTo>
                    <a:pt x="44304" y="7326"/>
                    <a:pt x="43605" y="6628"/>
                    <a:pt x="42559" y="5930"/>
                  </a:cubicBezTo>
                  <a:cubicBezTo>
                    <a:pt x="41163" y="4883"/>
                    <a:pt x="39419" y="3837"/>
                    <a:pt x="37675" y="2790"/>
                  </a:cubicBezTo>
                  <a:cubicBezTo>
                    <a:pt x="35233" y="1744"/>
                    <a:pt x="32442" y="698"/>
                    <a:pt x="29652" y="349"/>
                  </a:cubicBezTo>
                  <a:cubicBezTo>
                    <a:pt x="28606" y="349"/>
                    <a:pt x="27559" y="0"/>
                    <a:pt x="26163" y="0"/>
                  </a:cubicBezTo>
                  <a:cubicBezTo>
                    <a:pt x="25117" y="0"/>
                    <a:pt x="24419" y="0"/>
                    <a:pt x="23373" y="0"/>
                  </a:cubicBezTo>
                  <a:cubicBezTo>
                    <a:pt x="19885" y="349"/>
                    <a:pt x="16396" y="1395"/>
                    <a:pt x="13605" y="3139"/>
                  </a:cubicBezTo>
                  <a:cubicBezTo>
                    <a:pt x="12908" y="3488"/>
                    <a:pt x="12209" y="3837"/>
                    <a:pt x="11512" y="4535"/>
                  </a:cubicBezTo>
                  <a:cubicBezTo>
                    <a:pt x="5233" y="8721"/>
                    <a:pt x="1047" y="15698"/>
                    <a:pt x="0" y="23721"/>
                  </a:cubicBezTo>
                  <a:cubicBezTo>
                    <a:pt x="0" y="24768"/>
                    <a:pt x="0" y="25465"/>
                    <a:pt x="0" y="26512"/>
                  </a:cubicBezTo>
                  <a:cubicBezTo>
                    <a:pt x="0" y="26512"/>
                    <a:pt x="0" y="26512"/>
                    <a:pt x="0" y="26512"/>
                  </a:cubicBezTo>
                  <a:cubicBezTo>
                    <a:pt x="0" y="27907"/>
                    <a:pt x="0" y="28954"/>
                    <a:pt x="349" y="30349"/>
                  </a:cubicBezTo>
                  <a:cubicBezTo>
                    <a:pt x="698" y="31744"/>
                    <a:pt x="698" y="33140"/>
                    <a:pt x="1047" y="34186"/>
                  </a:cubicBezTo>
                  <a:cubicBezTo>
                    <a:pt x="4187" y="45000"/>
                    <a:pt x="14303" y="52675"/>
                    <a:pt x="26163" y="52675"/>
                  </a:cubicBezTo>
                  <a:cubicBezTo>
                    <a:pt x="40815" y="53024"/>
                    <a:pt x="52675" y="41163"/>
                    <a:pt x="52675" y="26861"/>
                  </a:cubicBezTo>
                  <a:cubicBezTo>
                    <a:pt x="52675" y="26861"/>
                    <a:pt x="52675" y="26861"/>
                    <a:pt x="52675" y="26861"/>
                  </a:cubicBezTo>
                  <a:close/>
                </a:path>
              </a:pathLst>
            </a:custGeom>
            <a:grpFill/>
            <a:ln w="3488" cap="flat">
              <a:noFill/>
              <a:prstDash val="solid"/>
              <a:miter/>
            </a:ln>
          </p:spPr>
          <p:txBody>
            <a:bodyPr rtlCol="0" anchor="ctr"/>
            <a:lstStyle/>
            <a:p>
              <a:endParaRPr lang="en-ID"/>
            </a:p>
          </p:txBody>
        </p:sp>
        <p:sp>
          <p:nvSpPr>
            <p:cNvPr id="1283" name="Freeform: Shape 1282">
              <a:extLst>
                <a:ext uri="{FF2B5EF4-FFF2-40B4-BE49-F238E27FC236}">
                  <a16:creationId xmlns:a16="http://schemas.microsoft.com/office/drawing/2014/main" id="{F80B3E6E-F779-A6D9-4919-A5F21C995193}"/>
                </a:ext>
              </a:extLst>
            </p:cNvPr>
            <p:cNvSpPr/>
            <p:nvPr/>
          </p:nvSpPr>
          <p:spPr>
            <a:xfrm>
              <a:off x="8581493"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84" name="Freeform: Shape 1283">
              <a:extLst>
                <a:ext uri="{FF2B5EF4-FFF2-40B4-BE49-F238E27FC236}">
                  <a16:creationId xmlns:a16="http://schemas.microsoft.com/office/drawing/2014/main" id="{7D7DD510-98BC-D84A-41A2-503BCFA12148}"/>
                </a:ext>
              </a:extLst>
            </p:cNvPr>
            <p:cNvSpPr/>
            <p:nvPr/>
          </p:nvSpPr>
          <p:spPr>
            <a:xfrm rot="21046898">
              <a:off x="8581647" y="3978308"/>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285" name="Freeform: Shape 1284">
              <a:extLst>
                <a:ext uri="{FF2B5EF4-FFF2-40B4-BE49-F238E27FC236}">
                  <a16:creationId xmlns:a16="http://schemas.microsoft.com/office/drawing/2014/main" id="{C36D7C05-1C26-3AA9-D0A3-F3F22ADA35D3}"/>
                </a:ext>
              </a:extLst>
            </p:cNvPr>
            <p:cNvSpPr/>
            <p:nvPr/>
          </p:nvSpPr>
          <p:spPr>
            <a:xfrm>
              <a:off x="847684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6" name="Freeform: Shape 1285">
              <a:extLst>
                <a:ext uri="{FF2B5EF4-FFF2-40B4-BE49-F238E27FC236}">
                  <a16:creationId xmlns:a16="http://schemas.microsoft.com/office/drawing/2014/main" id="{C5C1DD3B-D868-FD84-6268-05850235F69B}"/>
                </a:ext>
              </a:extLst>
            </p:cNvPr>
            <p:cNvSpPr/>
            <p:nvPr/>
          </p:nvSpPr>
          <p:spPr>
            <a:xfrm>
              <a:off x="8372188"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87" name="Freeform: Shape 1286">
              <a:extLst>
                <a:ext uri="{FF2B5EF4-FFF2-40B4-BE49-F238E27FC236}">
                  <a16:creationId xmlns:a16="http://schemas.microsoft.com/office/drawing/2014/main" id="{5C5E4179-E519-7302-D2F8-CA740CE6A525}"/>
                </a:ext>
              </a:extLst>
            </p:cNvPr>
            <p:cNvSpPr/>
            <p:nvPr/>
          </p:nvSpPr>
          <p:spPr>
            <a:xfrm>
              <a:off x="79535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8" name="Freeform: Shape 1287">
              <a:extLst>
                <a:ext uri="{FF2B5EF4-FFF2-40B4-BE49-F238E27FC236}">
                  <a16:creationId xmlns:a16="http://schemas.microsoft.com/office/drawing/2014/main" id="{B805D533-FBF2-14BA-C4C2-22835E50FB70}"/>
                </a:ext>
              </a:extLst>
            </p:cNvPr>
            <p:cNvSpPr/>
            <p:nvPr/>
          </p:nvSpPr>
          <p:spPr>
            <a:xfrm>
              <a:off x="774427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9" name="Freeform: Shape 1288">
              <a:extLst>
                <a:ext uri="{FF2B5EF4-FFF2-40B4-BE49-F238E27FC236}">
                  <a16:creationId xmlns:a16="http://schemas.microsoft.com/office/drawing/2014/main" id="{C10E977A-4834-996C-F410-78E270EB2A27}"/>
                </a:ext>
              </a:extLst>
            </p:cNvPr>
            <p:cNvSpPr/>
            <p:nvPr/>
          </p:nvSpPr>
          <p:spPr>
            <a:xfrm>
              <a:off x="72210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90" name="Freeform: Shape 1289">
              <a:extLst>
                <a:ext uri="{FF2B5EF4-FFF2-40B4-BE49-F238E27FC236}">
                  <a16:creationId xmlns:a16="http://schemas.microsoft.com/office/drawing/2014/main" id="{B929C587-C146-B2F9-5422-2C15596A98BF}"/>
                </a:ext>
              </a:extLst>
            </p:cNvPr>
            <p:cNvSpPr/>
            <p:nvPr/>
          </p:nvSpPr>
          <p:spPr>
            <a:xfrm>
              <a:off x="7011708"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91" name="Freeform: Shape 1290">
              <a:extLst>
                <a:ext uri="{FF2B5EF4-FFF2-40B4-BE49-F238E27FC236}">
                  <a16:creationId xmlns:a16="http://schemas.microsoft.com/office/drawing/2014/main" id="{DAFADDF3-6A04-6684-D7AB-A189DBE85235}"/>
                </a:ext>
              </a:extLst>
            </p:cNvPr>
            <p:cNvSpPr/>
            <p:nvPr/>
          </p:nvSpPr>
          <p:spPr>
            <a:xfrm>
              <a:off x="69070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2" name="Freeform: Shape 1291">
              <a:extLst>
                <a:ext uri="{FF2B5EF4-FFF2-40B4-BE49-F238E27FC236}">
                  <a16:creationId xmlns:a16="http://schemas.microsoft.com/office/drawing/2014/main" id="{A2EB09E4-2A53-C92E-63EF-230745647477}"/>
                </a:ext>
              </a:extLst>
            </p:cNvPr>
            <p:cNvSpPr/>
            <p:nvPr/>
          </p:nvSpPr>
          <p:spPr>
            <a:xfrm>
              <a:off x="6697751"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3" name="Freeform: Shape 1292">
              <a:extLst>
                <a:ext uri="{FF2B5EF4-FFF2-40B4-BE49-F238E27FC236}">
                  <a16:creationId xmlns:a16="http://schemas.microsoft.com/office/drawing/2014/main" id="{AD078AE4-7620-F0EE-F3EB-D76076588431}"/>
                </a:ext>
              </a:extLst>
            </p:cNvPr>
            <p:cNvSpPr/>
            <p:nvPr/>
          </p:nvSpPr>
          <p:spPr>
            <a:xfrm>
              <a:off x="1182571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4" name="Freeform: Shape 1293">
              <a:extLst>
                <a:ext uri="{FF2B5EF4-FFF2-40B4-BE49-F238E27FC236}">
                  <a16:creationId xmlns:a16="http://schemas.microsoft.com/office/drawing/2014/main" id="{EC7EC22D-6F40-C956-6079-84EF1CCCF4A3}"/>
                </a:ext>
              </a:extLst>
            </p:cNvPr>
            <p:cNvSpPr/>
            <p:nvPr/>
          </p:nvSpPr>
          <p:spPr>
            <a:xfrm>
              <a:off x="8162884" y="5024948"/>
              <a:ext cx="51986" cy="52326"/>
            </a:xfrm>
            <a:custGeom>
              <a:avLst/>
              <a:gdLst>
                <a:gd name="connsiteX0" fmla="*/ 31396 w 51986"/>
                <a:gd name="connsiteY0" fmla="*/ 698 h 52326"/>
                <a:gd name="connsiteX1" fmla="*/ 26163 w 51986"/>
                <a:gd name="connsiteY1" fmla="*/ 0 h 52326"/>
                <a:gd name="connsiteX2" fmla="*/ 26163 w 51986"/>
                <a:gd name="connsiteY2" fmla="*/ 0 h 52326"/>
                <a:gd name="connsiteX3" fmla="*/ 26163 w 51986"/>
                <a:gd name="connsiteY3" fmla="*/ 0 h 52326"/>
                <a:gd name="connsiteX4" fmla="*/ 0 w 51986"/>
                <a:gd name="connsiteY4" fmla="*/ 26163 h 52326"/>
                <a:gd name="connsiteX5" fmla="*/ 13604 w 51986"/>
                <a:gd name="connsiteY5" fmla="*/ 49187 h 52326"/>
                <a:gd name="connsiteX6" fmla="*/ 13954 w 51986"/>
                <a:gd name="connsiteY6" fmla="*/ 49535 h 52326"/>
                <a:gd name="connsiteX7" fmla="*/ 15698 w 51986"/>
                <a:gd name="connsiteY7" fmla="*/ 50233 h 52326"/>
                <a:gd name="connsiteX8" fmla="*/ 25814 w 51986"/>
                <a:gd name="connsiteY8" fmla="*/ 52326 h 52326"/>
                <a:gd name="connsiteX9" fmla="*/ 31047 w 51986"/>
                <a:gd name="connsiteY9" fmla="*/ 51629 h 52326"/>
                <a:gd name="connsiteX10" fmla="*/ 38023 w 51986"/>
                <a:gd name="connsiteY10" fmla="*/ 49187 h 52326"/>
                <a:gd name="connsiteX11" fmla="*/ 38373 w 51986"/>
                <a:gd name="connsiteY11" fmla="*/ 49187 h 52326"/>
                <a:gd name="connsiteX12" fmla="*/ 51977 w 51986"/>
                <a:gd name="connsiteY12" fmla="*/ 26163 h 52326"/>
                <a:gd name="connsiteX13" fmla="*/ 51977 w 51986"/>
                <a:gd name="connsiteY13" fmla="*/ 26163 h 52326"/>
                <a:gd name="connsiteX14" fmla="*/ 31396 w 51986"/>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6" h="52326">
                  <a:moveTo>
                    <a:pt x="31396" y="698"/>
                  </a:moveTo>
                  <a:cubicBezTo>
                    <a:pt x="29652" y="349"/>
                    <a:pt x="27907" y="0"/>
                    <a:pt x="26163" y="0"/>
                  </a:cubicBezTo>
                  <a:cubicBezTo>
                    <a:pt x="26163" y="0"/>
                    <a:pt x="26163" y="0"/>
                    <a:pt x="26163" y="0"/>
                  </a:cubicBezTo>
                  <a:cubicBezTo>
                    <a:pt x="26163" y="0"/>
                    <a:pt x="26163" y="0"/>
                    <a:pt x="26163" y="0"/>
                  </a:cubicBezTo>
                  <a:cubicBezTo>
                    <a:pt x="11860" y="0"/>
                    <a:pt x="0" y="11861"/>
                    <a:pt x="0" y="26163"/>
                  </a:cubicBezTo>
                  <a:cubicBezTo>
                    <a:pt x="0" y="35931"/>
                    <a:pt x="5582" y="44652"/>
                    <a:pt x="13604" y="49187"/>
                  </a:cubicBezTo>
                  <a:cubicBezTo>
                    <a:pt x="13604" y="49187"/>
                    <a:pt x="13954" y="49187"/>
                    <a:pt x="13954" y="49535"/>
                  </a:cubicBezTo>
                  <a:cubicBezTo>
                    <a:pt x="14651" y="49884"/>
                    <a:pt x="15000" y="50233"/>
                    <a:pt x="15698" y="50233"/>
                  </a:cubicBezTo>
                  <a:cubicBezTo>
                    <a:pt x="18837" y="51629"/>
                    <a:pt x="22325" y="52326"/>
                    <a:pt x="25814" y="52326"/>
                  </a:cubicBezTo>
                  <a:cubicBezTo>
                    <a:pt x="27558" y="52326"/>
                    <a:pt x="29302" y="51977"/>
                    <a:pt x="31047" y="51629"/>
                  </a:cubicBezTo>
                  <a:cubicBezTo>
                    <a:pt x="33489" y="51279"/>
                    <a:pt x="35931" y="50233"/>
                    <a:pt x="38023" y="49187"/>
                  </a:cubicBezTo>
                  <a:cubicBezTo>
                    <a:pt x="38023"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95" name="Freeform: Shape 1294">
              <a:extLst>
                <a:ext uri="{FF2B5EF4-FFF2-40B4-BE49-F238E27FC236}">
                  <a16:creationId xmlns:a16="http://schemas.microsoft.com/office/drawing/2014/main" id="{925582E2-7C77-342D-21D4-00B7E66AA06D}"/>
                </a:ext>
              </a:extLst>
            </p:cNvPr>
            <p:cNvSpPr/>
            <p:nvPr/>
          </p:nvSpPr>
          <p:spPr>
            <a:xfrm>
              <a:off x="962801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lnTo>
                    <a:pt x="52326" y="26163"/>
                  </a:lnTo>
                  <a:cubicBezTo>
                    <a:pt x="52326" y="11861"/>
                    <a:pt x="40466" y="0"/>
                    <a:pt x="26163" y="0"/>
                  </a:cubicBezTo>
                  <a:lnTo>
                    <a:pt x="26163" y="0"/>
                  </a:ln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96" name="Freeform: Shape 1295">
              <a:extLst>
                <a:ext uri="{FF2B5EF4-FFF2-40B4-BE49-F238E27FC236}">
                  <a16:creationId xmlns:a16="http://schemas.microsoft.com/office/drawing/2014/main" id="{A317B97E-C7B0-992B-24E8-84972FAF01D8}"/>
                </a:ext>
              </a:extLst>
            </p:cNvPr>
            <p:cNvSpPr/>
            <p:nvPr/>
          </p:nvSpPr>
          <p:spPr>
            <a:xfrm>
              <a:off x="8372188" y="2617944"/>
              <a:ext cx="52326" cy="52326"/>
            </a:xfrm>
            <a:custGeom>
              <a:avLst/>
              <a:gdLst>
                <a:gd name="connsiteX0" fmla="*/ 31396 w 52326"/>
                <a:gd name="connsiteY0" fmla="*/ 349 h 52326"/>
                <a:gd name="connsiteX1" fmla="*/ 26163 w 52326"/>
                <a:gd name="connsiteY1" fmla="*/ 0 h 52326"/>
                <a:gd name="connsiteX2" fmla="*/ 26163 w 52326"/>
                <a:gd name="connsiteY2" fmla="*/ 0 h 52326"/>
                <a:gd name="connsiteX3" fmla="*/ 0 w 52326"/>
                <a:gd name="connsiteY3" fmla="*/ 26163 h 52326"/>
                <a:gd name="connsiteX4" fmla="*/ 18489 w 52326"/>
                <a:gd name="connsiteY4" fmla="*/ 51280 h 52326"/>
                <a:gd name="connsiteX5" fmla="*/ 26163 w 52326"/>
                <a:gd name="connsiteY5" fmla="*/ 52326 h 52326"/>
                <a:gd name="connsiteX6" fmla="*/ 52326 w 52326"/>
                <a:gd name="connsiteY6" fmla="*/ 26163 h 52326"/>
                <a:gd name="connsiteX7" fmla="*/ 52326 w 52326"/>
                <a:gd name="connsiteY7" fmla="*/ 26163 h 52326"/>
                <a:gd name="connsiteX8" fmla="*/ 31396 w 52326"/>
                <a:gd name="connsiteY8" fmla="*/ 34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1396" y="349"/>
                  </a:moveTo>
                  <a:cubicBezTo>
                    <a:pt x="29652" y="0"/>
                    <a:pt x="27907" y="0"/>
                    <a:pt x="26163" y="0"/>
                  </a:cubicBezTo>
                  <a:lnTo>
                    <a:pt x="26163" y="0"/>
                  </a:lnTo>
                  <a:cubicBezTo>
                    <a:pt x="11860" y="0"/>
                    <a:pt x="0" y="11861"/>
                    <a:pt x="0" y="26163"/>
                  </a:cubicBezTo>
                  <a:cubicBezTo>
                    <a:pt x="0" y="38024"/>
                    <a:pt x="7674" y="47791"/>
                    <a:pt x="18489" y="51280"/>
                  </a:cubicBezTo>
                  <a:cubicBezTo>
                    <a:pt x="20930" y="51977"/>
                    <a:pt x="23721" y="52326"/>
                    <a:pt x="26163" y="52326"/>
                  </a:cubicBezTo>
                  <a:cubicBezTo>
                    <a:pt x="40466" y="52326"/>
                    <a:pt x="52326" y="40466"/>
                    <a:pt x="52326" y="26163"/>
                  </a:cubicBezTo>
                  <a:lnTo>
                    <a:pt x="52326" y="26163"/>
                  </a:lnTo>
                  <a:cubicBezTo>
                    <a:pt x="52326" y="13605"/>
                    <a:pt x="43256" y="2791"/>
                    <a:pt x="31396" y="349"/>
                  </a:cubicBezTo>
                  <a:close/>
                </a:path>
              </a:pathLst>
            </a:custGeom>
            <a:grpFill/>
            <a:ln w="3488" cap="flat">
              <a:noFill/>
              <a:prstDash val="solid"/>
              <a:miter/>
            </a:ln>
          </p:spPr>
          <p:txBody>
            <a:bodyPr rtlCol="0" anchor="ctr"/>
            <a:lstStyle/>
            <a:p>
              <a:endParaRPr lang="en-ID"/>
            </a:p>
          </p:txBody>
        </p:sp>
        <p:sp>
          <p:nvSpPr>
            <p:cNvPr id="1297" name="Freeform: Shape 1296">
              <a:extLst>
                <a:ext uri="{FF2B5EF4-FFF2-40B4-BE49-F238E27FC236}">
                  <a16:creationId xmlns:a16="http://schemas.microsoft.com/office/drawing/2014/main" id="{C113D8FB-1BAC-49AD-3350-0EF6C1DAE7C5}"/>
                </a:ext>
              </a:extLst>
            </p:cNvPr>
            <p:cNvSpPr/>
            <p:nvPr/>
          </p:nvSpPr>
          <p:spPr>
            <a:xfrm>
              <a:off x="983732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8" name="Freeform: Shape 1297">
              <a:extLst>
                <a:ext uri="{FF2B5EF4-FFF2-40B4-BE49-F238E27FC236}">
                  <a16:creationId xmlns:a16="http://schemas.microsoft.com/office/drawing/2014/main" id="{C4C7C216-0849-E8AA-A010-7ABA1193F14B}"/>
                </a:ext>
              </a:extLst>
            </p:cNvPr>
            <p:cNvSpPr/>
            <p:nvPr/>
          </p:nvSpPr>
          <p:spPr>
            <a:xfrm>
              <a:off x="1119780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9" name="Freeform: Shape 1298">
              <a:extLst>
                <a:ext uri="{FF2B5EF4-FFF2-40B4-BE49-F238E27FC236}">
                  <a16:creationId xmlns:a16="http://schemas.microsoft.com/office/drawing/2014/main" id="{B803CB41-96AB-E364-77C4-E31A9CE3050B}"/>
                </a:ext>
              </a:extLst>
            </p:cNvPr>
            <p:cNvSpPr/>
            <p:nvPr/>
          </p:nvSpPr>
          <p:spPr>
            <a:xfrm>
              <a:off x="1077919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0" name="Freeform: Shape 1299">
              <a:extLst>
                <a:ext uri="{FF2B5EF4-FFF2-40B4-BE49-F238E27FC236}">
                  <a16:creationId xmlns:a16="http://schemas.microsoft.com/office/drawing/2014/main" id="{64F2DC64-AFAB-443B-BEDD-4F4ECFBBA7F0}"/>
                </a:ext>
              </a:extLst>
            </p:cNvPr>
            <p:cNvSpPr/>
            <p:nvPr/>
          </p:nvSpPr>
          <p:spPr>
            <a:xfrm>
              <a:off x="941871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1" name="Freeform: Shape 1300">
              <a:extLst>
                <a:ext uri="{FF2B5EF4-FFF2-40B4-BE49-F238E27FC236}">
                  <a16:creationId xmlns:a16="http://schemas.microsoft.com/office/drawing/2014/main" id="{2709CF3E-A104-34F5-AC09-6F885F9165D8}"/>
                </a:ext>
              </a:extLst>
            </p:cNvPr>
            <p:cNvSpPr/>
            <p:nvPr/>
          </p:nvSpPr>
          <p:spPr>
            <a:xfrm>
              <a:off x="931406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2" name="Freeform: Shape 1301">
              <a:extLst>
                <a:ext uri="{FF2B5EF4-FFF2-40B4-BE49-F238E27FC236}">
                  <a16:creationId xmlns:a16="http://schemas.microsoft.com/office/drawing/2014/main" id="{6ACA5E92-984E-179F-4853-415CEBC3A5D9}"/>
                </a:ext>
              </a:extLst>
            </p:cNvPr>
            <p:cNvSpPr/>
            <p:nvPr/>
          </p:nvSpPr>
          <p:spPr>
            <a:xfrm>
              <a:off x="868614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3" name="Freeform: Shape 1302">
              <a:extLst>
                <a:ext uri="{FF2B5EF4-FFF2-40B4-BE49-F238E27FC236}">
                  <a16:creationId xmlns:a16="http://schemas.microsoft.com/office/drawing/2014/main" id="{FE3D106E-0CAA-5784-7093-ABEC9CA2E82F}"/>
                </a:ext>
              </a:extLst>
            </p:cNvPr>
            <p:cNvSpPr/>
            <p:nvPr/>
          </p:nvSpPr>
          <p:spPr>
            <a:xfrm>
              <a:off x="8581144" y="3350510"/>
              <a:ext cx="52326" cy="52326"/>
            </a:xfrm>
            <a:custGeom>
              <a:avLst/>
              <a:gdLst>
                <a:gd name="connsiteX0" fmla="*/ 13256 w 52326"/>
                <a:gd name="connsiteY0" fmla="*/ 48838 h 52326"/>
                <a:gd name="connsiteX1" fmla="*/ 14652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2 w 52326"/>
                <a:gd name="connsiteY6" fmla="*/ 3140 h 52326"/>
                <a:gd name="connsiteX7" fmla="*/ 38373 w 52326"/>
                <a:gd name="connsiteY7" fmla="*/ 3140 h 52326"/>
                <a:gd name="connsiteX8" fmla="*/ 36280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3" y="49535"/>
                    <a:pt x="14652" y="49535"/>
                  </a:cubicBezTo>
                  <a:cubicBezTo>
                    <a:pt x="16745" y="50582"/>
                    <a:pt x="18838" y="51280"/>
                    <a:pt x="20930" y="51628"/>
                  </a:cubicBezTo>
                  <a:cubicBezTo>
                    <a:pt x="22675" y="51977"/>
                    <a:pt x="24419" y="52326"/>
                    <a:pt x="26163" y="52326"/>
                  </a:cubicBezTo>
                  <a:lnTo>
                    <a:pt x="26163" y="52326"/>
                  </a:lnTo>
                  <a:cubicBezTo>
                    <a:pt x="40466" y="52326"/>
                    <a:pt x="52326" y="40465"/>
                    <a:pt x="52326" y="26163"/>
                  </a:cubicBezTo>
                  <a:cubicBezTo>
                    <a:pt x="52326" y="16396"/>
                    <a:pt x="46745" y="7675"/>
                    <a:pt x="38722" y="3140"/>
                  </a:cubicBezTo>
                  <a:cubicBezTo>
                    <a:pt x="38722" y="3140"/>
                    <a:pt x="38373" y="3140"/>
                    <a:pt x="38373" y="3140"/>
                  </a:cubicBezTo>
                  <a:cubicBezTo>
                    <a:pt x="37675" y="2791"/>
                    <a:pt x="36978" y="2442"/>
                    <a:pt x="36280" y="2093"/>
                  </a:cubicBezTo>
                  <a:cubicBezTo>
                    <a:pt x="33140" y="698"/>
                    <a:pt x="29652" y="0"/>
                    <a:pt x="26163" y="0"/>
                  </a:cubicBezTo>
                  <a:cubicBezTo>
                    <a:pt x="11861" y="0"/>
                    <a:pt x="0" y="11861"/>
                    <a:pt x="0" y="26163"/>
                  </a:cubicBezTo>
                  <a:cubicBezTo>
                    <a:pt x="349" y="35931"/>
                    <a:pt x="5582" y="44303"/>
                    <a:pt x="13256" y="48838"/>
                  </a:cubicBezTo>
                  <a:close/>
                </a:path>
              </a:pathLst>
            </a:custGeom>
            <a:grpFill/>
            <a:ln w="3488" cap="flat">
              <a:noFill/>
              <a:prstDash val="solid"/>
              <a:miter/>
            </a:ln>
          </p:spPr>
          <p:txBody>
            <a:bodyPr rtlCol="0" anchor="ctr"/>
            <a:lstStyle/>
            <a:p>
              <a:endParaRPr lang="en-ID"/>
            </a:p>
          </p:txBody>
        </p:sp>
        <p:sp>
          <p:nvSpPr>
            <p:cNvPr id="1304" name="Freeform: Shape 1303">
              <a:extLst>
                <a:ext uri="{FF2B5EF4-FFF2-40B4-BE49-F238E27FC236}">
                  <a16:creationId xmlns:a16="http://schemas.microsoft.com/office/drawing/2014/main" id="{0E695F11-5C02-8C61-6408-A66D183DB76D}"/>
                </a:ext>
              </a:extLst>
            </p:cNvPr>
            <p:cNvSpPr/>
            <p:nvPr/>
          </p:nvSpPr>
          <p:spPr>
            <a:xfrm>
              <a:off x="847684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5" name="Freeform: Shape 1304">
              <a:extLst>
                <a:ext uri="{FF2B5EF4-FFF2-40B4-BE49-F238E27FC236}">
                  <a16:creationId xmlns:a16="http://schemas.microsoft.com/office/drawing/2014/main" id="{1FCE3F4D-E1AF-2541-2C2B-2A59E2A8AAB1}"/>
                </a:ext>
              </a:extLst>
            </p:cNvPr>
            <p:cNvSpPr/>
            <p:nvPr/>
          </p:nvSpPr>
          <p:spPr>
            <a:xfrm>
              <a:off x="847684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6" name="Freeform: Shape 1305">
              <a:extLst>
                <a:ext uri="{FF2B5EF4-FFF2-40B4-BE49-F238E27FC236}">
                  <a16:creationId xmlns:a16="http://schemas.microsoft.com/office/drawing/2014/main" id="{85B3B22C-1406-5937-4BD9-4AF4CC9A0587}"/>
                </a:ext>
              </a:extLst>
            </p:cNvPr>
            <p:cNvSpPr/>
            <p:nvPr/>
          </p:nvSpPr>
          <p:spPr>
            <a:xfrm>
              <a:off x="8372188"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1744"/>
                    <a:pt x="1744" y="36628"/>
                    <a:pt x="4535" y="40814"/>
                  </a:cubicBezTo>
                  <a:cubicBezTo>
                    <a:pt x="9070" y="47791"/>
                    <a:pt x="17093" y="52326"/>
                    <a:pt x="26163" y="52326"/>
                  </a:cubicBezTo>
                  <a:cubicBezTo>
                    <a:pt x="40466" y="52326"/>
                    <a:pt x="52326" y="40465"/>
                    <a:pt x="52326" y="26163"/>
                  </a:cubicBezTo>
                  <a:lnTo>
                    <a:pt x="52326" y="26163"/>
                  </a:ln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307" name="Freeform: Shape 1306">
              <a:extLst>
                <a:ext uri="{FF2B5EF4-FFF2-40B4-BE49-F238E27FC236}">
                  <a16:creationId xmlns:a16="http://schemas.microsoft.com/office/drawing/2014/main" id="{3746F976-B638-32A8-07EB-F34F4D6358BB}"/>
                </a:ext>
              </a:extLst>
            </p:cNvPr>
            <p:cNvSpPr/>
            <p:nvPr/>
          </p:nvSpPr>
          <p:spPr>
            <a:xfrm>
              <a:off x="6907055"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08" name="Freeform: Shape 1307">
              <a:extLst>
                <a:ext uri="{FF2B5EF4-FFF2-40B4-BE49-F238E27FC236}">
                  <a16:creationId xmlns:a16="http://schemas.microsoft.com/office/drawing/2014/main" id="{6E649CDE-2533-7BAB-EB08-02BFFEB6EEE7}"/>
                </a:ext>
              </a:extLst>
            </p:cNvPr>
            <p:cNvSpPr/>
            <p:nvPr/>
          </p:nvSpPr>
          <p:spPr>
            <a:xfrm>
              <a:off x="690705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9" name="Freeform: Shape 1308">
              <a:extLst>
                <a:ext uri="{FF2B5EF4-FFF2-40B4-BE49-F238E27FC236}">
                  <a16:creationId xmlns:a16="http://schemas.microsoft.com/office/drawing/2014/main" id="{62125710-44B8-D548-809B-DFA0D195CB4F}"/>
                </a:ext>
              </a:extLst>
            </p:cNvPr>
            <p:cNvSpPr/>
            <p:nvPr/>
          </p:nvSpPr>
          <p:spPr>
            <a:xfrm>
              <a:off x="6488446"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10" name="Freeform: Shape 1309">
              <a:extLst>
                <a:ext uri="{FF2B5EF4-FFF2-40B4-BE49-F238E27FC236}">
                  <a16:creationId xmlns:a16="http://schemas.microsoft.com/office/drawing/2014/main" id="{157B14F0-B393-6A55-253F-E3645C36739A}"/>
                </a:ext>
              </a:extLst>
            </p:cNvPr>
            <p:cNvSpPr/>
            <p:nvPr/>
          </p:nvSpPr>
          <p:spPr>
            <a:xfrm>
              <a:off x="9523364"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8"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2326"/>
                    <a:pt x="51629" y="18838"/>
                    <a:pt x="50233" y="15698"/>
                  </a:cubicBezTo>
                  <a:close/>
                </a:path>
              </a:pathLst>
            </a:custGeom>
            <a:grpFill/>
            <a:ln w="3488" cap="flat">
              <a:noFill/>
              <a:prstDash val="solid"/>
              <a:miter/>
            </a:ln>
          </p:spPr>
          <p:txBody>
            <a:bodyPr rtlCol="0" anchor="ctr"/>
            <a:lstStyle/>
            <a:p>
              <a:endParaRPr lang="en-ID"/>
            </a:p>
          </p:txBody>
        </p:sp>
        <p:sp>
          <p:nvSpPr>
            <p:cNvPr id="1311" name="Freeform: Shape 1310">
              <a:extLst>
                <a:ext uri="{FF2B5EF4-FFF2-40B4-BE49-F238E27FC236}">
                  <a16:creationId xmlns:a16="http://schemas.microsoft.com/office/drawing/2014/main" id="{3A0DBADA-F7C5-507C-40C9-70C55406D11B}"/>
                </a:ext>
              </a:extLst>
            </p:cNvPr>
            <p:cNvSpPr/>
            <p:nvPr/>
          </p:nvSpPr>
          <p:spPr>
            <a:xfrm>
              <a:off x="11197802" y="3978424"/>
              <a:ext cx="52326" cy="52326"/>
            </a:xfrm>
            <a:custGeom>
              <a:avLst/>
              <a:gdLst>
                <a:gd name="connsiteX0" fmla="*/ 52326 w 52326"/>
                <a:gd name="connsiteY0" fmla="*/ 26163 h 52326"/>
                <a:gd name="connsiteX1" fmla="*/ 49187 w 52326"/>
                <a:gd name="connsiteY1" fmla="*/ 13605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1628"/>
                    <a:pt x="51279" y="17442"/>
                    <a:pt x="49187" y="13605"/>
                  </a:cubicBezTo>
                  <a:cubicBezTo>
                    <a:pt x="44652" y="5581"/>
                    <a:pt x="36279"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12" name="Freeform: Shape 1311">
              <a:extLst>
                <a:ext uri="{FF2B5EF4-FFF2-40B4-BE49-F238E27FC236}">
                  <a16:creationId xmlns:a16="http://schemas.microsoft.com/office/drawing/2014/main" id="{E461B50C-6E43-831F-A904-354D0560E560}"/>
                </a:ext>
              </a:extLst>
            </p:cNvPr>
            <p:cNvSpPr/>
            <p:nvPr/>
          </p:nvSpPr>
          <p:spPr>
            <a:xfrm>
              <a:off x="10779193"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13" name="Freeform: Shape 1312">
              <a:extLst>
                <a:ext uri="{FF2B5EF4-FFF2-40B4-BE49-F238E27FC236}">
                  <a16:creationId xmlns:a16="http://schemas.microsoft.com/office/drawing/2014/main" id="{96314222-AB05-ECBD-B928-CA0117EFA3AC}"/>
                </a:ext>
              </a:extLst>
            </p:cNvPr>
            <p:cNvSpPr/>
            <p:nvPr/>
          </p:nvSpPr>
          <p:spPr>
            <a:xfrm>
              <a:off x="8162884" y="5129252"/>
              <a:ext cx="52326" cy="52326"/>
            </a:xfrm>
            <a:custGeom>
              <a:avLst/>
              <a:gdLst>
                <a:gd name="connsiteX0" fmla="*/ 38722 w 52326"/>
                <a:gd name="connsiteY0" fmla="*/ 3488 h 52326"/>
                <a:gd name="connsiteX1" fmla="*/ 38722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4 w 52326"/>
                <a:gd name="connsiteY5" fmla="*/ 49187 h 52326"/>
                <a:gd name="connsiteX6" fmla="*/ 26163 w 52326"/>
                <a:gd name="connsiteY6" fmla="*/ 52326 h 52326"/>
                <a:gd name="connsiteX7" fmla="*/ 52326 w 52326"/>
                <a:gd name="connsiteY7" fmla="*/ 26163 h 52326"/>
                <a:gd name="connsiteX8" fmla="*/ 38722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2" y="3488"/>
                  </a:moveTo>
                  <a:cubicBezTo>
                    <a:pt x="38373" y="3488"/>
                    <a:pt x="38373" y="3488"/>
                    <a:pt x="38722" y="3488"/>
                  </a:cubicBezTo>
                  <a:cubicBezTo>
                    <a:pt x="36279" y="2093"/>
                    <a:pt x="33837" y="1395"/>
                    <a:pt x="31396" y="698"/>
                  </a:cubicBezTo>
                  <a:cubicBezTo>
                    <a:pt x="29652" y="349"/>
                    <a:pt x="27907" y="0"/>
                    <a:pt x="26163" y="0"/>
                  </a:cubicBezTo>
                  <a:cubicBezTo>
                    <a:pt x="11860" y="0"/>
                    <a:pt x="0" y="11861"/>
                    <a:pt x="0" y="26163"/>
                  </a:cubicBezTo>
                  <a:cubicBezTo>
                    <a:pt x="0" y="35930"/>
                    <a:pt x="5582" y="44651"/>
                    <a:pt x="13604" y="49187"/>
                  </a:cubicBezTo>
                  <a:cubicBezTo>
                    <a:pt x="17442" y="51279"/>
                    <a:pt x="21628" y="52326"/>
                    <a:pt x="26163" y="52326"/>
                  </a:cubicBezTo>
                  <a:cubicBezTo>
                    <a:pt x="40466" y="52326"/>
                    <a:pt x="52326" y="40465"/>
                    <a:pt x="52326" y="26163"/>
                  </a:cubicBezTo>
                  <a:cubicBezTo>
                    <a:pt x="52326" y="16744"/>
                    <a:pt x="46744" y="8023"/>
                    <a:pt x="38722" y="3488"/>
                  </a:cubicBezTo>
                  <a:close/>
                </a:path>
              </a:pathLst>
            </a:custGeom>
            <a:grpFill/>
            <a:ln w="3488" cap="flat">
              <a:noFill/>
              <a:prstDash val="solid"/>
              <a:miter/>
            </a:ln>
          </p:spPr>
          <p:txBody>
            <a:bodyPr rtlCol="0" anchor="ctr"/>
            <a:lstStyle/>
            <a:p>
              <a:endParaRPr lang="en-ID"/>
            </a:p>
          </p:txBody>
        </p:sp>
        <p:sp>
          <p:nvSpPr>
            <p:cNvPr id="1314" name="Freeform: Shape 1313">
              <a:extLst>
                <a:ext uri="{FF2B5EF4-FFF2-40B4-BE49-F238E27FC236}">
                  <a16:creationId xmlns:a16="http://schemas.microsoft.com/office/drawing/2014/main" id="{D3549FE4-5166-D395-DDCA-932606F5BBE1}"/>
                </a:ext>
              </a:extLst>
            </p:cNvPr>
            <p:cNvSpPr/>
            <p:nvPr/>
          </p:nvSpPr>
          <p:spPr>
            <a:xfrm>
              <a:off x="9418712"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6" y="52326"/>
                    <a:pt x="52326" y="40465"/>
                    <a:pt x="52326" y="26163"/>
                  </a:cubicBezTo>
                  <a:cubicBezTo>
                    <a:pt x="52326" y="26163"/>
                    <a:pt x="52326" y="26163"/>
                    <a:pt x="52326" y="26163"/>
                  </a:cubicBezTo>
                  <a:lnTo>
                    <a:pt x="52326" y="26163"/>
                  </a:lnTo>
                  <a:cubicBezTo>
                    <a:pt x="52326" y="11861"/>
                    <a:pt x="40466" y="0"/>
                    <a:pt x="26163" y="0"/>
                  </a:cubicBez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15" name="Freeform: Shape 1314">
              <a:extLst>
                <a:ext uri="{FF2B5EF4-FFF2-40B4-BE49-F238E27FC236}">
                  <a16:creationId xmlns:a16="http://schemas.microsoft.com/office/drawing/2014/main" id="{AD73B271-1088-5694-BF40-E25CFA92FE53}"/>
                </a:ext>
              </a:extLst>
            </p:cNvPr>
            <p:cNvSpPr/>
            <p:nvPr/>
          </p:nvSpPr>
          <p:spPr>
            <a:xfrm>
              <a:off x="10151278"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0"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1" y="52326"/>
                    <a:pt x="26163" y="52326"/>
                  </a:cubicBezTo>
                  <a:cubicBezTo>
                    <a:pt x="40466"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1316" name="Freeform: Shape 1315">
              <a:extLst>
                <a:ext uri="{FF2B5EF4-FFF2-40B4-BE49-F238E27FC236}">
                  <a16:creationId xmlns:a16="http://schemas.microsoft.com/office/drawing/2014/main" id="{3E70B890-45CA-D95B-0F09-B990E07C20E3}"/>
                </a:ext>
              </a:extLst>
            </p:cNvPr>
            <p:cNvSpPr/>
            <p:nvPr/>
          </p:nvSpPr>
          <p:spPr>
            <a:xfrm>
              <a:off x="9732669" y="5129600"/>
              <a:ext cx="52326" cy="52326"/>
            </a:xfrm>
            <a:custGeom>
              <a:avLst/>
              <a:gdLst>
                <a:gd name="connsiteX0" fmla="*/ 26163 w 52326"/>
                <a:gd name="connsiteY0" fmla="*/ 52326 h 52326"/>
                <a:gd name="connsiteX1" fmla="*/ 52326 w 52326"/>
                <a:gd name="connsiteY1" fmla="*/ 26163 h 52326"/>
                <a:gd name="connsiteX2" fmla="*/ 48489 w 52326"/>
                <a:gd name="connsiteY2" fmla="*/ 12209 h 52326"/>
                <a:gd name="connsiteX3" fmla="*/ 26163 w 52326"/>
                <a:gd name="connsiteY3" fmla="*/ 0 h 52326"/>
                <a:gd name="connsiteX4" fmla="*/ 0 w 52326"/>
                <a:gd name="connsiteY4" fmla="*/ 26163 h 52326"/>
                <a:gd name="connsiteX5" fmla="*/ 7674 w 52326"/>
                <a:gd name="connsiteY5" fmla="*/ 44652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0930"/>
                    <a:pt x="50931" y="16395"/>
                    <a:pt x="48489" y="12209"/>
                  </a:cubicBezTo>
                  <a:cubicBezTo>
                    <a:pt x="43954" y="4884"/>
                    <a:pt x="35582"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17" name="Freeform: Shape 1316">
              <a:extLst>
                <a:ext uri="{FF2B5EF4-FFF2-40B4-BE49-F238E27FC236}">
                  <a16:creationId xmlns:a16="http://schemas.microsoft.com/office/drawing/2014/main" id="{1606D839-E0EC-6A2D-CD3C-B45FB89F9160}"/>
                </a:ext>
              </a:extLst>
            </p:cNvPr>
            <p:cNvSpPr/>
            <p:nvPr/>
          </p:nvSpPr>
          <p:spPr>
            <a:xfrm>
              <a:off x="12035021"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6" y="0"/>
                    <a:pt x="26163" y="0"/>
                  </a:cubicBezTo>
                  <a:cubicBezTo>
                    <a:pt x="18837" y="0"/>
                    <a:pt x="12559" y="2791"/>
                    <a:pt x="7674" y="7675"/>
                  </a:cubicBezTo>
                  <a:cubicBezTo>
                    <a:pt x="2791" y="12558"/>
                    <a:pt x="0" y="1883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18" name="Freeform: Shape 1317">
              <a:extLst>
                <a:ext uri="{FF2B5EF4-FFF2-40B4-BE49-F238E27FC236}">
                  <a16:creationId xmlns:a16="http://schemas.microsoft.com/office/drawing/2014/main" id="{76DC4A86-F20E-0819-4985-A45BAD48ABA9}"/>
                </a:ext>
              </a:extLst>
            </p:cNvPr>
            <p:cNvSpPr/>
            <p:nvPr/>
          </p:nvSpPr>
          <p:spPr>
            <a:xfrm>
              <a:off x="1130245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9" name="Freeform: Shape 1318">
              <a:extLst>
                <a:ext uri="{FF2B5EF4-FFF2-40B4-BE49-F238E27FC236}">
                  <a16:creationId xmlns:a16="http://schemas.microsoft.com/office/drawing/2014/main" id="{DDD4015B-F7E4-D2F1-8539-C30CFFEF8821}"/>
                </a:ext>
              </a:extLst>
            </p:cNvPr>
            <p:cNvSpPr/>
            <p:nvPr/>
          </p:nvSpPr>
          <p:spPr>
            <a:xfrm>
              <a:off x="1130245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0" name="Freeform: Shape 1319">
              <a:extLst>
                <a:ext uri="{FF2B5EF4-FFF2-40B4-BE49-F238E27FC236}">
                  <a16:creationId xmlns:a16="http://schemas.microsoft.com/office/drawing/2014/main" id="{373D0A91-3E67-0D33-8622-A4F1768F992F}"/>
                </a:ext>
              </a:extLst>
            </p:cNvPr>
            <p:cNvSpPr/>
            <p:nvPr/>
          </p:nvSpPr>
          <p:spPr>
            <a:xfrm>
              <a:off x="1109315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1" name="Freeform: Shape 1320">
              <a:extLst>
                <a:ext uri="{FF2B5EF4-FFF2-40B4-BE49-F238E27FC236}">
                  <a16:creationId xmlns:a16="http://schemas.microsoft.com/office/drawing/2014/main" id="{35B7761A-04C3-08DD-C5DB-3C022F844A4B}"/>
                </a:ext>
              </a:extLst>
            </p:cNvPr>
            <p:cNvSpPr/>
            <p:nvPr/>
          </p:nvSpPr>
          <p:spPr>
            <a:xfrm>
              <a:off x="1067454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2" name="Freeform: Shape 1321">
              <a:extLst>
                <a:ext uri="{FF2B5EF4-FFF2-40B4-BE49-F238E27FC236}">
                  <a16:creationId xmlns:a16="http://schemas.microsoft.com/office/drawing/2014/main" id="{414378F9-6E7C-5FDA-F34E-25710AEFAD1F}"/>
                </a:ext>
              </a:extLst>
            </p:cNvPr>
            <p:cNvSpPr/>
            <p:nvPr/>
          </p:nvSpPr>
          <p:spPr>
            <a:xfrm>
              <a:off x="10465236"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23" name="Freeform: Shape 1322">
              <a:extLst>
                <a:ext uri="{FF2B5EF4-FFF2-40B4-BE49-F238E27FC236}">
                  <a16:creationId xmlns:a16="http://schemas.microsoft.com/office/drawing/2014/main" id="{B694786C-9805-859F-C589-412246EB5570}"/>
                </a:ext>
              </a:extLst>
            </p:cNvPr>
            <p:cNvSpPr/>
            <p:nvPr/>
          </p:nvSpPr>
          <p:spPr>
            <a:xfrm>
              <a:off x="10465236"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24" name="Freeform: Shape 1323">
              <a:extLst>
                <a:ext uri="{FF2B5EF4-FFF2-40B4-BE49-F238E27FC236}">
                  <a16:creationId xmlns:a16="http://schemas.microsoft.com/office/drawing/2014/main" id="{5A99BC74-84A0-1D1F-81AC-143618639C41}"/>
                </a:ext>
              </a:extLst>
            </p:cNvPr>
            <p:cNvSpPr/>
            <p:nvPr/>
          </p:nvSpPr>
          <p:spPr>
            <a:xfrm>
              <a:off x="1151175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5" name="Freeform: Shape 1324">
              <a:extLst>
                <a:ext uri="{FF2B5EF4-FFF2-40B4-BE49-F238E27FC236}">
                  <a16:creationId xmlns:a16="http://schemas.microsoft.com/office/drawing/2014/main" id="{90B5033A-67AD-E62A-CB55-AF91D86770CE}"/>
                </a:ext>
              </a:extLst>
            </p:cNvPr>
            <p:cNvSpPr/>
            <p:nvPr/>
          </p:nvSpPr>
          <p:spPr>
            <a:xfrm>
              <a:off x="1151175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6" name="Freeform: Shape 1325">
              <a:extLst>
                <a:ext uri="{FF2B5EF4-FFF2-40B4-BE49-F238E27FC236}">
                  <a16:creationId xmlns:a16="http://schemas.microsoft.com/office/drawing/2014/main" id="{0173F9C3-BFF2-5F6A-8345-36FABCD67B2A}"/>
                </a:ext>
              </a:extLst>
            </p:cNvPr>
            <p:cNvSpPr/>
            <p:nvPr/>
          </p:nvSpPr>
          <p:spPr>
            <a:xfrm>
              <a:off x="1119780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27" name="Freeform: Shape 1326">
              <a:extLst>
                <a:ext uri="{FF2B5EF4-FFF2-40B4-BE49-F238E27FC236}">
                  <a16:creationId xmlns:a16="http://schemas.microsoft.com/office/drawing/2014/main" id="{19CE04B7-2898-3B24-829C-92F3E76F6CF4}"/>
                </a:ext>
              </a:extLst>
            </p:cNvPr>
            <p:cNvSpPr/>
            <p:nvPr/>
          </p:nvSpPr>
          <p:spPr>
            <a:xfrm>
              <a:off x="1119780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8" name="Freeform: Shape 1327">
              <a:extLst>
                <a:ext uri="{FF2B5EF4-FFF2-40B4-BE49-F238E27FC236}">
                  <a16:creationId xmlns:a16="http://schemas.microsoft.com/office/drawing/2014/main" id="{297DA72B-6CA0-3BE6-5C8B-3B2B8B989E00}"/>
                </a:ext>
              </a:extLst>
            </p:cNvPr>
            <p:cNvSpPr/>
            <p:nvPr/>
          </p:nvSpPr>
          <p:spPr>
            <a:xfrm>
              <a:off x="1098849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29" name="Freeform: Shape 1328">
              <a:extLst>
                <a:ext uri="{FF2B5EF4-FFF2-40B4-BE49-F238E27FC236}">
                  <a16:creationId xmlns:a16="http://schemas.microsoft.com/office/drawing/2014/main" id="{BC9329EC-1D07-D6CB-47BE-5B3C4C36FFCB}"/>
                </a:ext>
              </a:extLst>
            </p:cNvPr>
            <p:cNvSpPr/>
            <p:nvPr/>
          </p:nvSpPr>
          <p:spPr>
            <a:xfrm>
              <a:off x="10151278"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30" name="Freeform: Shape 1329">
              <a:extLst>
                <a:ext uri="{FF2B5EF4-FFF2-40B4-BE49-F238E27FC236}">
                  <a16:creationId xmlns:a16="http://schemas.microsoft.com/office/drawing/2014/main" id="{69B6CD9C-D4BE-F564-C97D-8160F00F1CD8}"/>
                </a:ext>
              </a:extLst>
            </p:cNvPr>
            <p:cNvSpPr/>
            <p:nvPr/>
          </p:nvSpPr>
          <p:spPr>
            <a:xfrm>
              <a:off x="8686145"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1" name="Freeform: Shape 1330">
              <a:extLst>
                <a:ext uri="{FF2B5EF4-FFF2-40B4-BE49-F238E27FC236}">
                  <a16:creationId xmlns:a16="http://schemas.microsoft.com/office/drawing/2014/main" id="{87139852-7826-963E-25C7-4B0488F8064B}"/>
                </a:ext>
              </a:extLst>
            </p:cNvPr>
            <p:cNvSpPr/>
            <p:nvPr/>
          </p:nvSpPr>
          <p:spPr>
            <a:xfrm>
              <a:off x="795357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2" name="Freeform: Shape 1331">
              <a:extLst>
                <a:ext uri="{FF2B5EF4-FFF2-40B4-BE49-F238E27FC236}">
                  <a16:creationId xmlns:a16="http://schemas.microsoft.com/office/drawing/2014/main" id="{A84D0A5D-115F-DF88-F81A-5CEF0CCDC32C}"/>
                </a:ext>
              </a:extLst>
            </p:cNvPr>
            <p:cNvSpPr/>
            <p:nvPr/>
          </p:nvSpPr>
          <p:spPr>
            <a:xfrm>
              <a:off x="77442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3" name="Freeform: Shape 1332">
              <a:extLst>
                <a:ext uri="{FF2B5EF4-FFF2-40B4-BE49-F238E27FC236}">
                  <a16:creationId xmlns:a16="http://schemas.microsoft.com/office/drawing/2014/main" id="{76A3BE1F-E9CF-DC40-9E91-C73E0420EDD3}"/>
                </a:ext>
              </a:extLst>
            </p:cNvPr>
            <p:cNvSpPr/>
            <p:nvPr/>
          </p:nvSpPr>
          <p:spPr>
            <a:xfrm>
              <a:off x="74303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4" name="Freeform: Shape 1333">
              <a:extLst>
                <a:ext uri="{FF2B5EF4-FFF2-40B4-BE49-F238E27FC236}">
                  <a16:creationId xmlns:a16="http://schemas.microsoft.com/office/drawing/2014/main" id="{E2ACAF35-4C52-B907-A5C9-778D65A167AA}"/>
                </a:ext>
              </a:extLst>
            </p:cNvPr>
            <p:cNvSpPr/>
            <p:nvPr/>
          </p:nvSpPr>
          <p:spPr>
            <a:xfrm>
              <a:off x="701170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5" name="Freeform: Shape 1334">
              <a:extLst>
                <a:ext uri="{FF2B5EF4-FFF2-40B4-BE49-F238E27FC236}">
                  <a16:creationId xmlns:a16="http://schemas.microsoft.com/office/drawing/2014/main" id="{18DD9399-A877-8699-6D4D-507D9D1B57FA}"/>
                </a:ext>
              </a:extLst>
            </p:cNvPr>
            <p:cNvSpPr/>
            <p:nvPr/>
          </p:nvSpPr>
          <p:spPr>
            <a:xfrm>
              <a:off x="6907055"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5"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36" name="Freeform: Shape 1335">
              <a:extLst>
                <a:ext uri="{FF2B5EF4-FFF2-40B4-BE49-F238E27FC236}">
                  <a16:creationId xmlns:a16="http://schemas.microsoft.com/office/drawing/2014/main" id="{2F1536DB-DF6F-A225-1415-D21C542DABF5}"/>
                </a:ext>
              </a:extLst>
            </p:cNvPr>
            <p:cNvSpPr/>
            <p:nvPr/>
          </p:nvSpPr>
          <p:spPr>
            <a:xfrm>
              <a:off x="6069836" y="4711340"/>
              <a:ext cx="52326" cy="52326"/>
            </a:xfrm>
            <a:custGeom>
              <a:avLst/>
              <a:gdLst>
                <a:gd name="connsiteX0" fmla="*/ 2791 w 52326"/>
                <a:gd name="connsiteY0" fmla="*/ 37326 h 52326"/>
                <a:gd name="connsiteX1" fmla="*/ 23372 w 52326"/>
                <a:gd name="connsiteY1" fmla="*/ 51977 h 52326"/>
                <a:gd name="connsiteX2" fmla="*/ 26512 w 52326"/>
                <a:gd name="connsiteY2" fmla="*/ 52326 h 52326"/>
                <a:gd name="connsiteX3" fmla="*/ 26512 w 52326"/>
                <a:gd name="connsiteY3" fmla="*/ 52326 h 52326"/>
                <a:gd name="connsiteX4" fmla="*/ 29652 w 52326"/>
                <a:gd name="connsiteY4" fmla="*/ 51977 h 52326"/>
                <a:gd name="connsiteX5" fmla="*/ 45001 w 52326"/>
                <a:gd name="connsiteY5" fmla="*/ 44652 h 52326"/>
                <a:gd name="connsiteX6" fmla="*/ 45001 w 52326"/>
                <a:gd name="connsiteY6" fmla="*/ 44652 h 52326"/>
                <a:gd name="connsiteX7" fmla="*/ 49884 w 52326"/>
                <a:gd name="connsiteY7" fmla="*/ 37675 h 52326"/>
                <a:gd name="connsiteX8" fmla="*/ 52326 w 52326"/>
                <a:gd name="connsiteY8" fmla="*/ 28954 h 52326"/>
                <a:gd name="connsiteX9" fmla="*/ 52326 w 52326"/>
                <a:gd name="connsiteY9" fmla="*/ 26163 h 52326"/>
                <a:gd name="connsiteX10" fmla="*/ 52326 w 52326"/>
                <a:gd name="connsiteY10" fmla="*/ 23372 h 52326"/>
                <a:gd name="connsiteX11" fmla="*/ 49187 w 52326"/>
                <a:gd name="connsiteY11" fmla="*/ 13605 h 52326"/>
                <a:gd name="connsiteX12" fmla="*/ 46396 w 52326"/>
                <a:gd name="connsiteY12" fmla="*/ 9419 h 52326"/>
                <a:gd name="connsiteX13" fmla="*/ 26163 w 52326"/>
                <a:gd name="connsiteY13" fmla="*/ 0 h 52326"/>
                <a:gd name="connsiteX14" fmla="*/ 26163 w 52326"/>
                <a:gd name="connsiteY14" fmla="*/ 0 h 52326"/>
                <a:gd name="connsiteX15" fmla="*/ 7674 w 52326"/>
                <a:gd name="connsiteY15" fmla="*/ 7675 h 52326"/>
                <a:gd name="connsiteX16" fmla="*/ 3140 w 52326"/>
                <a:gd name="connsiteY16" fmla="*/ 13605 h 52326"/>
                <a:gd name="connsiteX17" fmla="*/ 0 w 52326"/>
                <a:gd name="connsiteY17" fmla="*/ 23372 h 52326"/>
                <a:gd name="connsiteX18" fmla="*/ 0 w 52326"/>
                <a:gd name="connsiteY18" fmla="*/ 26163 h 52326"/>
                <a:gd name="connsiteX19" fmla="*/ 0 w 52326"/>
                <a:gd name="connsiteY19" fmla="*/ 28954 h 52326"/>
                <a:gd name="connsiteX20" fmla="*/ 2791 w 52326"/>
                <a:gd name="connsiteY20" fmla="*/ 3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2791" y="37326"/>
                  </a:moveTo>
                  <a:cubicBezTo>
                    <a:pt x="6628" y="45349"/>
                    <a:pt x="14302" y="50931"/>
                    <a:pt x="23372" y="51977"/>
                  </a:cubicBezTo>
                  <a:cubicBezTo>
                    <a:pt x="24419" y="51977"/>
                    <a:pt x="25466"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7"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395" y="34535"/>
                    <a:pt x="2791" y="37326"/>
                  </a:cubicBezTo>
                  <a:close/>
                </a:path>
              </a:pathLst>
            </a:custGeom>
            <a:grpFill/>
            <a:ln w="3488" cap="flat">
              <a:noFill/>
              <a:prstDash val="solid"/>
              <a:miter/>
            </a:ln>
          </p:spPr>
          <p:txBody>
            <a:bodyPr rtlCol="0" anchor="ctr"/>
            <a:lstStyle/>
            <a:p>
              <a:endParaRPr lang="en-ID"/>
            </a:p>
          </p:txBody>
        </p:sp>
        <p:sp>
          <p:nvSpPr>
            <p:cNvPr id="1337" name="Freeform: Shape 1336">
              <a:extLst>
                <a:ext uri="{FF2B5EF4-FFF2-40B4-BE49-F238E27FC236}">
                  <a16:creationId xmlns:a16="http://schemas.microsoft.com/office/drawing/2014/main" id="{1EDB76E7-BA3A-51CC-74FA-58A93C4BEFE6}"/>
                </a:ext>
              </a:extLst>
            </p:cNvPr>
            <p:cNvSpPr/>
            <p:nvPr/>
          </p:nvSpPr>
          <p:spPr>
            <a:xfrm>
              <a:off x="11511759"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0" y="52326"/>
                    <a:pt x="26163" y="52326"/>
                  </a:cubicBez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1338" name="Freeform: Shape 1337">
              <a:extLst>
                <a:ext uri="{FF2B5EF4-FFF2-40B4-BE49-F238E27FC236}">
                  <a16:creationId xmlns:a16="http://schemas.microsoft.com/office/drawing/2014/main" id="{168A4002-299F-27CA-21C3-A08015AFAE74}"/>
                </a:ext>
              </a:extLst>
            </p:cNvPr>
            <p:cNvSpPr/>
            <p:nvPr/>
          </p:nvSpPr>
          <p:spPr>
            <a:xfrm>
              <a:off x="10151278"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39" name="Freeform: Shape 1338">
              <a:extLst>
                <a:ext uri="{FF2B5EF4-FFF2-40B4-BE49-F238E27FC236}">
                  <a16:creationId xmlns:a16="http://schemas.microsoft.com/office/drawing/2014/main" id="{2B579519-621C-FBD5-98A0-550E4B2C7C2F}"/>
                </a:ext>
              </a:extLst>
            </p:cNvPr>
            <p:cNvSpPr/>
            <p:nvPr/>
          </p:nvSpPr>
          <p:spPr>
            <a:xfrm>
              <a:off x="10255931" y="4815643"/>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40" name="Freeform: Shape 1339">
              <a:extLst>
                <a:ext uri="{FF2B5EF4-FFF2-40B4-BE49-F238E27FC236}">
                  <a16:creationId xmlns:a16="http://schemas.microsoft.com/office/drawing/2014/main" id="{2ED2B7F2-3B81-F191-B449-E9CF5B58E946}"/>
                </a:ext>
              </a:extLst>
            </p:cNvPr>
            <p:cNvSpPr/>
            <p:nvPr/>
          </p:nvSpPr>
          <p:spPr>
            <a:xfrm>
              <a:off x="1203502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41" name="Freeform: Shape 1340">
              <a:extLst>
                <a:ext uri="{FF2B5EF4-FFF2-40B4-BE49-F238E27FC236}">
                  <a16:creationId xmlns:a16="http://schemas.microsoft.com/office/drawing/2014/main" id="{EB6652EB-57AA-3810-79DA-97C249F02FC5}"/>
                </a:ext>
              </a:extLst>
            </p:cNvPr>
            <p:cNvSpPr/>
            <p:nvPr/>
          </p:nvSpPr>
          <p:spPr>
            <a:xfrm>
              <a:off x="117210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2" name="Freeform: Shape 1341">
              <a:extLst>
                <a:ext uri="{FF2B5EF4-FFF2-40B4-BE49-F238E27FC236}">
                  <a16:creationId xmlns:a16="http://schemas.microsoft.com/office/drawing/2014/main" id="{253C103C-0871-0EAA-74BB-57B3333F8114}"/>
                </a:ext>
              </a:extLst>
            </p:cNvPr>
            <p:cNvSpPr/>
            <p:nvPr/>
          </p:nvSpPr>
          <p:spPr>
            <a:xfrm>
              <a:off x="1130245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43" name="Freeform: Shape 1342">
              <a:extLst>
                <a:ext uri="{FF2B5EF4-FFF2-40B4-BE49-F238E27FC236}">
                  <a16:creationId xmlns:a16="http://schemas.microsoft.com/office/drawing/2014/main" id="{E0194641-67F7-424F-1051-733E1CA133AB}"/>
                </a:ext>
              </a:extLst>
            </p:cNvPr>
            <p:cNvSpPr/>
            <p:nvPr/>
          </p:nvSpPr>
          <p:spPr>
            <a:xfrm>
              <a:off x="1067454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44" name="Freeform: Shape 1343">
              <a:extLst>
                <a:ext uri="{FF2B5EF4-FFF2-40B4-BE49-F238E27FC236}">
                  <a16:creationId xmlns:a16="http://schemas.microsoft.com/office/drawing/2014/main" id="{14F0EA63-85C2-052F-A126-B39E51462922}"/>
                </a:ext>
              </a:extLst>
            </p:cNvPr>
            <p:cNvSpPr/>
            <p:nvPr/>
          </p:nvSpPr>
          <p:spPr>
            <a:xfrm>
              <a:off x="1025593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5" name="Freeform: Shape 1344">
              <a:extLst>
                <a:ext uri="{FF2B5EF4-FFF2-40B4-BE49-F238E27FC236}">
                  <a16:creationId xmlns:a16="http://schemas.microsoft.com/office/drawing/2014/main" id="{1CF56922-7E87-F76B-D33A-F806A5FDE824}"/>
                </a:ext>
              </a:extLst>
            </p:cNvPr>
            <p:cNvSpPr/>
            <p:nvPr/>
          </p:nvSpPr>
          <p:spPr>
            <a:xfrm>
              <a:off x="983732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6" name="Freeform: Shape 1345">
              <a:extLst>
                <a:ext uri="{FF2B5EF4-FFF2-40B4-BE49-F238E27FC236}">
                  <a16:creationId xmlns:a16="http://schemas.microsoft.com/office/drawing/2014/main" id="{6DB55A49-4B67-9338-4CFE-D78A5022B7FB}"/>
                </a:ext>
              </a:extLst>
            </p:cNvPr>
            <p:cNvSpPr/>
            <p:nvPr/>
          </p:nvSpPr>
          <p:spPr>
            <a:xfrm>
              <a:off x="1151175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7" name="Freeform: Shape 1346">
              <a:extLst>
                <a:ext uri="{FF2B5EF4-FFF2-40B4-BE49-F238E27FC236}">
                  <a16:creationId xmlns:a16="http://schemas.microsoft.com/office/drawing/2014/main" id="{512502A2-90AF-2CA9-6331-D09D5DB6764B}"/>
                </a:ext>
              </a:extLst>
            </p:cNvPr>
            <p:cNvSpPr/>
            <p:nvPr/>
          </p:nvSpPr>
          <p:spPr>
            <a:xfrm>
              <a:off x="1119780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8" name="Freeform: Shape 1347">
              <a:extLst>
                <a:ext uri="{FF2B5EF4-FFF2-40B4-BE49-F238E27FC236}">
                  <a16:creationId xmlns:a16="http://schemas.microsoft.com/office/drawing/2014/main" id="{09EE4791-0FAF-EDC2-3D75-BABBEB1A4337}"/>
                </a:ext>
              </a:extLst>
            </p:cNvPr>
            <p:cNvSpPr/>
            <p:nvPr/>
          </p:nvSpPr>
          <p:spPr>
            <a:xfrm>
              <a:off x="1077919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49" name="Freeform: Shape 1348">
              <a:extLst>
                <a:ext uri="{FF2B5EF4-FFF2-40B4-BE49-F238E27FC236}">
                  <a16:creationId xmlns:a16="http://schemas.microsoft.com/office/drawing/2014/main" id="{CCB3CA08-BF8A-C6F2-456E-80ECB63A02BF}"/>
                </a:ext>
              </a:extLst>
            </p:cNvPr>
            <p:cNvSpPr/>
            <p:nvPr/>
          </p:nvSpPr>
          <p:spPr>
            <a:xfrm>
              <a:off x="889545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0" name="Freeform: Shape 1349">
              <a:extLst>
                <a:ext uri="{FF2B5EF4-FFF2-40B4-BE49-F238E27FC236}">
                  <a16:creationId xmlns:a16="http://schemas.microsoft.com/office/drawing/2014/main" id="{7F511B36-78C6-203C-1660-991D58169918}"/>
                </a:ext>
              </a:extLst>
            </p:cNvPr>
            <p:cNvSpPr/>
            <p:nvPr/>
          </p:nvSpPr>
          <p:spPr>
            <a:xfrm>
              <a:off x="879079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1" name="Freeform: Shape 1350">
              <a:extLst>
                <a:ext uri="{FF2B5EF4-FFF2-40B4-BE49-F238E27FC236}">
                  <a16:creationId xmlns:a16="http://schemas.microsoft.com/office/drawing/2014/main" id="{99F52E81-AC30-8E97-1BA1-E37F54390F61}"/>
                </a:ext>
              </a:extLst>
            </p:cNvPr>
            <p:cNvSpPr/>
            <p:nvPr/>
          </p:nvSpPr>
          <p:spPr>
            <a:xfrm rot="21046898">
              <a:off x="8581663" y="492019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352" name="Freeform: Shape 1351">
              <a:extLst>
                <a:ext uri="{FF2B5EF4-FFF2-40B4-BE49-F238E27FC236}">
                  <a16:creationId xmlns:a16="http://schemas.microsoft.com/office/drawing/2014/main" id="{56DD14E6-EC50-DC34-2586-1B63FEEDCE8F}"/>
                </a:ext>
              </a:extLst>
            </p:cNvPr>
            <p:cNvSpPr/>
            <p:nvPr/>
          </p:nvSpPr>
          <p:spPr>
            <a:xfrm>
              <a:off x="805823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3" name="Freeform: Shape 1352">
              <a:extLst>
                <a:ext uri="{FF2B5EF4-FFF2-40B4-BE49-F238E27FC236}">
                  <a16:creationId xmlns:a16="http://schemas.microsoft.com/office/drawing/2014/main" id="{105A8748-6314-B6D5-E660-2E130DDB3CE2}"/>
                </a:ext>
              </a:extLst>
            </p:cNvPr>
            <p:cNvSpPr/>
            <p:nvPr/>
          </p:nvSpPr>
          <p:spPr>
            <a:xfrm>
              <a:off x="6383793"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4" name="Freeform: Shape 1353">
              <a:extLst>
                <a:ext uri="{FF2B5EF4-FFF2-40B4-BE49-F238E27FC236}">
                  <a16:creationId xmlns:a16="http://schemas.microsoft.com/office/drawing/2014/main" id="{DC3DA5F4-96D3-7504-5DE3-09987C94DD5F}"/>
                </a:ext>
              </a:extLst>
            </p:cNvPr>
            <p:cNvSpPr/>
            <p:nvPr/>
          </p:nvSpPr>
          <p:spPr>
            <a:xfrm>
              <a:off x="61744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5" name="Freeform: Shape 1354">
              <a:extLst>
                <a:ext uri="{FF2B5EF4-FFF2-40B4-BE49-F238E27FC236}">
                  <a16:creationId xmlns:a16="http://schemas.microsoft.com/office/drawing/2014/main" id="{B7260D8C-D785-F191-DB6F-FA75AC2C36D6}"/>
                </a:ext>
              </a:extLst>
            </p:cNvPr>
            <p:cNvSpPr/>
            <p:nvPr/>
          </p:nvSpPr>
          <p:spPr>
            <a:xfrm>
              <a:off x="1172106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6" name="Freeform: Shape 1355">
              <a:extLst>
                <a:ext uri="{FF2B5EF4-FFF2-40B4-BE49-F238E27FC236}">
                  <a16:creationId xmlns:a16="http://schemas.microsoft.com/office/drawing/2014/main" id="{7152050C-33ED-BA66-8590-BC82C9FD278D}"/>
                </a:ext>
              </a:extLst>
            </p:cNvPr>
            <p:cNvSpPr/>
            <p:nvPr/>
          </p:nvSpPr>
          <p:spPr>
            <a:xfrm>
              <a:off x="8895450" y="4920296"/>
              <a:ext cx="52326" cy="52326"/>
            </a:xfrm>
            <a:custGeom>
              <a:avLst/>
              <a:gdLst>
                <a:gd name="connsiteX0" fmla="*/ 26163 w 52326"/>
                <a:gd name="connsiteY0" fmla="*/ 52326 h 52326"/>
                <a:gd name="connsiteX1" fmla="*/ 51279 w 52326"/>
                <a:gd name="connsiteY1" fmla="*/ 33837 h 52326"/>
                <a:gd name="connsiteX2" fmla="*/ 52326 w 52326"/>
                <a:gd name="connsiteY2" fmla="*/ 26163 h 52326"/>
                <a:gd name="connsiteX3" fmla="*/ 26163 w 52326"/>
                <a:gd name="connsiteY3" fmla="*/ 0 h 52326"/>
                <a:gd name="connsiteX4" fmla="*/ 1047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3" y="52326"/>
                    <a:pt x="47791" y="44652"/>
                    <a:pt x="51279" y="33837"/>
                  </a:cubicBezTo>
                  <a:cubicBezTo>
                    <a:pt x="51977" y="31396"/>
                    <a:pt x="52326" y="28605"/>
                    <a:pt x="52326" y="26163"/>
                  </a:cubicBez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57" name="Freeform: Shape 1356">
              <a:extLst>
                <a:ext uri="{FF2B5EF4-FFF2-40B4-BE49-F238E27FC236}">
                  <a16:creationId xmlns:a16="http://schemas.microsoft.com/office/drawing/2014/main" id="{3A95A1DA-9161-514F-A6D7-3A0FC1DBB62C}"/>
                </a:ext>
              </a:extLst>
            </p:cNvPr>
            <p:cNvSpPr/>
            <p:nvPr/>
          </p:nvSpPr>
          <p:spPr>
            <a:xfrm>
              <a:off x="12139673" y="4606338"/>
              <a:ext cx="52326" cy="52326"/>
            </a:xfrm>
            <a:custGeom>
              <a:avLst/>
              <a:gdLst>
                <a:gd name="connsiteX0" fmla="*/ 26163 w 52326"/>
                <a:gd name="connsiteY0" fmla="*/ 0 h 52326"/>
                <a:gd name="connsiteX1" fmla="*/ 11512 w 52326"/>
                <a:gd name="connsiteY1" fmla="*/ 453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20581" y="0"/>
                    <a:pt x="15698" y="1744"/>
                    <a:pt x="11512" y="4535"/>
                  </a:cubicBezTo>
                  <a:cubicBezTo>
                    <a:pt x="4535" y="9070"/>
                    <a:pt x="0" y="17093"/>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58" name="Freeform: Shape 1357">
              <a:extLst>
                <a:ext uri="{FF2B5EF4-FFF2-40B4-BE49-F238E27FC236}">
                  <a16:creationId xmlns:a16="http://schemas.microsoft.com/office/drawing/2014/main" id="{42582A1F-17F7-772C-0695-637F2AB33F2B}"/>
                </a:ext>
              </a:extLst>
            </p:cNvPr>
            <p:cNvSpPr/>
            <p:nvPr/>
          </p:nvSpPr>
          <p:spPr>
            <a:xfrm>
              <a:off x="10779193"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3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6" y="52326"/>
                    <a:pt x="52326" y="40465"/>
                    <a:pt x="52326" y="26163"/>
                  </a:cubicBezTo>
                  <a:cubicBezTo>
                    <a:pt x="52326" y="16047"/>
                    <a:pt x="46396" y="7326"/>
                    <a:pt x="38023" y="2791"/>
                  </a:cubicBezTo>
                  <a:cubicBezTo>
                    <a:pt x="34535" y="1046"/>
                    <a:pt x="30349" y="0"/>
                    <a:pt x="26163" y="0"/>
                  </a:cubicBezTo>
                  <a:lnTo>
                    <a:pt x="26163" y="0"/>
                  </a:lnTo>
                  <a:cubicBezTo>
                    <a:pt x="11860"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59" name="Freeform: Shape 1358">
              <a:extLst>
                <a:ext uri="{FF2B5EF4-FFF2-40B4-BE49-F238E27FC236}">
                  <a16:creationId xmlns:a16="http://schemas.microsoft.com/office/drawing/2014/main" id="{2BD8F5F7-FF6E-45B6-458C-DA95FA3659F9}"/>
                </a:ext>
              </a:extLst>
            </p:cNvPr>
            <p:cNvSpPr/>
            <p:nvPr/>
          </p:nvSpPr>
          <p:spPr>
            <a:xfrm>
              <a:off x="1182571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60" name="Freeform: Shape 1359">
              <a:extLst>
                <a:ext uri="{FF2B5EF4-FFF2-40B4-BE49-F238E27FC236}">
                  <a16:creationId xmlns:a16="http://schemas.microsoft.com/office/drawing/2014/main" id="{37CE5C9C-376F-8362-9FAE-C5767419AEFE}"/>
                </a:ext>
              </a:extLst>
            </p:cNvPr>
            <p:cNvSpPr/>
            <p:nvPr/>
          </p:nvSpPr>
          <p:spPr>
            <a:xfrm>
              <a:off x="12139673"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20930 w 52326"/>
                <a:gd name="connsiteY3" fmla="*/ 51628 h 52326"/>
                <a:gd name="connsiteX4" fmla="*/ 26163 w 52326"/>
                <a:gd name="connsiteY4" fmla="*/ 52326 h 52326"/>
                <a:gd name="connsiteX5" fmla="*/ 52326 w 52326"/>
                <a:gd name="connsiteY5" fmla="*/ 26163 h 52326"/>
                <a:gd name="connsiteX6" fmla="*/ 52326 w 52326"/>
                <a:gd name="connsiteY6" fmla="*/ 26163 h 52326"/>
                <a:gd name="connsiteX7" fmla="*/ 31396 w 52326"/>
                <a:gd name="connsiteY7"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1396" y="698"/>
                  </a:moveTo>
                  <a:cubicBezTo>
                    <a:pt x="29652" y="349"/>
                    <a:pt x="27907" y="0"/>
                    <a:pt x="26163" y="0"/>
                  </a:cubicBezTo>
                  <a:cubicBezTo>
                    <a:pt x="11860" y="0"/>
                    <a:pt x="0" y="11861"/>
                    <a:pt x="0" y="26163"/>
                  </a:cubicBezTo>
                  <a:cubicBezTo>
                    <a:pt x="0" y="38721"/>
                    <a:pt x="9070" y="49187"/>
                    <a:pt x="20930" y="51628"/>
                  </a:cubicBezTo>
                  <a:cubicBezTo>
                    <a:pt x="22675" y="51977"/>
                    <a:pt x="24419" y="52326"/>
                    <a:pt x="26163" y="52326"/>
                  </a:cubicBezTo>
                  <a:cubicBezTo>
                    <a:pt x="40466" y="52326"/>
                    <a:pt x="52326" y="40465"/>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361" name="Freeform: Shape 1360">
              <a:extLst>
                <a:ext uri="{FF2B5EF4-FFF2-40B4-BE49-F238E27FC236}">
                  <a16:creationId xmlns:a16="http://schemas.microsoft.com/office/drawing/2014/main" id="{E8E4BB7C-2B88-F5AA-61E0-3CE3CA2CAEC6}"/>
                </a:ext>
              </a:extLst>
            </p:cNvPr>
            <p:cNvSpPr/>
            <p:nvPr/>
          </p:nvSpPr>
          <p:spPr>
            <a:xfrm>
              <a:off x="110931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2" name="Freeform: Shape 1361">
              <a:extLst>
                <a:ext uri="{FF2B5EF4-FFF2-40B4-BE49-F238E27FC236}">
                  <a16:creationId xmlns:a16="http://schemas.microsoft.com/office/drawing/2014/main" id="{2668E2FD-D61E-3CE0-625F-7C59D5FBA346}"/>
                </a:ext>
              </a:extLst>
            </p:cNvPr>
            <p:cNvSpPr/>
            <p:nvPr/>
          </p:nvSpPr>
          <p:spPr>
            <a:xfrm>
              <a:off x="108838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3" name="Freeform: Shape 1362">
              <a:extLst>
                <a:ext uri="{FF2B5EF4-FFF2-40B4-BE49-F238E27FC236}">
                  <a16:creationId xmlns:a16="http://schemas.microsoft.com/office/drawing/2014/main" id="{2EF87547-6DB7-9FCB-384A-A6721C7F9294}"/>
                </a:ext>
              </a:extLst>
            </p:cNvPr>
            <p:cNvSpPr/>
            <p:nvPr/>
          </p:nvSpPr>
          <p:spPr>
            <a:xfrm>
              <a:off x="1046523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64" name="Freeform: Shape 1363">
              <a:extLst>
                <a:ext uri="{FF2B5EF4-FFF2-40B4-BE49-F238E27FC236}">
                  <a16:creationId xmlns:a16="http://schemas.microsoft.com/office/drawing/2014/main" id="{44597F55-A063-E676-0DB1-65F8EDA6D82D}"/>
                </a:ext>
              </a:extLst>
            </p:cNvPr>
            <p:cNvSpPr/>
            <p:nvPr/>
          </p:nvSpPr>
          <p:spPr>
            <a:xfrm>
              <a:off x="9941974"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5"/>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65" name="Freeform: Shape 1364">
              <a:extLst>
                <a:ext uri="{FF2B5EF4-FFF2-40B4-BE49-F238E27FC236}">
                  <a16:creationId xmlns:a16="http://schemas.microsoft.com/office/drawing/2014/main" id="{20F1CF26-24AB-A2E8-AE2D-88F873442137}"/>
                </a:ext>
              </a:extLst>
            </p:cNvPr>
            <p:cNvSpPr/>
            <p:nvPr/>
          </p:nvSpPr>
          <p:spPr>
            <a:xfrm>
              <a:off x="879079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6" name="Freeform: Shape 1365">
              <a:extLst>
                <a:ext uri="{FF2B5EF4-FFF2-40B4-BE49-F238E27FC236}">
                  <a16:creationId xmlns:a16="http://schemas.microsoft.com/office/drawing/2014/main" id="{F2B4DEFD-B04D-B30D-2D17-CB4FCE9DCE32}"/>
                </a:ext>
              </a:extLst>
            </p:cNvPr>
            <p:cNvSpPr/>
            <p:nvPr/>
          </p:nvSpPr>
          <p:spPr>
            <a:xfrm>
              <a:off x="77442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67" name="Freeform: Shape 1366">
              <a:extLst>
                <a:ext uri="{FF2B5EF4-FFF2-40B4-BE49-F238E27FC236}">
                  <a16:creationId xmlns:a16="http://schemas.microsoft.com/office/drawing/2014/main" id="{D979C021-AA0A-8FE8-0C8E-23AC25BB6AE4}"/>
                </a:ext>
              </a:extLst>
            </p:cNvPr>
            <p:cNvSpPr/>
            <p:nvPr/>
          </p:nvSpPr>
          <p:spPr>
            <a:xfrm>
              <a:off x="753496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68" name="Freeform: Shape 1367">
              <a:extLst>
                <a:ext uri="{FF2B5EF4-FFF2-40B4-BE49-F238E27FC236}">
                  <a16:creationId xmlns:a16="http://schemas.microsoft.com/office/drawing/2014/main" id="{AFA18AA1-1A7F-B7A8-9FF4-CD4E1CFAD8A9}"/>
                </a:ext>
              </a:extLst>
            </p:cNvPr>
            <p:cNvSpPr/>
            <p:nvPr/>
          </p:nvSpPr>
          <p:spPr>
            <a:xfrm>
              <a:off x="7325665"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9" name="Freeform: Shape 1368">
              <a:extLst>
                <a:ext uri="{FF2B5EF4-FFF2-40B4-BE49-F238E27FC236}">
                  <a16:creationId xmlns:a16="http://schemas.microsoft.com/office/drawing/2014/main" id="{9B7EF401-719D-17C0-A086-C611B45E6E1C}"/>
                </a:ext>
              </a:extLst>
            </p:cNvPr>
            <p:cNvSpPr/>
            <p:nvPr/>
          </p:nvSpPr>
          <p:spPr>
            <a:xfrm rot="17550026">
              <a:off x="7221191" y="45015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370" name="Freeform: Shape 1369">
              <a:extLst>
                <a:ext uri="{FF2B5EF4-FFF2-40B4-BE49-F238E27FC236}">
                  <a16:creationId xmlns:a16="http://schemas.microsoft.com/office/drawing/2014/main" id="{AD0DD800-3BDF-1F43-69BB-3619ED40BAD7}"/>
                </a:ext>
              </a:extLst>
            </p:cNvPr>
            <p:cNvSpPr/>
            <p:nvPr/>
          </p:nvSpPr>
          <p:spPr>
            <a:xfrm>
              <a:off x="6488446"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71" name="Freeform: Shape 1370">
              <a:extLst>
                <a:ext uri="{FF2B5EF4-FFF2-40B4-BE49-F238E27FC236}">
                  <a16:creationId xmlns:a16="http://schemas.microsoft.com/office/drawing/2014/main" id="{10BE4DA8-A4AA-0EA2-3E97-0002EA545790}"/>
                </a:ext>
              </a:extLst>
            </p:cNvPr>
            <p:cNvSpPr/>
            <p:nvPr/>
          </p:nvSpPr>
          <p:spPr>
            <a:xfrm>
              <a:off x="638379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72" name="Freeform: Shape 1371">
              <a:extLst>
                <a:ext uri="{FF2B5EF4-FFF2-40B4-BE49-F238E27FC236}">
                  <a16:creationId xmlns:a16="http://schemas.microsoft.com/office/drawing/2014/main" id="{F7F3208B-C322-446F-603C-5EC0BBD4D990}"/>
                </a:ext>
              </a:extLst>
            </p:cNvPr>
            <p:cNvSpPr/>
            <p:nvPr/>
          </p:nvSpPr>
          <p:spPr>
            <a:xfrm>
              <a:off x="7744274"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73" name="Freeform: Shape 1372">
              <a:extLst>
                <a:ext uri="{FF2B5EF4-FFF2-40B4-BE49-F238E27FC236}">
                  <a16:creationId xmlns:a16="http://schemas.microsoft.com/office/drawing/2014/main" id="{9BEC96B0-0C2C-AD81-44EC-A3D89D2BB744}"/>
                </a:ext>
              </a:extLst>
            </p:cNvPr>
            <p:cNvSpPr/>
            <p:nvPr/>
          </p:nvSpPr>
          <p:spPr>
            <a:xfrm>
              <a:off x="11092801" y="1571420"/>
              <a:ext cx="52675" cy="52326"/>
            </a:xfrm>
            <a:custGeom>
              <a:avLst/>
              <a:gdLst>
                <a:gd name="connsiteX0" fmla="*/ 26512 w 52675"/>
                <a:gd name="connsiteY0" fmla="*/ 52326 h 52326"/>
                <a:gd name="connsiteX1" fmla="*/ 26512 w 52675"/>
                <a:gd name="connsiteY1" fmla="*/ 52326 h 52326"/>
                <a:gd name="connsiteX2" fmla="*/ 30350 w 52675"/>
                <a:gd name="connsiteY2" fmla="*/ 51977 h 52326"/>
                <a:gd name="connsiteX3" fmla="*/ 34187 w 52675"/>
                <a:gd name="connsiteY3" fmla="*/ 51280 h 52326"/>
                <a:gd name="connsiteX4" fmla="*/ 52675 w 52675"/>
                <a:gd name="connsiteY4" fmla="*/ 26163 h 52326"/>
                <a:gd name="connsiteX5" fmla="*/ 52675 w 52675"/>
                <a:gd name="connsiteY5" fmla="*/ 26163 h 52326"/>
                <a:gd name="connsiteX6" fmla="*/ 26512 w 52675"/>
                <a:gd name="connsiteY6" fmla="*/ 0 h 52326"/>
                <a:gd name="connsiteX7" fmla="*/ 26512 w 52675"/>
                <a:gd name="connsiteY7" fmla="*/ 0 h 52326"/>
                <a:gd name="connsiteX8" fmla="*/ 22326 w 52675"/>
                <a:gd name="connsiteY8" fmla="*/ 349 h 52326"/>
                <a:gd name="connsiteX9" fmla="*/ 18489 w 52675"/>
                <a:gd name="connsiteY9" fmla="*/ 1047 h 52326"/>
                <a:gd name="connsiteX10" fmla="*/ 0 w 52675"/>
                <a:gd name="connsiteY10" fmla="*/ 26163 h 52326"/>
                <a:gd name="connsiteX11" fmla="*/ 26512 w 52675"/>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75" h="52326">
                  <a:moveTo>
                    <a:pt x="26512" y="52326"/>
                  </a:moveTo>
                  <a:lnTo>
                    <a:pt x="26512" y="52326"/>
                  </a:lnTo>
                  <a:cubicBezTo>
                    <a:pt x="27907" y="52326"/>
                    <a:pt x="28954" y="52326"/>
                    <a:pt x="30350" y="51977"/>
                  </a:cubicBezTo>
                  <a:cubicBezTo>
                    <a:pt x="31745" y="51629"/>
                    <a:pt x="33140" y="51629"/>
                    <a:pt x="34187" y="51280"/>
                  </a:cubicBezTo>
                  <a:cubicBezTo>
                    <a:pt x="45001" y="48140"/>
                    <a:pt x="52675" y="38024"/>
                    <a:pt x="52675" y="26163"/>
                  </a:cubicBezTo>
                  <a:lnTo>
                    <a:pt x="52675" y="26163"/>
                  </a:lnTo>
                  <a:cubicBezTo>
                    <a:pt x="52675" y="11861"/>
                    <a:pt x="40815" y="0"/>
                    <a:pt x="26512" y="0"/>
                  </a:cubicBezTo>
                  <a:lnTo>
                    <a:pt x="26512" y="0"/>
                  </a:lnTo>
                  <a:cubicBezTo>
                    <a:pt x="25117" y="0"/>
                    <a:pt x="23721" y="0"/>
                    <a:pt x="22326" y="349"/>
                  </a:cubicBezTo>
                  <a:cubicBezTo>
                    <a:pt x="20930" y="698"/>
                    <a:pt x="19885" y="698"/>
                    <a:pt x="18489" y="1047"/>
                  </a:cubicBezTo>
                  <a:cubicBezTo>
                    <a:pt x="7675" y="4186"/>
                    <a:pt x="0" y="14302"/>
                    <a:pt x="0" y="26163"/>
                  </a:cubicBezTo>
                  <a:cubicBezTo>
                    <a:pt x="349" y="40466"/>
                    <a:pt x="12209" y="52326"/>
                    <a:pt x="26512" y="52326"/>
                  </a:cubicBezTo>
                  <a:close/>
                </a:path>
              </a:pathLst>
            </a:custGeom>
            <a:grpFill/>
            <a:ln w="3488" cap="flat">
              <a:noFill/>
              <a:prstDash val="solid"/>
              <a:miter/>
            </a:ln>
          </p:spPr>
          <p:txBody>
            <a:bodyPr rtlCol="0" anchor="ctr"/>
            <a:lstStyle/>
            <a:p>
              <a:endParaRPr lang="en-ID"/>
            </a:p>
          </p:txBody>
        </p:sp>
        <p:sp>
          <p:nvSpPr>
            <p:cNvPr id="1374" name="Freeform: Shape 1373">
              <a:extLst>
                <a:ext uri="{FF2B5EF4-FFF2-40B4-BE49-F238E27FC236}">
                  <a16:creationId xmlns:a16="http://schemas.microsoft.com/office/drawing/2014/main" id="{2EC8DD34-5438-C38C-B408-1DEA28FABE8D}"/>
                </a:ext>
              </a:extLst>
            </p:cNvPr>
            <p:cNvSpPr/>
            <p:nvPr/>
          </p:nvSpPr>
          <p:spPr>
            <a:xfrm>
              <a:off x="743031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75" name="Freeform: Shape 1374">
              <a:extLst>
                <a:ext uri="{FF2B5EF4-FFF2-40B4-BE49-F238E27FC236}">
                  <a16:creationId xmlns:a16="http://schemas.microsoft.com/office/drawing/2014/main" id="{3F0E1DCD-A5E4-FCA0-AD34-D4F65031D64D}"/>
                </a:ext>
              </a:extLst>
            </p:cNvPr>
            <p:cNvSpPr/>
            <p:nvPr/>
          </p:nvSpPr>
          <p:spPr>
            <a:xfrm>
              <a:off x="10465236"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grpSp>
      <p:pic>
        <p:nvPicPr>
          <p:cNvPr id="11" name="Picture 10">
            <a:extLst>
              <a:ext uri="{FF2B5EF4-FFF2-40B4-BE49-F238E27FC236}">
                <a16:creationId xmlns:a16="http://schemas.microsoft.com/office/drawing/2014/main" id="{A35BA186-5F6E-7F43-03E1-6191AD426D9F}"/>
              </a:ext>
            </a:extLst>
          </p:cNvPr>
          <p:cNvPicPr>
            <a:picLocks noChangeAspect="1"/>
          </p:cNvPicPr>
          <p:nvPr/>
        </p:nvPicPr>
        <p:blipFill>
          <a:blip r:embed="rId3"/>
          <a:stretch>
            <a:fillRect/>
          </a:stretch>
        </p:blipFill>
        <p:spPr>
          <a:xfrm>
            <a:off x="1369679" y="1103491"/>
            <a:ext cx="1187450" cy="945504"/>
          </a:xfrm>
          <a:prstGeom prst="rect">
            <a:avLst/>
          </a:prstGeom>
        </p:spPr>
      </p:pic>
      <p:sp>
        <p:nvSpPr>
          <p:cNvPr id="1380" name="Rectangle: Single Corner Rounded 1379">
            <a:extLst>
              <a:ext uri="{FF2B5EF4-FFF2-40B4-BE49-F238E27FC236}">
                <a16:creationId xmlns:a16="http://schemas.microsoft.com/office/drawing/2014/main" id="{F7DDDFFB-DA92-D925-F894-372A32A481A4}"/>
              </a:ext>
            </a:extLst>
          </p:cNvPr>
          <p:cNvSpPr/>
          <p:nvPr/>
        </p:nvSpPr>
        <p:spPr>
          <a:xfrm rot="16200000" flipV="1">
            <a:off x="-3171305" y="3171305"/>
            <a:ext cx="6857940" cy="515329"/>
          </a:xfrm>
          <a:prstGeom prst="round1Rect">
            <a:avLst>
              <a:gd name="adj" fmla="val 50000"/>
            </a:avLst>
          </a:prstGeom>
          <a:solidFill>
            <a:schemeClr val="accent1">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81" name="TextBox 1380">
            <a:extLst>
              <a:ext uri="{FF2B5EF4-FFF2-40B4-BE49-F238E27FC236}">
                <a16:creationId xmlns:a16="http://schemas.microsoft.com/office/drawing/2014/main" id="{A451E051-C850-FE18-D713-9371FF519329}"/>
              </a:ext>
            </a:extLst>
          </p:cNvPr>
          <p:cNvSpPr txBox="1"/>
          <p:nvPr/>
        </p:nvSpPr>
        <p:spPr>
          <a:xfrm rot="16200000">
            <a:off x="-755749" y="879269"/>
            <a:ext cx="2026828" cy="246221"/>
          </a:xfrm>
          <a:prstGeom prst="rect">
            <a:avLst/>
          </a:prstGeom>
          <a:noFill/>
        </p:spPr>
        <p:txBody>
          <a:bodyPr wrap="square" rtlCol="0">
            <a:spAutoFit/>
          </a:bodyPr>
          <a:lstStyle/>
          <a:p>
            <a:pPr algn="ctr"/>
            <a:r>
              <a:rPr lang="en-US" sz="1000" spc="600">
                <a:solidFill>
                  <a:schemeClr val="bg1"/>
                </a:solidFill>
                <a:latin typeface="+mj-lt"/>
              </a:rPr>
              <a:t>EAI SYSTEMS</a:t>
            </a:r>
          </a:p>
        </p:txBody>
      </p:sp>
      <p:sp>
        <p:nvSpPr>
          <p:cNvPr id="1382" name="Flowchart: Manual Input 1381">
            <a:extLst>
              <a:ext uri="{FF2B5EF4-FFF2-40B4-BE49-F238E27FC236}">
                <a16:creationId xmlns:a16="http://schemas.microsoft.com/office/drawing/2014/main" id="{3733B890-06ED-3A1D-6493-E19AE186A923}"/>
              </a:ext>
            </a:extLst>
          </p:cNvPr>
          <p:cNvSpPr/>
          <p:nvPr/>
        </p:nvSpPr>
        <p:spPr>
          <a:xfrm rot="10800000" flipV="1">
            <a:off x="0" y="6288789"/>
            <a:ext cx="515329" cy="569211"/>
          </a:xfrm>
          <a:prstGeom prst="flowChartManualInput">
            <a:avLst/>
          </a:prstGeom>
          <a:gradFill>
            <a:gsLst>
              <a:gs pos="0">
                <a:schemeClr val="accent2">
                  <a:alpha val="0"/>
                </a:schemeClr>
              </a:gs>
              <a:gs pos="61000">
                <a:schemeClr val="accent2">
                  <a:alpha val="28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384" name="Straight Connector 1383">
            <a:extLst>
              <a:ext uri="{FF2B5EF4-FFF2-40B4-BE49-F238E27FC236}">
                <a16:creationId xmlns:a16="http://schemas.microsoft.com/office/drawing/2014/main" id="{22BA0B97-1178-0E73-C38F-CA76C6A8A81E}"/>
              </a:ext>
            </a:extLst>
          </p:cNvPr>
          <p:cNvCxnSpPr>
            <a:cxnSpLocks/>
          </p:cNvCxnSpPr>
          <p:nvPr/>
        </p:nvCxnSpPr>
        <p:spPr>
          <a:xfrm flipH="1">
            <a:off x="257665" y="1965275"/>
            <a:ext cx="1" cy="4238755"/>
          </a:xfrm>
          <a:prstGeom prst="line">
            <a:avLst/>
          </a:prstGeom>
          <a:ln w="6350">
            <a:solidFill>
              <a:schemeClr val="bg1">
                <a:alpha val="18000"/>
              </a:schemeClr>
            </a:solidFill>
          </a:ln>
        </p:spPr>
        <p:style>
          <a:lnRef idx="1">
            <a:schemeClr val="accent1"/>
          </a:lnRef>
          <a:fillRef idx="0">
            <a:schemeClr val="accent1"/>
          </a:fillRef>
          <a:effectRef idx="0">
            <a:schemeClr val="accent1"/>
          </a:effectRef>
          <a:fontRef idx="minor">
            <a:schemeClr val="tx1"/>
          </a:fontRef>
        </p:style>
      </p:cxnSp>
      <p:sp>
        <p:nvSpPr>
          <p:cNvPr id="12" name="Rectangle: Single Corner Rounded 11">
            <a:extLst>
              <a:ext uri="{FF2B5EF4-FFF2-40B4-BE49-F238E27FC236}">
                <a16:creationId xmlns:a16="http://schemas.microsoft.com/office/drawing/2014/main" id="{C65ADBFD-B9A7-F77D-4105-2DF05CD92BDB}"/>
              </a:ext>
            </a:extLst>
          </p:cNvPr>
          <p:cNvSpPr/>
          <p:nvPr/>
        </p:nvSpPr>
        <p:spPr>
          <a:xfrm flipV="1">
            <a:off x="1369678" y="4066639"/>
            <a:ext cx="4410075" cy="33855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5" name="Graphic 14">
            <a:extLst>
              <a:ext uri="{FF2B5EF4-FFF2-40B4-BE49-F238E27FC236}">
                <a16:creationId xmlns:a16="http://schemas.microsoft.com/office/drawing/2014/main" id="{6ABA8FED-9287-2B64-97A3-B28DBA3203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19309" y="6015255"/>
            <a:ext cx="239296" cy="239294"/>
          </a:xfrm>
          <a:prstGeom prst="rect">
            <a:avLst/>
          </a:prstGeom>
        </p:spPr>
      </p:pic>
      <p:sp>
        <p:nvSpPr>
          <p:cNvPr id="7" name="Text Placeholder 6">
            <a:extLst>
              <a:ext uri="{FF2B5EF4-FFF2-40B4-BE49-F238E27FC236}">
                <a16:creationId xmlns:a16="http://schemas.microsoft.com/office/drawing/2014/main" id="{CE2BCFB1-78A0-E68C-3313-AA0CAF1574DB}"/>
              </a:ext>
            </a:extLst>
          </p:cNvPr>
          <p:cNvSpPr>
            <a:spLocks noGrp="1"/>
          </p:cNvSpPr>
          <p:nvPr>
            <p:ph type="body" sz="quarter" idx="11"/>
          </p:nvPr>
        </p:nvSpPr>
        <p:spPr>
          <a:xfrm>
            <a:off x="1245856" y="2560320"/>
            <a:ext cx="7340599" cy="1521707"/>
          </a:xfrm>
        </p:spPr>
        <p:txBody>
          <a:bodyPr/>
          <a:lstStyle/>
          <a:p>
            <a:r>
              <a:rPr lang="pt-BR"/>
              <a:t>AI POWERED DIGITAL</a:t>
            </a:r>
          </a:p>
          <a:p>
            <a:r>
              <a:rPr lang="pt-BR"/>
              <a:t>PRODUCTS &amp; </a:t>
            </a:r>
            <a:r>
              <a:rPr lang="pt-BR">
                <a:solidFill>
                  <a:schemeClr val="accent2"/>
                </a:solidFill>
              </a:rPr>
              <a:t>SOLUTIONS</a:t>
            </a:r>
            <a:endParaRPr lang="en-ID">
              <a:solidFill>
                <a:schemeClr val="accent2"/>
              </a:solidFill>
            </a:endParaRPr>
          </a:p>
        </p:txBody>
      </p:sp>
      <p:sp>
        <p:nvSpPr>
          <p:cNvPr id="8" name="Text Placeholder 7">
            <a:extLst>
              <a:ext uri="{FF2B5EF4-FFF2-40B4-BE49-F238E27FC236}">
                <a16:creationId xmlns:a16="http://schemas.microsoft.com/office/drawing/2014/main" id="{71BAF246-879F-1FF1-C844-71C37496FDC2}"/>
              </a:ext>
            </a:extLst>
          </p:cNvPr>
          <p:cNvSpPr>
            <a:spLocks noGrp="1"/>
          </p:cNvSpPr>
          <p:nvPr>
            <p:ph type="body" sz="quarter" idx="36"/>
          </p:nvPr>
        </p:nvSpPr>
        <p:spPr>
          <a:xfrm>
            <a:off x="1440591" y="4082028"/>
            <a:ext cx="7145864" cy="307777"/>
          </a:xfrm>
        </p:spPr>
        <p:txBody>
          <a:bodyPr/>
          <a:lstStyle/>
          <a:p>
            <a:r>
              <a:rPr lang="en-US"/>
              <a:t>AI Powered Digital Transformation Specialists</a:t>
            </a:r>
          </a:p>
        </p:txBody>
      </p:sp>
      <p:sp>
        <p:nvSpPr>
          <p:cNvPr id="14" name="Text Placeholder 13">
            <a:extLst>
              <a:ext uri="{FF2B5EF4-FFF2-40B4-BE49-F238E27FC236}">
                <a16:creationId xmlns:a16="http://schemas.microsoft.com/office/drawing/2014/main" id="{D2161911-2D4C-4EE4-5FA7-508C47805BD7}"/>
              </a:ext>
            </a:extLst>
          </p:cNvPr>
          <p:cNvSpPr>
            <a:spLocks noGrp="1"/>
          </p:cNvSpPr>
          <p:nvPr>
            <p:ph type="body" sz="quarter" idx="42"/>
          </p:nvPr>
        </p:nvSpPr>
        <p:spPr>
          <a:xfrm>
            <a:off x="1726114" y="5981012"/>
            <a:ext cx="2154990" cy="307777"/>
          </a:xfrm>
        </p:spPr>
        <p:txBody>
          <a:bodyPr/>
          <a:lstStyle/>
          <a:p>
            <a:r>
              <a:rPr lang="en-US"/>
              <a:t>www.eaisystems.com</a:t>
            </a:r>
          </a:p>
        </p:txBody>
      </p:sp>
    </p:spTree>
    <p:extLst>
      <p:ext uri="{BB962C8B-B14F-4D97-AF65-F5344CB8AC3E}">
        <p14:creationId xmlns:p14="http://schemas.microsoft.com/office/powerpoint/2010/main" val="50920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3" name="Picture Placeholder 1402" descr="A group of people sitting around a table&#10;&#10;Description automatically generated">
            <a:extLst>
              <a:ext uri="{FF2B5EF4-FFF2-40B4-BE49-F238E27FC236}">
                <a16:creationId xmlns:a16="http://schemas.microsoft.com/office/drawing/2014/main" id="{48889DF2-9378-C463-2211-D9589CD7E548}"/>
              </a:ext>
            </a:extLst>
          </p:cNvPr>
          <p:cNvPicPr>
            <a:picLocks noGrp="1" noChangeAspect="1"/>
          </p:cNvPicPr>
          <p:nvPr>
            <p:ph type="pic" sz="quarter" idx="10"/>
          </p:nvPr>
        </p:nvPicPr>
        <p:blipFill>
          <a:blip r:embed="rId2"/>
          <a:srcRect t="2967" b="2967"/>
          <a:stretch/>
        </p:blipFill>
        <p:spPr>
          <a:xfrm>
            <a:off x="958181" y="3238500"/>
            <a:ext cx="4416060" cy="3114675"/>
          </a:xfrm>
        </p:spPr>
      </p:pic>
      <p:sp>
        <p:nvSpPr>
          <p:cNvPr id="16" name="Text Placeholder 15">
            <a:extLst>
              <a:ext uri="{FF2B5EF4-FFF2-40B4-BE49-F238E27FC236}">
                <a16:creationId xmlns:a16="http://schemas.microsoft.com/office/drawing/2014/main" id="{3DAD96E6-53FA-2519-E0DC-D798DCB5026B}"/>
              </a:ext>
            </a:extLst>
          </p:cNvPr>
          <p:cNvSpPr>
            <a:spLocks noGrp="1"/>
          </p:cNvSpPr>
          <p:nvPr>
            <p:ph type="body" sz="quarter" idx="11"/>
          </p:nvPr>
        </p:nvSpPr>
        <p:spPr>
          <a:xfrm>
            <a:off x="867144" y="247029"/>
            <a:ext cx="10091142" cy="523220"/>
          </a:xfrm>
        </p:spPr>
        <p:txBody>
          <a:bodyPr/>
          <a:lstStyle/>
          <a:p>
            <a:r>
              <a:rPr lang="pt-BR"/>
              <a:t>EAI SYSTEMS - COMPANY PROFILE</a:t>
            </a:r>
            <a:endParaRPr lang="en-ID"/>
          </a:p>
        </p:txBody>
      </p:sp>
      <p:sp>
        <p:nvSpPr>
          <p:cNvPr id="17" name="Text Placeholder 16">
            <a:extLst>
              <a:ext uri="{FF2B5EF4-FFF2-40B4-BE49-F238E27FC236}">
                <a16:creationId xmlns:a16="http://schemas.microsoft.com/office/drawing/2014/main" id="{5824E8AF-D517-28C6-8018-B31DA4B1F843}"/>
              </a:ext>
            </a:extLst>
          </p:cNvPr>
          <p:cNvSpPr>
            <a:spLocks noGrp="1"/>
          </p:cNvSpPr>
          <p:nvPr>
            <p:ph type="body" sz="quarter" idx="32"/>
          </p:nvPr>
        </p:nvSpPr>
        <p:spPr>
          <a:xfrm>
            <a:off x="867145" y="1431302"/>
            <a:ext cx="4102679" cy="1459374"/>
          </a:xfrm>
        </p:spPr>
        <p:txBody>
          <a:bodyPr/>
          <a:lstStyle/>
          <a:p>
            <a:r>
              <a:rPr lang="en-US"/>
              <a:t>EAI System is a ISO9001:2015 certified Digital Transformation and Enterprise AI consultancy services provider. After the humble start-up phase in the UK, our global presence is now spread across US, India, Netherlands, and Saudi Arabia. Recently, we launched “</a:t>
            </a:r>
            <a:r>
              <a:rPr lang="en-US" b="1"/>
              <a:t>Lega and JusticeFramework</a:t>
            </a:r>
            <a:r>
              <a:rPr lang="en-US"/>
              <a:t>” featuring –</a:t>
            </a:r>
            <a:endParaRPr lang="en-ID"/>
          </a:p>
        </p:txBody>
      </p:sp>
      <p:sp>
        <p:nvSpPr>
          <p:cNvPr id="19" name="Text Placeholder 18">
            <a:extLst>
              <a:ext uri="{FF2B5EF4-FFF2-40B4-BE49-F238E27FC236}">
                <a16:creationId xmlns:a16="http://schemas.microsoft.com/office/drawing/2014/main" id="{FCAB3D67-42A3-AA3E-F377-2C38CB9E4D7B}"/>
              </a:ext>
            </a:extLst>
          </p:cNvPr>
          <p:cNvSpPr>
            <a:spLocks noGrp="1"/>
          </p:cNvSpPr>
          <p:nvPr>
            <p:ph type="body" sz="quarter" idx="37"/>
          </p:nvPr>
        </p:nvSpPr>
        <p:spPr>
          <a:xfrm>
            <a:off x="5929142" y="1412779"/>
            <a:ext cx="1830252" cy="536044"/>
          </a:xfrm>
        </p:spPr>
        <p:txBody>
          <a:bodyPr/>
          <a:lstStyle/>
          <a:p>
            <a:r>
              <a:rPr lang="en-US"/>
              <a:t>Ready to deploy lawsuit Journeys</a:t>
            </a:r>
            <a:endParaRPr lang="en-ID"/>
          </a:p>
        </p:txBody>
      </p:sp>
      <p:sp>
        <p:nvSpPr>
          <p:cNvPr id="20" name="Text Placeholder 19">
            <a:extLst>
              <a:ext uri="{FF2B5EF4-FFF2-40B4-BE49-F238E27FC236}">
                <a16:creationId xmlns:a16="http://schemas.microsoft.com/office/drawing/2014/main" id="{E532FC6E-AABF-2BBB-4052-45F8317DEE48}"/>
              </a:ext>
            </a:extLst>
          </p:cNvPr>
          <p:cNvSpPr>
            <a:spLocks noGrp="1"/>
          </p:cNvSpPr>
          <p:nvPr>
            <p:ph type="body" sz="quarter" idx="38"/>
          </p:nvPr>
        </p:nvSpPr>
        <p:spPr>
          <a:xfrm>
            <a:off x="5893099" y="2366157"/>
            <a:ext cx="2040109" cy="536044"/>
          </a:xfrm>
        </p:spPr>
        <p:txBody>
          <a:bodyPr/>
          <a:lstStyle/>
          <a:p>
            <a:r>
              <a:rPr lang="en-US"/>
              <a:t>Built on world-leading low-code AI platform.</a:t>
            </a:r>
            <a:endParaRPr lang="en-ID"/>
          </a:p>
        </p:txBody>
      </p:sp>
      <p:sp>
        <p:nvSpPr>
          <p:cNvPr id="21" name="Text Placeholder 20">
            <a:extLst>
              <a:ext uri="{FF2B5EF4-FFF2-40B4-BE49-F238E27FC236}">
                <a16:creationId xmlns:a16="http://schemas.microsoft.com/office/drawing/2014/main" id="{E4D7A1FA-49C3-7124-25FE-59CB9DA4EB67}"/>
              </a:ext>
            </a:extLst>
          </p:cNvPr>
          <p:cNvSpPr>
            <a:spLocks noGrp="1"/>
          </p:cNvSpPr>
          <p:nvPr>
            <p:ph type="body" sz="quarter" idx="39"/>
          </p:nvPr>
        </p:nvSpPr>
        <p:spPr>
          <a:xfrm>
            <a:off x="8604240" y="1412779"/>
            <a:ext cx="3157007" cy="536044"/>
          </a:xfrm>
        </p:spPr>
        <p:txBody>
          <a:bodyPr/>
          <a:lstStyle/>
          <a:p>
            <a:r>
              <a:rPr lang="en-US"/>
              <a:t>Supports both a turnkey solution approach and complex customizations .</a:t>
            </a:r>
          </a:p>
        </p:txBody>
      </p:sp>
      <p:sp>
        <p:nvSpPr>
          <p:cNvPr id="22" name="Text Placeholder 21">
            <a:extLst>
              <a:ext uri="{FF2B5EF4-FFF2-40B4-BE49-F238E27FC236}">
                <a16:creationId xmlns:a16="http://schemas.microsoft.com/office/drawing/2014/main" id="{98034F83-67E6-3303-C9EA-2CE0D20C917D}"/>
              </a:ext>
            </a:extLst>
          </p:cNvPr>
          <p:cNvSpPr>
            <a:spLocks noGrp="1"/>
          </p:cNvSpPr>
          <p:nvPr>
            <p:ph type="body" sz="quarter" idx="40"/>
          </p:nvPr>
        </p:nvSpPr>
        <p:spPr>
          <a:xfrm>
            <a:off x="8568198" y="2446357"/>
            <a:ext cx="3193050" cy="305212"/>
          </a:xfrm>
        </p:spPr>
        <p:txBody>
          <a:bodyPr/>
          <a:lstStyle/>
          <a:p>
            <a:r>
              <a:rPr lang="en-US"/>
              <a:t>Easy and flexible no-code branding</a:t>
            </a:r>
          </a:p>
        </p:txBody>
      </p:sp>
      <p:sp>
        <p:nvSpPr>
          <p:cNvPr id="23" name="Text Placeholder 22">
            <a:extLst>
              <a:ext uri="{FF2B5EF4-FFF2-40B4-BE49-F238E27FC236}">
                <a16:creationId xmlns:a16="http://schemas.microsoft.com/office/drawing/2014/main" id="{097E6725-86EE-9384-A92D-58A2AC288C18}"/>
              </a:ext>
            </a:extLst>
          </p:cNvPr>
          <p:cNvSpPr>
            <a:spLocks noGrp="1"/>
          </p:cNvSpPr>
          <p:nvPr>
            <p:ph type="body" sz="quarter" idx="41"/>
          </p:nvPr>
        </p:nvSpPr>
        <p:spPr>
          <a:xfrm>
            <a:off x="1147862" y="4984386"/>
            <a:ext cx="4102679" cy="1228541"/>
          </a:xfrm>
        </p:spPr>
        <p:txBody>
          <a:bodyPr/>
          <a:lstStyle/>
          <a:p>
            <a:r>
              <a:rPr lang="en-US"/>
              <a:t>We have an exceptional team of certified inhouse experts, state-of-the-art research facilities and deep reach into specialist networks. We are Pega, Microsoft &amp; AWS Partners and renowned for our pragmatism, Agility, speed and cost effectiveness.</a:t>
            </a:r>
          </a:p>
        </p:txBody>
      </p:sp>
      <p:sp>
        <p:nvSpPr>
          <p:cNvPr id="24" name="Text Placeholder 23">
            <a:extLst>
              <a:ext uri="{FF2B5EF4-FFF2-40B4-BE49-F238E27FC236}">
                <a16:creationId xmlns:a16="http://schemas.microsoft.com/office/drawing/2014/main" id="{78BA8A38-AE71-93AF-0C66-ADAF2D755D6B}"/>
              </a:ext>
            </a:extLst>
          </p:cNvPr>
          <p:cNvSpPr>
            <a:spLocks noGrp="1"/>
          </p:cNvSpPr>
          <p:nvPr>
            <p:ph type="body" sz="quarter" idx="42"/>
          </p:nvPr>
        </p:nvSpPr>
        <p:spPr>
          <a:xfrm>
            <a:off x="5603444" y="3594105"/>
            <a:ext cx="6283756" cy="1106713"/>
          </a:xfrm>
        </p:spPr>
        <p:txBody>
          <a:bodyPr/>
          <a:lstStyle/>
          <a:p>
            <a:r>
              <a:rPr lang="en-US"/>
              <a:t>We come from a deep history of helping customers with digital transformations in Legal &amp; Justice, Banking, Telecoms and Public sector domains. We have gathered extensive domain knowledge on these transformations typically involving - business process reengineering and customer service reengineering, near real-time customer 360 view, decisioning &amp; machine learning.</a:t>
            </a:r>
          </a:p>
        </p:txBody>
      </p:sp>
      <p:sp>
        <p:nvSpPr>
          <p:cNvPr id="25" name="Text Placeholder 24">
            <a:extLst>
              <a:ext uri="{FF2B5EF4-FFF2-40B4-BE49-F238E27FC236}">
                <a16:creationId xmlns:a16="http://schemas.microsoft.com/office/drawing/2014/main" id="{66A2E591-148F-23D9-B657-3420AB4AA6E2}"/>
              </a:ext>
            </a:extLst>
          </p:cNvPr>
          <p:cNvSpPr>
            <a:spLocks noGrp="1"/>
          </p:cNvSpPr>
          <p:nvPr>
            <p:ph type="body" sz="quarter" idx="43"/>
          </p:nvPr>
        </p:nvSpPr>
        <p:spPr>
          <a:xfrm>
            <a:off x="5603444" y="5147319"/>
            <a:ext cx="6283756" cy="1106713"/>
          </a:xfrm>
        </p:spPr>
        <p:txBody>
          <a:bodyPr/>
          <a:lstStyle/>
          <a:p>
            <a:r>
              <a:rPr lang="en-US"/>
              <a:t>We take pride in our grassroot talent pool with years of programming experience in Java, Python, machine learning and decisioning technologies. Our engineering team constantly thrives to respond to disruptive technologies, innovate new products and tools, and build frameworks and accelerators so that our customers benefit from fastest speed to market.</a:t>
            </a:r>
          </a:p>
        </p:txBody>
      </p:sp>
      <p:sp>
        <p:nvSpPr>
          <p:cNvPr id="26" name="Text Placeholder 25">
            <a:extLst>
              <a:ext uri="{FF2B5EF4-FFF2-40B4-BE49-F238E27FC236}">
                <a16:creationId xmlns:a16="http://schemas.microsoft.com/office/drawing/2014/main" id="{51A475D2-0399-7168-D31B-072153707FB7}"/>
              </a:ext>
            </a:extLst>
          </p:cNvPr>
          <p:cNvSpPr>
            <a:spLocks noGrp="1"/>
          </p:cNvSpPr>
          <p:nvPr>
            <p:ph type="body" sz="quarter" idx="44"/>
          </p:nvPr>
        </p:nvSpPr>
        <p:spPr>
          <a:xfrm>
            <a:off x="5960611" y="3312054"/>
            <a:ext cx="5926588" cy="307777"/>
          </a:xfrm>
        </p:spPr>
        <p:txBody>
          <a:bodyPr/>
          <a:lstStyle/>
          <a:p>
            <a:r>
              <a:rPr lang="en-US"/>
              <a:t>Deep Domain </a:t>
            </a:r>
            <a:r>
              <a:rPr lang="en-US">
                <a:solidFill>
                  <a:schemeClr val="accent3"/>
                </a:solidFill>
              </a:rPr>
              <a:t>Knowledge</a:t>
            </a:r>
            <a:endParaRPr lang="en-ID">
              <a:solidFill>
                <a:schemeClr val="accent3"/>
              </a:solidFill>
            </a:endParaRPr>
          </a:p>
        </p:txBody>
      </p:sp>
      <p:sp>
        <p:nvSpPr>
          <p:cNvPr id="27" name="Text Placeholder 26">
            <a:extLst>
              <a:ext uri="{FF2B5EF4-FFF2-40B4-BE49-F238E27FC236}">
                <a16:creationId xmlns:a16="http://schemas.microsoft.com/office/drawing/2014/main" id="{7C9DDF35-2CA0-783B-E87A-00390DF6CFEE}"/>
              </a:ext>
            </a:extLst>
          </p:cNvPr>
          <p:cNvSpPr>
            <a:spLocks noGrp="1"/>
          </p:cNvSpPr>
          <p:nvPr>
            <p:ph type="body" sz="quarter" idx="45"/>
          </p:nvPr>
        </p:nvSpPr>
        <p:spPr>
          <a:xfrm>
            <a:off x="5960610" y="4871614"/>
            <a:ext cx="5926590" cy="307777"/>
          </a:xfrm>
        </p:spPr>
        <p:txBody>
          <a:bodyPr/>
          <a:lstStyle/>
          <a:p>
            <a:r>
              <a:rPr lang="en-US"/>
              <a:t>Deeper Technology </a:t>
            </a:r>
            <a:r>
              <a:rPr lang="en-US">
                <a:solidFill>
                  <a:schemeClr val="accent3"/>
                </a:solidFill>
              </a:rPr>
              <a:t>Understanding</a:t>
            </a:r>
            <a:endParaRPr lang="en-ID">
              <a:solidFill>
                <a:schemeClr val="accent3"/>
              </a:solidFill>
            </a:endParaRPr>
          </a:p>
        </p:txBody>
      </p:sp>
      <p:sp>
        <p:nvSpPr>
          <p:cNvPr id="1365" name="Rectangle: Single Corner Rounded 1364">
            <a:extLst>
              <a:ext uri="{FF2B5EF4-FFF2-40B4-BE49-F238E27FC236}">
                <a16:creationId xmlns:a16="http://schemas.microsoft.com/office/drawing/2014/main" id="{D12BB200-026A-53D9-1A2C-BF6C6C6BC421}"/>
              </a:ext>
            </a:extLst>
          </p:cNvPr>
          <p:cNvSpPr/>
          <p:nvPr/>
        </p:nvSpPr>
        <p:spPr>
          <a:xfrm flipV="1">
            <a:off x="958181" y="842014"/>
            <a:ext cx="4693152" cy="33855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69" name="Rectangle: Single Corner Rounded 1368">
            <a:extLst>
              <a:ext uri="{FF2B5EF4-FFF2-40B4-BE49-F238E27FC236}">
                <a16:creationId xmlns:a16="http://schemas.microsoft.com/office/drawing/2014/main" id="{6EC9E62E-057B-8BE9-54AE-5E60B369669C}"/>
              </a:ext>
            </a:extLst>
          </p:cNvPr>
          <p:cNvSpPr/>
          <p:nvPr/>
        </p:nvSpPr>
        <p:spPr>
          <a:xfrm flipV="1">
            <a:off x="5547833" y="1533154"/>
            <a:ext cx="289654" cy="252088"/>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endParaRPr>
          </a:p>
        </p:txBody>
      </p:sp>
      <p:sp>
        <p:nvSpPr>
          <p:cNvPr id="1370" name="Freeform: Shape 1369">
            <a:extLst>
              <a:ext uri="{FF2B5EF4-FFF2-40B4-BE49-F238E27FC236}">
                <a16:creationId xmlns:a16="http://schemas.microsoft.com/office/drawing/2014/main" id="{D74F0002-1E22-65CC-ECD3-736337A76CC4}"/>
              </a:ext>
            </a:extLst>
          </p:cNvPr>
          <p:cNvSpPr/>
          <p:nvPr/>
        </p:nvSpPr>
        <p:spPr>
          <a:xfrm rot="18900000" flipH="1">
            <a:off x="5619079" y="1589868"/>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bg1"/>
              </a:solidFill>
            </a:endParaRPr>
          </a:p>
        </p:txBody>
      </p:sp>
      <p:sp>
        <p:nvSpPr>
          <p:cNvPr id="1372" name="Rectangle: Single Corner Rounded 1371">
            <a:extLst>
              <a:ext uri="{FF2B5EF4-FFF2-40B4-BE49-F238E27FC236}">
                <a16:creationId xmlns:a16="http://schemas.microsoft.com/office/drawing/2014/main" id="{B638A6D2-FA8F-6BB3-66CB-ABE94EDCBCB8}"/>
              </a:ext>
            </a:extLst>
          </p:cNvPr>
          <p:cNvSpPr/>
          <p:nvPr/>
        </p:nvSpPr>
        <p:spPr>
          <a:xfrm flipV="1">
            <a:off x="5547833" y="2472919"/>
            <a:ext cx="289654" cy="252088"/>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endParaRPr>
          </a:p>
        </p:txBody>
      </p:sp>
      <p:sp>
        <p:nvSpPr>
          <p:cNvPr id="1373" name="Freeform: Shape 1372">
            <a:extLst>
              <a:ext uri="{FF2B5EF4-FFF2-40B4-BE49-F238E27FC236}">
                <a16:creationId xmlns:a16="http://schemas.microsoft.com/office/drawing/2014/main" id="{72809B0F-9E3E-28E9-F57D-2591EDD0DC63}"/>
              </a:ext>
            </a:extLst>
          </p:cNvPr>
          <p:cNvSpPr/>
          <p:nvPr/>
        </p:nvSpPr>
        <p:spPr>
          <a:xfrm rot="18900000" flipH="1">
            <a:off x="5619079" y="2529633"/>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bg1"/>
              </a:solidFill>
            </a:endParaRPr>
          </a:p>
        </p:txBody>
      </p:sp>
      <p:sp>
        <p:nvSpPr>
          <p:cNvPr id="1382" name="Rectangle: Single Corner Rounded 1381">
            <a:extLst>
              <a:ext uri="{FF2B5EF4-FFF2-40B4-BE49-F238E27FC236}">
                <a16:creationId xmlns:a16="http://schemas.microsoft.com/office/drawing/2014/main" id="{13A18B4D-1710-B3EE-F452-4B16B20518BE}"/>
              </a:ext>
            </a:extLst>
          </p:cNvPr>
          <p:cNvSpPr/>
          <p:nvPr/>
        </p:nvSpPr>
        <p:spPr>
          <a:xfrm flipV="1">
            <a:off x="8222931" y="1533154"/>
            <a:ext cx="289654" cy="252088"/>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endParaRPr>
          </a:p>
        </p:txBody>
      </p:sp>
      <p:sp>
        <p:nvSpPr>
          <p:cNvPr id="1383" name="Freeform: Shape 1382">
            <a:extLst>
              <a:ext uri="{FF2B5EF4-FFF2-40B4-BE49-F238E27FC236}">
                <a16:creationId xmlns:a16="http://schemas.microsoft.com/office/drawing/2014/main" id="{8A4E38CC-40DC-168F-AB46-5E377C43D5DC}"/>
              </a:ext>
            </a:extLst>
          </p:cNvPr>
          <p:cNvSpPr/>
          <p:nvPr/>
        </p:nvSpPr>
        <p:spPr>
          <a:xfrm rot="18900000" flipH="1">
            <a:off x="8294177" y="1589868"/>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bg1"/>
              </a:solidFill>
            </a:endParaRPr>
          </a:p>
        </p:txBody>
      </p:sp>
      <p:sp>
        <p:nvSpPr>
          <p:cNvPr id="1385" name="Rectangle: Single Corner Rounded 1384">
            <a:extLst>
              <a:ext uri="{FF2B5EF4-FFF2-40B4-BE49-F238E27FC236}">
                <a16:creationId xmlns:a16="http://schemas.microsoft.com/office/drawing/2014/main" id="{FC660ABA-47EB-1EA9-6270-07E91662E537}"/>
              </a:ext>
            </a:extLst>
          </p:cNvPr>
          <p:cNvSpPr/>
          <p:nvPr/>
        </p:nvSpPr>
        <p:spPr>
          <a:xfrm flipV="1">
            <a:off x="8222931" y="2472919"/>
            <a:ext cx="289654" cy="252088"/>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endParaRPr>
          </a:p>
        </p:txBody>
      </p:sp>
      <p:sp>
        <p:nvSpPr>
          <p:cNvPr id="1386" name="Freeform: Shape 1385">
            <a:extLst>
              <a:ext uri="{FF2B5EF4-FFF2-40B4-BE49-F238E27FC236}">
                <a16:creationId xmlns:a16="http://schemas.microsoft.com/office/drawing/2014/main" id="{8AE3E473-A9C6-E63C-9909-3B72CDCAD8D4}"/>
              </a:ext>
            </a:extLst>
          </p:cNvPr>
          <p:cNvSpPr/>
          <p:nvPr/>
        </p:nvSpPr>
        <p:spPr>
          <a:xfrm rot="18900000" flipH="1">
            <a:off x="8294177" y="2529633"/>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bg1"/>
              </a:solidFill>
            </a:endParaRPr>
          </a:p>
        </p:txBody>
      </p:sp>
      <p:cxnSp>
        <p:nvCxnSpPr>
          <p:cNvPr id="1389" name="Straight Connector 1388">
            <a:extLst>
              <a:ext uri="{FF2B5EF4-FFF2-40B4-BE49-F238E27FC236}">
                <a16:creationId xmlns:a16="http://schemas.microsoft.com/office/drawing/2014/main" id="{97B9BC75-9F44-A8D3-078E-A4FF724DAF48}"/>
              </a:ext>
            </a:extLst>
          </p:cNvPr>
          <p:cNvCxnSpPr>
            <a:cxnSpLocks/>
          </p:cNvCxnSpPr>
          <p:nvPr/>
        </p:nvCxnSpPr>
        <p:spPr>
          <a:xfrm>
            <a:off x="5547833" y="2162175"/>
            <a:ext cx="609251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91" name="Straight Connector 1390">
            <a:extLst>
              <a:ext uri="{FF2B5EF4-FFF2-40B4-BE49-F238E27FC236}">
                <a16:creationId xmlns:a16="http://schemas.microsoft.com/office/drawing/2014/main" id="{07B27F14-F441-D6E1-E718-A750D30E3492}"/>
              </a:ext>
            </a:extLst>
          </p:cNvPr>
          <p:cNvCxnSpPr>
            <a:cxnSpLocks/>
          </p:cNvCxnSpPr>
          <p:nvPr/>
        </p:nvCxnSpPr>
        <p:spPr>
          <a:xfrm flipV="1">
            <a:off x="7843513" y="1499403"/>
            <a:ext cx="0" cy="139127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97" name="Freeform: Shape 1396">
            <a:extLst>
              <a:ext uri="{FF2B5EF4-FFF2-40B4-BE49-F238E27FC236}">
                <a16:creationId xmlns:a16="http://schemas.microsoft.com/office/drawing/2014/main" id="{EBB2E270-C3DD-41B3-7C35-5DB8DBC3CDFC}"/>
              </a:ext>
            </a:extLst>
          </p:cNvPr>
          <p:cNvSpPr/>
          <p:nvPr/>
        </p:nvSpPr>
        <p:spPr>
          <a:xfrm rot="5400000">
            <a:off x="7794281" y="2114938"/>
            <a:ext cx="94476" cy="94474"/>
          </a:xfrm>
          <a:custGeom>
            <a:avLst/>
            <a:gdLst>
              <a:gd name="connsiteX0" fmla="*/ 0 w 150037"/>
              <a:gd name="connsiteY0" fmla="*/ 97878 h 150037"/>
              <a:gd name="connsiteX1" fmla="*/ 0 w 150037"/>
              <a:gd name="connsiteY1" fmla="*/ 52159 h 150037"/>
              <a:gd name="connsiteX2" fmla="*/ 52160 w 150037"/>
              <a:gd name="connsiteY2" fmla="*/ 52159 h 150037"/>
              <a:gd name="connsiteX3" fmla="*/ 52160 w 150037"/>
              <a:gd name="connsiteY3" fmla="*/ 0 h 150037"/>
              <a:gd name="connsiteX4" fmla="*/ 97879 w 150037"/>
              <a:gd name="connsiteY4" fmla="*/ 0 h 150037"/>
              <a:gd name="connsiteX5" fmla="*/ 97879 w 150037"/>
              <a:gd name="connsiteY5" fmla="*/ 52159 h 150037"/>
              <a:gd name="connsiteX6" fmla="*/ 150037 w 150037"/>
              <a:gd name="connsiteY6" fmla="*/ 52159 h 150037"/>
              <a:gd name="connsiteX7" fmla="*/ 150037 w 150037"/>
              <a:gd name="connsiteY7" fmla="*/ 97878 h 150037"/>
              <a:gd name="connsiteX8" fmla="*/ 97879 w 150037"/>
              <a:gd name="connsiteY8" fmla="*/ 97878 h 150037"/>
              <a:gd name="connsiteX9" fmla="*/ 97879 w 150037"/>
              <a:gd name="connsiteY9" fmla="*/ 150037 h 150037"/>
              <a:gd name="connsiteX10" fmla="*/ 52160 w 150037"/>
              <a:gd name="connsiteY10" fmla="*/ 150037 h 150037"/>
              <a:gd name="connsiteX11" fmla="*/ 52160 w 150037"/>
              <a:gd name="connsiteY11" fmla="*/ 97878 h 15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037" h="150037">
                <a:moveTo>
                  <a:pt x="0" y="97878"/>
                </a:moveTo>
                <a:lnTo>
                  <a:pt x="0" y="52159"/>
                </a:lnTo>
                <a:lnTo>
                  <a:pt x="52160" y="52159"/>
                </a:lnTo>
                <a:lnTo>
                  <a:pt x="52160" y="0"/>
                </a:lnTo>
                <a:lnTo>
                  <a:pt x="97879" y="0"/>
                </a:lnTo>
                <a:lnTo>
                  <a:pt x="97879" y="52159"/>
                </a:lnTo>
                <a:lnTo>
                  <a:pt x="150037" y="52159"/>
                </a:lnTo>
                <a:lnTo>
                  <a:pt x="150037" y="97878"/>
                </a:lnTo>
                <a:lnTo>
                  <a:pt x="97879" y="97878"/>
                </a:lnTo>
                <a:lnTo>
                  <a:pt x="97879" y="150037"/>
                </a:lnTo>
                <a:lnTo>
                  <a:pt x="52160" y="150037"/>
                </a:lnTo>
                <a:lnTo>
                  <a:pt x="52160" y="9787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399" name="Rectangle: Top Corners Rounded 1398">
            <a:extLst>
              <a:ext uri="{FF2B5EF4-FFF2-40B4-BE49-F238E27FC236}">
                <a16:creationId xmlns:a16="http://schemas.microsoft.com/office/drawing/2014/main" id="{D03D6AFA-3C2E-77B5-3C69-3588C23826F9}"/>
              </a:ext>
            </a:extLst>
          </p:cNvPr>
          <p:cNvSpPr/>
          <p:nvPr/>
        </p:nvSpPr>
        <p:spPr>
          <a:xfrm>
            <a:off x="958181" y="3962400"/>
            <a:ext cx="4416060" cy="2390776"/>
          </a:xfrm>
          <a:prstGeom prst="round2SameRect">
            <a:avLst>
              <a:gd name="adj1" fmla="val 0"/>
              <a:gd name="adj2" fmla="val 10970"/>
            </a:avLst>
          </a:prstGeom>
          <a:gradFill>
            <a:gsLst>
              <a:gs pos="57000">
                <a:schemeClr val="accent1">
                  <a:alpha val="96000"/>
                </a:schemeClr>
              </a:gs>
              <a:gs pos="100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413" name="Graphic 1412">
            <a:extLst>
              <a:ext uri="{FF2B5EF4-FFF2-40B4-BE49-F238E27FC236}">
                <a16:creationId xmlns:a16="http://schemas.microsoft.com/office/drawing/2014/main" id="{BA676888-D5C4-B75F-3DF3-709FCC74F3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07159" y="4902744"/>
            <a:ext cx="246580" cy="246578"/>
          </a:xfrm>
          <a:prstGeom prst="rect">
            <a:avLst/>
          </a:prstGeom>
        </p:spPr>
      </p:pic>
      <p:pic>
        <p:nvPicPr>
          <p:cNvPr id="1415" name="Graphic 1414">
            <a:extLst>
              <a:ext uri="{FF2B5EF4-FFF2-40B4-BE49-F238E27FC236}">
                <a16:creationId xmlns:a16="http://schemas.microsoft.com/office/drawing/2014/main" id="{9728F2A1-FBC3-1A8F-B1BE-2F15EB1CD6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99400" y="3332895"/>
            <a:ext cx="261210" cy="261210"/>
          </a:xfrm>
          <a:prstGeom prst="rect">
            <a:avLst/>
          </a:prstGeom>
        </p:spPr>
      </p:pic>
      <p:sp>
        <p:nvSpPr>
          <p:cNvPr id="51" name="Text Placeholder 50">
            <a:extLst>
              <a:ext uri="{FF2B5EF4-FFF2-40B4-BE49-F238E27FC236}">
                <a16:creationId xmlns:a16="http://schemas.microsoft.com/office/drawing/2014/main" id="{CE202C60-A84E-82E1-1030-C0CB08AC0648}"/>
              </a:ext>
            </a:extLst>
          </p:cNvPr>
          <p:cNvSpPr>
            <a:spLocks noGrp="1"/>
          </p:cNvSpPr>
          <p:nvPr>
            <p:ph type="body" sz="quarter" idx="47"/>
          </p:nvPr>
        </p:nvSpPr>
        <p:spPr/>
        <p:txBody>
          <a:bodyPr/>
          <a:lstStyle/>
          <a:p>
            <a:r>
              <a:rPr lang="en-US" sz="1400" b="1">
                <a:solidFill>
                  <a:schemeClr val="accent1"/>
                </a:solidFill>
                <a:latin typeface="+mj-lt"/>
              </a:rPr>
              <a:t>AI Powered Digital Transformation Specialists</a:t>
            </a:r>
            <a:endParaRPr lang="en-ID" sz="1400" b="1">
              <a:solidFill>
                <a:schemeClr val="accent1"/>
              </a:solidFill>
              <a:latin typeface="+mj-lt"/>
            </a:endParaRPr>
          </a:p>
        </p:txBody>
      </p:sp>
    </p:spTree>
    <p:extLst>
      <p:ext uri="{BB962C8B-B14F-4D97-AF65-F5344CB8AC3E}">
        <p14:creationId xmlns:p14="http://schemas.microsoft.com/office/powerpoint/2010/main" val="2471821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DF0722C-4F81-B3F1-7F3A-27B912A8B78D}"/>
              </a:ext>
            </a:extLst>
          </p:cNvPr>
          <p:cNvSpPr/>
          <p:nvPr/>
        </p:nvSpPr>
        <p:spPr>
          <a:xfrm>
            <a:off x="5168672" y="2851622"/>
            <a:ext cx="178784" cy="734659"/>
          </a:xfrm>
          <a:custGeom>
            <a:avLst/>
            <a:gdLst>
              <a:gd name="connsiteX0" fmla="*/ 12160 w 211592"/>
              <a:gd name="connsiteY0" fmla="*/ 869473 h 869472"/>
              <a:gd name="connsiteX1" fmla="*/ 0 w 211592"/>
              <a:gd name="connsiteY1" fmla="*/ 869473 h 869472"/>
              <a:gd name="connsiteX2" fmla="*/ 0 w 211592"/>
              <a:gd name="connsiteY2" fmla="*/ 255370 h 869472"/>
              <a:gd name="connsiteX3" fmla="*/ 87555 w 211592"/>
              <a:gd name="connsiteY3" fmla="*/ 83907 h 869472"/>
              <a:gd name="connsiteX4" fmla="*/ 204296 w 211592"/>
              <a:gd name="connsiteY4" fmla="*/ 0 h 869472"/>
              <a:gd name="connsiteX5" fmla="*/ 211592 w 211592"/>
              <a:gd name="connsiteY5" fmla="*/ 9728 h 869472"/>
              <a:gd name="connsiteX6" fmla="*/ 94852 w 211592"/>
              <a:gd name="connsiteY6" fmla="*/ 93635 h 869472"/>
              <a:gd name="connsiteX7" fmla="*/ 12160 w 211592"/>
              <a:gd name="connsiteY7" fmla="*/ 255370 h 869472"/>
              <a:gd name="connsiteX8" fmla="*/ 12160 w 211592"/>
              <a:gd name="connsiteY8" fmla="*/ 869473 h 869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92" h="869472">
                <a:moveTo>
                  <a:pt x="12160" y="869473"/>
                </a:moveTo>
                <a:lnTo>
                  <a:pt x="0" y="869473"/>
                </a:lnTo>
                <a:lnTo>
                  <a:pt x="0" y="255370"/>
                </a:lnTo>
                <a:cubicBezTo>
                  <a:pt x="0" y="187271"/>
                  <a:pt x="32833" y="124037"/>
                  <a:pt x="87555" y="83907"/>
                </a:cubicBezTo>
                <a:lnTo>
                  <a:pt x="204296" y="0"/>
                </a:lnTo>
                <a:lnTo>
                  <a:pt x="211592" y="9728"/>
                </a:lnTo>
                <a:lnTo>
                  <a:pt x="94852" y="93635"/>
                </a:lnTo>
                <a:cubicBezTo>
                  <a:pt x="42562" y="131333"/>
                  <a:pt x="12160" y="190919"/>
                  <a:pt x="12160" y="255370"/>
                </a:cubicBezTo>
                <a:lnTo>
                  <a:pt x="12160" y="869473"/>
                </a:lnTo>
                <a:close/>
              </a:path>
            </a:pathLst>
          </a:custGeom>
          <a:solidFill>
            <a:srgbClr val="807F7F"/>
          </a:solidFill>
          <a:ln w="12160" cap="flat">
            <a:noFill/>
            <a:prstDash val="solid"/>
            <a:miter/>
          </a:ln>
        </p:spPr>
        <p:txBody>
          <a:bodyPr rtlCol="0" anchor="ctr"/>
          <a:lstStyle/>
          <a:p>
            <a:endParaRPr lang="en-ID"/>
          </a:p>
        </p:txBody>
      </p:sp>
      <p:sp>
        <p:nvSpPr>
          <p:cNvPr id="15" name="Freeform: Shape 14">
            <a:extLst>
              <a:ext uri="{FF2B5EF4-FFF2-40B4-BE49-F238E27FC236}">
                <a16:creationId xmlns:a16="http://schemas.microsoft.com/office/drawing/2014/main" id="{02DBDF1A-180A-7C5F-4CDE-7434B12556CA}"/>
              </a:ext>
            </a:extLst>
          </p:cNvPr>
          <p:cNvSpPr/>
          <p:nvPr/>
        </p:nvSpPr>
        <p:spPr>
          <a:xfrm>
            <a:off x="5288888" y="2801275"/>
            <a:ext cx="110969" cy="110969"/>
          </a:xfrm>
          <a:custGeom>
            <a:avLst/>
            <a:gdLst>
              <a:gd name="connsiteX0" fmla="*/ 131333 w 131332"/>
              <a:gd name="connsiteY0" fmla="*/ 65666 h 131332"/>
              <a:gd name="connsiteX1" fmla="*/ 65666 w 131332"/>
              <a:gd name="connsiteY1" fmla="*/ 131333 h 131332"/>
              <a:gd name="connsiteX2" fmla="*/ 0 w 131332"/>
              <a:gd name="connsiteY2" fmla="*/ 65666 h 131332"/>
              <a:gd name="connsiteX3" fmla="*/ 65666 w 131332"/>
              <a:gd name="connsiteY3" fmla="*/ 0 h 131332"/>
              <a:gd name="connsiteX4" fmla="*/ 131333 w 131332"/>
              <a:gd name="connsiteY4" fmla="*/ 65666 h 13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332" h="131332">
                <a:moveTo>
                  <a:pt x="131333" y="65666"/>
                </a:moveTo>
                <a:cubicBezTo>
                  <a:pt x="131333" y="102148"/>
                  <a:pt x="102148" y="131333"/>
                  <a:pt x="65666" y="131333"/>
                </a:cubicBezTo>
                <a:cubicBezTo>
                  <a:pt x="29185" y="131333"/>
                  <a:pt x="0" y="102148"/>
                  <a:pt x="0" y="65666"/>
                </a:cubicBezTo>
                <a:cubicBezTo>
                  <a:pt x="0" y="29185"/>
                  <a:pt x="29185" y="0"/>
                  <a:pt x="65666" y="0"/>
                </a:cubicBezTo>
                <a:cubicBezTo>
                  <a:pt x="102148" y="0"/>
                  <a:pt x="131333" y="29185"/>
                  <a:pt x="131333" y="65666"/>
                </a:cubicBezTo>
                <a:close/>
              </a:path>
            </a:pathLst>
          </a:custGeom>
          <a:solidFill>
            <a:schemeClr val="accent3"/>
          </a:solidFill>
          <a:ln w="12160"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FAA3A773-8F81-C8E2-C261-8B2C4E4654B5}"/>
              </a:ext>
            </a:extLst>
          </p:cNvPr>
          <p:cNvSpPr/>
          <p:nvPr/>
        </p:nvSpPr>
        <p:spPr>
          <a:xfrm>
            <a:off x="5877645" y="2241959"/>
            <a:ext cx="722330" cy="292166"/>
          </a:xfrm>
          <a:custGeom>
            <a:avLst/>
            <a:gdLst>
              <a:gd name="connsiteX0" fmla="*/ 6080 w 854880"/>
              <a:gd name="connsiteY0" fmla="*/ 345779 h 345779"/>
              <a:gd name="connsiteX1" fmla="*/ 0 w 854880"/>
              <a:gd name="connsiteY1" fmla="*/ 334835 h 345779"/>
              <a:gd name="connsiteX2" fmla="*/ 531412 w 854880"/>
              <a:gd name="connsiteY2" fmla="*/ 28391 h 345779"/>
              <a:gd name="connsiteX3" fmla="*/ 723548 w 854880"/>
              <a:gd name="connsiteY3" fmla="*/ 18663 h 345779"/>
              <a:gd name="connsiteX4" fmla="*/ 854880 w 854880"/>
              <a:gd name="connsiteY4" fmla="*/ 78249 h 345779"/>
              <a:gd name="connsiteX5" fmla="*/ 850016 w 854880"/>
              <a:gd name="connsiteY5" fmla="*/ 89194 h 345779"/>
              <a:gd name="connsiteX6" fmla="*/ 718683 w 854880"/>
              <a:gd name="connsiteY6" fmla="*/ 29607 h 345779"/>
              <a:gd name="connsiteX7" fmla="*/ 537492 w 854880"/>
              <a:gd name="connsiteY7" fmla="*/ 38120 h 345779"/>
              <a:gd name="connsiteX8" fmla="*/ 6080 w 854880"/>
              <a:gd name="connsiteY8" fmla="*/ 345779 h 345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4880" h="345779">
                <a:moveTo>
                  <a:pt x="6080" y="345779"/>
                </a:moveTo>
                <a:lnTo>
                  <a:pt x="0" y="334835"/>
                </a:lnTo>
                <a:lnTo>
                  <a:pt x="531412" y="28391"/>
                </a:lnTo>
                <a:cubicBezTo>
                  <a:pt x="589782" y="-5658"/>
                  <a:pt x="661529" y="-9306"/>
                  <a:pt x="723548" y="18663"/>
                </a:cubicBezTo>
                <a:lnTo>
                  <a:pt x="854880" y="78249"/>
                </a:lnTo>
                <a:lnTo>
                  <a:pt x="850016" y="89194"/>
                </a:lnTo>
                <a:lnTo>
                  <a:pt x="718683" y="29607"/>
                </a:lnTo>
                <a:cubicBezTo>
                  <a:pt x="660313" y="2854"/>
                  <a:pt x="592214" y="6503"/>
                  <a:pt x="537492" y="38120"/>
                </a:cubicBezTo>
                <a:lnTo>
                  <a:pt x="6080" y="345779"/>
                </a:lnTo>
                <a:close/>
              </a:path>
            </a:pathLst>
          </a:custGeom>
          <a:solidFill>
            <a:srgbClr val="807F7F"/>
          </a:solidFill>
          <a:ln w="12160"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441CC191-E044-FA5A-C990-5AB043BCCCD3}"/>
              </a:ext>
            </a:extLst>
          </p:cNvPr>
          <p:cNvSpPr/>
          <p:nvPr/>
        </p:nvSpPr>
        <p:spPr>
          <a:xfrm>
            <a:off x="6543195" y="2257461"/>
            <a:ext cx="109803" cy="110478"/>
          </a:xfrm>
          <a:custGeom>
            <a:avLst/>
            <a:gdLst>
              <a:gd name="connsiteX0" fmla="*/ 97601 w 129952"/>
              <a:gd name="connsiteY0" fmla="*/ 121922 h 130751"/>
              <a:gd name="connsiteX1" fmla="*/ 8830 w 129952"/>
              <a:gd name="connsiteY1" fmla="*/ 97601 h 130751"/>
              <a:gd name="connsiteX2" fmla="*/ 33151 w 129952"/>
              <a:gd name="connsiteY2" fmla="*/ 8830 h 130751"/>
              <a:gd name="connsiteX3" fmla="*/ 121922 w 129952"/>
              <a:gd name="connsiteY3" fmla="*/ 33151 h 130751"/>
              <a:gd name="connsiteX4" fmla="*/ 97601 w 129952"/>
              <a:gd name="connsiteY4" fmla="*/ 121922 h 130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52" h="130751">
                <a:moveTo>
                  <a:pt x="97601" y="121922"/>
                </a:moveTo>
                <a:cubicBezTo>
                  <a:pt x="65984" y="140163"/>
                  <a:pt x="25854" y="129218"/>
                  <a:pt x="8830" y="97601"/>
                </a:cubicBezTo>
                <a:cubicBezTo>
                  <a:pt x="-9411" y="65984"/>
                  <a:pt x="1533" y="25854"/>
                  <a:pt x="33151" y="8830"/>
                </a:cubicBezTo>
                <a:cubicBezTo>
                  <a:pt x="64768" y="-9411"/>
                  <a:pt x="104897" y="1533"/>
                  <a:pt x="121922" y="33151"/>
                </a:cubicBezTo>
                <a:cubicBezTo>
                  <a:pt x="138947" y="64768"/>
                  <a:pt x="128002" y="103681"/>
                  <a:pt x="97601" y="121922"/>
                </a:cubicBezTo>
                <a:close/>
              </a:path>
            </a:pathLst>
          </a:custGeom>
          <a:solidFill>
            <a:schemeClr val="accent2"/>
          </a:solidFill>
          <a:ln w="12160"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E842C2DA-B921-4166-3251-3ABBBF7D33C7}"/>
              </a:ext>
            </a:extLst>
          </p:cNvPr>
          <p:cNvSpPr/>
          <p:nvPr/>
        </p:nvSpPr>
        <p:spPr>
          <a:xfrm>
            <a:off x="7145576" y="2609133"/>
            <a:ext cx="554847" cy="518886"/>
          </a:xfrm>
          <a:custGeom>
            <a:avLst/>
            <a:gdLst>
              <a:gd name="connsiteX0" fmla="*/ 643288 w 656664"/>
              <a:gd name="connsiteY0" fmla="*/ 614103 h 614103"/>
              <a:gd name="connsiteX1" fmla="*/ 628696 w 656664"/>
              <a:gd name="connsiteY1" fmla="*/ 470610 h 614103"/>
              <a:gd name="connsiteX2" fmla="*/ 530196 w 656664"/>
              <a:gd name="connsiteY2" fmla="*/ 318604 h 614103"/>
              <a:gd name="connsiteX3" fmla="*/ 0 w 656664"/>
              <a:gd name="connsiteY3" fmla="*/ 10944 h 614103"/>
              <a:gd name="connsiteX4" fmla="*/ 6080 w 656664"/>
              <a:gd name="connsiteY4" fmla="*/ 0 h 614103"/>
              <a:gd name="connsiteX5" fmla="*/ 537493 w 656664"/>
              <a:gd name="connsiteY5" fmla="*/ 307660 h 614103"/>
              <a:gd name="connsiteX6" fmla="*/ 642072 w 656664"/>
              <a:gd name="connsiteY6" fmla="*/ 469394 h 614103"/>
              <a:gd name="connsiteX7" fmla="*/ 656665 w 656664"/>
              <a:gd name="connsiteY7" fmla="*/ 612887 h 614103"/>
              <a:gd name="connsiteX8" fmla="*/ 643288 w 656664"/>
              <a:gd name="connsiteY8" fmla="*/ 614103 h 614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6664" h="614103">
                <a:moveTo>
                  <a:pt x="643288" y="614103"/>
                </a:moveTo>
                <a:lnTo>
                  <a:pt x="628696" y="470610"/>
                </a:lnTo>
                <a:cubicBezTo>
                  <a:pt x="622616" y="407375"/>
                  <a:pt x="584918" y="350221"/>
                  <a:pt x="530196" y="318604"/>
                </a:cubicBezTo>
                <a:lnTo>
                  <a:pt x="0" y="10944"/>
                </a:lnTo>
                <a:lnTo>
                  <a:pt x="6080" y="0"/>
                </a:lnTo>
                <a:lnTo>
                  <a:pt x="537493" y="307660"/>
                </a:lnTo>
                <a:cubicBezTo>
                  <a:pt x="595863" y="341709"/>
                  <a:pt x="634776" y="402511"/>
                  <a:pt x="642072" y="469394"/>
                </a:cubicBezTo>
                <a:lnTo>
                  <a:pt x="656665" y="612887"/>
                </a:lnTo>
                <a:lnTo>
                  <a:pt x="643288" y="614103"/>
                </a:lnTo>
                <a:close/>
              </a:path>
            </a:pathLst>
          </a:custGeom>
          <a:solidFill>
            <a:srgbClr val="807F7F"/>
          </a:solidFill>
          <a:ln w="12160"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EDD5C71F-A36B-7750-1D9D-B958547FB91C}"/>
              </a:ext>
            </a:extLst>
          </p:cNvPr>
          <p:cNvSpPr/>
          <p:nvPr/>
        </p:nvSpPr>
        <p:spPr>
          <a:xfrm>
            <a:off x="7638962" y="3072722"/>
            <a:ext cx="109565" cy="109565"/>
          </a:xfrm>
          <a:custGeom>
            <a:avLst/>
            <a:gdLst>
              <a:gd name="connsiteX0" fmla="*/ 32610 w 129670"/>
              <a:gd name="connsiteY0" fmla="*/ 121382 h 129670"/>
              <a:gd name="connsiteX1" fmla="*/ 8289 w 129670"/>
              <a:gd name="connsiteY1" fmla="*/ 32610 h 129670"/>
              <a:gd name="connsiteX2" fmla="*/ 97061 w 129670"/>
              <a:gd name="connsiteY2" fmla="*/ 8289 h 129670"/>
              <a:gd name="connsiteX3" fmla="*/ 121382 w 129670"/>
              <a:gd name="connsiteY3" fmla="*/ 97061 h 129670"/>
              <a:gd name="connsiteX4" fmla="*/ 32610 w 129670"/>
              <a:gd name="connsiteY4" fmla="*/ 121382 h 129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70" h="129670">
                <a:moveTo>
                  <a:pt x="32610" y="121382"/>
                </a:moveTo>
                <a:cubicBezTo>
                  <a:pt x="993" y="103141"/>
                  <a:pt x="-8735" y="63011"/>
                  <a:pt x="8289" y="32610"/>
                </a:cubicBezTo>
                <a:cubicBezTo>
                  <a:pt x="26530" y="993"/>
                  <a:pt x="66660" y="-8735"/>
                  <a:pt x="97061" y="8289"/>
                </a:cubicBezTo>
                <a:cubicBezTo>
                  <a:pt x="128678" y="26530"/>
                  <a:pt x="138406" y="66659"/>
                  <a:pt x="121382" y="97061"/>
                </a:cubicBezTo>
                <a:cubicBezTo>
                  <a:pt x="104357" y="128678"/>
                  <a:pt x="64227" y="138406"/>
                  <a:pt x="32610" y="121382"/>
                </a:cubicBezTo>
                <a:close/>
              </a:path>
            </a:pathLst>
          </a:custGeom>
          <a:solidFill>
            <a:schemeClr val="accent3"/>
          </a:solidFill>
          <a:ln w="12160"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588E3B0C-497F-503F-582A-1303E4A4D285}"/>
              </a:ext>
            </a:extLst>
          </p:cNvPr>
          <p:cNvSpPr/>
          <p:nvPr/>
        </p:nvSpPr>
        <p:spPr>
          <a:xfrm>
            <a:off x="7533969" y="3753764"/>
            <a:ext cx="179812" cy="734659"/>
          </a:xfrm>
          <a:custGeom>
            <a:avLst/>
            <a:gdLst>
              <a:gd name="connsiteX0" fmla="*/ 7296 w 212808"/>
              <a:gd name="connsiteY0" fmla="*/ 869473 h 869472"/>
              <a:gd name="connsiteX1" fmla="*/ 0 w 212808"/>
              <a:gd name="connsiteY1" fmla="*/ 859745 h 869472"/>
              <a:gd name="connsiteX2" fmla="*/ 116741 w 212808"/>
              <a:gd name="connsiteY2" fmla="*/ 775837 h 869472"/>
              <a:gd name="connsiteX3" fmla="*/ 199432 w 212808"/>
              <a:gd name="connsiteY3" fmla="*/ 614103 h 869472"/>
              <a:gd name="connsiteX4" fmla="*/ 200648 w 212808"/>
              <a:gd name="connsiteY4" fmla="*/ 0 h 869472"/>
              <a:gd name="connsiteX5" fmla="*/ 212808 w 212808"/>
              <a:gd name="connsiteY5" fmla="*/ 0 h 869472"/>
              <a:gd name="connsiteX6" fmla="*/ 211592 w 212808"/>
              <a:gd name="connsiteY6" fmla="*/ 614103 h 869472"/>
              <a:gd name="connsiteX7" fmla="*/ 124037 w 212808"/>
              <a:gd name="connsiteY7" fmla="*/ 785566 h 869472"/>
              <a:gd name="connsiteX8" fmla="*/ 7296 w 212808"/>
              <a:gd name="connsiteY8" fmla="*/ 869473 h 869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808" h="869472">
                <a:moveTo>
                  <a:pt x="7296" y="869473"/>
                </a:moveTo>
                <a:lnTo>
                  <a:pt x="0" y="859745"/>
                </a:lnTo>
                <a:lnTo>
                  <a:pt x="116741" y="775837"/>
                </a:lnTo>
                <a:cubicBezTo>
                  <a:pt x="169031" y="738140"/>
                  <a:pt x="199432" y="678553"/>
                  <a:pt x="199432" y="614103"/>
                </a:cubicBezTo>
                <a:lnTo>
                  <a:pt x="200648" y="0"/>
                </a:lnTo>
                <a:lnTo>
                  <a:pt x="212808" y="0"/>
                </a:lnTo>
                <a:lnTo>
                  <a:pt x="211592" y="614103"/>
                </a:lnTo>
                <a:cubicBezTo>
                  <a:pt x="211592" y="682202"/>
                  <a:pt x="178759" y="745436"/>
                  <a:pt x="124037" y="785566"/>
                </a:cubicBezTo>
                <a:lnTo>
                  <a:pt x="7296" y="869473"/>
                </a:lnTo>
                <a:close/>
              </a:path>
            </a:pathLst>
          </a:custGeom>
          <a:solidFill>
            <a:srgbClr val="807F7F"/>
          </a:solidFill>
          <a:ln w="12160" cap="flat">
            <a:noFill/>
            <a:prstDash val="solid"/>
            <a:miter/>
          </a:ln>
        </p:spPr>
        <p:txBody>
          <a:bodyPr rtlCol="0" anchor="ctr"/>
          <a:lstStyle/>
          <a:p>
            <a:endParaRPr lang="en-ID"/>
          </a:p>
        </p:txBody>
      </p:sp>
      <p:sp>
        <p:nvSpPr>
          <p:cNvPr id="36" name="Freeform: Shape 35">
            <a:extLst>
              <a:ext uri="{FF2B5EF4-FFF2-40B4-BE49-F238E27FC236}">
                <a16:creationId xmlns:a16="http://schemas.microsoft.com/office/drawing/2014/main" id="{1F0E4649-C6AC-3A67-311B-E45B82CD0CDB}"/>
              </a:ext>
            </a:extLst>
          </p:cNvPr>
          <p:cNvSpPr/>
          <p:nvPr/>
        </p:nvSpPr>
        <p:spPr>
          <a:xfrm>
            <a:off x="7481567" y="4428829"/>
            <a:ext cx="110969" cy="110969"/>
          </a:xfrm>
          <a:custGeom>
            <a:avLst/>
            <a:gdLst>
              <a:gd name="connsiteX0" fmla="*/ 0 w 131332"/>
              <a:gd name="connsiteY0" fmla="*/ 65666 h 131332"/>
              <a:gd name="connsiteX1" fmla="*/ 65666 w 131332"/>
              <a:gd name="connsiteY1" fmla="*/ 0 h 131332"/>
              <a:gd name="connsiteX2" fmla="*/ 131333 w 131332"/>
              <a:gd name="connsiteY2" fmla="*/ 65666 h 131332"/>
              <a:gd name="connsiteX3" fmla="*/ 65666 w 131332"/>
              <a:gd name="connsiteY3" fmla="*/ 131333 h 131332"/>
              <a:gd name="connsiteX4" fmla="*/ 0 w 131332"/>
              <a:gd name="connsiteY4" fmla="*/ 65666 h 13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332" h="131332">
                <a:moveTo>
                  <a:pt x="0" y="65666"/>
                </a:moveTo>
                <a:cubicBezTo>
                  <a:pt x="0" y="29185"/>
                  <a:pt x="29185" y="0"/>
                  <a:pt x="65666" y="0"/>
                </a:cubicBezTo>
                <a:cubicBezTo>
                  <a:pt x="102148" y="0"/>
                  <a:pt x="131333" y="29185"/>
                  <a:pt x="131333" y="65666"/>
                </a:cubicBezTo>
                <a:cubicBezTo>
                  <a:pt x="131333" y="102148"/>
                  <a:pt x="102148" y="131333"/>
                  <a:pt x="65666" y="131333"/>
                </a:cubicBezTo>
                <a:cubicBezTo>
                  <a:pt x="29185" y="130117"/>
                  <a:pt x="0" y="100932"/>
                  <a:pt x="0" y="65666"/>
                </a:cubicBezTo>
                <a:close/>
              </a:path>
            </a:pathLst>
          </a:custGeom>
          <a:solidFill>
            <a:schemeClr val="accent2"/>
          </a:solidFill>
          <a:ln w="12160" cap="flat">
            <a:noFill/>
            <a:prstDash val="solid"/>
            <a:miter/>
          </a:ln>
        </p:spPr>
        <p:txBody>
          <a:bodyPr rtlCol="0" anchor="ctr"/>
          <a:lstStyle/>
          <a:p>
            <a:endParaRPr lang="en-ID"/>
          </a:p>
        </p:txBody>
      </p:sp>
      <p:sp>
        <p:nvSpPr>
          <p:cNvPr id="38" name="Freeform: Shape 37">
            <a:extLst>
              <a:ext uri="{FF2B5EF4-FFF2-40B4-BE49-F238E27FC236}">
                <a16:creationId xmlns:a16="http://schemas.microsoft.com/office/drawing/2014/main" id="{79688D4E-1BA6-39C2-7514-E42091D1812A}"/>
              </a:ext>
            </a:extLst>
          </p:cNvPr>
          <p:cNvSpPr/>
          <p:nvPr/>
        </p:nvSpPr>
        <p:spPr>
          <a:xfrm>
            <a:off x="6280423" y="4805920"/>
            <a:ext cx="722330" cy="289754"/>
          </a:xfrm>
          <a:custGeom>
            <a:avLst/>
            <a:gdLst>
              <a:gd name="connsiteX0" fmla="*/ 218888 w 854880"/>
              <a:gd name="connsiteY0" fmla="*/ 342925 h 342925"/>
              <a:gd name="connsiteX1" fmla="*/ 131333 w 854880"/>
              <a:gd name="connsiteY1" fmla="*/ 324684 h 342925"/>
              <a:gd name="connsiteX2" fmla="*/ 0 w 854880"/>
              <a:gd name="connsiteY2" fmla="*/ 265098 h 342925"/>
              <a:gd name="connsiteX3" fmla="*/ 4864 w 854880"/>
              <a:gd name="connsiteY3" fmla="*/ 254154 h 342925"/>
              <a:gd name="connsiteX4" fmla="*/ 136197 w 854880"/>
              <a:gd name="connsiteY4" fmla="*/ 313740 h 342925"/>
              <a:gd name="connsiteX5" fmla="*/ 317388 w 854880"/>
              <a:gd name="connsiteY5" fmla="*/ 305228 h 342925"/>
              <a:gd name="connsiteX6" fmla="*/ 848800 w 854880"/>
              <a:gd name="connsiteY6" fmla="*/ 0 h 342925"/>
              <a:gd name="connsiteX7" fmla="*/ 854881 w 854880"/>
              <a:gd name="connsiteY7" fmla="*/ 10944 h 342925"/>
              <a:gd name="connsiteX8" fmla="*/ 324684 w 854880"/>
              <a:gd name="connsiteY8" fmla="*/ 314956 h 342925"/>
              <a:gd name="connsiteX9" fmla="*/ 218888 w 854880"/>
              <a:gd name="connsiteY9" fmla="*/ 342925 h 3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4880" h="342925">
                <a:moveTo>
                  <a:pt x="218888" y="342925"/>
                </a:moveTo>
                <a:cubicBezTo>
                  <a:pt x="189703" y="342925"/>
                  <a:pt x="159302" y="336845"/>
                  <a:pt x="131333" y="324684"/>
                </a:cubicBezTo>
                <a:lnTo>
                  <a:pt x="0" y="265098"/>
                </a:lnTo>
                <a:lnTo>
                  <a:pt x="4864" y="254154"/>
                </a:lnTo>
                <a:lnTo>
                  <a:pt x="136197" y="313740"/>
                </a:lnTo>
                <a:cubicBezTo>
                  <a:pt x="194567" y="340493"/>
                  <a:pt x="262666" y="336845"/>
                  <a:pt x="317388" y="305228"/>
                </a:cubicBezTo>
                <a:lnTo>
                  <a:pt x="848800" y="0"/>
                </a:lnTo>
                <a:lnTo>
                  <a:pt x="854881" y="10944"/>
                </a:lnTo>
                <a:lnTo>
                  <a:pt x="324684" y="314956"/>
                </a:lnTo>
                <a:cubicBezTo>
                  <a:pt x="291851" y="333196"/>
                  <a:pt x="255370" y="342925"/>
                  <a:pt x="218888" y="342925"/>
                </a:cubicBezTo>
                <a:close/>
              </a:path>
            </a:pathLst>
          </a:custGeom>
          <a:solidFill>
            <a:srgbClr val="807F7F"/>
          </a:solidFill>
          <a:ln w="12160"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3F13C116-69E1-5DAE-83CF-6FF9F0463C1A}"/>
              </a:ext>
            </a:extLst>
          </p:cNvPr>
          <p:cNvSpPr/>
          <p:nvPr/>
        </p:nvSpPr>
        <p:spPr>
          <a:xfrm>
            <a:off x="6227753" y="4970052"/>
            <a:ext cx="110478" cy="110478"/>
          </a:xfrm>
          <a:custGeom>
            <a:avLst/>
            <a:gdLst>
              <a:gd name="connsiteX0" fmla="*/ 33151 w 130751"/>
              <a:gd name="connsiteY0" fmla="*/ 8830 h 130751"/>
              <a:gd name="connsiteX1" fmla="*/ 121922 w 130751"/>
              <a:gd name="connsiteY1" fmla="*/ 33151 h 130751"/>
              <a:gd name="connsiteX2" fmla="*/ 97601 w 130751"/>
              <a:gd name="connsiteY2" fmla="*/ 121922 h 130751"/>
              <a:gd name="connsiteX3" fmla="*/ 8830 w 130751"/>
              <a:gd name="connsiteY3" fmla="*/ 97601 h 130751"/>
              <a:gd name="connsiteX4" fmla="*/ 33151 w 130751"/>
              <a:gd name="connsiteY4" fmla="*/ 8830 h 130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751" h="130751">
                <a:moveTo>
                  <a:pt x="33151" y="8830"/>
                </a:moveTo>
                <a:cubicBezTo>
                  <a:pt x="64768" y="-9411"/>
                  <a:pt x="104897" y="1533"/>
                  <a:pt x="121922" y="33151"/>
                </a:cubicBezTo>
                <a:cubicBezTo>
                  <a:pt x="140163" y="64768"/>
                  <a:pt x="129218" y="104897"/>
                  <a:pt x="97601" y="121922"/>
                </a:cubicBezTo>
                <a:cubicBezTo>
                  <a:pt x="65984" y="140162"/>
                  <a:pt x="25854" y="129218"/>
                  <a:pt x="8830" y="97601"/>
                </a:cubicBezTo>
                <a:cubicBezTo>
                  <a:pt x="-9411" y="67200"/>
                  <a:pt x="1533" y="27070"/>
                  <a:pt x="33151" y="8830"/>
                </a:cubicBezTo>
                <a:close/>
              </a:path>
            </a:pathLst>
          </a:custGeom>
          <a:solidFill>
            <a:schemeClr val="accent3"/>
          </a:solidFill>
          <a:ln w="12160"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D893F46C-DAED-6AFE-968D-085FBD3D54DD}"/>
              </a:ext>
            </a:extLst>
          </p:cNvPr>
          <p:cNvSpPr/>
          <p:nvPr/>
        </p:nvSpPr>
        <p:spPr>
          <a:xfrm>
            <a:off x="5182029" y="4208944"/>
            <a:ext cx="553820" cy="518886"/>
          </a:xfrm>
          <a:custGeom>
            <a:avLst/>
            <a:gdLst>
              <a:gd name="connsiteX0" fmla="*/ 649369 w 655448"/>
              <a:gd name="connsiteY0" fmla="*/ 614103 h 614103"/>
              <a:gd name="connsiteX1" fmla="*/ 119172 w 655448"/>
              <a:gd name="connsiteY1" fmla="*/ 306444 h 614103"/>
              <a:gd name="connsiteX2" fmla="*/ 14593 w 655448"/>
              <a:gd name="connsiteY2" fmla="*/ 144710 h 614103"/>
              <a:gd name="connsiteX3" fmla="*/ 0 w 655448"/>
              <a:gd name="connsiteY3" fmla="*/ 1216 h 614103"/>
              <a:gd name="connsiteX4" fmla="*/ 12160 w 655448"/>
              <a:gd name="connsiteY4" fmla="*/ 0 h 614103"/>
              <a:gd name="connsiteX5" fmla="*/ 26753 w 655448"/>
              <a:gd name="connsiteY5" fmla="*/ 143494 h 614103"/>
              <a:gd name="connsiteX6" fmla="*/ 125253 w 655448"/>
              <a:gd name="connsiteY6" fmla="*/ 296715 h 614103"/>
              <a:gd name="connsiteX7" fmla="*/ 655449 w 655448"/>
              <a:gd name="connsiteY7" fmla="*/ 604375 h 614103"/>
              <a:gd name="connsiteX8" fmla="*/ 649369 w 655448"/>
              <a:gd name="connsiteY8" fmla="*/ 614103 h 614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448" h="614103">
                <a:moveTo>
                  <a:pt x="649369" y="614103"/>
                </a:moveTo>
                <a:lnTo>
                  <a:pt x="119172" y="306444"/>
                </a:lnTo>
                <a:cubicBezTo>
                  <a:pt x="60802" y="272395"/>
                  <a:pt x="21889" y="211592"/>
                  <a:pt x="14593" y="144710"/>
                </a:cubicBezTo>
                <a:lnTo>
                  <a:pt x="0" y="1216"/>
                </a:lnTo>
                <a:lnTo>
                  <a:pt x="12160" y="0"/>
                </a:lnTo>
                <a:lnTo>
                  <a:pt x="26753" y="143494"/>
                </a:lnTo>
                <a:cubicBezTo>
                  <a:pt x="32833" y="206728"/>
                  <a:pt x="69315" y="263882"/>
                  <a:pt x="125253" y="296715"/>
                </a:cubicBezTo>
                <a:lnTo>
                  <a:pt x="655449" y="604375"/>
                </a:lnTo>
                <a:lnTo>
                  <a:pt x="649369" y="614103"/>
                </a:lnTo>
                <a:close/>
              </a:path>
            </a:pathLst>
          </a:custGeom>
          <a:solidFill>
            <a:srgbClr val="807F7F"/>
          </a:solidFill>
          <a:ln w="12160"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BC4ED204-D200-E166-5B40-C91756CE4130}"/>
              </a:ext>
            </a:extLst>
          </p:cNvPr>
          <p:cNvSpPr/>
          <p:nvPr/>
        </p:nvSpPr>
        <p:spPr>
          <a:xfrm>
            <a:off x="5132175" y="4154182"/>
            <a:ext cx="109984" cy="109754"/>
          </a:xfrm>
          <a:custGeom>
            <a:avLst/>
            <a:gdLst>
              <a:gd name="connsiteX0" fmla="*/ 97916 w 130166"/>
              <a:gd name="connsiteY0" fmla="*/ 8873 h 129894"/>
              <a:gd name="connsiteX1" fmla="*/ 121021 w 130166"/>
              <a:gd name="connsiteY1" fmla="*/ 97644 h 129894"/>
              <a:gd name="connsiteX2" fmla="*/ 32250 w 130166"/>
              <a:gd name="connsiteY2" fmla="*/ 120749 h 129894"/>
              <a:gd name="connsiteX3" fmla="*/ 9145 w 130166"/>
              <a:gd name="connsiteY3" fmla="*/ 31978 h 129894"/>
              <a:gd name="connsiteX4" fmla="*/ 97916 w 130166"/>
              <a:gd name="connsiteY4" fmla="*/ 8873 h 129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166" h="129894">
                <a:moveTo>
                  <a:pt x="97916" y="8873"/>
                </a:moveTo>
                <a:cubicBezTo>
                  <a:pt x="129533" y="27114"/>
                  <a:pt x="139262" y="67243"/>
                  <a:pt x="121021" y="97644"/>
                </a:cubicBezTo>
                <a:cubicBezTo>
                  <a:pt x="102781" y="129262"/>
                  <a:pt x="62651" y="138990"/>
                  <a:pt x="32250" y="120749"/>
                </a:cubicBezTo>
                <a:cubicBezTo>
                  <a:pt x="633" y="102508"/>
                  <a:pt x="-9096" y="62379"/>
                  <a:pt x="9145" y="31978"/>
                </a:cubicBezTo>
                <a:cubicBezTo>
                  <a:pt x="27386" y="1577"/>
                  <a:pt x="67515" y="-9368"/>
                  <a:pt x="97916" y="8873"/>
                </a:cubicBezTo>
                <a:close/>
              </a:path>
            </a:pathLst>
          </a:custGeom>
          <a:solidFill>
            <a:schemeClr val="accent2"/>
          </a:solidFill>
          <a:ln w="12160"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0E0A11EA-F3C1-B11E-1C67-99C81F88B2D2}"/>
              </a:ext>
            </a:extLst>
          </p:cNvPr>
          <p:cNvSpPr/>
          <p:nvPr/>
        </p:nvSpPr>
        <p:spPr>
          <a:xfrm>
            <a:off x="4983723" y="1478373"/>
            <a:ext cx="1086063" cy="1441064"/>
          </a:xfrm>
          <a:custGeom>
            <a:avLst/>
            <a:gdLst>
              <a:gd name="connsiteX0" fmla="*/ 1223343 w 1285360"/>
              <a:gd name="connsiteY0" fmla="*/ 315564 h 1705504"/>
              <a:gd name="connsiteX1" fmla="*/ 704091 w 1285360"/>
              <a:gd name="connsiteY1" fmla="*/ 16417 h 1705504"/>
              <a:gd name="connsiteX2" fmla="*/ 581270 w 1285360"/>
              <a:gd name="connsiteY2" fmla="*/ 16417 h 1705504"/>
              <a:gd name="connsiteX3" fmla="*/ 62018 w 1285360"/>
              <a:gd name="connsiteY3" fmla="*/ 315564 h 1705504"/>
              <a:gd name="connsiteX4" fmla="*/ 0 w 1285360"/>
              <a:gd name="connsiteY4" fmla="*/ 422576 h 1705504"/>
              <a:gd name="connsiteX5" fmla="*/ 0 w 1285360"/>
              <a:gd name="connsiteY5" fmla="*/ 1020870 h 1705504"/>
              <a:gd name="connsiteX6" fmla="*/ 62018 w 1285360"/>
              <a:gd name="connsiteY6" fmla="*/ 1127883 h 1705504"/>
              <a:gd name="connsiteX7" fmla="*/ 581270 w 1285360"/>
              <a:gd name="connsiteY7" fmla="*/ 1427030 h 1705504"/>
              <a:gd name="connsiteX8" fmla="*/ 704091 w 1285360"/>
              <a:gd name="connsiteY8" fmla="*/ 1427030 h 1705504"/>
              <a:gd name="connsiteX9" fmla="*/ 723548 w 1285360"/>
              <a:gd name="connsiteY9" fmla="*/ 1416085 h 1705504"/>
              <a:gd name="connsiteX10" fmla="*/ 1010534 w 1285360"/>
              <a:gd name="connsiteY10" fmla="*/ 1492696 h 1705504"/>
              <a:gd name="connsiteX11" fmla="*/ 1116330 w 1285360"/>
              <a:gd name="connsiteY11" fmla="*/ 1673887 h 1705504"/>
              <a:gd name="connsiteX12" fmla="*/ 1171052 w 1285360"/>
              <a:gd name="connsiteY12" fmla="*/ 1705504 h 1705504"/>
              <a:gd name="connsiteX13" fmla="*/ 1207534 w 1285360"/>
              <a:gd name="connsiteY13" fmla="*/ 1693344 h 1705504"/>
              <a:gd name="connsiteX14" fmla="*/ 1223343 w 1285360"/>
              <a:gd name="connsiteY14" fmla="*/ 1608221 h 1705504"/>
              <a:gd name="connsiteX15" fmla="*/ 1121195 w 1285360"/>
              <a:gd name="connsiteY15" fmla="*/ 1431894 h 1705504"/>
              <a:gd name="connsiteX16" fmla="*/ 1197806 w 1285360"/>
              <a:gd name="connsiteY16" fmla="*/ 1143691 h 1705504"/>
              <a:gd name="connsiteX17" fmla="*/ 1223343 w 1285360"/>
              <a:gd name="connsiteY17" fmla="*/ 1129099 h 1705504"/>
              <a:gd name="connsiteX18" fmla="*/ 1285361 w 1285360"/>
              <a:gd name="connsiteY18" fmla="*/ 1022087 h 1705504"/>
              <a:gd name="connsiteX19" fmla="*/ 1285361 w 1285360"/>
              <a:gd name="connsiteY19" fmla="*/ 422576 h 1705504"/>
              <a:gd name="connsiteX20" fmla="*/ 1223343 w 1285360"/>
              <a:gd name="connsiteY20" fmla="*/ 315564 h 17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85360" h="1705504">
                <a:moveTo>
                  <a:pt x="1223343" y="315564"/>
                </a:moveTo>
                <a:lnTo>
                  <a:pt x="704091" y="16417"/>
                </a:lnTo>
                <a:cubicBezTo>
                  <a:pt x="666393" y="-5472"/>
                  <a:pt x="618968" y="-5472"/>
                  <a:pt x="581270" y="16417"/>
                </a:cubicBezTo>
                <a:lnTo>
                  <a:pt x="62018" y="315564"/>
                </a:lnTo>
                <a:cubicBezTo>
                  <a:pt x="24321" y="337453"/>
                  <a:pt x="0" y="378798"/>
                  <a:pt x="0" y="422576"/>
                </a:cubicBezTo>
                <a:lnTo>
                  <a:pt x="0" y="1020870"/>
                </a:lnTo>
                <a:cubicBezTo>
                  <a:pt x="0" y="1064648"/>
                  <a:pt x="23105" y="1105994"/>
                  <a:pt x="62018" y="1127883"/>
                </a:cubicBezTo>
                <a:lnTo>
                  <a:pt x="581270" y="1427030"/>
                </a:lnTo>
                <a:cubicBezTo>
                  <a:pt x="618968" y="1448919"/>
                  <a:pt x="666393" y="1448919"/>
                  <a:pt x="704091" y="1427030"/>
                </a:cubicBezTo>
                <a:lnTo>
                  <a:pt x="723548" y="1416085"/>
                </a:lnTo>
                <a:cubicBezTo>
                  <a:pt x="824479" y="1357715"/>
                  <a:pt x="952164" y="1391764"/>
                  <a:pt x="1010534" y="1492696"/>
                </a:cubicBezTo>
                <a:lnTo>
                  <a:pt x="1116330" y="1673887"/>
                </a:lnTo>
                <a:cubicBezTo>
                  <a:pt x="1128491" y="1693344"/>
                  <a:pt x="1149164" y="1705504"/>
                  <a:pt x="1171052" y="1705504"/>
                </a:cubicBezTo>
                <a:cubicBezTo>
                  <a:pt x="1183213" y="1705504"/>
                  <a:pt x="1196590" y="1701856"/>
                  <a:pt x="1207534" y="1693344"/>
                </a:cubicBezTo>
                <a:cubicBezTo>
                  <a:pt x="1234287" y="1673887"/>
                  <a:pt x="1240367" y="1636190"/>
                  <a:pt x="1223343" y="1608221"/>
                </a:cubicBezTo>
                <a:lnTo>
                  <a:pt x="1121195" y="1431894"/>
                </a:lnTo>
                <a:cubicBezTo>
                  <a:pt x="1062824" y="1330962"/>
                  <a:pt x="1096874" y="1202061"/>
                  <a:pt x="1197806" y="1143691"/>
                </a:cubicBezTo>
                <a:lnTo>
                  <a:pt x="1223343" y="1129099"/>
                </a:lnTo>
                <a:cubicBezTo>
                  <a:pt x="1261040" y="1107210"/>
                  <a:pt x="1285361" y="1065864"/>
                  <a:pt x="1285361" y="1022087"/>
                </a:cubicBezTo>
                <a:lnTo>
                  <a:pt x="1285361" y="422576"/>
                </a:lnTo>
                <a:cubicBezTo>
                  <a:pt x="1285361" y="377582"/>
                  <a:pt x="1261040" y="337453"/>
                  <a:pt x="1223343" y="315564"/>
                </a:cubicBezTo>
                <a:close/>
              </a:path>
            </a:pathLst>
          </a:custGeom>
          <a:solidFill>
            <a:schemeClr val="accent2"/>
          </a:solidFill>
          <a:ln w="12160" cap="flat">
            <a:noFill/>
            <a:prstDash val="solid"/>
            <a:miter/>
          </a:ln>
        </p:spPr>
        <p:txBody>
          <a:bodyPr rtlCol="0" anchor="ctr"/>
          <a:lstStyle/>
          <a:p>
            <a:endParaRPr lang="en-ID"/>
          </a:p>
        </p:txBody>
      </p:sp>
      <p:sp>
        <p:nvSpPr>
          <p:cNvPr id="52" name="Freeform: Shape 51">
            <a:extLst>
              <a:ext uri="{FF2B5EF4-FFF2-40B4-BE49-F238E27FC236}">
                <a16:creationId xmlns:a16="http://schemas.microsoft.com/office/drawing/2014/main" id="{451560DC-45B3-CD67-1B13-543CC2E312C6}"/>
              </a:ext>
            </a:extLst>
          </p:cNvPr>
          <p:cNvSpPr/>
          <p:nvPr/>
        </p:nvSpPr>
        <p:spPr>
          <a:xfrm>
            <a:off x="5082362" y="1592425"/>
            <a:ext cx="888784" cy="993589"/>
          </a:xfrm>
          <a:custGeom>
            <a:avLst/>
            <a:gdLst>
              <a:gd name="connsiteX0" fmla="*/ 1051880 w 1051879"/>
              <a:gd name="connsiteY0" fmla="*/ 819007 h 1175916"/>
              <a:gd name="connsiteX1" fmla="*/ 1051880 w 1051879"/>
              <a:gd name="connsiteY1" fmla="*/ 354477 h 1175916"/>
              <a:gd name="connsiteX2" fmla="*/ 989862 w 1051879"/>
              <a:gd name="connsiteY2" fmla="*/ 247465 h 1175916"/>
              <a:gd name="connsiteX3" fmla="*/ 587350 w 1051879"/>
              <a:gd name="connsiteY3" fmla="*/ 16417 h 1175916"/>
              <a:gd name="connsiteX4" fmla="*/ 464530 w 1051879"/>
              <a:gd name="connsiteY4" fmla="*/ 16417 h 1175916"/>
              <a:gd name="connsiteX5" fmla="*/ 62018 w 1051879"/>
              <a:gd name="connsiteY5" fmla="*/ 248681 h 1175916"/>
              <a:gd name="connsiteX6" fmla="*/ 0 w 1051879"/>
              <a:gd name="connsiteY6" fmla="*/ 355693 h 1175916"/>
              <a:gd name="connsiteX7" fmla="*/ 0 w 1051879"/>
              <a:gd name="connsiteY7" fmla="*/ 820223 h 1175916"/>
              <a:gd name="connsiteX8" fmla="*/ 62018 w 1051879"/>
              <a:gd name="connsiteY8" fmla="*/ 927235 h 1175916"/>
              <a:gd name="connsiteX9" fmla="*/ 464530 w 1051879"/>
              <a:gd name="connsiteY9" fmla="*/ 1159500 h 1175916"/>
              <a:gd name="connsiteX10" fmla="*/ 587350 w 1051879"/>
              <a:gd name="connsiteY10" fmla="*/ 1159500 h 1175916"/>
              <a:gd name="connsiteX11" fmla="*/ 989862 w 1051879"/>
              <a:gd name="connsiteY11" fmla="*/ 927235 h 1175916"/>
              <a:gd name="connsiteX12" fmla="*/ 1051880 w 1051879"/>
              <a:gd name="connsiteY12" fmla="*/ 819007 h 117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1879" h="1175916">
                <a:moveTo>
                  <a:pt x="1051880" y="819007"/>
                </a:moveTo>
                <a:lnTo>
                  <a:pt x="1051880" y="354477"/>
                </a:lnTo>
                <a:cubicBezTo>
                  <a:pt x="1051880" y="310700"/>
                  <a:pt x="1028775" y="269354"/>
                  <a:pt x="989862" y="247465"/>
                </a:cubicBezTo>
                <a:lnTo>
                  <a:pt x="587350" y="16417"/>
                </a:lnTo>
                <a:cubicBezTo>
                  <a:pt x="549653" y="-5472"/>
                  <a:pt x="502227" y="-5472"/>
                  <a:pt x="464530" y="16417"/>
                </a:cubicBezTo>
                <a:lnTo>
                  <a:pt x="62018" y="248681"/>
                </a:lnTo>
                <a:cubicBezTo>
                  <a:pt x="24321" y="270570"/>
                  <a:pt x="0" y="311916"/>
                  <a:pt x="0" y="355693"/>
                </a:cubicBezTo>
                <a:lnTo>
                  <a:pt x="0" y="820223"/>
                </a:lnTo>
                <a:cubicBezTo>
                  <a:pt x="0" y="864001"/>
                  <a:pt x="23105" y="905346"/>
                  <a:pt x="62018" y="927235"/>
                </a:cubicBezTo>
                <a:lnTo>
                  <a:pt x="464530" y="1159500"/>
                </a:lnTo>
                <a:cubicBezTo>
                  <a:pt x="502227" y="1181389"/>
                  <a:pt x="549653" y="1181389"/>
                  <a:pt x="587350" y="1159500"/>
                </a:cubicBezTo>
                <a:lnTo>
                  <a:pt x="989862" y="927235"/>
                </a:lnTo>
                <a:cubicBezTo>
                  <a:pt x="1027559" y="904130"/>
                  <a:pt x="1051880" y="862785"/>
                  <a:pt x="1051880" y="819007"/>
                </a:cubicBezTo>
                <a:close/>
              </a:path>
            </a:pathLst>
          </a:custGeom>
          <a:gradFill>
            <a:gsLst>
              <a:gs pos="0">
                <a:srgbClr val="F3F2F3"/>
              </a:gs>
              <a:gs pos="203">
                <a:srgbClr val="F3F2F3"/>
              </a:gs>
              <a:gs pos="70700">
                <a:srgbClr val="FFFFFF"/>
              </a:gs>
            </a:gsLst>
            <a:lin ang="2699997" scaled="1"/>
          </a:gradFill>
          <a:ln w="12160"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EC848DD9-C1C7-626B-5D2F-64F280FB4C5B}"/>
              </a:ext>
            </a:extLst>
          </p:cNvPr>
          <p:cNvSpPr/>
          <p:nvPr/>
        </p:nvSpPr>
        <p:spPr>
          <a:xfrm>
            <a:off x="4088773" y="3053525"/>
            <a:ext cx="1476485" cy="1220666"/>
          </a:xfrm>
          <a:custGeom>
            <a:avLst/>
            <a:gdLst>
              <a:gd name="connsiteX0" fmla="*/ 1683008 w 1747425"/>
              <a:gd name="connsiteY0" fmla="*/ 670649 h 1444662"/>
              <a:gd name="connsiteX1" fmla="*/ 1683008 w 1747425"/>
              <a:gd name="connsiteY1" fmla="*/ 670649 h 1444662"/>
              <a:gd name="connsiteX2" fmla="*/ 1495737 w 1747425"/>
              <a:gd name="connsiteY2" fmla="*/ 671865 h 1444662"/>
              <a:gd name="connsiteX3" fmla="*/ 1284145 w 1747425"/>
              <a:gd name="connsiteY3" fmla="*/ 461489 h 1444662"/>
              <a:gd name="connsiteX4" fmla="*/ 1284145 w 1747425"/>
              <a:gd name="connsiteY4" fmla="*/ 422576 h 1444662"/>
              <a:gd name="connsiteX5" fmla="*/ 1222126 w 1747425"/>
              <a:gd name="connsiteY5" fmla="*/ 315564 h 1444662"/>
              <a:gd name="connsiteX6" fmla="*/ 702875 w 1747425"/>
              <a:gd name="connsiteY6" fmla="*/ 16417 h 1444662"/>
              <a:gd name="connsiteX7" fmla="*/ 580054 w 1747425"/>
              <a:gd name="connsiteY7" fmla="*/ 16417 h 1444662"/>
              <a:gd name="connsiteX8" fmla="*/ 62018 w 1747425"/>
              <a:gd name="connsiteY8" fmla="*/ 315564 h 1444662"/>
              <a:gd name="connsiteX9" fmla="*/ 0 w 1747425"/>
              <a:gd name="connsiteY9" fmla="*/ 422576 h 1444662"/>
              <a:gd name="connsiteX10" fmla="*/ 0 w 1747425"/>
              <a:gd name="connsiteY10" fmla="*/ 1022087 h 1444662"/>
              <a:gd name="connsiteX11" fmla="*/ 62018 w 1747425"/>
              <a:gd name="connsiteY11" fmla="*/ 1129099 h 1444662"/>
              <a:gd name="connsiteX12" fmla="*/ 581270 w 1747425"/>
              <a:gd name="connsiteY12" fmla="*/ 1428246 h 1444662"/>
              <a:gd name="connsiteX13" fmla="*/ 704091 w 1747425"/>
              <a:gd name="connsiteY13" fmla="*/ 1428246 h 1444662"/>
              <a:gd name="connsiteX14" fmla="*/ 1223343 w 1747425"/>
              <a:gd name="connsiteY14" fmla="*/ 1129099 h 1444662"/>
              <a:gd name="connsiteX15" fmla="*/ 1285361 w 1747425"/>
              <a:gd name="connsiteY15" fmla="*/ 1022087 h 1444662"/>
              <a:gd name="connsiteX16" fmla="*/ 1285361 w 1747425"/>
              <a:gd name="connsiteY16" fmla="*/ 1008710 h 1444662"/>
              <a:gd name="connsiteX17" fmla="*/ 1495737 w 1747425"/>
              <a:gd name="connsiteY17" fmla="*/ 798334 h 1444662"/>
              <a:gd name="connsiteX18" fmla="*/ 1685440 w 1747425"/>
              <a:gd name="connsiteY18" fmla="*/ 797118 h 1444662"/>
              <a:gd name="connsiteX19" fmla="*/ 1743810 w 1747425"/>
              <a:gd name="connsiteY19" fmla="*/ 713211 h 1444662"/>
              <a:gd name="connsiteX20" fmla="*/ 1683008 w 1747425"/>
              <a:gd name="connsiteY20" fmla="*/ 670649 h 144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47425" h="1444662">
                <a:moveTo>
                  <a:pt x="1683008" y="670649"/>
                </a:moveTo>
                <a:lnTo>
                  <a:pt x="1683008" y="670649"/>
                </a:lnTo>
                <a:lnTo>
                  <a:pt x="1495737" y="671865"/>
                </a:lnTo>
                <a:cubicBezTo>
                  <a:pt x="1378996" y="671865"/>
                  <a:pt x="1284145" y="578230"/>
                  <a:pt x="1284145" y="461489"/>
                </a:cubicBezTo>
                <a:lnTo>
                  <a:pt x="1284145" y="422576"/>
                </a:lnTo>
                <a:cubicBezTo>
                  <a:pt x="1284145" y="378798"/>
                  <a:pt x="1261040" y="337453"/>
                  <a:pt x="1222126" y="315564"/>
                </a:cubicBezTo>
                <a:lnTo>
                  <a:pt x="702875" y="16417"/>
                </a:lnTo>
                <a:cubicBezTo>
                  <a:pt x="665177" y="-5472"/>
                  <a:pt x="617751" y="-5472"/>
                  <a:pt x="580054" y="16417"/>
                </a:cubicBezTo>
                <a:lnTo>
                  <a:pt x="62018" y="315564"/>
                </a:lnTo>
                <a:cubicBezTo>
                  <a:pt x="24321" y="337453"/>
                  <a:pt x="0" y="378798"/>
                  <a:pt x="0" y="422576"/>
                </a:cubicBezTo>
                <a:lnTo>
                  <a:pt x="0" y="1022087"/>
                </a:lnTo>
                <a:cubicBezTo>
                  <a:pt x="0" y="1065864"/>
                  <a:pt x="23105" y="1107210"/>
                  <a:pt x="62018" y="1129099"/>
                </a:cubicBezTo>
                <a:lnTo>
                  <a:pt x="581270" y="1428246"/>
                </a:lnTo>
                <a:cubicBezTo>
                  <a:pt x="618968" y="1450135"/>
                  <a:pt x="666393" y="1450135"/>
                  <a:pt x="704091" y="1428246"/>
                </a:cubicBezTo>
                <a:lnTo>
                  <a:pt x="1223343" y="1129099"/>
                </a:lnTo>
                <a:cubicBezTo>
                  <a:pt x="1261040" y="1107210"/>
                  <a:pt x="1285361" y="1065864"/>
                  <a:pt x="1285361" y="1022087"/>
                </a:cubicBezTo>
                <a:lnTo>
                  <a:pt x="1285361" y="1008710"/>
                </a:lnTo>
                <a:cubicBezTo>
                  <a:pt x="1285361" y="893186"/>
                  <a:pt x="1378996" y="798334"/>
                  <a:pt x="1495737" y="798334"/>
                </a:cubicBezTo>
                <a:lnTo>
                  <a:pt x="1685440" y="797118"/>
                </a:lnTo>
                <a:cubicBezTo>
                  <a:pt x="1726786" y="797118"/>
                  <a:pt x="1758403" y="756989"/>
                  <a:pt x="1743810" y="713211"/>
                </a:cubicBezTo>
                <a:cubicBezTo>
                  <a:pt x="1734082" y="686458"/>
                  <a:pt x="1709761" y="670649"/>
                  <a:pt x="1683008" y="670649"/>
                </a:cubicBezTo>
                <a:close/>
              </a:path>
            </a:pathLst>
          </a:custGeom>
          <a:solidFill>
            <a:schemeClr val="accent1"/>
          </a:solidFill>
          <a:ln w="12160"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BDFCFF95-E303-3AF2-0489-81699A712152}"/>
              </a:ext>
            </a:extLst>
          </p:cNvPr>
          <p:cNvSpPr/>
          <p:nvPr/>
        </p:nvSpPr>
        <p:spPr>
          <a:xfrm>
            <a:off x="4186385" y="3166550"/>
            <a:ext cx="888784" cy="993589"/>
          </a:xfrm>
          <a:custGeom>
            <a:avLst/>
            <a:gdLst>
              <a:gd name="connsiteX0" fmla="*/ 1051880 w 1051879"/>
              <a:gd name="connsiteY0" fmla="*/ 820223 h 1175916"/>
              <a:gd name="connsiteX1" fmla="*/ 1051880 w 1051879"/>
              <a:gd name="connsiteY1" fmla="*/ 355694 h 1175916"/>
              <a:gd name="connsiteX2" fmla="*/ 989862 w 1051879"/>
              <a:gd name="connsiteY2" fmla="*/ 248681 h 1175916"/>
              <a:gd name="connsiteX3" fmla="*/ 587350 w 1051879"/>
              <a:gd name="connsiteY3" fmla="*/ 16417 h 1175916"/>
              <a:gd name="connsiteX4" fmla="*/ 464530 w 1051879"/>
              <a:gd name="connsiteY4" fmla="*/ 16417 h 1175916"/>
              <a:gd name="connsiteX5" fmla="*/ 62018 w 1051879"/>
              <a:gd name="connsiteY5" fmla="*/ 248681 h 1175916"/>
              <a:gd name="connsiteX6" fmla="*/ 0 w 1051879"/>
              <a:gd name="connsiteY6" fmla="*/ 355694 h 1175916"/>
              <a:gd name="connsiteX7" fmla="*/ 0 w 1051879"/>
              <a:gd name="connsiteY7" fmla="*/ 820223 h 1175916"/>
              <a:gd name="connsiteX8" fmla="*/ 62018 w 1051879"/>
              <a:gd name="connsiteY8" fmla="*/ 927235 h 1175916"/>
              <a:gd name="connsiteX9" fmla="*/ 464530 w 1051879"/>
              <a:gd name="connsiteY9" fmla="*/ 1159500 h 1175916"/>
              <a:gd name="connsiteX10" fmla="*/ 587350 w 1051879"/>
              <a:gd name="connsiteY10" fmla="*/ 1159500 h 1175916"/>
              <a:gd name="connsiteX11" fmla="*/ 989862 w 1051879"/>
              <a:gd name="connsiteY11" fmla="*/ 927235 h 1175916"/>
              <a:gd name="connsiteX12" fmla="*/ 1051880 w 1051879"/>
              <a:gd name="connsiteY12" fmla="*/ 820223 h 117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1879" h="1175916">
                <a:moveTo>
                  <a:pt x="1051880" y="820223"/>
                </a:moveTo>
                <a:lnTo>
                  <a:pt x="1051880" y="355694"/>
                </a:lnTo>
                <a:cubicBezTo>
                  <a:pt x="1051880" y="311916"/>
                  <a:pt x="1028775" y="270570"/>
                  <a:pt x="989862" y="248681"/>
                </a:cubicBezTo>
                <a:lnTo>
                  <a:pt x="587350" y="16417"/>
                </a:lnTo>
                <a:cubicBezTo>
                  <a:pt x="549653" y="-5472"/>
                  <a:pt x="502227" y="-5472"/>
                  <a:pt x="464530" y="16417"/>
                </a:cubicBezTo>
                <a:lnTo>
                  <a:pt x="62018" y="248681"/>
                </a:lnTo>
                <a:cubicBezTo>
                  <a:pt x="24321" y="270570"/>
                  <a:pt x="0" y="311916"/>
                  <a:pt x="0" y="355694"/>
                </a:cubicBezTo>
                <a:lnTo>
                  <a:pt x="0" y="820223"/>
                </a:lnTo>
                <a:cubicBezTo>
                  <a:pt x="0" y="864001"/>
                  <a:pt x="23105" y="905346"/>
                  <a:pt x="62018" y="927235"/>
                </a:cubicBezTo>
                <a:lnTo>
                  <a:pt x="464530" y="1159500"/>
                </a:lnTo>
                <a:cubicBezTo>
                  <a:pt x="502227" y="1181389"/>
                  <a:pt x="549653" y="1181389"/>
                  <a:pt x="587350" y="1159500"/>
                </a:cubicBezTo>
                <a:lnTo>
                  <a:pt x="989862" y="927235"/>
                </a:lnTo>
                <a:cubicBezTo>
                  <a:pt x="1028775" y="905346"/>
                  <a:pt x="1051880" y="864001"/>
                  <a:pt x="1051880" y="820223"/>
                </a:cubicBezTo>
                <a:close/>
              </a:path>
            </a:pathLst>
          </a:custGeom>
          <a:gradFill>
            <a:gsLst>
              <a:gs pos="0">
                <a:srgbClr val="F3F2F3"/>
              </a:gs>
              <a:gs pos="203">
                <a:srgbClr val="F3F2F3"/>
              </a:gs>
              <a:gs pos="70700">
                <a:srgbClr val="FFFFFF"/>
              </a:gs>
            </a:gsLst>
            <a:lin ang="2700003" scaled="1"/>
          </a:gradFill>
          <a:ln w="12160"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BF2393CE-0B19-CE47-5907-442D1BEA9212}"/>
              </a:ext>
            </a:extLst>
          </p:cNvPr>
          <p:cNvSpPr/>
          <p:nvPr/>
        </p:nvSpPr>
        <p:spPr>
          <a:xfrm>
            <a:off x="7318162" y="3053525"/>
            <a:ext cx="1482747" cy="1219638"/>
          </a:xfrm>
          <a:custGeom>
            <a:avLst/>
            <a:gdLst>
              <a:gd name="connsiteX0" fmla="*/ 1693991 w 1754836"/>
              <a:gd name="connsiteY0" fmla="*/ 315564 h 1443446"/>
              <a:gd name="connsiteX1" fmla="*/ 1174739 w 1754836"/>
              <a:gd name="connsiteY1" fmla="*/ 16417 h 1443446"/>
              <a:gd name="connsiteX2" fmla="*/ 1051918 w 1754836"/>
              <a:gd name="connsiteY2" fmla="*/ 16417 h 1443446"/>
              <a:gd name="connsiteX3" fmla="*/ 532667 w 1754836"/>
              <a:gd name="connsiteY3" fmla="*/ 315564 h 1443446"/>
              <a:gd name="connsiteX4" fmla="*/ 470648 w 1754836"/>
              <a:gd name="connsiteY4" fmla="*/ 422576 h 1443446"/>
              <a:gd name="connsiteX5" fmla="*/ 470648 w 1754836"/>
              <a:gd name="connsiteY5" fmla="*/ 450545 h 1443446"/>
              <a:gd name="connsiteX6" fmla="*/ 260272 w 1754836"/>
              <a:gd name="connsiteY6" fmla="*/ 660921 h 1443446"/>
              <a:gd name="connsiteX7" fmla="*/ 65705 w 1754836"/>
              <a:gd name="connsiteY7" fmla="*/ 662137 h 1443446"/>
              <a:gd name="connsiteX8" fmla="*/ 38 w 1754836"/>
              <a:gd name="connsiteY8" fmla="*/ 721723 h 1443446"/>
              <a:gd name="connsiteX9" fmla="*/ 62057 w 1754836"/>
              <a:gd name="connsiteY9" fmla="*/ 787390 h 1443446"/>
              <a:gd name="connsiteX10" fmla="*/ 62057 w 1754836"/>
              <a:gd name="connsiteY10" fmla="*/ 787390 h 1443446"/>
              <a:gd name="connsiteX11" fmla="*/ 257840 w 1754836"/>
              <a:gd name="connsiteY11" fmla="*/ 786174 h 1443446"/>
              <a:gd name="connsiteX12" fmla="*/ 469432 w 1754836"/>
              <a:gd name="connsiteY12" fmla="*/ 996550 h 1443446"/>
              <a:gd name="connsiteX13" fmla="*/ 469432 w 1754836"/>
              <a:gd name="connsiteY13" fmla="*/ 1020871 h 1443446"/>
              <a:gd name="connsiteX14" fmla="*/ 531451 w 1754836"/>
              <a:gd name="connsiteY14" fmla="*/ 1127883 h 1443446"/>
              <a:gd name="connsiteX15" fmla="*/ 1050702 w 1754836"/>
              <a:gd name="connsiteY15" fmla="*/ 1427030 h 1443446"/>
              <a:gd name="connsiteX16" fmla="*/ 1173523 w 1754836"/>
              <a:gd name="connsiteY16" fmla="*/ 1427030 h 1443446"/>
              <a:gd name="connsiteX17" fmla="*/ 1692775 w 1754836"/>
              <a:gd name="connsiteY17" fmla="*/ 1127883 h 1443446"/>
              <a:gd name="connsiteX18" fmla="*/ 1754793 w 1754836"/>
              <a:gd name="connsiteY18" fmla="*/ 1020871 h 1443446"/>
              <a:gd name="connsiteX19" fmla="*/ 1754793 w 1754836"/>
              <a:gd name="connsiteY19" fmla="*/ 421360 h 1443446"/>
              <a:gd name="connsiteX20" fmla="*/ 1693991 w 1754836"/>
              <a:gd name="connsiteY20" fmla="*/ 315564 h 144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54836" h="1443446">
                <a:moveTo>
                  <a:pt x="1693991" y="315564"/>
                </a:moveTo>
                <a:lnTo>
                  <a:pt x="1174739" y="16417"/>
                </a:lnTo>
                <a:cubicBezTo>
                  <a:pt x="1137041" y="-5472"/>
                  <a:pt x="1089616" y="-5472"/>
                  <a:pt x="1051918" y="16417"/>
                </a:cubicBezTo>
                <a:lnTo>
                  <a:pt x="532667" y="315564"/>
                </a:lnTo>
                <a:cubicBezTo>
                  <a:pt x="494969" y="337453"/>
                  <a:pt x="470648" y="378798"/>
                  <a:pt x="470648" y="422576"/>
                </a:cubicBezTo>
                <a:lnTo>
                  <a:pt x="470648" y="450545"/>
                </a:lnTo>
                <a:cubicBezTo>
                  <a:pt x="470648" y="566069"/>
                  <a:pt x="377013" y="660921"/>
                  <a:pt x="260272" y="660921"/>
                </a:cubicBezTo>
                <a:lnTo>
                  <a:pt x="65705" y="662137"/>
                </a:lnTo>
                <a:cubicBezTo>
                  <a:pt x="31655" y="662137"/>
                  <a:pt x="1254" y="687674"/>
                  <a:pt x="38" y="721723"/>
                </a:cubicBezTo>
                <a:cubicBezTo>
                  <a:pt x="-1178" y="758205"/>
                  <a:pt x="26791" y="787390"/>
                  <a:pt x="62057" y="787390"/>
                </a:cubicBezTo>
                <a:cubicBezTo>
                  <a:pt x="62057" y="787390"/>
                  <a:pt x="62057" y="787390"/>
                  <a:pt x="62057" y="787390"/>
                </a:cubicBezTo>
                <a:lnTo>
                  <a:pt x="257840" y="786174"/>
                </a:lnTo>
                <a:cubicBezTo>
                  <a:pt x="374581" y="786174"/>
                  <a:pt x="469432" y="879809"/>
                  <a:pt x="469432" y="996550"/>
                </a:cubicBezTo>
                <a:lnTo>
                  <a:pt x="469432" y="1020871"/>
                </a:lnTo>
                <a:cubicBezTo>
                  <a:pt x="469432" y="1064648"/>
                  <a:pt x="492537" y="1105994"/>
                  <a:pt x="531451" y="1127883"/>
                </a:cubicBezTo>
                <a:lnTo>
                  <a:pt x="1050702" y="1427030"/>
                </a:lnTo>
                <a:cubicBezTo>
                  <a:pt x="1088400" y="1448919"/>
                  <a:pt x="1135826" y="1448919"/>
                  <a:pt x="1173523" y="1427030"/>
                </a:cubicBezTo>
                <a:lnTo>
                  <a:pt x="1692775" y="1127883"/>
                </a:lnTo>
                <a:cubicBezTo>
                  <a:pt x="1730472" y="1105994"/>
                  <a:pt x="1754793" y="1064648"/>
                  <a:pt x="1754793" y="1020871"/>
                </a:cubicBezTo>
                <a:lnTo>
                  <a:pt x="1754793" y="421360"/>
                </a:lnTo>
                <a:cubicBezTo>
                  <a:pt x="1756009" y="377582"/>
                  <a:pt x="1731688" y="337453"/>
                  <a:pt x="1693991" y="315564"/>
                </a:cubicBezTo>
                <a:close/>
              </a:path>
            </a:pathLst>
          </a:custGeom>
          <a:solidFill>
            <a:schemeClr val="accent2"/>
          </a:solidFill>
          <a:ln w="12160"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D401437D-5F9C-4FC6-494E-77051F177726}"/>
              </a:ext>
            </a:extLst>
          </p:cNvPr>
          <p:cNvSpPr/>
          <p:nvPr/>
        </p:nvSpPr>
        <p:spPr>
          <a:xfrm>
            <a:off x="7813449" y="3166550"/>
            <a:ext cx="888784" cy="993589"/>
          </a:xfrm>
          <a:custGeom>
            <a:avLst/>
            <a:gdLst>
              <a:gd name="connsiteX0" fmla="*/ 1051880 w 1051879"/>
              <a:gd name="connsiteY0" fmla="*/ 820223 h 1175916"/>
              <a:gd name="connsiteX1" fmla="*/ 1051880 w 1051879"/>
              <a:gd name="connsiteY1" fmla="*/ 355694 h 1175916"/>
              <a:gd name="connsiteX2" fmla="*/ 989862 w 1051879"/>
              <a:gd name="connsiteY2" fmla="*/ 248681 h 1175916"/>
              <a:gd name="connsiteX3" fmla="*/ 587350 w 1051879"/>
              <a:gd name="connsiteY3" fmla="*/ 16417 h 1175916"/>
              <a:gd name="connsiteX4" fmla="*/ 464530 w 1051879"/>
              <a:gd name="connsiteY4" fmla="*/ 16417 h 1175916"/>
              <a:gd name="connsiteX5" fmla="*/ 62018 w 1051879"/>
              <a:gd name="connsiteY5" fmla="*/ 248681 h 1175916"/>
              <a:gd name="connsiteX6" fmla="*/ 0 w 1051879"/>
              <a:gd name="connsiteY6" fmla="*/ 355694 h 1175916"/>
              <a:gd name="connsiteX7" fmla="*/ 0 w 1051879"/>
              <a:gd name="connsiteY7" fmla="*/ 820223 h 1175916"/>
              <a:gd name="connsiteX8" fmla="*/ 62018 w 1051879"/>
              <a:gd name="connsiteY8" fmla="*/ 927235 h 1175916"/>
              <a:gd name="connsiteX9" fmla="*/ 464530 w 1051879"/>
              <a:gd name="connsiteY9" fmla="*/ 1159500 h 1175916"/>
              <a:gd name="connsiteX10" fmla="*/ 587350 w 1051879"/>
              <a:gd name="connsiteY10" fmla="*/ 1159500 h 1175916"/>
              <a:gd name="connsiteX11" fmla="*/ 989862 w 1051879"/>
              <a:gd name="connsiteY11" fmla="*/ 927235 h 1175916"/>
              <a:gd name="connsiteX12" fmla="*/ 1051880 w 1051879"/>
              <a:gd name="connsiteY12" fmla="*/ 820223 h 117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1879" h="1175916">
                <a:moveTo>
                  <a:pt x="1051880" y="820223"/>
                </a:moveTo>
                <a:lnTo>
                  <a:pt x="1051880" y="355694"/>
                </a:lnTo>
                <a:cubicBezTo>
                  <a:pt x="1051880" y="311916"/>
                  <a:pt x="1028775" y="270570"/>
                  <a:pt x="989862" y="248681"/>
                </a:cubicBezTo>
                <a:lnTo>
                  <a:pt x="587350" y="16417"/>
                </a:lnTo>
                <a:cubicBezTo>
                  <a:pt x="549653" y="-5472"/>
                  <a:pt x="502227" y="-5472"/>
                  <a:pt x="464530" y="16417"/>
                </a:cubicBezTo>
                <a:lnTo>
                  <a:pt x="62018" y="248681"/>
                </a:lnTo>
                <a:cubicBezTo>
                  <a:pt x="24321" y="270570"/>
                  <a:pt x="0" y="311916"/>
                  <a:pt x="0" y="355694"/>
                </a:cubicBezTo>
                <a:lnTo>
                  <a:pt x="0" y="820223"/>
                </a:lnTo>
                <a:cubicBezTo>
                  <a:pt x="0" y="864001"/>
                  <a:pt x="23105" y="905346"/>
                  <a:pt x="62018" y="927235"/>
                </a:cubicBezTo>
                <a:lnTo>
                  <a:pt x="464530" y="1159500"/>
                </a:lnTo>
                <a:cubicBezTo>
                  <a:pt x="502227" y="1181389"/>
                  <a:pt x="549653" y="1181389"/>
                  <a:pt x="587350" y="1159500"/>
                </a:cubicBezTo>
                <a:lnTo>
                  <a:pt x="989862" y="927235"/>
                </a:lnTo>
                <a:cubicBezTo>
                  <a:pt x="1028775" y="905346"/>
                  <a:pt x="1051880" y="864001"/>
                  <a:pt x="1051880" y="820223"/>
                </a:cubicBezTo>
                <a:close/>
              </a:path>
            </a:pathLst>
          </a:custGeom>
          <a:gradFill>
            <a:gsLst>
              <a:gs pos="0">
                <a:srgbClr val="F3F2F3"/>
              </a:gs>
              <a:gs pos="203">
                <a:srgbClr val="F3F2F3"/>
              </a:gs>
              <a:gs pos="70700">
                <a:srgbClr val="FFFFFF"/>
              </a:gs>
            </a:gsLst>
            <a:lin ang="2700000" scaled="1"/>
          </a:gradFill>
          <a:ln w="12160"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BD1FA694-99D3-84F0-BEAD-972780C30CD9}"/>
              </a:ext>
            </a:extLst>
          </p:cNvPr>
          <p:cNvSpPr/>
          <p:nvPr/>
        </p:nvSpPr>
        <p:spPr>
          <a:xfrm>
            <a:off x="6798281" y="1478373"/>
            <a:ext cx="1088118" cy="1435926"/>
          </a:xfrm>
          <a:custGeom>
            <a:avLst/>
            <a:gdLst>
              <a:gd name="connsiteX0" fmla="*/ 1222126 w 1287792"/>
              <a:gd name="connsiteY0" fmla="*/ 315564 h 1699424"/>
              <a:gd name="connsiteX1" fmla="*/ 704091 w 1287792"/>
              <a:gd name="connsiteY1" fmla="*/ 16417 h 1699424"/>
              <a:gd name="connsiteX2" fmla="*/ 581270 w 1287792"/>
              <a:gd name="connsiteY2" fmla="*/ 16417 h 1699424"/>
              <a:gd name="connsiteX3" fmla="*/ 62018 w 1287792"/>
              <a:gd name="connsiteY3" fmla="*/ 315564 h 1699424"/>
              <a:gd name="connsiteX4" fmla="*/ 0 w 1287792"/>
              <a:gd name="connsiteY4" fmla="*/ 422576 h 1699424"/>
              <a:gd name="connsiteX5" fmla="*/ 0 w 1287792"/>
              <a:gd name="connsiteY5" fmla="*/ 1020870 h 1699424"/>
              <a:gd name="connsiteX6" fmla="*/ 62018 w 1287792"/>
              <a:gd name="connsiteY6" fmla="*/ 1127883 h 1699424"/>
              <a:gd name="connsiteX7" fmla="*/ 92419 w 1287792"/>
              <a:gd name="connsiteY7" fmla="*/ 1144907 h 1699424"/>
              <a:gd name="connsiteX8" fmla="*/ 170246 w 1287792"/>
              <a:gd name="connsiteY8" fmla="*/ 1431894 h 1699424"/>
              <a:gd name="connsiteX9" fmla="*/ 72963 w 1287792"/>
              <a:gd name="connsiteY9" fmla="*/ 1603356 h 1699424"/>
              <a:gd name="connsiteX10" fmla="*/ 89987 w 1287792"/>
              <a:gd name="connsiteY10" fmla="*/ 1688480 h 1699424"/>
              <a:gd name="connsiteX11" fmla="*/ 126469 w 1287792"/>
              <a:gd name="connsiteY11" fmla="*/ 1699424 h 1699424"/>
              <a:gd name="connsiteX12" fmla="*/ 181191 w 1287792"/>
              <a:gd name="connsiteY12" fmla="*/ 1667807 h 1699424"/>
              <a:gd name="connsiteX13" fmla="*/ 279691 w 1287792"/>
              <a:gd name="connsiteY13" fmla="*/ 1496344 h 1699424"/>
              <a:gd name="connsiteX14" fmla="*/ 567893 w 1287792"/>
              <a:gd name="connsiteY14" fmla="*/ 1418517 h 1699424"/>
              <a:gd name="connsiteX15" fmla="*/ 583702 w 1287792"/>
              <a:gd name="connsiteY15" fmla="*/ 1427030 h 1699424"/>
              <a:gd name="connsiteX16" fmla="*/ 706523 w 1287792"/>
              <a:gd name="connsiteY16" fmla="*/ 1427030 h 1699424"/>
              <a:gd name="connsiteX17" fmla="*/ 1225774 w 1287792"/>
              <a:gd name="connsiteY17" fmla="*/ 1127883 h 1699424"/>
              <a:gd name="connsiteX18" fmla="*/ 1287793 w 1287792"/>
              <a:gd name="connsiteY18" fmla="*/ 1020870 h 1699424"/>
              <a:gd name="connsiteX19" fmla="*/ 1287793 w 1287792"/>
              <a:gd name="connsiteY19" fmla="*/ 422576 h 1699424"/>
              <a:gd name="connsiteX20" fmla="*/ 1222126 w 1287792"/>
              <a:gd name="connsiteY20" fmla="*/ 315564 h 1699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87792" h="1699424">
                <a:moveTo>
                  <a:pt x="1222126" y="315564"/>
                </a:moveTo>
                <a:lnTo>
                  <a:pt x="704091" y="16417"/>
                </a:lnTo>
                <a:cubicBezTo>
                  <a:pt x="666393" y="-5472"/>
                  <a:pt x="618967" y="-5472"/>
                  <a:pt x="581270" y="16417"/>
                </a:cubicBezTo>
                <a:lnTo>
                  <a:pt x="62018" y="315564"/>
                </a:lnTo>
                <a:cubicBezTo>
                  <a:pt x="24321" y="337453"/>
                  <a:pt x="0" y="378798"/>
                  <a:pt x="0" y="422576"/>
                </a:cubicBezTo>
                <a:lnTo>
                  <a:pt x="0" y="1020870"/>
                </a:lnTo>
                <a:cubicBezTo>
                  <a:pt x="0" y="1064648"/>
                  <a:pt x="23105" y="1105994"/>
                  <a:pt x="62018" y="1127883"/>
                </a:cubicBezTo>
                <a:lnTo>
                  <a:pt x="92419" y="1144907"/>
                </a:lnTo>
                <a:cubicBezTo>
                  <a:pt x="193351" y="1203277"/>
                  <a:pt x="227400" y="1330962"/>
                  <a:pt x="170246" y="1431894"/>
                </a:cubicBezTo>
                <a:lnTo>
                  <a:pt x="72963" y="1603356"/>
                </a:lnTo>
                <a:cubicBezTo>
                  <a:pt x="57154" y="1631325"/>
                  <a:pt x="63234" y="1669023"/>
                  <a:pt x="89987" y="1688480"/>
                </a:cubicBezTo>
                <a:cubicBezTo>
                  <a:pt x="100932" y="1695776"/>
                  <a:pt x="113092" y="1699424"/>
                  <a:pt x="126469" y="1699424"/>
                </a:cubicBezTo>
                <a:cubicBezTo>
                  <a:pt x="148357" y="1699424"/>
                  <a:pt x="169030" y="1688480"/>
                  <a:pt x="181191" y="1667807"/>
                </a:cubicBezTo>
                <a:lnTo>
                  <a:pt x="279691" y="1496344"/>
                </a:lnTo>
                <a:cubicBezTo>
                  <a:pt x="338061" y="1395413"/>
                  <a:pt x="466962" y="1360147"/>
                  <a:pt x="567893" y="1418517"/>
                </a:cubicBezTo>
                <a:lnTo>
                  <a:pt x="583702" y="1427030"/>
                </a:lnTo>
                <a:cubicBezTo>
                  <a:pt x="621399" y="1448919"/>
                  <a:pt x="668825" y="1448919"/>
                  <a:pt x="706523" y="1427030"/>
                </a:cubicBezTo>
                <a:lnTo>
                  <a:pt x="1225774" y="1127883"/>
                </a:lnTo>
                <a:cubicBezTo>
                  <a:pt x="1263472" y="1105994"/>
                  <a:pt x="1287793" y="1064648"/>
                  <a:pt x="1287793" y="1020870"/>
                </a:cubicBezTo>
                <a:lnTo>
                  <a:pt x="1287793" y="422576"/>
                </a:lnTo>
                <a:cubicBezTo>
                  <a:pt x="1284145" y="377582"/>
                  <a:pt x="1261040" y="337453"/>
                  <a:pt x="1222126" y="315564"/>
                </a:cubicBezTo>
                <a:close/>
              </a:path>
            </a:pathLst>
          </a:custGeom>
          <a:solidFill>
            <a:schemeClr val="accent1"/>
          </a:solidFill>
          <a:ln w="12160"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93D894A5-BC71-A6A3-D388-5F8FDF6764EE}"/>
              </a:ext>
            </a:extLst>
          </p:cNvPr>
          <p:cNvSpPr/>
          <p:nvPr/>
        </p:nvSpPr>
        <p:spPr>
          <a:xfrm>
            <a:off x="6896922" y="1591398"/>
            <a:ext cx="888784" cy="993589"/>
          </a:xfrm>
          <a:custGeom>
            <a:avLst/>
            <a:gdLst>
              <a:gd name="connsiteX0" fmla="*/ 0 w 1051879"/>
              <a:gd name="connsiteY0" fmla="*/ 820223 h 1175916"/>
              <a:gd name="connsiteX1" fmla="*/ 0 w 1051879"/>
              <a:gd name="connsiteY1" fmla="*/ 355693 h 1175916"/>
              <a:gd name="connsiteX2" fmla="*/ 62018 w 1051879"/>
              <a:gd name="connsiteY2" fmla="*/ 248681 h 1175916"/>
              <a:gd name="connsiteX3" fmla="*/ 464530 w 1051879"/>
              <a:gd name="connsiteY3" fmla="*/ 16417 h 1175916"/>
              <a:gd name="connsiteX4" fmla="*/ 587351 w 1051879"/>
              <a:gd name="connsiteY4" fmla="*/ 16417 h 1175916"/>
              <a:gd name="connsiteX5" fmla="*/ 989862 w 1051879"/>
              <a:gd name="connsiteY5" fmla="*/ 248681 h 1175916"/>
              <a:gd name="connsiteX6" fmla="*/ 1051880 w 1051879"/>
              <a:gd name="connsiteY6" fmla="*/ 355693 h 1175916"/>
              <a:gd name="connsiteX7" fmla="*/ 1051880 w 1051879"/>
              <a:gd name="connsiteY7" fmla="*/ 820223 h 1175916"/>
              <a:gd name="connsiteX8" fmla="*/ 989862 w 1051879"/>
              <a:gd name="connsiteY8" fmla="*/ 927235 h 1175916"/>
              <a:gd name="connsiteX9" fmla="*/ 587351 w 1051879"/>
              <a:gd name="connsiteY9" fmla="*/ 1159500 h 1175916"/>
              <a:gd name="connsiteX10" fmla="*/ 464530 w 1051879"/>
              <a:gd name="connsiteY10" fmla="*/ 1159500 h 1175916"/>
              <a:gd name="connsiteX11" fmla="*/ 62018 w 1051879"/>
              <a:gd name="connsiteY11" fmla="*/ 927235 h 1175916"/>
              <a:gd name="connsiteX12" fmla="*/ 0 w 1051879"/>
              <a:gd name="connsiteY12" fmla="*/ 820223 h 117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1879" h="1175916">
                <a:moveTo>
                  <a:pt x="0" y="820223"/>
                </a:moveTo>
                <a:lnTo>
                  <a:pt x="0" y="355693"/>
                </a:lnTo>
                <a:cubicBezTo>
                  <a:pt x="0" y="311916"/>
                  <a:pt x="23105" y="270570"/>
                  <a:pt x="62018" y="248681"/>
                </a:cubicBezTo>
                <a:lnTo>
                  <a:pt x="464530" y="16417"/>
                </a:lnTo>
                <a:cubicBezTo>
                  <a:pt x="502227" y="-5472"/>
                  <a:pt x="549653" y="-5472"/>
                  <a:pt x="587351" y="16417"/>
                </a:cubicBezTo>
                <a:lnTo>
                  <a:pt x="989862" y="248681"/>
                </a:lnTo>
                <a:cubicBezTo>
                  <a:pt x="1027559" y="270570"/>
                  <a:pt x="1051880" y="311916"/>
                  <a:pt x="1051880" y="355693"/>
                </a:cubicBezTo>
                <a:lnTo>
                  <a:pt x="1051880" y="820223"/>
                </a:lnTo>
                <a:cubicBezTo>
                  <a:pt x="1051880" y="864001"/>
                  <a:pt x="1028775" y="905346"/>
                  <a:pt x="989862" y="927235"/>
                </a:cubicBezTo>
                <a:lnTo>
                  <a:pt x="587351" y="1159500"/>
                </a:lnTo>
                <a:cubicBezTo>
                  <a:pt x="549653" y="1181389"/>
                  <a:pt x="502227" y="1181389"/>
                  <a:pt x="464530" y="1159500"/>
                </a:cubicBezTo>
                <a:lnTo>
                  <a:pt x="62018" y="927235"/>
                </a:lnTo>
                <a:cubicBezTo>
                  <a:pt x="23105" y="905346"/>
                  <a:pt x="0" y="864001"/>
                  <a:pt x="0" y="820223"/>
                </a:cubicBezTo>
                <a:close/>
              </a:path>
            </a:pathLst>
          </a:custGeom>
          <a:gradFill>
            <a:gsLst>
              <a:gs pos="0">
                <a:srgbClr val="F3F2F3"/>
              </a:gs>
              <a:gs pos="203">
                <a:srgbClr val="F3F2F3"/>
              </a:gs>
              <a:gs pos="70700">
                <a:srgbClr val="FFFFFF"/>
              </a:gs>
            </a:gsLst>
            <a:lin ang="8100000" scaled="1"/>
          </a:gradFill>
          <a:ln w="12160" cap="flat">
            <a:noFill/>
            <a:prstDash val="solid"/>
            <a:miter/>
          </a:ln>
        </p:spPr>
        <p:txBody>
          <a:bodyPr rtlCol="0" anchor="ctr"/>
          <a:lstStyle/>
          <a:p>
            <a:endParaRPr lang="en-ID"/>
          </a:p>
        </p:txBody>
      </p:sp>
      <p:sp>
        <p:nvSpPr>
          <p:cNvPr id="59" name="Freeform: Shape 58">
            <a:extLst>
              <a:ext uri="{FF2B5EF4-FFF2-40B4-BE49-F238E27FC236}">
                <a16:creationId xmlns:a16="http://schemas.microsoft.com/office/drawing/2014/main" id="{B2085A07-516F-15A9-8FD7-920BD7D5138A}"/>
              </a:ext>
            </a:extLst>
          </p:cNvPr>
          <p:cNvSpPr/>
          <p:nvPr/>
        </p:nvSpPr>
        <p:spPr>
          <a:xfrm>
            <a:off x="4983723" y="4423447"/>
            <a:ext cx="1086063" cy="1449528"/>
          </a:xfrm>
          <a:custGeom>
            <a:avLst/>
            <a:gdLst>
              <a:gd name="connsiteX0" fmla="*/ 1223343 w 1285360"/>
              <a:gd name="connsiteY0" fmla="*/ 586423 h 1715521"/>
              <a:gd name="connsiteX1" fmla="*/ 1200238 w 1285360"/>
              <a:gd name="connsiteY1" fmla="*/ 573046 h 1715521"/>
              <a:gd name="connsiteX2" fmla="*/ 1122411 w 1285360"/>
              <a:gd name="connsiteY2" fmla="*/ 286060 h 1715521"/>
              <a:gd name="connsiteX3" fmla="*/ 1230639 w 1285360"/>
              <a:gd name="connsiteY3" fmla="*/ 96356 h 1715521"/>
              <a:gd name="connsiteX4" fmla="*/ 1212398 w 1285360"/>
              <a:gd name="connsiteY4" fmla="*/ 10017 h 1715521"/>
              <a:gd name="connsiteX5" fmla="*/ 1123627 w 1285360"/>
              <a:gd name="connsiteY5" fmla="*/ 31906 h 1715521"/>
              <a:gd name="connsiteX6" fmla="*/ 1015399 w 1285360"/>
              <a:gd name="connsiteY6" fmla="*/ 221609 h 1715521"/>
              <a:gd name="connsiteX7" fmla="*/ 727196 w 1285360"/>
              <a:gd name="connsiteY7" fmla="*/ 299436 h 1715521"/>
              <a:gd name="connsiteX8" fmla="*/ 704091 w 1285360"/>
              <a:gd name="connsiteY8" fmla="*/ 286060 h 1715521"/>
              <a:gd name="connsiteX9" fmla="*/ 581270 w 1285360"/>
              <a:gd name="connsiteY9" fmla="*/ 286060 h 1715521"/>
              <a:gd name="connsiteX10" fmla="*/ 62018 w 1285360"/>
              <a:gd name="connsiteY10" fmla="*/ 585207 h 1715521"/>
              <a:gd name="connsiteX11" fmla="*/ 0 w 1285360"/>
              <a:gd name="connsiteY11" fmla="*/ 692219 h 1715521"/>
              <a:gd name="connsiteX12" fmla="*/ 0 w 1285360"/>
              <a:gd name="connsiteY12" fmla="*/ 1292945 h 1715521"/>
              <a:gd name="connsiteX13" fmla="*/ 62018 w 1285360"/>
              <a:gd name="connsiteY13" fmla="*/ 1399957 h 1715521"/>
              <a:gd name="connsiteX14" fmla="*/ 581270 w 1285360"/>
              <a:gd name="connsiteY14" fmla="*/ 1699105 h 1715521"/>
              <a:gd name="connsiteX15" fmla="*/ 704091 w 1285360"/>
              <a:gd name="connsiteY15" fmla="*/ 1699105 h 1715521"/>
              <a:gd name="connsiteX16" fmla="*/ 1223343 w 1285360"/>
              <a:gd name="connsiteY16" fmla="*/ 1399957 h 1715521"/>
              <a:gd name="connsiteX17" fmla="*/ 1285361 w 1285360"/>
              <a:gd name="connsiteY17" fmla="*/ 1292945 h 1715521"/>
              <a:gd name="connsiteX18" fmla="*/ 1285361 w 1285360"/>
              <a:gd name="connsiteY18" fmla="*/ 693435 h 1715521"/>
              <a:gd name="connsiteX19" fmla="*/ 1223343 w 1285360"/>
              <a:gd name="connsiteY19" fmla="*/ 586423 h 171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85360" h="1715521">
                <a:moveTo>
                  <a:pt x="1223343" y="586423"/>
                </a:moveTo>
                <a:lnTo>
                  <a:pt x="1200238" y="573046"/>
                </a:lnTo>
                <a:cubicBezTo>
                  <a:pt x="1099306" y="514676"/>
                  <a:pt x="1065257" y="386991"/>
                  <a:pt x="1122411" y="286060"/>
                </a:cubicBezTo>
                <a:lnTo>
                  <a:pt x="1230639" y="96356"/>
                </a:lnTo>
                <a:cubicBezTo>
                  <a:pt x="1247663" y="67171"/>
                  <a:pt x="1240367" y="28258"/>
                  <a:pt x="1212398" y="10017"/>
                </a:cubicBezTo>
                <a:cubicBezTo>
                  <a:pt x="1181997" y="-9440"/>
                  <a:pt x="1141867" y="289"/>
                  <a:pt x="1123627" y="31906"/>
                </a:cubicBezTo>
                <a:lnTo>
                  <a:pt x="1015399" y="221609"/>
                </a:lnTo>
                <a:cubicBezTo>
                  <a:pt x="957028" y="322541"/>
                  <a:pt x="828127" y="357806"/>
                  <a:pt x="727196" y="299436"/>
                </a:cubicBezTo>
                <a:lnTo>
                  <a:pt x="704091" y="286060"/>
                </a:lnTo>
                <a:cubicBezTo>
                  <a:pt x="666393" y="264171"/>
                  <a:pt x="618968" y="264171"/>
                  <a:pt x="581270" y="286060"/>
                </a:cubicBezTo>
                <a:lnTo>
                  <a:pt x="62018" y="585207"/>
                </a:lnTo>
                <a:cubicBezTo>
                  <a:pt x="24321" y="607096"/>
                  <a:pt x="0" y="648441"/>
                  <a:pt x="0" y="692219"/>
                </a:cubicBezTo>
                <a:lnTo>
                  <a:pt x="0" y="1292945"/>
                </a:lnTo>
                <a:cubicBezTo>
                  <a:pt x="0" y="1336723"/>
                  <a:pt x="23105" y="1378069"/>
                  <a:pt x="62018" y="1399957"/>
                </a:cubicBezTo>
                <a:lnTo>
                  <a:pt x="581270" y="1699105"/>
                </a:lnTo>
                <a:cubicBezTo>
                  <a:pt x="618968" y="1720994"/>
                  <a:pt x="666393" y="1720994"/>
                  <a:pt x="704091" y="1699105"/>
                </a:cubicBezTo>
                <a:lnTo>
                  <a:pt x="1223343" y="1399957"/>
                </a:lnTo>
                <a:cubicBezTo>
                  <a:pt x="1261040" y="1378069"/>
                  <a:pt x="1285361" y="1336723"/>
                  <a:pt x="1285361" y="1292945"/>
                </a:cubicBezTo>
                <a:lnTo>
                  <a:pt x="1285361" y="693435"/>
                </a:lnTo>
                <a:cubicBezTo>
                  <a:pt x="1285361" y="649657"/>
                  <a:pt x="1261040" y="608312"/>
                  <a:pt x="1223343" y="586423"/>
                </a:cubicBezTo>
                <a:close/>
              </a:path>
            </a:pathLst>
          </a:custGeom>
          <a:solidFill>
            <a:schemeClr val="accent2"/>
          </a:solidFill>
          <a:ln w="12160" cap="flat">
            <a:noFill/>
            <a:prstDash val="solid"/>
            <a:miter/>
          </a:ln>
        </p:spPr>
        <p:txBody>
          <a:bodyPr rtlCol="0" anchor="ctr"/>
          <a:lstStyle/>
          <a:p>
            <a:endParaRPr lang="en-ID"/>
          </a:p>
        </p:txBody>
      </p:sp>
      <p:sp>
        <p:nvSpPr>
          <p:cNvPr id="60" name="Freeform: Shape 59">
            <a:extLst>
              <a:ext uri="{FF2B5EF4-FFF2-40B4-BE49-F238E27FC236}">
                <a16:creationId xmlns:a16="http://schemas.microsoft.com/office/drawing/2014/main" id="{817445CE-E290-E945-6DDD-40A3E8E187AD}"/>
              </a:ext>
            </a:extLst>
          </p:cNvPr>
          <p:cNvSpPr/>
          <p:nvPr/>
        </p:nvSpPr>
        <p:spPr>
          <a:xfrm>
            <a:off x="5082362" y="4766361"/>
            <a:ext cx="888784" cy="993589"/>
          </a:xfrm>
          <a:custGeom>
            <a:avLst/>
            <a:gdLst>
              <a:gd name="connsiteX0" fmla="*/ 1051880 w 1051879"/>
              <a:gd name="connsiteY0" fmla="*/ 819007 h 1175916"/>
              <a:gd name="connsiteX1" fmla="*/ 1051880 w 1051879"/>
              <a:gd name="connsiteY1" fmla="*/ 354477 h 1175916"/>
              <a:gd name="connsiteX2" fmla="*/ 989862 w 1051879"/>
              <a:gd name="connsiteY2" fmla="*/ 247465 h 1175916"/>
              <a:gd name="connsiteX3" fmla="*/ 587350 w 1051879"/>
              <a:gd name="connsiteY3" fmla="*/ 16417 h 1175916"/>
              <a:gd name="connsiteX4" fmla="*/ 464530 w 1051879"/>
              <a:gd name="connsiteY4" fmla="*/ 16417 h 1175916"/>
              <a:gd name="connsiteX5" fmla="*/ 62018 w 1051879"/>
              <a:gd name="connsiteY5" fmla="*/ 248681 h 1175916"/>
              <a:gd name="connsiteX6" fmla="*/ 0 w 1051879"/>
              <a:gd name="connsiteY6" fmla="*/ 355693 h 1175916"/>
              <a:gd name="connsiteX7" fmla="*/ 0 w 1051879"/>
              <a:gd name="connsiteY7" fmla="*/ 820223 h 1175916"/>
              <a:gd name="connsiteX8" fmla="*/ 62018 w 1051879"/>
              <a:gd name="connsiteY8" fmla="*/ 927235 h 1175916"/>
              <a:gd name="connsiteX9" fmla="*/ 464530 w 1051879"/>
              <a:gd name="connsiteY9" fmla="*/ 1159500 h 1175916"/>
              <a:gd name="connsiteX10" fmla="*/ 587350 w 1051879"/>
              <a:gd name="connsiteY10" fmla="*/ 1159500 h 1175916"/>
              <a:gd name="connsiteX11" fmla="*/ 989862 w 1051879"/>
              <a:gd name="connsiteY11" fmla="*/ 927235 h 1175916"/>
              <a:gd name="connsiteX12" fmla="*/ 1051880 w 1051879"/>
              <a:gd name="connsiteY12" fmla="*/ 819007 h 117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1879" h="1175916">
                <a:moveTo>
                  <a:pt x="1051880" y="819007"/>
                </a:moveTo>
                <a:lnTo>
                  <a:pt x="1051880" y="354477"/>
                </a:lnTo>
                <a:cubicBezTo>
                  <a:pt x="1051880" y="310700"/>
                  <a:pt x="1028775" y="269354"/>
                  <a:pt x="989862" y="247465"/>
                </a:cubicBezTo>
                <a:lnTo>
                  <a:pt x="587350" y="16417"/>
                </a:lnTo>
                <a:cubicBezTo>
                  <a:pt x="549653" y="-5472"/>
                  <a:pt x="502227" y="-5472"/>
                  <a:pt x="464530" y="16417"/>
                </a:cubicBezTo>
                <a:lnTo>
                  <a:pt x="62018" y="248681"/>
                </a:lnTo>
                <a:cubicBezTo>
                  <a:pt x="24321" y="270570"/>
                  <a:pt x="0" y="311916"/>
                  <a:pt x="0" y="355693"/>
                </a:cubicBezTo>
                <a:lnTo>
                  <a:pt x="0" y="820223"/>
                </a:lnTo>
                <a:cubicBezTo>
                  <a:pt x="0" y="864001"/>
                  <a:pt x="23105" y="905346"/>
                  <a:pt x="62018" y="927235"/>
                </a:cubicBezTo>
                <a:lnTo>
                  <a:pt x="464530" y="1159500"/>
                </a:lnTo>
                <a:cubicBezTo>
                  <a:pt x="502227" y="1181389"/>
                  <a:pt x="549653" y="1181389"/>
                  <a:pt x="587350" y="1159500"/>
                </a:cubicBezTo>
                <a:lnTo>
                  <a:pt x="989862" y="927235"/>
                </a:lnTo>
                <a:cubicBezTo>
                  <a:pt x="1027559" y="904130"/>
                  <a:pt x="1051880" y="862784"/>
                  <a:pt x="1051880" y="819007"/>
                </a:cubicBezTo>
                <a:close/>
              </a:path>
            </a:pathLst>
          </a:custGeom>
          <a:gradFill>
            <a:gsLst>
              <a:gs pos="0">
                <a:srgbClr val="F3F2F3"/>
              </a:gs>
              <a:gs pos="203">
                <a:srgbClr val="F3F2F3"/>
              </a:gs>
              <a:gs pos="70700">
                <a:srgbClr val="FFFFFF"/>
              </a:gs>
            </a:gsLst>
            <a:lin ang="2700000" scaled="1"/>
          </a:gradFill>
          <a:ln w="12160" cap="flat">
            <a:noFill/>
            <a:prstDash val="solid"/>
            <a:miter/>
          </a:ln>
        </p:spPr>
        <p:txBody>
          <a:bodyPr rtlCol="0" anchor="ctr"/>
          <a:lstStyle/>
          <a:p>
            <a:endParaRPr lang="en-ID"/>
          </a:p>
        </p:txBody>
      </p:sp>
      <p:sp>
        <p:nvSpPr>
          <p:cNvPr id="61" name="Freeform: Shape 60">
            <a:extLst>
              <a:ext uri="{FF2B5EF4-FFF2-40B4-BE49-F238E27FC236}">
                <a16:creationId xmlns:a16="http://schemas.microsoft.com/office/drawing/2014/main" id="{A6B4E4DC-33C8-A1CD-E4C2-7D0A30186E64}"/>
              </a:ext>
            </a:extLst>
          </p:cNvPr>
          <p:cNvSpPr/>
          <p:nvPr/>
        </p:nvSpPr>
        <p:spPr>
          <a:xfrm>
            <a:off x="6799309" y="4421099"/>
            <a:ext cx="1086063" cy="1451876"/>
          </a:xfrm>
          <a:custGeom>
            <a:avLst/>
            <a:gdLst>
              <a:gd name="connsiteX0" fmla="*/ 1220911 w 1285360"/>
              <a:gd name="connsiteY0" fmla="*/ 589202 h 1718300"/>
              <a:gd name="connsiteX1" fmla="*/ 701659 w 1285360"/>
              <a:gd name="connsiteY1" fmla="*/ 290055 h 1718300"/>
              <a:gd name="connsiteX2" fmla="*/ 578838 w 1285360"/>
              <a:gd name="connsiteY2" fmla="*/ 290055 h 1718300"/>
              <a:gd name="connsiteX3" fmla="*/ 578838 w 1285360"/>
              <a:gd name="connsiteY3" fmla="*/ 290055 h 1718300"/>
              <a:gd name="connsiteX4" fmla="*/ 291851 w 1285360"/>
              <a:gd name="connsiteY4" fmla="*/ 213444 h 1718300"/>
              <a:gd name="connsiteX5" fmla="*/ 187271 w 1285360"/>
              <a:gd name="connsiteY5" fmla="*/ 33469 h 1718300"/>
              <a:gd name="connsiteX6" fmla="*/ 103364 w 1285360"/>
              <a:gd name="connsiteY6" fmla="*/ 6716 h 1718300"/>
              <a:gd name="connsiteX7" fmla="*/ 77827 w 1285360"/>
              <a:gd name="connsiteY7" fmla="*/ 94272 h 1718300"/>
              <a:gd name="connsiteX8" fmla="*/ 183623 w 1285360"/>
              <a:gd name="connsiteY8" fmla="*/ 275462 h 1718300"/>
              <a:gd name="connsiteX9" fmla="*/ 107012 w 1285360"/>
              <a:gd name="connsiteY9" fmla="*/ 563665 h 1718300"/>
              <a:gd name="connsiteX10" fmla="*/ 62018 w 1285360"/>
              <a:gd name="connsiteY10" fmla="*/ 590418 h 1718300"/>
              <a:gd name="connsiteX11" fmla="*/ 0 w 1285360"/>
              <a:gd name="connsiteY11" fmla="*/ 697430 h 1718300"/>
              <a:gd name="connsiteX12" fmla="*/ 0 w 1285360"/>
              <a:gd name="connsiteY12" fmla="*/ 1295725 h 1718300"/>
              <a:gd name="connsiteX13" fmla="*/ 62018 w 1285360"/>
              <a:gd name="connsiteY13" fmla="*/ 1402737 h 1718300"/>
              <a:gd name="connsiteX14" fmla="*/ 581270 w 1285360"/>
              <a:gd name="connsiteY14" fmla="*/ 1701884 h 1718300"/>
              <a:gd name="connsiteX15" fmla="*/ 704091 w 1285360"/>
              <a:gd name="connsiteY15" fmla="*/ 1701884 h 1718300"/>
              <a:gd name="connsiteX16" fmla="*/ 1223343 w 1285360"/>
              <a:gd name="connsiteY16" fmla="*/ 1402737 h 1718300"/>
              <a:gd name="connsiteX17" fmla="*/ 1285361 w 1285360"/>
              <a:gd name="connsiteY17" fmla="*/ 1295725 h 1718300"/>
              <a:gd name="connsiteX18" fmla="*/ 1285361 w 1285360"/>
              <a:gd name="connsiteY18" fmla="*/ 696214 h 1718300"/>
              <a:gd name="connsiteX19" fmla="*/ 1220911 w 1285360"/>
              <a:gd name="connsiteY19" fmla="*/ 589202 h 171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85360" h="1718300">
                <a:moveTo>
                  <a:pt x="1220911" y="589202"/>
                </a:moveTo>
                <a:lnTo>
                  <a:pt x="701659" y="290055"/>
                </a:lnTo>
                <a:cubicBezTo>
                  <a:pt x="663961" y="268166"/>
                  <a:pt x="616536" y="268166"/>
                  <a:pt x="578838" y="290055"/>
                </a:cubicBezTo>
                <a:lnTo>
                  <a:pt x="578838" y="290055"/>
                </a:lnTo>
                <a:cubicBezTo>
                  <a:pt x="477906" y="348425"/>
                  <a:pt x="350222" y="314376"/>
                  <a:pt x="291851" y="213444"/>
                </a:cubicBezTo>
                <a:lnTo>
                  <a:pt x="187271" y="33469"/>
                </a:lnTo>
                <a:cubicBezTo>
                  <a:pt x="170246" y="4284"/>
                  <a:pt x="132549" y="-9092"/>
                  <a:pt x="103364" y="6716"/>
                </a:cubicBezTo>
                <a:cubicBezTo>
                  <a:pt x="71747" y="23741"/>
                  <a:pt x="59587" y="62654"/>
                  <a:pt x="77827" y="94272"/>
                </a:cubicBezTo>
                <a:lnTo>
                  <a:pt x="183623" y="275462"/>
                </a:lnTo>
                <a:cubicBezTo>
                  <a:pt x="241993" y="376394"/>
                  <a:pt x="207944" y="505295"/>
                  <a:pt x="107012" y="563665"/>
                </a:cubicBezTo>
                <a:lnTo>
                  <a:pt x="62018" y="590418"/>
                </a:lnTo>
                <a:cubicBezTo>
                  <a:pt x="24321" y="612307"/>
                  <a:pt x="0" y="653653"/>
                  <a:pt x="0" y="697430"/>
                </a:cubicBezTo>
                <a:lnTo>
                  <a:pt x="0" y="1295725"/>
                </a:lnTo>
                <a:cubicBezTo>
                  <a:pt x="0" y="1339503"/>
                  <a:pt x="23105" y="1380848"/>
                  <a:pt x="62018" y="1402737"/>
                </a:cubicBezTo>
                <a:lnTo>
                  <a:pt x="581270" y="1701884"/>
                </a:lnTo>
                <a:cubicBezTo>
                  <a:pt x="618968" y="1723773"/>
                  <a:pt x="666394" y="1723773"/>
                  <a:pt x="704091" y="1701884"/>
                </a:cubicBezTo>
                <a:lnTo>
                  <a:pt x="1223343" y="1402737"/>
                </a:lnTo>
                <a:cubicBezTo>
                  <a:pt x="1261040" y="1380848"/>
                  <a:pt x="1285361" y="1339503"/>
                  <a:pt x="1285361" y="1295725"/>
                </a:cubicBezTo>
                <a:lnTo>
                  <a:pt x="1285361" y="696214"/>
                </a:lnTo>
                <a:cubicBezTo>
                  <a:pt x="1282929" y="652437"/>
                  <a:pt x="1259824" y="611091"/>
                  <a:pt x="1220911" y="589202"/>
                </a:cubicBezTo>
                <a:close/>
              </a:path>
            </a:pathLst>
          </a:custGeom>
          <a:solidFill>
            <a:schemeClr val="accent1"/>
          </a:solidFill>
          <a:ln w="12160" cap="flat">
            <a:noFill/>
            <a:prstDash val="solid"/>
            <a:miter/>
          </a:ln>
        </p:spPr>
        <p:txBody>
          <a:bodyPr rtlCol="0" anchor="ctr"/>
          <a:lstStyle/>
          <a:p>
            <a:endParaRPr lang="en-ID"/>
          </a:p>
        </p:txBody>
      </p:sp>
      <p:sp>
        <p:nvSpPr>
          <p:cNvPr id="62" name="Freeform: Shape 61">
            <a:extLst>
              <a:ext uri="{FF2B5EF4-FFF2-40B4-BE49-F238E27FC236}">
                <a16:creationId xmlns:a16="http://schemas.microsoft.com/office/drawing/2014/main" id="{17A0CF05-3264-B59B-C31B-AD979A6F0A8F}"/>
              </a:ext>
            </a:extLst>
          </p:cNvPr>
          <p:cNvSpPr/>
          <p:nvPr/>
        </p:nvSpPr>
        <p:spPr>
          <a:xfrm>
            <a:off x="6896922" y="4765334"/>
            <a:ext cx="888784" cy="993589"/>
          </a:xfrm>
          <a:custGeom>
            <a:avLst/>
            <a:gdLst>
              <a:gd name="connsiteX0" fmla="*/ 0 w 1051879"/>
              <a:gd name="connsiteY0" fmla="*/ 820223 h 1175916"/>
              <a:gd name="connsiteX1" fmla="*/ 0 w 1051879"/>
              <a:gd name="connsiteY1" fmla="*/ 355694 h 1175916"/>
              <a:gd name="connsiteX2" fmla="*/ 62018 w 1051879"/>
              <a:gd name="connsiteY2" fmla="*/ 248681 h 1175916"/>
              <a:gd name="connsiteX3" fmla="*/ 464530 w 1051879"/>
              <a:gd name="connsiteY3" fmla="*/ 16417 h 1175916"/>
              <a:gd name="connsiteX4" fmla="*/ 587351 w 1051879"/>
              <a:gd name="connsiteY4" fmla="*/ 16417 h 1175916"/>
              <a:gd name="connsiteX5" fmla="*/ 989862 w 1051879"/>
              <a:gd name="connsiteY5" fmla="*/ 248681 h 1175916"/>
              <a:gd name="connsiteX6" fmla="*/ 1051880 w 1051879"/>
              <a:gd name="connsiteY6" fmla="*/ 355694 h 1175916"/>
              <a:gd name="connsiteX7" fmla="*/ 1051880 w 1051879"/>
              <a:gd name="connsiteY7" fmla="*/ 820223 h 1175916"/>
              <a:gd name="connsiteX8" fmla="*/ 989862 w 1051879"/>
              <a:gd name="connsiteY8" fmla="*/ 927235 h 1175916"/>
              <a:gd name="connsiteX9" fmla="*/ 587351 w 1051879"/>
              <a:gd name="connsiteY9" fmla="*/ 1159500 h 1175916"/>
              <a:gd name="connsiteX10" fmla="*/ 464530 w 1051879"/>
              <a:gd name="connsiteY10" fmla="*/ 1159500 h 1175916"/>
              <a:gd name="connsiteX11" fmla="*/ 62018 w 1051879"/>
              <a:gd name="connsiteY11" fmla="*/ 927235 h 1175916"/>
              <a:gd name="connsiteX12" fmla="*/ 0 w 1051879"/>
              <a:gd name="connsiteY12" fmla="*/ 820223 h 117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1879" h="1175916">
                <a:moveTo>
                  <a:pt x="0" y="820223"/>
                </a:moveTo>
                <a:lnTo>
                  <a:pt x="0" y="355694"/>
                </a:lnTo>
                <a:cubicBezTo>
                  <a:pt x="0" y="311916"/>
                  <a:pt x="23105" y="270570"/>
                  <a:pt x="62018" y="248681"/>
                </a:cubicBezTo>
                <a:lnTo>
                  <a:pt x="464530" y="16417"/>
                </a:lnTo>
                <a:cubicBezTo>
                  <a:pt x="502227" y="-5472"/>
                  <a:pt x="549653" y="-5472"/>
                  <a:pt x="587351" y="16417"/>
                </a:cubicBezTo>
                <a:lnTo>
                  <a:pt x="989862" y="248681"/>
                </a:lnTo>
                <a:cubicBezTo>
                  <a:pt x="1027559" y="270570"/>
                  <a:pt x="1051880" y="311916"/>
                  <a:pt x="1051880" y="355694"/>
                </a:cubicBezTo>
                <a:lnTo>
                  <a:pt x="1051880" y="820223"/>
                </a:lnTo>
                <a:cubicBezTo>
                  <a:pt x="1051880" y="864001"/>
                  <a:pt x="1028775" y="905346"/>
                  <a:pt x="989862" y="927235"/>
                </a:cubicBezTo>
                <a:lnTo>
                  <a:pt x="587351" y="1159500"/>
                </a:lnTo>
                <a:cubicBezTo>
                  <a:pt x="549653" y="1181389"/>
                  <a:pt x="502227" y="1181389"/>
                  <a:pt x="464530" y="1159500"/>
                </a:cubicBezTo>
                <a:lnTo>
                  <a:pt x="62018" y="927235"/>
                </a:lnTo>
                <a:cubicBezTo>
                  <a:pt x="23105" y="905346"/>
                  <a:pt x="0" y="864001"/>
                  <a:pt x="0" y="820223"/>
                </a:cubicBezTo>
                <a:close/>
              </a:path>
            </a:pathLst>
          </a:custGeom>
          <a:gradFill>
            <a:gsLst>
              <a:gs pos="0">
                <a:srgbClr val="F3F2F3"/>
              </a:gs>
              <a:gs pos="203">
                <a:srgbClr val="F3F2F3"/>
              </a:gs>
              <a:gs pos="70700">
                <a:srgbClr val="FFFFFF"/>
              </a:gs>
            </a:gsLst>
            <a:lin ang="8099997" scaled="1"/>
          </a:gradFill>
          <a:ln w="12160" cap="flat">
            <a:noFill/>
            <a:prstDash val="solid"/>
            <a:miter/>
          </a:ln>
        </p:spPr>
        <p:txBody>
          <a:bodyPr rtlCol="0" anchor="ctr"/>
          <a:lstStyle/>
          <a:p>
            <a:endParaRPr lang="en-ID"/>
          </a:p>
        </p:txBody>
      </p:sp>
      <p:sp>
        <p:nvSpPr>
          <p:cNvPr id="66" name="Isosceles Triangle 65">
            <a:extLst>
              <a:ext uri="{FF2B5EF4-FFF2-40B4-BE49-F238E27FC236}">
                <a16:creationId xmlns:a16="http://schemas.microsoft.com/office/drawing/2014/main" id="{EB63321E-A4F7-938E-6205-1A634F8D8407}"/>
              </a:ext>
            </a:extLst>
          </p:cNvPr>
          <p:cNvSpPr/>
          <p:nvPr/>
        </p:nvSpPr>
        <p:spPr>
          <a:xfrm rot="16200000" flipH="1">
            <a:off x="4706532" y="1909040"/>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7" name="Isosceles Triangle 66">
            <a:extLst>
              <a:ext uri="{FF2B5EF4-FFF2-40B4-BE49-F238E27FC236}">
                <a16:creationId xmlns:a16="http://schemas.microsoft.com/office/drawing/2014/main" id="{DB55FF16-CBE7-7396-CF4F-D7F0B829B153}"/>
              </a:ext>
            </a:extLst>
          </p:cNvPr>
          <p:cNvSpPr/>
          <p:nvPr/>
        </p:nvSpPr>
        <p:spPr>
          <a:xfrm rot="16200000" flipH="1">
            <a:off x="4706532" y="2138461"/>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8" name="Isosceles Triangle 67">
            <a:extLst>
              <a:ext uri="{FF2B5EF4-FFF2-40B4-BE49-F238E27FC236}">
                <a16:creationId xmlns:a16="http://schemas.microsoft.com/office/drawing/2014/main" id="{C2F189C7-EB25-C030-3753-5643DB22DA69}"/>
              </a:ext>
            </a:extLst>
          </p:cNvPr>
          <p:cNvSpPr/>
          <p:nvPr/>
        </p:nvSpPr>
        <p:spPr>
          <a:xfrm rot="16200000" flipH="1">
            <a:off x="4706532" y="2371143"/>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1" name="Isosceles Triangle 70">
            <a:extLst>
              <a:ext uri="{FF2B5EF4-FFF2-40B4-BE49-F238E27FC236}">
                <a16:creationId xmlns:a16="http://schemas.microsoft.com/office/drawing/2014/main" id="{48E6FD67-D5A0-E0E9-CA46-A4CA5C081267}"/>
              </a:ext>
            </a:extLst>
          </p:cNvPr>
          <p:cNvSpPr/>
          <p:nvPr/>
        </p:nvSpPr>
        <p:spPr>
          <a:xfrm rot="16200000" flipH="1">
            <a:off x="3839842" y="3573934"/>
            <a:ext cx="100804" cy="86900"/>
          </a:xfrm>
          <a:prstGeom prst="triangle">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2" name="Isosceles Triangle 71">
            <a:extLst>
              <a:ext uri="{FF2B5EF4-FFF2-40B4-BE49-F238E27FC236}">
                <a16:creationId xmlns:a16="http://schemas.microsoft.com/office/drawing/2014/main" id="{33E661FC-76D4-7FC4-AABB-3B5984B9DA40}"/>
              </a:ext>
            </a:extLst>
          </p:cNvPr>
          <p:cNvSpPr/>
          <p:nvPr/>
        </p:nvSpPr>
        <p:spPr>
          <a:xfrm rot="16200000" flipH="1">
            <a:off x="3839842" y="3803355"/>
            <a:ext cx="100804" cy="86900"/>
          </a:xfrm>
          <a:prstGeom prst="triangle">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3" name="Isosceles Triangle 72">
            <a:extLst>
              <a:ext uri="{FF2B5EF4-FFF2-40B4-BE49-F238E27FC236}">
                <a16:creationId xmlns:a16="http://schemas.microsoft.com/office/drawing/2014/main" id="{F7473362-7780-F4E3-5D5F-9944DE05372D}"/>
              </a:ext>
            </a:extLst>
          </p:cNvPr>
          <p:cNvSpPr/>
          <p:nvPr/>
        </p:nvSpPr>
        <p:spPr>
          <a:xfrm rot="16200000" flipH="1">
            <a:off x="3839842" y="4036037"/>
            <a:ext cx="100804" cy="86900"/>
          </a:xfrm>
          <a:prstGeom prst="triangle">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6" name="Isosceles Triangle 75">
            <a:extLst>
              <a:ext uri="{FF2B5EF4-FFF2-40B4-BE49-F238E27FC236}">
                <a16:creationId xmlns:a16="http://schemas.microsoft.com/office/drawing/2014/main" id="{3225292F-BB04-40A4-96A5-6E3A450DF9C0}"/>
              </a:ext>
            </a:extLst>
          </p:cNvPr>
          <p:cNvSpPr/>
          <p:nvPr/>
        </p:nvSpPr>
        <p:spPr>
          <a:xfrm rot="16200000" flipH="1">
            <a:off x="4706532" y="5239944"/>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7" name="Isosceles Triangle 76">
            <a:extLst>
              <a:ext uri="{FF2B5EF4-FFF2-40B4-BE49-F238E27FC236}">
                <a16:creationId xmlns:a16="http://schemas.microsoft.com/office/drawing/2014/main" id="{453B7D8F-AB33-2D13-C8F4-86F06DF7013C}"/>
              </a:ext>
            </a:extLst>
          </p:cNvPr>
          <p:cNvSpPr/>
          <p:nvPr/>
        </p:nvSpPr>
        <p:spPr>
          <a:xfrm rot="16200000" flipH="1">
            <a:off x="4706532" y="5469365"/>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8" name="Isosceles Triangle 77">
            <a:extLst>
              <a:ext uri="{FF2B5EF4-FFF2-40B4-BE49-F238E27FC236}">
                <a16:creationId xmlns:a16="http://schemas.microsoft.com/office/drawing/2014/main" id="{1C8BD59C-450D-462D-79E6-4C91820ED94C}"/>
              </a:ext>
            </a:extLst>
          </p:cNvPr>
          <p:cNvSpPr/>
          <p:nvPr/>
        </p:nvSpPr>
        <p:spPr>
          <a:xfrm rot="16200000" flipH="1">
            <a:off x="4706532" y="5702047"/>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1" name="Isosceles Triangle 80">
            <a:extLst>
              <a:ext uri="{FF2B5EF4-FFF2-40B4-BE49-F238E27FC236}">
                <a16:creationId xmlns:a16="http://schemas.microsoft.com/office/drawing/2014/main" id="{0CAC96C7-F828-4494-EFEA-9DFF61830324}"/>
              </a:ext>
            </a:extLst>
          </p:cNvPr>
          <p:cNvSpPr/>
          <p:nvPr/>
        </p:nvSpPr>
        <p:spPr>
          <a:xfrm rot="5400000">
            <a:off x="8108013" y="1909040"/>
            <a:ext cx="100804" cy="86900"/>
          </a:xfrm>
          <a:prstGeom prst="triangle">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D"/>
          </a:p>
        </p:txBody>
      </p:sp>
      <p:sp>
        <p:nvSpPr>
          <p:cNvPr id="82" name="Isosceles Triangle 81">
            <a:extLst>
              <a:ext uri="{FF2B5EF4-FFF2-40B4-BE49-F238E27FC236}">
                <a16:creationId xmlns:a16="http://schemas.microsoft.com/office/drawing/2014/main" id="{E4BBE5B6-FD07-E48E-F27E-387464714D26}"/>
              </a:ext>
            </a:extLst>
          </p:cNvPr>
          <p:cNvSpPr/>
          <p:nvPr/>
        </p:nvSpPr>
        <p:spPr>
          <a:xfrm rot="5400000">
            <a:off x="8108013" y="2138461"/>
            <a:ext cx="100804" cy="86900"/>
          </a:xfrm>
          <a:prstGeom prst="triangle">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D"/>
          </a:p>
        </p:txBody>
      </p:sp>
      <p:sp>
        <p:nvSpPr>
          <p:cNvPr id="83" name="Isosceles Triangle 82">
            <a:extLst>
              <a:ext uri="{FF2B5EF4-FFF2-40B4-BE49-F238E27FC236}">
                <a16:creationId xmlns:a16="http://schemas.microsoft.com/office/drawing/2014/main" id="{9B1C9492-C026-BB9A-2681-6D165F219E73}"/>
              </a:ext>
            </a:extLst>
          </p:cNvPr>
          <p:cNvSpPr/>
          <p:nvPr/>
        </p:nvSpPr>
        <p:spPr>
          <a:xfrm rot="5400000">
            <a:off x="8108013" y="2371143"/>
            <a:ext cx="100804" cy="86900"/>
          </a:xfrm>
          <a:prstGeom prst="triangle">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D"/>
          </a:p>
        </p:txBody>
      </p:sp>
      <p:sp>
        <p:nvSpPr>
          <p:cNvPr id="86" name="Isosceles Triangle 85">
            <a:extLst>
              <a:ext uri="{FF2B5EF4-FFF2-40B4-BE49-F238E27FC236}">
                <a16:creationId xmlns:a16="http://schemas.microsoft.com/office/drawing/2014/main" id="{E9288F65-6281-E2C4-AEEE-734A4589332F}"/>
              </a:ext>
            </a:extLst>
          </p:cNvPr>
          <p:cNvSpPr/>
          <p:nvPr/>
        </p:nvSpPr>
        <p:spPr>
          <a:xfrm rot="5400000">
            <a:off x="8988280" y="3579350"/>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D"/>
          </a:p>
        </p:txBody>
      </p:sp>
      <p:sp>
        <p:nvSpPr>
          <p:cNvPr id="87" name="Isosceles Triangle 86">
            <a:extLst>
              <a:ext uri="{FF2B5EF4-FFF2-40B4-BE49-F238E27FC236}">
                <a16:creationId xmlns:a16="http://schemas.microsoft.com/office/drawing/2014/main" id="{8F189826-CE93-ED47-1728-DCB860B447FD}"/>
              </a:ext>
            </a:extLst>
          </p:cNvPr>
          <p:cNvSpPr/>
          <p:nvPr/>
        </p:nvSpPr>
        <p:spPr>
          <a:xfrm rot="5400000">
            <a:off x="8988280" y="3808771"/>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D"/>
          </a:p>
        </p:txBody>
      </p:sp>
      <p:sp>
        <p:nvSpPr>
          <p:cNvPr id="88" name="Isosceles Triangle 87">
            <a:extLst>
              <a:ext uri="{FF2B5EF4-FFF2-40B4-BE49-F238E27FC236}">
                <a16:creationId xmlns:a16="http://schemas.microsoft.com/office/drawing/2014/main" id="{A60B77C7-8D84-6350-63F8-F56973A20A8D}"/>
              </a:ext>
            </a:extLst>
          </p:cNvPr>
          <p:cNvSpPr/>
          <p:nvPr/>
        </p:nvSpPr>
        <p:spPr>
          <a:xfrm rot="5400000">
            <a:off x="8988280" y="4041453"/>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D"/>
          </a:p>
        </p:txBody>
      </p:sp>
      <p:sp>
        <p:nvSpPr>
          <p:cNvPr id="91" name="Isosceles Triangle 90">
            <a:extLst>
              <a:ext uri="{FF2B5EF4-FFF2-40B4-BE49-F238E27FC236}">
                <a16:creationId xmlns:a16="http://schemas.microsoft.com/office/drawing/2014/main" id="{BA9B35DB-A167-9381-B101-E0E5D83DD432}"/>
              </a:ext>
            </a:extLst>
          </p:cNvPr>
          <p:cNvSpPr/>
          <p:nvPr/>
        </p:nvSpPr>
        <p:spPr>
          <a:xfrm rot="5400000">
            <a:off x="8108013" y="5234800"/>
            <a:ext cx="100804" cy="86900"/>
          </a:xfrm>
          <a:prstGeom prst="triangle">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D"/>
          </a:p>
        </p:txBody>
      </p:sp>
      <p:sp>
        <p:nvSpPr>
          <p:cNvPr id="92" name="Isosceles Triangle 91">
            <a:extLst>
              <a:ext uri="{FF2B5EF4-FFF2-40B4-BE49-F238E27FC236}">
                <a16:creationId xmlns:a16="http://schemas.microsoft.com/office/drawing/2014/main" id="{534B17E7-3E2A-6CC3-7DE9-A2CB6106AB13}"/>
              </a:ext>
            </a:extLst>
          </p:cNvPr>
          <p:cNvSpPr/>
          <p:nvPr/>
        </p:nvSpPr>
        <p:spPr>
          <a:xfrm rot="5400000">
            <a:off x="8108013" y="5464221"/>
            <a:ext cx="100804" cy="86900"/>
          </a:xfrm>
          <a:prstGeom prst="triangle">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D"/>
          </a:p>
        </p:txBody>
      </p:sp>
      <p:sp>
        <p:nvSpPr>
          <p:cNvPr id="93" name="Isosceles Triangle 92">
            <a:extLst>
              <a:ext uri="{FF2B5EF4-FFF2-40B4-BE49-F238E27FC236}">
                <a16:creationId xmlns:a16="http://schemas.microsoft.com/office/drawing/2014/main" id="{24CFA26E-E3F5-64F4-07D5-486550FB0543}"/>
              </a:ext>
            </a:extLst>
          </p:cNvPr>
          <p:cNvSpPr/>
          <p:nvPr/>
        </p:nvSpPr>
        <p:spPr>
          <a:xfrm rot="5400000">
            <a:off x="8108013" y="5696903"/>
            <a:ext cx="100804" cy="86900"/>
          </a:xfrm>
          <a:prstGeom prst="triangle">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D"/>
          </a:p>
        </p:txBody>
      </p:sp>
      <p:pic>
        <p:nvPicPr>
          <p:cNvPr id="95" name="Graphic 94">
            <a:extLst>
              <a:ext uri="{FF2B5EF4-FFF2-40B4-BE49-F238E27FC236}">
                <a16:creationId xmlns:a16="http://schemas.microsoft.com/office/drawing/2014/main" id="{F942317F-0C56-F0B5-06B6-44C5CB37AC8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02015" y="1860984"/>
            <a:ext cx="437881" cy="437881"/>
          </a:xfrm>
          <a:prstGeom prst="rect">
            <a:avLst/>
          </a:prstGeom>
        </p:spPr>
      </p:pic>
      <p:pic>
        <p:nvPicPr>
          <p:cNvPr id="97" name="Graphic 96">
            <a:extLst>
              <a:ext uri="{FF2B5EF4-FFF2-40B4-BE49-F238E27FC236}">
                <a16:creationId xmlns:a16="http://schemas.microsoft.com/office/drawing/2014/main" id="{5B7FE023-C48B-C861-859F-0F3708AA8D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22657" y="3431069"/>
            <a:ext cx="604484" cy="604484"/>
          </a:xfrm>
          <a:prstGeom prst="rect">
            <a:avLst/>
          </a:prstGeom>
        </p:spPr>
      </p:pic>
      <p:pic>
        <p:nvPicPr>
          <p:cNvPr id="99" name="Graphic 98">
            <a:extLst>
              <a:ext uri="{FF2B5EF4-FFF2-40B4-BE49-F238E27FC236}">
                <a16:creationId xmlns:a16="http://schemas.microsoft.com/office/drawing/2014/main" id="{5B24A046-2702-F197-D93D-58EDBDD814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2384" y="5028760"/>
            <a:ext cx="503134" cy="503134"/>
          </a:xfrm>
          <a:prstGeom prst="rect">
            <a:avLst/>
          </a:prstGeom>
        </p:spPr>
      </p:pic>
      <p:pic>
        <p:nvPicPr>
          <p:cNvPr id="102" name="Graphic 101">
            <a:extLst>
              <a:ext uri="{FF2B5EF4-FFF2-40B4-BE49-F238E27FC236}">
                <a16:creationId xmlns:a16="http://schemas.microsoft.com/office/drawing/2014/main" id="{307018ED-3E3F-9360-C4FE-159BEF4A08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58333" y="3347255"/>
            <a:ext cx="609600" cy="609600"/>
          </a:xfrm>
          <a:prstGeom prst="rect">
            <a:avLst/>
          </a:prstGeom>
        </p:spPr>
      </p:pic>
      <p:pic>
        <p:nvPicPr>
          <p:cNvPr id="104" name="Graphic 103">
            <a:extLst>
              <a:ext uri="{FF2B5EF4-FFF2-40B4-BE49-F238E27FC236}">
                <a16:creationId xmlns:a16="http://schemas.microsoft.com/office/drawing/2014/main" id="{89E97C45-D544-1104-C6F2-7D28CF8236F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82970" y="5006326"/>
            <a:ext cx="520670" cy="520668"/>
          </a:xfrm>
          <a:prstGeom prst="rect">
            <a:avLst/>
          </a:prstGeom>
        </p:spPr>
      </p:pic>
      <p:pic>
        <p:nvPicPr>
          <p:cNvPr id="106" name="Graphic 105">
            <a:extLst>
              <a:ext uri="{FF2B5EF4-FFF2-40B4-BE49-F238E27FC236}">
                <a16:creationId xmlns:a16="http://schemas.microsoft.com/office/drawing/2014/main" id="{A2905AF2-1CD2-6FCB-D58F-323A66A0CE3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82970" y="1858601"/>
            <a:ext cx="509566" cy="509566"/>
          </a:xfrm>
          <a:prstGeom prst="rect">
            <a:avLst/>
          </a:prstGeom>
        </p:spPr>
      </p:pic>
      <p:sp>
        <p:nvSpPr>
          <p:cNvPr id="23" name="Text Placeholder 22">
            <a:extLst>
              <a:ext uri="{FF2B5EF4-FFF2-40B4-BE49-F238E27FC236}">
                <a16:creationId xmlns:a16="http://schemas.microsoft.com/office/drawing/2014/main" id="{16ECFE00-C85C-272A-6452-60E27203CD0F}"/>
              </a:ext>
            </a:extLst>
          </p:cNvPr>
          <p:cNvSpPr>
            <a:spLocks noGrp="1"/>
          </p:cNvSpPr>
          <p:nvPr>
            <p:ph type="body" sz="quarter" idx="11"/>
          </p:nvPr>
        </p:nvSpPr>
        <p:spPr>
          <a:xfrm>
            <a:off x="867144" y="247029"/>
            <a:ext cx="10091142" cy="523220"/>
          </a:xfrm>
        </p:spPr>
        <p:txBody>
          <a:bodyPr/>
          <a:lstStyle/>
          <a:p>
            <a:r>
              <a:rPr lang="pt-BR"/>
              <a:t>CONSULTING SERVICES OVERVIEW</a:t>
            </a:r>
          </a:p>
        </p:txBody>
      </p:sp>
      <p:sp>
        <p:nvSpPr>
          <p:cNvPr id="121" name="Text Placeholder 120">
            <a:extLst>
              <a:ext uri="{FF2B5EF4-FFF2-40B4-BE49-F238E27FC236}">
                <a16:creationId xmlns:a16="http://schemas.microsoft.com/office/drawing/2014/main" id="{A8E82E4A-759D-EC38-1CF3-4B318E6F5005}"/>
              </a:ext>
            </a:extLst>
          </p:cNvPr>
          <p:cNvSpPr>
            <a:spLocks noGrp="1"/>
          </p:cNvSpPr>
          <p:nvPr>
            <p:ph type="body" sz="quarter" idx="44"/>
          </p:nvPr>
        </p:nvSpPr>
        <p:spPr>
          <a:xfrm>
            <a:off x="2083001" y="1458764"/>
            <a:ext cx="2804809" cy="307777"/>
          </a:xfrm>
        </p:spPr>
        <p:txBody>
          <a:bodyPr/>
          <a:lstStyle/>
          <a:p>
            <a:r>
              <a:rPr lang="en-US"/>
              <a:t>Design &amp; Development</a:t>
            </a:r>
            <a:endParaRPr lang="en-ID"/>
          </a:p>
        </p:txBody>
      </p:sp>
      <p:sp>
        <p:nvSpPr>
          <p:cNvPr id="122" name="Text Placeholder 121">
            <a:extLst>
              <a:ext uri="{FF2B5EF4-FFF2-40B4-BE49-F238E27FC236}">
                <a16:creationId xmlns:a16="http://schemas.microsoft.com/office/drawing/2014/main" id="{7A3FD11C-8D60-E5A1-2264-1B1671CE30A4}"/>
              </a:ext>
            </a:extLst>
          </p:cNvPr>
          <p:cNvSpPr>
            <a:spLocks noGrp="1"/>
          </p:cNvSpPr>
          <p:nvPr>
            <p:ph type="body" sz="quarter" idx="45"/>
          </p:nvPr>
        </p:nvSpPr>
        <p:spPr>
          <a:xfrm>
            <a:off x="1216311" y="3123658"/>
            <a:ext cx="2804809" cy="307777"/>
          </a:xfrm>
        </p:spPr>
        <p:txBody>
          <a:bodyPr/>
          <a:lstStyle/>
          <a:p>
            <a:r>
              <a:rPr lang="en-US"/>
              <a:t>Applied Artificial Intelligence</a:t>
            </a:r>
          </a:p>
        </p:txBody>
      </p:sp>
      <p:sp>
        <p:nvSpPr>
          <p:cNvPr id="138" name="Text Placeholder 137">
            <a:extLst>
              <a:ext uri="{FF2B5EF4-FFF2-40B4-BE49-F238E27FC236}">
                <a16:creationId xmlns:a16="http://schemas.microsoft.com/office/drawing/2014/main" id="{E95FAB8B-24A2-200B-8876-0DAD2B972D89}"/>
              </a:ext>
            </a:extLst>
          </p:cNvPr>
          <p:cNvSpPr>
            <a:spLocks noGrp="1"/>
          </p:cNvSpPr>
          <p:nvPr>
            <p:ph type="body" sz="quarter" idx="46"/>
          </p:nvPr>
        </p:nvSpPr>
        <p:spPr>
          <a:xfrm>
            <a:off x="2083001" y="4789668"/>
            <a:ext cx="2804809" cy="307777"/>
          </a:xfrm>
        </p:spPr>
        <p:txBody>
          <a:bodyPr/>
          <a:lstStyle/>
          <a:p>
            <a:r>
              <a:rPr lang="en-US"/>
              <a:t>Unified Customer Experience</a:t>
            </a:r>
          </a:p>
        </p:txBody>
      </p:sp>
      <p:sp>
        <p:nvSpPr>
          <p:cNvPr id="139" name="Text Placeholder 138">
            <a:extLst>
              <a:ext uri="{FF2B5EF4-FFF2-40B4-BE49-F238E27FC236}">
                <a16:creationId xmlns:a16="http://schemas.microsoft.com/office/drawing/2014/main" id="{C49D1D5D-9FF4-EFC4-9F2B-43A3B400DF7A}"/>
              </a:ext>
            </a:extLst>
          </p:cNvPr>
          <p:cNvSpPr>
            <a:spLocks noGrp="1"/>
          </p:cNvSpPr>
          <p:nvPr>
            <p:ph type="body" sz="quarter" idx="47"/>
          </p:nvPr>
        </p:nvSpPr>
        <p:spPr>
          <a:xfrm>
            <a:off x="8006695" y="1458764"/>
            <a:ext cx="2804809" cy="307777"/>
          </a:xfrm>
        </p:spPr>
        <p:txBody>
          <a:bodyPr/>
          <a:lstStyle/>
          <a:p>
            <a:r>
              <a:rPr lang="en-US"/>
              <a:t>Cloud And Managed Services</a:t>
            </a:r>
          </a:p>
        </p:txBody>
      </p:sp>
      <p:sp>
        <p:nvSpPr>
          <p:cNvPr id="140" name="Text Placeholder 139">
            <a:extLst>
              <a:ext uri="{FF2B5EF4-FFF2-40B4-BE49-F238E27FC236}">
                <a16:creationId xmlns:a16="http://schemas.microsoft.com/office/drawing/2014/main" id="{1535219C-06B9-4624-79B6-4FD9FEDDD801}"/>
              </a:ext>
            </a:extLst>
          </p:cNvPr>
          <p:cNvSpPr>
            <a:spLocks noGrp="1"/>
          </p:cNvSpPr>
          <p:nvPr>
            <p:ph type="body" sz="quarter" idx="48"/>
          </p:nvPr>
        </p:nvSpPr>
        <p:spPr>
          <a:xfrm>
            <a:off x="8886963" y="3129074"/>
            <a:ext cx="2804809" cy="307777"/>
          </a:xfrm>
        </p:spPr>
        <p:txBody>
          <a:bodyPr/>
          <a:lstStyle/>
          <a:p>
            <a:r>
              <a:rPr lang="en-US"/>
              <a:t>PEGA Advisory Services</a:t>
            </a:r>
          </a:p>
        </p:txBody>
      </p:sp>
      <p:sp>
        <p:nvSpPr>
          <p:cNvPr id="141" name="Text Placeholder 140">
            <a:extLst>
              <a:ext uri="{FF2B5EF4-FFF2-40B4-BE49-F238E27FC236}">
                <a16:creationId xmlns:a16="http://schemas.microsoft.com/office/drawing/2014/main" id="{7649F4AC-38C8-2B76-A28E-11AC06A88D7C}"/>
              </a:ext>
            </a:extLst>
          </p:cNvPr>
          <p:cNvSpPr>
            <a:spLocks noGrp="1"/>
          </p:cNvSpPr>
          <p:nvPr>
            <p:ph type="body" sz="quarter" idx="49"/>
          </p:nvPr>
        </p:nvSpPr>
        <p:spPr>
          <a:xfrm>
            <a:off x="8006696" y="4784524"/>
            <a:ext cx="2804809" cy="307777"/>
          </a:xfrm>
        </p:spPr>
        <p:txBody>
          <a:bodyPr/>
          <a:lstStyle/>
          <a:p>
            <a:r>
              <a:rPr lang="en-US"/>
              <a:t>Product Development</a:t>
            </a:r>
          </a:p>
        </p:txBody>
      </p:sp>
      <p:sp>
        <p:nvSpPr>
          <p:cNvPr id="120" name="Text Placeholder 119">
            <a:extLst>
              <a:ext uri="{FF2B5EF4-FFF2-40B4-BE49-F238E27FC236}">
                <a16:creationId xmlns:a16="http://schemas.microsoft.com/office/drawing/2014/main" id="{4E909680-5C3D-01AD-D430-A01CBAB69FAD}"/>
              </a:ext>
            </a:extLst>
          </p:cNvPr>
          <p:cNvSpPr>
            <a:spLocks noGrp="1"/>
          </p:cNvSpPr>
          <p:nvPr>
            <p:ph type="body" sz="quarter" idx="38"/>
          </p:nvPr>
        </p:nvSpPr>
        <p:spPr>
          <a:xfrm>
            <a:off x="1509059" y="1780037"/>
            <a:ext cx="3173277" cy="766877"/>
          </a:xfrm>
        </p:spPr>
        <p:txBody>
          <a:bodyPr/>
          <a:lstStyle/>
          <a:p>
            <a:r>
              <a:rPr lang="en-US"/>
              <a:t>Enterprise AI architecture</a:t>
            </a:r>
          </a:p>
          <a:p>
            <a:r>
              <a:rPr lang="en-US"/>
              <a:t>Fullstack Development for Mobile &amp; Web</a:t>
            </a:r>
          </a:p>
          <a:p>
            <a:r>
              <a:rPr lang="en-US"/>
              <a:t>Solution build with modern technologies</a:t>
            </a:r>
            <a:endParaRPr lang="en-ID"/>
          </a:p>
        </p:txBody>
      </p:sp>
      <p:sp>
        <p:nvSpPr>
          <p:cNvPr id="127" name="Text Placeholder 126">
            <a:extLst>
              <a:ext uri="{FF2B5EF4-FFF2-40B4-BE49-F238E27FC236}">
                <a16:creationId xmlns:a16="http://schemas.microsoft.com/office/drawing/2014/main" id="{95A18385-13D4-24DA-0409-EE995D248401}"/>
              </a:ext>
            </a:extLst>
          </p:cNvPr>
          <p:cNvSpPr>
            <a:spLocks noGrp="1"/>
          </p:cNvSpPr>
          <p:nvPr>
            <p:ph type="body" sz="quarter" idx="50"/>
          </p:nvPr>
        </p:nvSpPr>
        <p:spPr>
          <a:xfrm>
            <a:off x="812533" y="3444930"/>
            <a:ext cx="3003114" cy="766877"/>
          </a:xfrm>
        </p:spPr>
        <p:txBody>
          <a:bodyPr/>
          <a:lstStyle/>
          <a:p>
            <a:r>
              <a:rPr lang="en-US"/>
              <a:t>Business case analysis and Incubators</a:t>
            </a:r>
          </a:p>
          <a:p>
            <a:r>
              <a:rPr lang="en-US"/>
              <a:t>Open source Machine Learning</a:t>
            </a:r>
          </a:p>
          <a:p>
            <a:r>
              <a:rPr lang="en-US"/>
              <a:t>Decisioning and rules engines</a:t>
            </a:r>
          </a:p>
        </p:txBody>
      </p:sp>
      <p:sp>
        <p:nvSpPr>
          <p:cNvPr id="142" name="Text Placeholder 141">
            <a:extLst>
              <a:ext uri="{FF2B5EF4-FFF2-40B4-BE49-F238E27FC236}">
                <a16:creationId xmlns:a16="http://schemas.microsoft.com/office/drawing/2014/main" id="{C879A5DC-F21A-AD54-AE27-B4DCF4986697}"/>
              </a:ext>
            </a:extLst>
          </p:cNvPr>
          <p:cNvSpPr>
            <a:spLocks noGrp="1"/>
          </p:cNvSpPr>
          <p:nvPr>
            <p:ph type="body" sz="quarter" idx="51"/>
          </p:nvPr>
        </p:nvSpPr>
        <p:spPr>
          <a:xfrm>
            <a:off x="1509060" y="5110940"/>
            <a:ext cx="3173277" cy="766877"/>
          </a:xfrm>
        </p:spPr>
        <p:txBody>
          <a:bodyPr/>
          <a:lstStyle/>
          <a:p>
            <a:r>
              <a:rPr lang="en-US"/>
              <a:t>Customer first &amp; Mobile First</a:t>
            </a:r>
          </a:p>
          <a:p>
            <a:r>
              <a:rPr lang="en-US"/>
              <a:t>Social chanel integration</a:t>
            </a:r>
          </a:p>
          <a:p>
            <a:r>
              <a:rPr lang="en-US"/>
              <a:t>Seamless CX/UX design &amp; build</a:t>
            </a:r>
          </a:p>
        </p:txBody>
      </p:sp>
      <p:sp>
        <p:nvSpPr>
          <p:cNvPr id="143" name="Text Placeholder 142">
            <a:extLst>
              <a:ext uri="{FF2B5EF4-FFF2-40B4-BE49-F238E27FC236}">
                <a16:creationId xmlns:a16="http://schemas.microsoft.com/office/drawing/2014/main" id="{CEC63619-ACC7-89AC-F92B-E7250AA42E9F}"/>
              </a:ext>
            </a:extLst>
          </p:cNvPr>
          <p:cNvSpPr>
            <a:spLocks noGrp="1"/>
          </p:cNvSpPr>
          <p:nvPr>
            <p:ph type="body" sz="quarter" idx="52"/>
          </p:nvPr>
        </p:nvSpPr>
        <p:spPr>
          <a:xfrm>
            <a:off x="8259108" y="1780037"/>
            <a:ext cx="3173277" cy="766877"/>
          </a:xfrm>
        </p:spPr>
        <p:txBody>
          <a:bodyPr/>
          <a:lstStyle/>
          <a:p>
            <a:r>
              <a:rPr lang="en-US"/>
              <a:t>Amazon AWS / Azure</a:t>
            </a:r>
          </a:p>
          <a:p>
            <a:r>
              <a:rPr lang="en-US"/>
              <a:t>Pega in Cloud, DevOps, CICD</a:t>
            </a:r>
          </a:p>
          <a:p>
            <a:r>
              <a:rPr lang="en-US"/>
              <a:t>Managed Services</a:t>
            </a:r>
          </a:p>
        </p:txBody>
      </p:sp>
      <p:sp>
        <p:nvSpPr>
          <p:cNvPr id="144" name="Text Placeholder 143">
            <a:extLst>
              <a:ext uri="{FF2B5EF4-FFF2-40B4-BE49-F238E27FC236}">
                <a16:creationId xmlns:a16="http://schemas.microsoft.com/office/drawing/2014/main" id="{1E34BBDB-AE13-6E19-64EC-7374ACD3F48F}"/>
              </a:ext>
            </a:extLst>
          </p:cNvPr>
          <p:cNvSpPr>
            <a:spLocks noGrp="1"/>
          </p:cNvSpPr>
          <p:nvPr>
            <p:ph type="body" sz="quarter" idx="53"/>
          </p:nvPr>
        </p:nvSpPr>
        <p:spPr>
          <a:xfrm>
            <a:off x="9139375" y="3450346"/>
            <a:ext cx="2378597" cy="766877"/>
          </a:xfrm>
        </p:spPr>
        <p:txBody>
          <a:bodyPr/>
          <a:lstStyle/>
          <a:p>
            <a:r>
              <a:rPr lang="en-US"/>
              <a:t>Amazon AWS / Azure</a:t>
            </a:r>
          </a:p>
          <a:p>
            <a:r>
              <a:rPr lang="en-US"/>
              <a:t>Pega in Cloud, DevOps, CICD</a:t>
            </a:r>
          </a:p>
          <a:p>
            <a:r>
              <a:rPr lang="en-US"/>
              <a:t>Managed Services</a:t>
            </a:r>
          </a:p>
        </p:txBody>
      </p:sp>
      <p:sp>
        <p:nvSpPr>
          <p:cNvPr id="145" name="Text Placeholder 144">
            <a:extLst>
              <a:ext uri="{FF2B5EF4-FFF2-40B4-BE49-F238E27FC236}">
                <a16:creationId xmlns:a16="http://schemas.microsoft.com/office/drawing/2014/main" id="{A44C9342-E9AC-8553-E815-7530CBD2BCE5}"/>
              </a:ext>
            </a:extLst>
          </p:cNvPr>
          <p:cNvSpPr>
            <a:spLocks noGrp="1"/>
          </p:cNvSpPr>
          <p:nvPr>
            <p:ph type="body" sz="quarter" idx="54"/>
          </p:nvPr>
        </p:nvSpPr>
        <p:spPr>
          <a:xfrm>
            <a:off x="8259108" y="5105796"/>
            <a:ext cx="3173277" cy="766877"/>
          </a:xfrm>
        </p:spPr>
        <p:txBody>
          <a:bodyPr/>
          <a:lstStyle/>
          <a:p>
            <a:r>
              <a:rPr lang="en-US"/>
              <a:t>Technology services for products</a:t>
            </a:r>
          </a:p>
          <a:p>
            <a:r>
              <a:rPr lang="en-US"/>
              <a:t>One-stop shop from idea to roll-out</a:t>
            </a:r>
          </a:p>
          <a:p>
            <a:r>
              <a:rPr lang="en-US"/>
              <a:t>Cost effective virtual teams</a:t>
            </a:r>
          </a:p>
        </p:txBody>
      </p:sp>
      <p:sp>
        <p:nvSpPr>
          <p:cNvPr id="100" name="Text Placeholder 99">
            <a:extLst>
              <a:ext uri="{FF2B5EF4-FFF2-40B4-BE49-F238E27FC236}">
                <a16:creationId xmlns:a16="http://schemas.microsoft.com/office/drawing/2014/main" id="{A4BFC7C1-4DEB-AFFF-E1D2-3E08DD684BB8}"/>
              </a:ext>
            </a:extLst>
          </p:cNvPr>
          <p:cNvSpPr>
            <a:spLocks noGrp="1"/>
          </p:cNvSpPr>
          <p:nvPr>
            <p:ph type="body" sz="quarter" idx="55"/>
          </p:nvPr>
        </p:nvSpPr>
        <p:spPr>
          <a:xfrm>
            <a:off x="5501351" y="2937557"/>
            <a:ext cx="1874956" cy="1661748"/>
          </a:xfrm>
        </p:spPr>
        <p:txBody>
          <a:bodyPr/>
          <a:lstStyle/>
          <a:p>
            <a:r>
              <a:rPr lang="en-US"/>
              <a:t>Our services help you respond to market changes quickly. We believe in collaborative approach with our customers and value transparency in everything we do.</a:t>
            </a:r>
            <a:endParaRPr lang="en-ID"/>
          </a:p>
        </p:txBody>
      </p:sp>
    </p:spTree>
    <p:extLst>
      <p:ext uri="{BB962C8B-B14F-4D97-AF65-F5344CB8AC3E}">
        <p14:creationId xmlns:p14="http://schemas.microsoft.com/office/powerpoint/2010/main" val="2621978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Single Corner Rounded 15">
            <a:extLst>
              <a:ext uri="{FF2B5EF4-FFF2-40B4-BE49-F238E27FC236}">
                <a16:creationId xmlns:a16="http://schemas.microsoft.com/office/drawing/2014/main" id="{5F8A1586-D6DD-5E0B-8B5B-03EDA6BA2EA9}"/>
              </a:ext>
            </a:extLst>
          </p:cNvPr>
          <p:cNvSpPr/>
          <p:nvPr/>
        </p:nvSpPr>
        <p:spPr>
          <a:xfrm flipV="1">
            <a:off x="6554822" y="2961850"/>
            <a:ext cx="3672581" cy="33855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Rounded Corners 18">
            <a:extLst>
              <a:ext uri="{FF2B5EF4-FFF2-40B4-BE49-F238E27FC236}">
                <a16:creationId xmlns:a16="http://schemas.microsoft.com/office/drawing/2014/main" id="{55A542DD-2220-1CF2-10C1-21E07448448E}"/>
              </a:ext>
            </a:extLst>
          </p:cNvPr>
          <p:cNvSpPr/>
          <p:nvPr/>
        </p:nvSpPr>
        <p:spPr>
          <a:xfrm>
            <a:off x="6554822" y="3905945"/>
            <a:ext cx="2308428" cy="1665447"/>
          </a:xfrm>
          <a:prstGeom prst="roundRect">
            <a:avLst>
              <a:gd name="adj" fmla="val 781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Rectangle: Rounded Corners 21">
            <a:extLst>
              <a:ext uri="{FF2B5EF4-FFF2-40B4-BE49-F238E27FC236}">
                <a16:creationId xmlns:a16="http://schemas.microsoft.com/office/drawing/2014/main" id="{4DA9740E-496C-F8F7-B90B-12CB1C1E72B6}"/>
              </a:ext>
            </a:extLst>
          </p:cNvPr>
          <p:cNvSpPr/>
          <p:nvPr/>
        </p:nvSpPr>
        <p:spPr>
          <a:xfrm>
            <a:off x="9009648" y="3905945"/>
            <a:ext cx="2308428" cy="751523"/>
          </a:xfrm>
          <a:prstGeom prst="roundRect">
            <a:avLst>
              <a:gd name="adj" fmla="val 781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Rounded Corners 24">
            <a:extLst>
              <a:ext uri="{FF2B5EF4-FFF2-40B4-BE49-F238E27FC236}">
                <a16:creationId xmlns:a16="http://schemas.microsoft.com/office/drawing/2014/main" id="{533E89AE-CF16-B18B-66B8-A6B6A5554CAB}"/>
              </a:ext>
            </a:extLst>
          </p:cNvPr>
          <p:cNvSpPr/>
          <p:nvPr/>
        </p:nvSpPr>
        <p:spPr>
          <a:xfrm>
            <a:off x="9009648" y="4819869"/>
            <a:ext cx="2308428" cy="751523"/>
          </a:xfrm>
          <a:prstGeom prst="roundRect">
            <a:avLst>
              <a:gd name="adj" fmla="val 781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4" name="Picture Placeholder 13" descr="A person sitting at a desk with a robot on it&#10;&#10;Description automatically generated">
            <a:extLst>
              <a:ext uri="{FF2B5EF4-FFF2-40B4-BE49-F238E27FC236}">
                <a16:creationId xmlns:a16="http://schemas.microsoft.com/office/drawing/2014/main" id="{7FE1A73B-9F8E-6DE9-3C5C-02486C3F132F}"/>
              </a:ext>
            </a:extLst>
          </p:cNvPr>
          <p:cNvPicPr>
            <a:picLocks noGrp="1" noChangeAspect="1"/>
          </p:cNvPicPr>
          <p:nvPr>
            <p:ph type="pic" sz="quarter" idx="10"/>
          </p:nvPr>
        </p:nvPicPr>
        <p:blipFill>
          <a:blip r:embed="rId2"/>
          <a:srcRect/>
          <a:stretch/>
        </p:blipFill>
        <p:spPr>
          <a:xfrm>
            <a:off x="1662573" y="1666876"/>
            <a:ext cx="3524250" cy="3524248"/>
          </a:xfrm>
        </p:spPr>
      </p:pic>
      <p:sp>
        <p:nvSpPr>
          <p:cNvPr id="4" name="Text Placeholder 3">
            <a:extLst>
              <a:ext uri="{FF2B5EF4-FFF2-40B4-BE49-F238E27FC236}">
                <a16:creationId xmlns:a16="http://schemas.microsoft.com/office/drawing/2014/main" id="{D6027115-02EF-E820-979B-A149420D31FD}"/>
              </a:ext>
            </a:extLst>
          </p:cNvPr>
          <p:cNvSpPr>
            <a:spLocks noGrp="1"/>
          </p:cNvSpPr>
          <p:nvPr>
            <p:ph type="body" sz="quarter" idx="11"/>
          </p:nvPr>
        </p:nvSpPr>
        <p:spPr>
          <a:xfrm>
            <a:off x="6470686" y="1334430"/>
            <a:ext cx="4444818" cy="1642808"/>
          </a:xfrm>
        </p:spPr>
        <p:txBody>
          <a:bodyPr/>
          <a:lstStyle/>
          <a:p>
            <a:r>
              <a:rPr lang="pt-BR"/>
              <a:t>ENJOY THE AI JOURNEY.</a:t>
            </a:r>
            <a:endParaRPr lang="en-ID"/>
          </a:p>
        </p:txBody>
      </p:sp>
      <p:sp>
        <p:nvSpPr>
          <p:cNvPr id="5" name="Text Placeholder 4">
            <a:extLst>
              <a:ext uri="{FF2B5EF4-FFF2-40B4-BE49-F238E27FC236}">
                <a16:creationId xmlns:a16="http://schemas.microsoft.com/office/drawing/2014/main" id="{4EF53B0C-D055-62C1-5640-1AEC141C00FE}"/>
              </a:ext>
            </a:extLst>
          </p:cNvPr>
          <p:cNvSpPr>
            <a:spLocks noGrp="1"/>
          </p:cNvSpPr>
          <p:nvPr>
            <p:ph type="body" sz="quarter" idx="47"/>
          </p:nvPr>
        </p:nvSpPr>
        <p:spPr>
          <a:xfrm>
            <a:off x="6554822" y="2977238"/>
            <a:ext cx="3580267" cy="307777"/>
          </a:xfrm>
        </p:spPr>
        <p:txBody>
          <a:bodyPr/>
          <a:lstStyle/>
          <a:p>
            <a:r>
              <a:rPr lang="en-US"/>
              <a:t>IT MAKES THE DESTINATIONWORTH IT.</a:t>
            </a:r>
            <a:endParaRPr lang="en-ID"/>
          </a:p>
        </p:txBody>
      </p:sp>
      <p:sp>
        <p:nvSpPr>
          <p:cNvPr id="6" name="Text Placeholder 5">
            <a:extLst>
              <a:ext uri="{FF2B5EF4-FFF2-40B4-BE49-F238E27FC236}">
                <a16:creationId xmlns:a16="http://schemas.microsoft.com/office/drawing/2014/main" id="{A3A480AF-BE37-6FFC-EF78-E2909551928F}"/>
              </a:ext>
            </a:extLst>
          </p:cNvPr>
          <p:cNvSpPr>
            <a:spLocks noGrp="1"/>
          </p:cNvSpPr>
          <p:nvPr>
            <p:ph type="body" sz="quarter" idx="48"/>
          </p:nvPr>
        </p:nvSpPr>
        <p:spPr>
          <a:xfrm>
            <a:off x="6470687" y="3386522"/>
            <a:ext cx="4269301" cy="276999"/>
          </a:xfrm>
        </p:spPr>
        <p:txBody>
          <a:bodyPr/>
          <a:lstStyle/>
          <a:p>
            <a:r>
              <a:rPr lang="en-US"/>
              <a:t>EAI SYSTEMS LIMITED</a:t>
            </a:r>
            <a:endParaRPr lang="en-ID"/>
          </a:p>
        </p:txBody>
      </p:sp>
      <p:sp>
        <p:nvSpPr>
          <p:cNvPr id="7" name="Text Placeholder 6">
            <a:extLst>
              <a:ext uri="{FF2B5EF4-FFF2-40B4-BE49-F238E27FC236}">
                <a16:creationId xmlns:a16="http://schemas.microsoft.com/office/drawing/2014/main" id="{112CC6DC-75C7-27D8-3F7F-AF33EC3352DF}"/>
              </a:ext>
            </a:extLst>
          </p:cNvPr>
          <p:cNvSpPr>
            <a:spLocks noGrp="1"/>
          </p:cNvSpPr>
          <p:nvPr>
            <p:ph type="body" sz="quarter" idx="52"/>
          </p:nvPr>
        </p:nvSpPr>
        <p:spPr>
          <a:xfrm>
            <a:off x="6701220" y="4438051"/>
            <a:ext cx="2185851" cy="997709"/>
          </a:xfrm>
        </p:spPr>
        <p:txBody>
          <a:bodyPr/>
          <a:lstStyle/>
          <a:p>
            <a:r>
              <a:rPr lang="en-US"/>
              <a:t>Head Office - Spaces, City Point, 1 Roopmaker Street, Moorgate, London EC2Y 9HT United Kingdom</a:t>
            </a:r>
            <a:endParaRPr lang="en-ID"/>
          </a:p>
        </p:txBody>
      </p:sp>
      <p:sp>
        <p:nvSpPr>
          <p:cNvPr id="8" name="Text Placeholder 7">
            <a:extLst>
              <a:ext uri="{FF2B5EF4-FFF2-40B4-BE49-F238E27FC236}">
                <a16:creationId xmlns:a16="http://schemas.microsoft.com/office/drawing/2014/main" id="{6C706606-CD61-3201-3982-383373C602F0}"/>
              </a:ext>
            </a:extLst>
          </p:cNvPr>
          <p:cNvSpPr>
            <a:spLocks noGrp="1"/>
          </p:cNvSpPr>
          <p:nvPr>
            <p:ph type="body" sz="quarter" idx="53"/>
          </p:nvPr>
        </p:nvSpPr>
        <p:spPr>
          <a:xfrm>
            <a:off x="9474429" y="4135397"/>
            <a:ext cx="1563524" cy="305212"/>
          </a:xfrm>
        </p:spPr>
        <p:txBody>
          <a:bodyPr/>
          <a:lstStyle/>
          <a:p>
            <a:r>
              <a:rPr lang="en-US"/>
              <a:t>+44-7852710858</a:t>
            </a:r>
            <a:endParaRPr lang="en-ID"/>
          </a:p>
        </p:txBody>
      </p:sp>
      <p:sp>
        <p:nvSpPr>
          <p:cNvPr id="9" name="Text Placeholder 8">
            <a:extLst>
              <a:ext uri="{FF2B5EF4-FFF2-40B4-BE49-F238E27FC236}">
                <a16:creationId xmlns:a16="http://schemas.microsoft.com/office/drawing/2014/main" id="{845DAC73-AD26-4166-6D6C-E7A412D87FFF}"/>
              </a:ext>
            </a:extLst>
          </p:cNvPr>
          <p:cNvSpPr>
            <a:spLocks noGrp="1"/>
          </p:cNvSpPr>
          <p:nvPr>
            <p:ph type="body" sz="quarter" idx="54"/>
          </p:nvPr>
        </p:nvSpPr>
        <p:spPr>
          <a:xfrm>
            <a:off x="9474429" y="5049321"/>
            <a:ext cx="1831692" cy="305212"/>
          </a:xfrm>
        </p:spPr>
        <p:txBody>
          <a:bodyPr/>
          <a:lstStyle/>
          <a:p>
            <a:r>
              <a:rPr lang="en-US"/>
              <a:t>info@eaisystems.com</a:t>
            </a:r>
          </a:p>
        </p:txBody>
      </p:sp>
      <p:sp>
        <p:nvSpPr>
          <p:cNvPr id="36" name="Text Placeholder 35">
            <a:extLst>
              <a:ext uri="{FF2B5EF4-FFF2-40B4-BE49-F238E27FC236}">
                <a16:creationId xmlns:a16="http://schemas.microsoft.com/office/drawing/2014/main" id="{59590F13-585C-3173-21F6-6EC43C997882}"/>
              </a:ext>
            </a:extLst>
          </p:cNvPr>
          <p:cNvSpPr>
            <a:spLocks noGrp="1"/>
          </p:cNvSpPr>
          <p:nvPr>
            <p:ph type="body" sz="quarter" idx="55"/>
          </p:nvPr>
        </p:nvSpPr>
        <p:spPr/>
        <p:txBody>
          <a:bodyPr/>
          <a:lstStyle/>
          <a:p>
            <a:r>
              <a:rPr lang="en-US" sz="1200">
                <a:solidFill>
                  <a:schemeClr val="bg1"/>
                </a:solidFill>
              </a:rPr>
              <a:t>LONDON | AMSTERDAM | MUNICH |SAN FRANCISCO  MUMBAI</a:t>
            </a:r>
            <a:endParaRPr lang="en-ID" sz="1200">
              <a:solidFill>
                <a:schemeClr val="bg1"/>
              </a:solidFill>
            </a:endParaRPr>
          </a:p>
        </p:txBody>
      </p:sp>
      <p:sp>
        <p:nvSpPr>
          <p:cNvPr id="3" name="Oval 2">
            <a:extLst>
              <a:ext uri="{FF2B5EF4-FFF2-40B4-BE49-F238E27FC236}">
                <a16:creationId xmlns:a16="http://schemas.microsoft.com/office/drawing/2014/main" id="{6D4EE367-BD04-9029-CBED-4E5AAF9BE5B8}"/>
              </a:ext>
            </a:extLst>
          </p:cNvPr>
          <p:cNvSpPr/>
          <p:nvPr/>
        </p:nvSpPr>
        <p:spPr>
          <a:xfrm>
            <a:off x="1662573" y="1666876"/>
            <a:ext cx="3524250" cy="3524250"/>
          </a:xfrm>
          <a:prstGeom prst="ellipse">
            <a:avLst/>
          </a:prstGeom>
          <a:solidFill>
            <a:schemeClr val="accent1">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Graphic 27" descr="Marker with solid fill">
            <a:extLst>
              <a:ext uri="{FF2B5EF4-FFF2-40B4-BE49-F238E27FC236}">
                <a16:creationId xmlns:a16="http://schemas.microsoft.com/office/drawing/2014/main" id="{FEA97C19-EC77-6D23-558C-0E3CE96497F1}"/>
              </a:ext>
            </a:extLst>
          </p:cNvPr>
          <p:cNvSpPr/>
          <p:nvPr/>
        </p:nvSpPr>
        <p:spPr>
          <a:xfrm>
            <a:off x="6789231" y="4057085"/>
            <a:ext cx="209425" cy="340180"/>
          </a:xfrm>
          <a:custGeom>
            <a:avLst/>
            <a:gdLst>
              <a:gd name="connsiteX0" fmla="*/ 199373 w 398745"/>
              <a:gd name="connsiteY0" fmla="*/ 285750 h 647700"/>
              <a:gd name="connsiteX1" fmla="*/ 113648 w 398745"/>
              <a:gd name="connsiteY1" fmla="*/ 200025 h 647700"/>
              <a:gd name="connsiteX2" fmla="*/ 199373 w 398745"/>
              <a:gd name="connsiteY2" fmla="*/ 114300 h 647700"/>
              <a:gd name="connsiteX3" fmla="*/ 285098 w 398745"/>
              <a:gd name="connsiteY3" fmla="*/ 200025 h 647700"/>
              <a:gd name="connsiteX4" fmla="*/ 199373 w 398745"/>
              <a:gd name="connsiteY4" fmla="*/ 285750 h 647700"/>
              <a:gd name="connsiteX5" fmla="*/ 199373 w 398745"/>
              <a:gd name="connsiteY5" fmla="*/ 0 h 647700"/>
              <a:gd name="connsiteX6" fmla="*/ 34590 w 398745"/>
              <a:gd name="connsiteY6" fmla="*/ 87630 h 647700"/>
              <a:gd name="connsiteX7" fmla="*/ 13635 w 398745"/>
              <a:gd name="connsiteY7" fmla="*/ 273368 h 647700"/>
              <a:gd name="connsiteX8" fmla="*/ 104123 w 398745"/>
              <a:gd name="connsiteY8" fmla="*/ 473393 h 647700"/>
              <a:gd name="connsiteX9" fmla="*/ 182228 w 398745"/>
              <a:gd name="connsiteY9" fmla="*/ 637223 h 647700"/>
              <a:gd name="connsiteX10" fmla="*/ 199373 w 398745"/>
              <a:gd name="connsiteY10" fmla="*/ 647700 h 647700"/>
              <a:gd name="connsiteX11" fmla="*/ 216518 w 398745"/>
              <a:gd name="connsiteY11" fmla="*/ 637223 h 647700"/>
              <a:gd name="connsiteX12" fmla="*/ 294623 w 398745"/>
              <a:gd name="connsiteY12" fmla="*/ 473393 h 647700"/>
              <a:gd name="connsiteX13" fmla="*/ 385110 w 398745"/>
              <a:gd name="connsiteY13" fmla="*/ 273368 h 647700"/>
              <a:gd name="connsiteX14" fmla="*/ 364155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285750"/>
                </a:moveTo>
                <a:cubicBezTo>
                  <a:pt x="151748" y="285750"/>
                  <a:pt x="113648" y="247650"/>
                  <a:pt x="113648" y="200025"/>
                </a:cubicBezTo>
                <a:cubicBezTo>
                  <a:pt x="113648" y="152400"/>
                  <a:pt x="151748" y="114300"/>
                  <a:pt x="199373" y="114300"/>
                </a:cubicBezTo>
                <a:cubicBezTo>
                  <a:pt x="246998" y="114300"/>
                  <a:pt x="285098" y="152400"/>
                  <a:pt x="285098" y="200025"/>
                </a:cubicBezTo>
                <a:cubicBezTo>
                  <a:pt x="285098" y="247650"/>
                  <a:pt x="246998" y="285750"/>
                  <a:pt x="199373" y="285750"/>
                </a:cubicBezTo>
                <a:close/>
                <a:moveTo>
                  <a:pt x="199373" y="0"/>
                </a:moveTo>
                <a:cubicBezTo>
                  <a:pt x="133650" y="0"/>
                  <a:pt x="71738" y="32385"/>
                  <a:pt x="34590" y="87630"/>
                </a:cubicBezTo>
                <a:cubicBezTo>
                  <a:pt x="-2557" y="141923"/>
                  <a:pt x="-10177" y="211455"/>
                  <a:pt x="13635" y="273368"/>
                </a:cubicBezTo>
                <a:lnTo>
                  <a:pt x="104123" y="473393"/>
                </a:lnTo>
                <a:lnTo>
                  <a:pt x="182228" y="637223"/>
                </a:lnTo>
                <a:cubicBezTo>
                  <a:pt x="185085" y="643890"/>
                  <a:pt x="191753" y="647700"/>
                  <a:pt x="199373" y="647700"/>
                </a:cubicBezTo>
                <a:cubicBezTo>
                  <a:pt x="206993" y="647700"/>
                  <a:pt x="213660" y="643890"/>
                  <a:pt x="216518" y="637223"/>
                </a:cubicBezTo>
                <a:lnTo>
                  <a:pt x="294623" y="473393"/>
                </a:lnTo>
                <a:lnTo>
                  <a:pt x="385110" y="273368"/>
                </a:lnTo>
                <a:cubicBezTo>
                  <a:pt x="408923" y="211455"/>
                  <a:pt x="401303" y="141923"/>
                  <a:pt x="364155" y="87630"/>
                </a:cubicBezTo>
                <a:cubicBezTo>
                  <a:pt x="327008" y="32385"/>
                  <a:pt x="265095" y="0"/>
                  <a:pt x="199373" y="0"/>
                </a:cubicBezTo>
                <a:close/>
              </a:path>
            </a:pathLst>
          </a:custGeom>
          <a:solidFill>
            <a:schemeClr val="accent2"/>
          </a:solidFill>
          <a:ln w="9525" cap="flat">
            <a:noFill/>
            <a:prstDash val="solid"/>
            <a:miter/>
          </a:ln>
        </p:spPr>
        <p:txBody>
          <a:bodyPr rtlCol="0" anchor="ctr"/>
          <a:lstStyle/>
          <a:p>
            <a:endParaRPr lang="en-ID"/>
          </a:p>
        </p:txBody>
      </p:sp>
      <p:pic>
        <p:nvPicPr>
          <p:cNvPr id="24" name="Graphic 23">
            <a:extLst>
              <a:ext uri="{FF2B5EF4-FFF2-40B4-BE49-F238E27FC236}">
                <a16:creationId xmlns:a16="http://schemas.microsoft.com/office/drawing/2014/main" id="{87498A4C-F5F8-9BA7-1AB2-2BBC541C41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94306" y="4190432"/>
            <a:ext cx="223746" cy="223746"/>
          </a:xfrm>
          <a:prstGeom prst="rect">
            <a:avLst/>
          </a:prstGeom>
        </p:spPr>
      </p:pic>
      <p:grpSp>
        <p:nvGrpSpPr>
          <p:cNvPr id="28" name="Group 27">
            <a:extLst>
              <a:ext uri="{FF2B5EF4-FFF2-40B4-BE49-F238E27FC236}">
                <a16:creationId xmlns:a16="http://schemas.microsoft.com/office/drawing/2014/main" id="{1004C95A-7826-5E69-E5B3-5F692373178E}"/>
              </a:ext>
            </a:extLst>
          </p:cNvPr>
          <p:cNvGrpSpPr/>
          <p:nvPr/>
        </p:nvGrpSpPr>
        <p:grpSpPr>
          <a:xfrm>
            <a:off x="9211786" y="5124934"/>
            <a:ext cx="188786" cy="141394"/>
            <a:chOff x="4243647" y="5041287"/>
            <a:chExt cx="232393" cy="174053"/>
          </a:xfrm>
          <a:solidFill>
            <a:schemeClr val="accent2"/>
          </a:solidFill>
        </p:grpSpPr>
        <p:sp>
          <p:nvSpPr>
            <p:cNvPr id="29" name="Freeform: Shape 28">
              <a:extLst>
                <a:ext uri="{FF2B5EF4-FFF2-40B4-BE49-F238E27FC236}">
                  <a16:creationId xmlns:a16="http://schemas.microsoft.com/office/drawing/2014/main" id="{B1BFD637-2349-89CB-F0D0-0564E0291C98}"/>
                </a:ext>
              </a:extLst>
            </p:cNvPr>
            <p:cNvSpPr/>
            <p:nvPr/>
          </p:nvSpPr>
          <p:spPr>
            <a:xfrm>
              <a:off x="4243647" y="5089916"/>
              <a:ext cx="232392" cy="125424"/>
            </a:xfrm>
            <a:custGeom>
              <a:avLst/>
              <a:gdLst>
                <a:gd name="connsiteX0" fmla="*/ 135618 w 232392"/>
                <a:gd name="connsiteY0" fmla="*/ 64585 h 125424"/>
                <a:gd name="connsiteX1" fmla="*/ 116197 w 232392"/>
                <a:gd name="connsiteY1" fmla="*/ 70477 h 125424"/>
                <a:gd name="connsiteX2" fmla="*/ 96775 w 232392"/>
                <a:gd name="connsiteY2" fmla="*/ 64585 h 125424"/>
                <a:gd name="connsiteX3" fmla="*/ 1547 w 232392"/>
                <a:gd name="connsiteY3" fmla="*/ 1098 h 125424"/>
                <a:gd name="connsiteX4" fmla="*/ 0 w 232392"/>
                <a:gd name="connsiteY4" fmla="*/ 0 h 125424"/>
                <a:gd name="connsiteX5" fmla="*/ 0 w 232392"/>
                <a:gd name="connsiteY5" fmla="*/ 104031 h 125424"/>
                <a:gd name="connsiteX6" fmla="*/ 21393 w 232392"/>
                <a:gd name="connsiteY6" fmla="*/ 125425 h 125424"/>
                <a:gd name="connsiteX7" fmla="*/ 210999 w 232392"/>
                <a:gd name="connsiteY7" fmla="*/ 125425 h 125424"/>
                <a:gd name="connsiteX8" fmla="*/ 232393 w 232392"/>
                <a:gd name="connsiteY8" fmla="*/ 104031 h 125424"/>
                <a:gd name="connsiteX9" fmla="*/ 232393 w 232392"/>
                <a:gd name="connsiteY9" fmla="*/ 0 h 125424"/>
                <a:gd name="connsiteX10" fmla="*/ 230842 w 232392"/>
                <a:gd name="connsiteY10" fmla="*/ 1099 h 12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392" h="125424">
                  <a:moveTo>
                    <a:pt x="135618" y="64585"/>
                  </a:moveTo>
                  <a:cubicBezTo>
                    <a:pt x="129836" y="68439"/>
                    <a:pt x="123121" y="70477"/>
                    <a:pt x="116197" y="70477"/>
                  </a:cubicBezTo>
                  <a:cubicBezTo>
                    <a:pt x="109273" y="70477"/>
                    <a:pt x="102557" y="68439"/>
                    <a:pt x="96775" y="64585"/>
                  </a:cubicBezTo>
                  <a:lnTo>
                    <a:pt x="1547" y="1098"/>
                  </a:lnTo>
                  <a:cubicBezTo>
                    <a:pt x="1019" y="745"/>
                    <a:pt x="504" y="378"/>
                    <a:pt x="0" y="0"/>
                  </a:cubicBezTo>
                  <a:lnTo>
                    <a:pt x="0" y="104031"/>
                  </a:lnTo>
                  <a:cubicBezTo>
                    <a:pt x="0" y="115959"/>
                    <a:pt x="9679" y="125425"/>
                    <a:pt x="21393" y="125425"/>
                  </a:cubicBezTo>
                  <a:lnTo>
                    <a:pt x="210999" y="125425"/>
                  </a:lnTo>
                  <a:cubicBezTo>
                    <a:pt x="222927" y="125425"/>
                    <a:pt x="232393" y="115745"/>
                    <a:pt x="232393" y="104031"/>
                  </a:cubicBezTo>
                  <a:lnTo>
                    <a:pt x="232393" y="0"/>
                  </a:lnTo>
                  <a:cubicBezTo>
                    <a:pt x="231887" y="379"/>
                    <a:pt x="231372" y="747"/>
                    <a:pt x="230842" y="1099"/>
                  </a:cubicBezTo>
                  <a:close/>
                </a:path>
              </a:pathLst>
            </a:custGeom>
            <a:grpFill/>
            <a:ln w="446"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0634935E-58F9-EE7B-26D8-ED784431EAC0}"/>
                </a:ext>
              </a:extLst>
            </p:cNvPr>
            <p:cNvSpPr/>
            <p:nvPr/>
          </p:nvSpPr>
          <p:spPr>
            <a:xfrm>
              <a:off x="4243647" y="5041287"/>
              <a:ext cx="232393" cy="105488"/>
            </a:xfrm>
            <a:custGeom>
              <a:avLst/>
              <a:gdLst>
                <a:gd name="connsiteX0" fmla="*/ 9101 w 232393"/>
                <a:gd name="connsiteY0" fmla="*/ 38396 h 105488"/>
                <a:gd name="connsiteX1" fmla="*/ 104329 w 232393"/>
                <a:gd name="connsiteY1" fmla="*/ 101883 h 105488"/>
                <a:gd name="connsiteX2" fmla="*/ 116196 w 232393"/>
                <a:gd name="connsiteY2" fmla="*/ 105488 h 105488"/>
                <a:gd name="connsiteX3" fmla="*/ 128064 w 232393"/>
                <a:gd name="connsiteY3" fmla="*/ 101883 h 105488"/>
                <a:gd name="connsiteX4" fmla="*/ 223292 w 232393"/>
                <a:gd name="connsiteY4" fmla="*/ 38396 h 105488"/>
                <a:gd name="connsiteX5" fmla="*/ 232393 w 232393"/>
                <a:gd name="connsiteY5" fmla="*/ 21386 h 105488"/>
                <a:gd name="connsiteX6" fmla="*/ 211007 w 232393"/>
                <a:gd name="connsiteY6" fmla="*/ 0 h 105488"/>
                <a:gd name="connsiteX7" fmla="*/ 21386 w 232393"/>
                <a:gd name="connsiteY7" fmla="*/ 0 h 105488"/>
                <a:gd name="connsiteX8" fmla="*/ 0 w 232393"/>
                <a:gd name="connsiteY8" fmla="*/ 21397 h 105488"/>
                <a:gd name="connsiteX9" fmla="*/ 9101 w 232393"/>
                <a:gd name="connsiteY9" fmla="*/ 38396 h 10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393" h="105488">
                  <a:moveTo>
                    <a:pt x="9101" y="38396"/>
                  </a:moveTo>
                  <a:lnTo>
                    <a:pt x="104329" y="101883"/>
                  </a:lnTo>
                  <a:cubicBezTo>
                    <a:pt x="107933" y="104287"/>
                    <a:pt x="112065" y="105488"/>
                    <a:pt x="116196" y="105488"/>
                  </a:cubicBezTo>
                  <a:cubicBezTo>
                    <a:pt x="120328" y="105488"/>
                    <a:pt x="124460" y="104286"/>
                    <a:pt x="128064" y="101883"/>
                  </a:cubicBezTo>
                  <a:lnTo>
                    <a:pt x="223292" y="38396"/>
                  </a:lnTo>
                  <a:cubicBezTo>
                    <a:pt x="228991" y="34599"/>
                    <a:pt x="232393" y="28244"/>
                    <a:pt x="232393" y="21386"/>
                  </a:cubicBezTo>
                  <a:cubicBezTo>
                    <a:pt x="232393" y="9593"/>
                    <a:pt x="222799" y="0"/>
                    <a:pt x="211007" y="0"/>
                  </a:cubicBezTo>
                  <a:lnTo>
                    <a:pt x="21386" y="0"/>
                  </a:lnTo>
                  <a:cubicBezTo>
                    <a:pt x="9594" y="0"/>
                    <a:pt x="0" y="9594"/>
                    <a:pt x="0" y="21397"/>
                  </a:cubicBezTo>
                  <a:cubicBezTo>
                    <a:pt x="0" y="28244"/>
                    <a:pt x="3402" y="34599"/>
                    <a:pt x="9101" y="38396"/>
                  </a:cubicBezTo>
                  <a:close/>
                </a:path>
              </a:pathLst>
            </a:custGeom>
            <a:grpFill/>
            <a:ln w="446" cap="flat">
              <a:noFill/>
              <a:prstDash val="solid"/>
              <a:miter/>
            </a:ln>
          </p:spPr>
          <p:txBody>
            <a:bodyPr rtlCol="0" anchor="ctr"/>
            <a:lstStyle/>
            <a:p>
              <a:endParaRPr lang="en-ID"/>
            </a:p>
          </p:txBody>
        </p:sp>
      </p:grpSp>
    </p:spTree>
    <p:extLst>
      <p:ext uri="{BB962C8B-B14F-4D97-AF65-F5344CB8AC3E}">
        <p14:creationId xmlns:p14="http://schemas.microsoft.com/office/powerpoint/2010/main" val="951331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person sitting in a chair using a computer&#10;&#10;Description automatically generated">
            <a:extLst>
              <a:ext uri="{FF2B5EF4-FFF2-40B4-BE49-F238E27FC236}">
                <a16:creationId xmlns:a16="http://schemas.microsoft.com/office/drawing/2014/main" id="{E689F23B-46FE-4856-4A84-049283420327}"/>
              </a:ext>
            </a:extLst>
          </p:cNvPr>
          <p:cNvPicPr>
            <a:picLocks noGrp="1" noChangeAspect="1"/>
          </p:cNvPicPr>
          <p:nvPr>
            <p:ph type="pic" sz="quarter" idx="10"/>
          </p:nvPr>
        </p:nvPicPr>
        <p:blipFill rotWithShape="1">
          <a:blip r:embed="rId2" cstate="print">
            <a:extLst>
              <a:ext uri="{28A0092B-C50C-407E-A947-70E740481C1C}">
                <a14:useLocalDpi xmlns:a14="http://schemas.microsoft.com/office/drawing/2010/main"/>
              </a:ext>
            </a:extLst>
          </a:blip>
          <a:srcRect t="5" b="5"/>
          <a:stretch/>
        </p:blipFill>
        <p:spPr>
          <a:xfrm>
            <a:off x="0" y="0"/>
            <a:ext cx="12192000" cy="4711700"/>
          </a:xfrm>
        </p:spPr>
      </p:pic>
      <p:sp>
        <p:nvSpPr>
          <p:cNvPr id="10" name="Rectangle 9">
            <a:extLst>
              <a:ext uri="{FF2B5EF4-FFF2-40B4-BE49-F238E27FC236}">
                <a16:creationId xmlns:a16="http://schemas.microsoft.com/office/drawing/2014/main" id="{BEFCE483-EF31-EB4D-15B5-679ACDCBC7A7}"/>
              </a:ext>
            </a:extLst>
          </p:cNvPr>
          <p:cNvSpPr/>
          <p:nvPr/>
        </p:nvSpPr>
        <p:spPr>
          <a:xfrm>
            <a:off x="0" y="1"/>
            <a:ext cx="12192000" cy="6857998"/>
          </a:xfrm>
          <a:prstGeom prst="rect">
            <a:avLst/>
          </a:prstGeom>
          <a:gradFill>
            <a:gsLst>
              <a:gs pos="31000">
                <a:schemeClr val="tx1"/>
              </a:gs>
              <a:gs pos="100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1" name="Group 10">
            <a:extLst>
              <a:ext uri="{FF2B5EF4-FFF2-40B4-BE49-F238E27FC236}">
                <a16:creationId xmlns:a16="http://schemas.microsoft.com/office/drawing/2014/main" id="{974A9EE3-F1F6-66E8-C40D-A795F7C4CB7E}"/>
              </a:ext>
            </a:extLst>
          </p:cNvPr>
          <p:cNvGrpSpPr/>
          <p:nvPr/>
        </p:nvGrpSpPr>
        <p:grpSpPr>
          <a:xfrm>
            <a:off x="1" y="2724173"/>
            <a:ext cx="12191999" cy="4133827"/>
            <a:chOff x="0" y="1362116"/>
            <a:chExt cx="12191999" cy="4133827"/>
          </a:xfrm>
          <a:gradFill>
            <a:gsLst>
              <a:gs pos="23000">
                <a:schemeClr val="accent1">
                  <a:alpha val="77000"/>
                </a:schemeClr>
              </a:gs>
              <a:gs pos="100000">
                <a:schemeClr val="accent1">
                  <a:alpha val="0"/>
                </a:schemeClr>
              </a:gs>
            </a:gsLst>
            <a:lin ang="4800000" scaled="0"/>
          </a:gradFill>
        </p:grpSpPr>
        <p:sp>
          <p:nvSpPr>
            <p:cNvPr id="12" name="Freeform: Shape 11">
              <a:extLst>
                <a:ext uri="{FF2B5EF4-FFF2-40B4-BE49-F238E27FC236}">
                  <a16:creationId xmlns:a16="http://schemas.microsoft.com/office/drawing/2014/main" id="{E9EEDECF-974E-F3F8-129A-D6D70F1AD5D9}"/>
                </a:ext>
              </a:extLst>
            </p:cNvPr>
            <p:cNvSpPr/>
            <p:nvPr/>
          </p:nvSpPr>
          <p:spPr>
            <a:xfrm>
              <a:off x="565122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 name="Freeform: Shape 12">
              <a:extLst>
                <a:ext uri="{FF2B5EF4-FFF2-40B4-BE49-F238E27FC236}">
                  <a16:creationId xmlns:a16="http://schemas.microsoft.com/office/drawing/2014/main" id="{CBE88297-886E-27EB-6474-0549EFCE1E62}"/>
                </a:ext>
              </a:extLst>
            </p:cNvPr>
            <p:cNvSpPr/>
            <p:nvPr/>
          </p:nvSpPr>
          <p:spPr>
            <a:xfrm rot="17550026">
              <a:off x="5023405" y="1675995"/>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4" name="Freeform: Shape 13">
              <a:extLst>
                <a:ext uri="{FF2B5EF4-FFF2-40B4-BE49-F238E27FC236}">
                  <a16:creationId xmlns:a16="http://schemas.microsoft.com/office/drawing/2014/main" id="{A35B6E33-9EFC-D026-E9A3-72D824531577}"/>
                </a:ext>
              </a:extLst>
            </p:cNvPr>
            <p:cNvSpPr/>
            <p:nvPr/>
          </p:nvSpPr>
          <p:spPr>
            <a:xfrm>
              <a:off x="4395399"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 name="Freeform: Shape 14">
              <a:extLst>
                <a:ext uri="{FF2B5EF4-FFF2-40B4-BE49-F238E27FC236}">
                  <a16:creationId xmlns:a16="http://schemas.microsoft.com/office/drawing/2014/main" id="{78A022D0-E904-C204-3490-4E98ADA5760F}"/>
                </a:ext>
              </a:extLst>
            </p:cNvPr>
            <p:cNvSpPr/>
            <p:nvPr/>
          </p:nvSpPr>
          <p:spPr>
            <a:xfrm>
              <a:off x="544192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3F467E66-72C2-EA48-2B17-099E5438F578}"/>
                </a:ext>
              </a:extLst>
            </p:cNvPr>
            <p:cNvSpPr/>
            <p:nvPr/>
          </p:nvSpPr>
          <p:spPr>
            <a:xfrm>
              <a:off x="5127965"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CCF7EF88-FD43-9413-4E3B-5E5C5760509C}"/>
                </a:ext>
              </a:extLst>
            </p:cNvPr>
            <p:cNvSpPr/>
            <p:nvPr/>
          </p:nvSpPr>
          <p:spPr>
            <a:xfrm>
              <a:off x="324422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92C357DF-E05A-66B1-7133-C5801933BC86}"/>
                </a:ext>
              </a:extLst>
            </p:cNvPr>
            <p:cNvSpPr/>
            <p:nvPr/>
          </p:nvSpPr>
          <p:spPr>
            <a:xfrm>
              <a:off x="303491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82F0E41D-C256-EF13-5968-723987B05CDE}"/>
                </a:ext>
              </a:extLst>
            </p:cNvPr>
            <p:cNvSpPr/>
            <p:nvPr/>
          </p:nvSpPr>
          <p:spPr>
            <a:xfrm>
              <a:off x="30349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D74A9381-3847-7C26-90BF-61BFD5475196}"/>
                </a:ext>
              </a:extLst>
            </p:cNvPr>
            <p:cNvSpPr/>
            <p:nvPr/>
          </p:nvSpPr>
          <p:spPr>
            <a:xfrm>
              <a:off x="2825613"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CF6B28D5-7EDD-3684-6B78-A21D6690EA28}"/>
                </a:ext>
              </a:extLst>
            </p:cNvPr>
            <p:cNvSpPr/>
            <p:nvPr/>
          </p:nvSpPr>
          <p:spPr>
            <a:xfrm>
              <a:off x="25116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7200C771-67BD-64D8-99CB-BD60696F1AEE}"/>
                </a:ext>
              </a:extLst>
            </p:cNvPr>
            <p:cNvSpPr/>
            <p:nvPr/>
          </p:nvSpPr>
          <p:spPr>
            <a:xfrm>
              <a:off x="251165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F5852396-7F53-F8C3-CC68-5CB8A1F97185}"/>
                </a:ext>
              </a:extLst>
            </p:cNvPr>
            <p:cNvSpPr/>
            <p:nvPr/>
          </p:nvSpPr>
          <p:spPr>
            <a:xfrm>
              <a:off x="2093047"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lnTo>
                    <a:pt x="26163" y="0"/>
                  </a:lnTo>
                  <a:cubicBezTo>
                    <a:pt x="26163" y="0"/>
                    <a:pt x="26163" y="0"/>
                    <a:pt x="26163" y="0"/>
                  </a:cubicBezTo>
                  <a:cubicBezTo>
                    <a:pt x="11861" y="0"/>
                    <a:pt x="0" y="11861"/>
                    <a:pt x="0" y="26163"/>
                  </a:cubicBezTo>
                  <a:cubicBezTo>
                    <a:pt x="0" y="40466"/>
                    <a:pt x="11861" y="51977"/>
                    <a:pt x="26163" y="51977"/>
                  </a:cubicBezTo>
                  <a:close/>
                </a:path>
              </a:pathLst>
            </a:custGeom>
            <a:grpFill/>
            <a:ln w="3488"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C2E1962B-02B4-BF12-864E-458DA694C9E5}"/>
                </a:ext>
              </a:extLst>
            </p:cNvPr>
            <p:cNvSpPr/>
            <p:nvPr/>
          </p:nvSpPr>
          <p:spPr>
            <a:xfrm>
              <a:off x="4186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DD7A9799-A787-92DA-2465-89E743B88ACE}"/>
                </a:ext>
              </a:extLst>
            </p:cNvPr>
            <p:cNvSpPr/>
            <p:nvPr/>
          </p:nvSpPr>
          <p:spPr>
            <a:xfrm>
              <a:off x="10465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EB7B25BD-5691-D543-6DAD-D8593C20A6F7}"/>
                </a:ext>
              </a:extLst>
            </p:cNvPr>
            <p:cNvSpPr/>
            <p:nvPr/>
          </p:nvSpPr>
          <p:spPr>
            <a:xfrm>
              <a:off x="0" y="2408639"/>
              <a:ext cx="52326" cy="52326"/>
            </a:xfrm>
            <a:custGeom>
              <a:avLst/>
              <a:gdLst>
                <a:gd name="connsiteX0" fmla="*/ 9419 w 52326"/>
                <a:gd name="connsiteY0" fmla="*/ 46396 h 52326"/>
                <a:gd name="connsiteX1" fmla="*/ 26163 w 52326"/>
                <a:gd name="connsiteY1" fmla="*/ 52326 h 52326"/>
                <a:gd name="connsiteX2" fmla="*/ 52326 w 52326"/>
                <a:gd name="connsiteY2" fmla="*/ 26163 h 52326"/>
                <a:gd name="connsiteX3" fmla="*/ 43256 w 52326"/>
                <a:gd name="connsiteY3" fmla="*/ 6628 h 52326"/>
                <a:gd name="connsiteX4" fmla="*/ 26163 w 52326"/>
                <a:gd name="connsiteY4" fmla="*/ 0 h 52326"/>
                <a:gd name="connsiteX5" fmla="*/ 26163 w 52326"/>
                <a:gd name="connsiteY5" fmla="*/ 0 h 52326"/>
                <a:gd name="connsiteX6" fmla="*/ 0 w 52326"/>
                <a:gd name="connsiteY6" fmla="*/ 26163 h 52326"/>
                <a:gd name="connsiteX7" fmla="*/ 9419 w 52326"/>
                <a:gd name="connsiteY7" fmla="*/ 46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9419" y="46396"/>
                  </a:moveTo>
                  <a:cubicBezTo>
                    <a:pt x="13954" y="50233"/>
                    <a:pt x="19884" y="52326"/>
                    <a:pt x="26163" y="52326"/>
                  </a:cubicBezTo>
                  <a:cubicBezTo>
                    <a:pt x="40466" y="52326"/>
                    <a:pt x="52326" y="40466"/>
                    <a:pt x="52326" y="26163"/>
                  </a:cubicBezTo>
                  <a:cubicBezTo>
                    <a:pt x="52326" y="18140"/>
                    <a:pt x="48838" y="11163"/>
                    <a:pt x="43256" y="6628"/>
                  </a:cubicBezTo>
                  <a:cubicBezTo>
                    <a:pt x="38721" y="2442"/>
                    <a:pt x="32791" y="0"/>
                    <a:pt x="26163" y="0"/>
                  </a:cubicBezTo>
                  <a:lnTo>
                    <a:pt x="26163" y="0"/>
                  </a:lnTo>
                  <a:cubicBezTo>
                    <a:pt x="11861" y="0"/>
                    <a:pt x="0" y="11861"/>
                    <a:pt x="0" y="26163"/>
                  </a:cubicBezTo>
                  <a:cubicBezTo>
                    <a:pt x="0" y="34186"/>
                    <a:pt x="3837" y="41512"/>
                    <a:pt x="9419" y="46396"/>
                  </a:cubicBezTo>
                  <a:close/>
                </a:path>
              </a:pathLst>
            </a:custGeom>
            <a:grpFill/>
            <a:ln w="3488"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829ADBE5-68D8-389F-ED29-C589A0563482}"/>
                </a:ext>
              </a:extLst>
            </p:cNvPr>
            <p:cNvSpPr/>
            <p:nvPr/>
          </p:nvSpPr>
          <p:spPr>
            <a:xfrm>
              <a:off x="5337270"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8" name="Freeform: Shape 27">
              <a:extLst>
                <a:ext uri="{FF2B5EF4-FFF2-40B4-BE49-F238E27FC236}">
                  <a16:creationId xmlns:a16="http://schemas.microsoft.com/office/drawing/2014/main" id="{49852F23-FA69-2B82-6756-EE2A7DE5F244}"/>
                </a:ext>
              </a:extLst>
            </p:cNvPr>
            <p:cNvSpPr/>
            <p:nvPr/>
          </p:nvSpPr>
          <p:spPr>
            <a:xfrm>
              <a:off x="59651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27C52EF1-3D3A-33E4-D673-F096293C5903}"/>
                </a:ext>
              </a:extLst>
            </p:cNvPr>
            <p:cNvSpPr/>
            <p:nvPr/>
          </p:nvSpPr>
          <p:spPr>
            <a:xfrm>
              <a:off x="596518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4D5767AE-B530-8AAD-321A-BB1430D4945C}"/>
                </a:ext>
              </a:extLst>
            </p:cNvPr>
            <p:cNvSpPr/>
            <p:nvPr/>
          </p:nvSpPr>
          <p:spPr>
            <a:xfrm>
              <a:off x="554657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BC401ECB-D66D-D57A-E77A-1995DB55E28B}"/>
                </a:ext>
              </a:extLst>
            </p:cNvPr>
            <p:cNvSpPr/>
            <p:nvPr/>
          </p:nvSpPr>
          <p:spPr>
            <a:xfrm>
              <a:off x="50233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 name="Freeform: Shape 31">
              <a:extLst>
                <a:ext uri="{FF2B5EF4-FFF2-40B4-BE49-F238E27FC236}">
                  <a16:creationId xmlns:a16="http://schemas.microsoft.com/office/drawing/2014/main" id="{75C0F6CC-C006-F3E1-9EA1-3A4CB478F7DF}"/>
                </a:ext>
              </a:extLst>
            </p:cNvPr>
            <p:cNvSpPr/>
            <p:nvPr/>
          </p:nvSpPr>
          <p:spPr>
            <a:xfrm>
              <a:off x="418609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 name="Freeform: Shape 32">
              <a:extLst>
                <a:ext uri="{FF2B5EF4-FFF2-40B4-BE49-F238E27FC236}">
                  <a16:creationId xmlns:a16="http://schemas.microsoft.com/office/drawing/2014/main" id="{11A37A48-E85C-4998-000B-0EFE88189A8A}"/>
                </a:ext>
              </a:extLst>
            </p:cNvPr>
            <p:cNvSpPr/>
            <p:nvPr/>
          </p:nvSpPr>
          <p:spPr>
            <a:xfrm>
              <a:off x="5441922"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 name="Freeform: Shape 33">
              <a:extLst>
                <a:ext uri="{FF2B5EF4-FFF2-40B4-BE49-F238E27FC236}">
                  <a16:creationId xmlns:a16="http://schemas.microsoft.com/office/drawing/2014/main" id="{0B32CED2-2105-69B3-2C94-70759614535B}"/>
                </a:ext>
              </a:extLst>
            </p:cNvPr>
            <p:cNvSpPr/>
            <p:nvPr/>
          </p:nvSpPr>
          <p:spPr>
            <a:xfrm>
              <a:off x="544192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 name="Freeform: Shape 34">
              <a:extLst>
                <a:ext uri="{FF2B5EF4-FFF2-40B4-BE49-F238E27FC236}">
                  <a16:creationId xmlns:a16="http://schemas.microsoft.com/office/drawing/2014/main" id="{309719AC-FAAD-70F9-308B-697DB0AB1783}"/>
                </a:ext>
              </a:extLst>
            </p:cNvPr>
            <p:cNvSpPr/>
            <p:nvPr/>
          </p:nvSpPr>
          <p:spPr>
            <a:xfrm>
              <a:off x="544192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 name="Freeform: Shape 35">
              <a:extLst>
                <a:ext uri="{FF2B5EF4-FFF2-40B4-BE49-F238E27FC236}">
                  <a16:creationId xmlns:a16="http://schemas.microsoft.com/office/drawing/2014/main" id="{216D80F4-DE65-9E21-C95D-67B0574E4DBB}"/>
                </a:ext>
              </a:extLst>
            </p:cNvPr>
            <p:cNvSpPr/>
            <p:nvPr/>
          </p:nvSpPr>
          <p:spPr>
            <a:xfrm>
              <a:off x="49186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 name="Freeform: Shape 36">
              <a:extLst>
                <a:ext uri="{FF2B5EF4-FFF2-40B4-BE49-F238E27FC236}">
                  <a16:creationId xmlns:a16="http://schemas.microsoft.com/office/drawing/2014/main" id="{6BD8CE1F-788E-C45A-7E74-F6E1FDC1A8E4}"/>
                </a:ext>
              </a:extLst>
            </p:cNvPr>
            <p:cNvSpPr/>
            <p:nvPr/>
          </p:nvSpPr>
          <p:spPr>
            <a:xfrm>
              <a:off x="408144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 name="Freeform: Shape 37">
              <a:extLst>
                <a:ext uri="{FF2B5EF4-FFF2-40B4-BE49-F238E27FC236}">
                  <a16:creationId xmlns:a16="http://schemas.microsoft.com/office/drawing/2014/main" id="{4CB9681D-03DB-0749-4DDF-0C432591500C}"/>
                </a:ext>
              </a:extLst>
            </p:cNvPr>
            <p:cNvSpPr/>
            <p:nvPr/>
          </p:nvSpPr>
          <p:spPr>
            <a:xfrm>
              <a:off x="387213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 name="Freeform: Shape 38">
              <a:extLst>
                <a:ext uri="{FF2B5EF4-FFF2-40B4-BE49-F238E27FC236}">
                  <a16:creationId xmlns:a16="http://schemas.microsoft.com/office/drawing/2014/main" id="{E5F2A43B-19CD-6C8C-5F4C-6FB4E3AD3BE7}"/>
                </a:ext>
              </a:extLst>
            </p:cNvPr>
            <p:cNvSpPr/>
            <p:nvPr/>
          </p:nvSpPr>
          <p:spPr>
            <a:xfrm>
              <a:off x="28256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 name="Freeform: Shape 39">
              <a:extLst>
                <a:ext uri="{FF2B5EF4-FFF2-40B4-BE49-F238E27FC236}">
                  <a16:creationId xmlns:a16="http://schemas.microsoft.com/office/drawing/2014/main" id="{28F2F328-98D1-63C9-761C-05C2B44F29FF}"/>
                </a:ext>
              </a:extLst>
            </p:cNvPr>
            <p:cNvSpPr/>
            <p:nvPr/>
          </p:nvSpPr>
          <p:spPr>
            <a:xfrm>
              <a:off x="272096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E2657296-2635-9355-776D-C48F518B192F}"/>
                </a:ext>
              </a:extLst>
            </p:cNvPr>
            <p:cNvSpPr/>
            <p:nvPr/>
          </p:nvSpPr>
          <p:spPr>
            <a:xfrm>
              <a:off x="240700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 name="Freeform: Shape 41">
              <a:extLst>
                <a:ext uri="{FF2B5EF4-FFF2-40B4-BE49-F238E27FC236}">
                  <a16:creationId xmlns:a16="http://schemas.microsoft.com/office/drawing/2014/main" id="{DC6974B5-471E-C4DA-701C-E10A9FBE2648}"/>
                </a:ext>
              </a:extLst>
            </p:cNvPr>
            <p:cNvSpPr/>
            <p:nvPr/>
          </p:nvSpPr>
          <p:spPr>
            <a:xfrm>
              <a:off x="18837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8251931B-11AA-0118-6631-941B00B9D8B2}"/>
                </a:ext>
              </a:extLst>
            </p:cNvPr>
            <p:cNvSpPr/>
            <p:nvPr/>
          </p:nvSpPr>
          <p:spPr>
            <a:xfrm>
              <a:off x="136048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3C435407-39DB-3737-F7D6-A4ACBB0A17F3}"/>
                </a:ext>
              </a:extLst>
            </p:cNvPr>
            <p:cNvSpPr/>
            <p:nvPr/>
          </p:nvSpPr>
          <p:spPr>
            <a:xfrm>
              <a:off x="136048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F67CE758-8D1A-2F46-BBA7-CEC2EAC29B46}"/>
                </a:ext>
              </a:extLst>
            </p:cNvPr>
            <p:cNvSpPr/>
            <p:nvPr/>
          </p:nvSpPr>
          <p:spPr>
            <a:xfrm>
              <a:off x="125582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 name="Freeform: Shape 45">
              <a:extLst>
                <a:ext uri="{FF2B5EF4-FFF2-40B4-BE49-F238E27FC236}">
                  <a16:creationId xmlns:a16="http://schemas.microsoft.com/office/drawing/2014/main" id="{F3E9AD7D-980A-1B41-E093-4C3D57F6494C}"/>
                </a:ext>
              </a:extLst>
            </p:cNvPr>
            <p:cNvSpPr/>
            <p:nvPr/>
          </p:nvSpPr>
          <p:spPr>
            <a:xfrm>
              <a:off x="1046523"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656391F9-A2C2-B429-5D78-384CB2DA8DBB}"/>
                </a:ext>
              </a:extLst>
            </p:cNvPr>
            <p:cNvSpPr/>
            <p:nvPr/>
          </p:nvSpPr>
          <p:spPr>
            <a:xfrm>
              <a:off x="94187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72808116-F637-DD55-DE4C-784CA4A7B177}"/>
                </a:ext>
              </a:extLst>
            </p:cNvPr>
            <p:cNvSpPr/>
            <p:nvPr/>
          </p:nvSpPr>
          <p:spPr>
            <a:xfrm>
              <a:off x="0"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33725BD8-C6A1-B0AB-EA0E-810867821995}"/>
                </a:ext>
              </a:extLst>
            </p:cNvPr>
            <p:cNvSpPr/>
            <p:nvPr/>
          </p:nvSpPr>
          <p:spPr>
            <a:xfrm>
              <a:off x="3034918"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7B23EB07-92DF-8160-5519-A3763E7B1857}"/>
                </a:ext>
              </a:extLst>
            </p:cNvPr>
            <p:cNvSpPr/>
            <p:nvPr/>
          </p:nvSpPr>
          <p:spPr>
            <a:xfrm>
              <a:off x="3872137"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1A017761-1803-0979-5C8B-E0F684BC5F95}"/>
                </a:ext>
              </a:extLst>
            </p:cNvPr>
            <p:cNvSpPr/>
            <p:nvPr/>
          </p:nvSpPr>
          <p:spPr>
            <a:xfrm>
              <a:off x="57558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 name="Freeform: Shape 51">
              <a:extLst>
                <a:ext uri="{FF2B5EF4-FFF2-40B4-BE49-F238E27FC236}">
                  <a16:creationId xmlns:a16="http://schemas.microsoft.com/office/drawing/2014/main" id="{062DA224-14C6-D7E3-2EC3-11CF6C99C2D9}"/>
                </a:ext>
              </a:extLst>
            </p:cNvPr>
            <p:cNvSpPr/>
            <p:nvPr/>
          </p:nvSpPr>
          <p:spPr>
            <a:xfrm>
              <a:off x="59651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6B6C629E-E620-534F-75A0-9DD2627AC4D7}"/>
                </a:ext>
              </a:extLst>
            </p:cNvPr>
            <p:cNvSpPr/>
            <p:nvPr/>
          </p:nvSpPr>
          <p:spPr>
            <a:xfrm>
              <a:off x="554657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13DEAC2D-E715-4BFD-B550-BE3046DF1739}"/>
                </a:ext>
              </a:extLst>
            </p:cNvPr>
            <p:cNvSpPr/>
            <p:nvPr/>
          </p:nvSpPr>
          <p:spPr>
            <a:xfrm>
              <a:off x="4395399"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530F4DF3-11D9-3E00-FF4A-2B84D554BE41}"/>
                </a:ext>
              </a:extLst>
            </p:cNvPr>
            <p:cNvSpPr/>
            <p:nvPr/>
          </p:nvSpPr>
          <p:spPr>
            <a:xfrm>
              <a:off x="5127965" y="5443557"/>
              <a:ext cx="52674" cy="52326"/>
            </a:xfrm>
            <a:custGeom>
              <a:avLst/>
              <a:gdLst>
                <a:gd name="connsiteX0" fmla="*/ 26163 w 52674"/>
                <a:gd name="connsiteY0" fmla="*/ 0 h 52326"/>
                <a:gd name="connsiteX1" fmla="*/ 0 w 52674"/>
                <a:gd name="connsiteY1" fmla="*/ 26163 h 52326"/>
                <a:gd name="connsiteX2" fmla="*/ 26163 w 52674"/>
                <a:gd name="connsiteY2" fmla="*/ 52326 h 52326"/>
                <a:gd name="connsiteX3" fmla="*/ 29652 w 52674"/>
                <a:gd name="connsiteY3" fmla="*/ 51977 h 52326"/>
                <a:gd name="connsiteX4" fmla="*/ 36628 w 52674"/>
                <a:gd name="connsiteY4" fmla="*/ 50233 h 52326"/>
                <a:gd name="connsiteX5" fmla="*/ 42558 w 52674"/>
                <a:gd name="connsiteY5" fmla="*/ 46745 h 52326"/>
                <a:gd name="connsiteX6" fmla="*/ 45001 w 52674"/>
                <a:gd name="connsiteY6" fmla="*/ 44652 h 52326"/>
                <a:gd name="connsiteX7" fmla="*/ 52675 w 52674"/>
                <a:gd name="connsiteY7" fmla="*/ 26163 h 52326"/>
                <a:gd name="connsiteX8" fmla="*/ 26163 w 52674"/>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4" h="52326">
                  <a:moveTo>
                    <a:pt x="26163" y="0"/>
                  </a:moveTo>
                  <a:cubicBezTo>
                    <a:pt x="11861" y="0"/>
                    <a:pt x="0" y="11861"/>
                    <a:pt x="0" y="26163"/>
                  </a:cubicBezTo>
                  <a:cubicBezTo>
                    <a:pt x="0" y="40465"/>
                    <a:pt x="11861" y="52326"/>
                    <a:pt x="26163" y="52326"/>
                  </a:cubicBezTo>
                  <a:cubicBezTo>
                    <a:pt x="27210" y="52326"/>
                    <a:pt x="28256" y="52326"/>
                    <a:pt x="29652" y="51977"/>
                  </a:cubicBezTo>
                  <a:cubicBezTo>
                    <a:pt x="32093" y="51629"/>
                    <a:pt x="34535" y="50931"/>
                    <a:pt x="36628" y="50233"/>
                  </a:cubicBezTo>
                  <a:cubicBezTo>
                    <a:pt x="38721" y="49187"/>
                    <a:pt x="40814" y="48140"/>
                    <a:pt x="42558" y="46745"/>
                  </a:cubicBezTo>
                  <a:cubicBezTo>
                    <a:pt x="43256" y="46047"/>
                    <a:pt x="44303" y="45349"/>
                    <a:pt x="45001" y="44652"/>
                  </a:cubicBezTo>
                  <a:cubicBezTo>
                    <a:pt x="49884" y="39768"/>
                    <a:pt x="52675" y="33489"/>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1D1720B5-C3A0-8D7D-163B-8B263E49AA91}"/>
                </a:ext>
              </a:extLst>
            </p:cNvPr>
            <p:cNvSpPr/>
            <p:nvPr/>
          </p:nvSpPr>
          <p:spPr>
            <a:xfrm>
              <a:off x="3872137"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C6D30CBD-CD62-71A1-A7F3-A1FDFD24DC34}"/>
                </a:ext>
              </a:extLst>
            </p:cNvPr>
            <p:cNvSpPr/>
            <p:nvPr/>
          </p:nvSpPr>
          <p:spPr>
            <a:xfrm>
              <a:off x="345352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188D9B85-BB67-33CF-F2B6-EF3B614071D7}"/>
                </a:ext>
              </a:extLst>
            </p:cNvPr>
            <p:cNvSpPr/>
            <p:nvPr/>
          </p:nvSpPr>
          <p:spPr>
            <a:xfrm>
              <a:off x="324422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 name="Freeform: Shape 58">
              <a:extLst>
                <a:ext uri="{FF2B5EF4-FFF2-40B4-BE49-F238E27FC236}">
                  <a16:creationId xmlns:a16="http://schemas.microsoft.com/office/drawing/2014/main" id="{60ED71A7-30DE-0DBC-0EBE-402E90B0BC9C}"/>
                </a:ext>
              </a:extLst>
            </p:cNvPr>
            <p:cNvSpPr/>
            <p:nvPr/>
          </p:nvSpPr>
          <p:spPr>
            <a:xfrm>
              <a:off x="324422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 name="Freeform: Shape 59">
              <a:extLst>
                <a:ext uri="{FF2B5EF4-FFF2-40B4-BE49-F238E27FC236}">
                  <a16:creationId xmlns:a16="http://schemas.microsoft.com/office/drawing/2014/main" id="{F4A0B212-81DC-8894-8032-B402D6F2A046}"/>
                </a:ext>
              </a:extLst>
            </p:cNvPr>
            <p:cNvSpPr/>
            <p:nvPr/>
          </p:nvSpPr>
          <p:spPr>
            <a:xfrm>
              <a:off x="3244223"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23023 w 52326"/>
                <a:gd name="connsiteY6" fmla="*/ 349 h 52326"/>
                <a:gd name="connsiteX7" fmla="*/ 15698 w 52326"/>
                <a:gd name="connsiteY7" fmla="*/ 2442 h 52326"/>
                <a:gd name="connsiteX8" fmla="*/ 0 w 52326"/>
                <a:gd name="connsiteY8" fmla="*/ 26512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25117" y="0"/>
                    <a:pt x="24070" y="0"/>
                    <a:pt x="23023" y="349"/>
                  </a:cubicBezTo>
                  <a:cubicBezTo>
                    <a:pt x="20582" y="698"/>
                    <a:pt x="18140" y="1395"/>
                    <a:pt x="15698" y="2442"/>
                  </a:cubicBezTo>
                  <a:cubicBezTo>
                    <a:pt x="6279" y="6279"/>
                    <a:pt x="0" y="15698"/>
                    <a:pt x="0" y="26512"/>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1" name="Freeform: Shape 60">
              <a:extLst>
                <a:ext uri="{FF2B5EF4-FFF2-40B4-BE49-F238E27FC236}">
                  <a16:creationId xmlns:a16="http://schemas.microsoft.com/office/drawing/2014/main" id="{C671BA2A-600F-8201-D61C-943FD6BEC2C0}"/>
                </a:ext>
              </a:extLst>
            </p:cNvPr>
            <p:cNvSpPr/>
            <p:nvPr/>
          </p:nvSpPr>
          <p:spPr>
            <a:xfrm>
              <a:off x="23023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 name="Freeform: Shape 61">
              <a:extLst>
                <a:ext uri="{FF2B5EF4-FFF2-40B4-BE49-F238E27FC236}">
                  <a16:creationId xmlns:a16="http://schemas.microsoft.com/office/drawing/2014/main" id="{4CF786A1-E037-2FA4-6C66-318930B47751}"/>
                </a:ext>
              </a:extLst>
            </p:cNvPr>
            <p:cNvSpPr/>
            <p:nvPr/>
          </p:nvSpPr>
          <p:spPr>
            <a:xfrm>
              <a:off x="146513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 name="Freeform: Shape 62">
              <a:extLst>
                <a:ext uri="{FF2B5EF4-FFF2-40B4-BE49-F238E27FC236}">
                  <a16:creationId xmlns:a16="http://schemas.microsoft.com/office/drawing/2014/main" id="{5B1E1F17-2675-5DB6-E564-A33EBB966ADB}"/>
                </a:ext>
              </a:extLst>
            </p:cNvPr>
            <p:cNvSpPr/>
            <p:nvPr/>
          </p:nvSpPr>
          <p:spPr>
            <a:xfrm>
              <a:off x="136048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 name="Freeform: Shape 63">
              <a:extLst>
                <a:ext uri="{FF2B5EF4-FFF2-40B4-BE49-F238E27FC236}">
                  <a16:creationId xmlns:a16="http://schemas.microsoft.com/office/drawing/2014/main" id="{7AEFD5A8-D3F2-3748-9F1D-16F1FD0A0305}"/>
                </a:ext>
              </a:extLst>
            </p:cNvPr>
            <p:cNvSpPr/>
            <p:nvPr/>
          </p:nvSpPr>
          <p:spPr>
            <a:xfrm>
              <a:off x="94187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5" name="Freeform: Shape 64">
              <a:extLst>
                <a:ext uri="{FF2B5EF4-FFF2-40B4-BE49-F238E27FC236}">
                  <a16:creationId xmlns:a16="http://schemas.microsoft.com/office/drawing/2014/main" id="{2938019B-4E37-EF6F-E39C-0549D38287A4}"/>
                </a:ext>
              </a:extLst>
            </p:cNvPr>
            <p:cNvSpPr/>
            <p:nvPr/>
          </p:nvSpPr>
          <p:spPr>
            <a:xfrm>
              <a:off x="4186094" y="4187729"/>
              <a:ext cx="52326" cy="52326"/>
            </a:xfrm>
            <a:custGeom>
              <a:avLst/>
              <a:gdLst>
                <a:gd name="connsiteX0" fmla="*/ 52326 w 52326"/>
                <a:gd name="connsiteY0" fmla="*/ 23372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52326 w 52326"/>
                <a:gd name="connsiteY5" fmla="*/ 26163 h 52326"/>
                <a:gd name="connsiteX6" fmla="*/ 52326 w 52326"/>
                <a:gd name="connsiteY6"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3372"/>
                  </a:moveTo>
                  <a:cubicBezTo>
                    <a:pt x="50931" y="10116"/>
                    <a:pt x="39768"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66" name="Freeform: Shape 65">
              <a:extLst>
                <a:ext uri="{FF2B5EF4-FFF2-40B4-BE49-F238E27FC236}">
                  <a16:creationId xmlns:a16="http://schemas.microsoft.com/office/drawing/2014/main" id="{17FF6CA8-23FE-F5CC-51D2-2E40951341CE}"/>
                </a:ext>
              </a:extLst>
            </p:cNvPr>
            <p:cNvSpPr/>
            <p:nvPr/>
          </p:nvSpPr>
          <p:spPr>
            <a:xfrm>
              <a:off x="1360480" y="3873772"/>
              <a:ext cx="52326" cy="52326"/>
            </a:xfrm>
            <a:custGeom>
              <a:avLst/>
              <a:gdLst>
                <a:gd name="connsiteX0" fmla="*/ 26163 w 52326"/>
                <a:gd name="connsiteY0" fmla="*/ 52326 h 52326"/>
                <a:gd name="connsiteX1" fmla="*/ 52326 w 52326"/>
                <a:gd name="connsiteY1" fmla="*/ 26163 h 52326"/>
                <a:gd name="connsiteX2" fmla="*/ 45698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8" y="8721"/>
                  </a:cubicBezTo>
                  <a:cubicBezTo>
                    <a:pt x="40814" y="3140"/>
                    <a:pt x="33838" y="0"/>
                    <a:pt x="26163" y="0"/>
                  </a:cubicBezTo>
                  <a:cubicBezTo>
                    <a:pt x="11861"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67" name="Freeform: Shape 66">
              <a:extLst>
                <a:ext uri="{FF2B5EF4-FFF2-40B4-BE49-F238E27FC236}">
                  <a16:creationId xmlns:a16="http://schemas.microsoft.com/office/drawing/2014/main" id="{9FDAC004-6930-4A5D-C5D2-A1E59FF95817}"/>
                </a:ext>
              </a:extLst>
            </p:cNvPr>
            <p:cNvSpPr/>
            <p:nvPr/>
          </p:nvSpPr>
          <p:spPr>
            <a:xfrm>
              <a:off x="26163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 name="Freeform: Shape 67">
              <a:extLst>
                <a:ext uri="{FF2B5EF4-FFF2-40B4-BE49-F238E27FC236}">
                  <a16:creationId xmlns:a16="http://schemas.microsoft.com/office/drawing/2014/main" id="{37769181-A727-CA57-94A4-D31B75201591}"/>
                </a:ext>
              </a:extLst>
            </p:cNvPr>
            <p:cNvSpPr/>
            <p:nvPr/>
          </p:nvSpPr>
          <p:spPr>
            <a:xfrm>
              <a:off x="5755879"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 name="Freeform: Shape 68">
              <a:extLst>
                <a:ext uri="{FF2B5EF4-FFF2-40B4-BE49-F238E27FC236}">
                  <a16:creationId xmlns:a16="http://schemas.microsoft.com/office/drawing/2014/main" id="{3443789B-A2EE-537E-129A-915C21079A66}"/>
                </a:ext>
              </a:extLst>
            </p:cNvPr>
            <p:cNvSpPr/>
            <p:nvPr/>
          </p:nvSpPr>
          <p:spPr>
            <a:xfrm>
              <a:off x="4918660" y="3350510"/>
              <a:ext cx="52326" cy="52326"/>
            </a:xfrm>
            <a:custGeom>
              <a:avLst/>
              <a:gdLst>
                <a:gd name="connsiteX0" fmla="*/ 18489 w 52326"/>
                <a:gd name="connsiteY0" fmla="*/ 51280 h 52326"/>
                <a:gd name="connsiteX1" fmla="*/ 22326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6" y="51977"/>
                  </a:cubicBezTo>
                  <a:cubicBezTo>
                    <a:pt x="23721" y="52326"/>
                    <a:pt x="24768" y="52326"/>
                    <a:pt x="26163" y="52326"/>
                  </a:cubicBez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0" name="Freeform: Shape 69">
              <a:extLst>
                <a:ext uri="{FF2B5EF4-FFF2-40B4-BE49-F238E27FC236}">
                  <a16:creationId xmlns:a16="http://schemas.microsoft.com/office/drawing/2014/main" id="{8B83A713-2B45-7247-D214-58F83744ACF0}"/>
                </a:ext>
              </a:extLst>
            </p:cNvPr>
            <p:cNvSpPr/>
            <p:nvPr/>
          </p:nvSpPr>
          <p:spPr>
            <a:xfrm>
              <a:off x="491866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1" name="Freeform: Shape 70">
              <a:extLst>
                <a:ext uri="{FF2B5EF4-FFF2-40B4-BE49-F238E27FC236}">
                  <a16:creationId xmlns:a16="http://schemas.microsoft.com/office/drawing/2014/main" id="{17AC61E4-24A7-49FC-626A-40A967A51376}"/>
                </a:ext>
              </a:extLst>
            </p:cNvPr>
            <p:cNvSpPr/>
            <p:nvPr/>
          </p:nvSpPr>
          <p:spPr>
            <a:xfrm>
              <a:off x="491866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 name="Freeform: Shape 71">
              <a:extLst>
                <a:ext uri="{FF2B5EF4-FFF2-40B4-BE49-F238E27FC236}">
                  <a16:creationId xmlns:a16="http://schemas.microsoft.com/office/drawing/2014/main" id="{3294E8DF-6486-F67F-9C89-FE6227F1F810}"/>
                </a:ext>
              </a:extLst>
            </p:cNvPr>
            <p:cNvSpPr/>
            <p:nvPr/>
          </p:nvSpPr>
          <p:spPr>
            <a:xfrm>
              <a:off x="23023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3" name="Freeform: Shape 72">
              <a:extLst>
                <a:ext uri="{FF2B5EF4-FFF2-40B4-BE49-F238E27FC236}">
                  <a16:creationId xmlns:a16="http://schemas.microsoft.com/office/drawing/2014/main" id="{1FCFCFB3-27CA-5DCD-6D31-7FDA55432AE0}"/>
                </a:ext>
              </a:extLst>
            </p:cNvPr>
            <p:cNvSpPr/>
            <p:nvPr/>
          </p:nvSpPr>
          <p:spPr>
            <a:xfrm>
              <a:off x="2093047"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4" name="Freeform: Shape 73">
              <a:extLst>
                <a:ext uri="{FF2B5EF4-FFF2-40B4-BE49-F238E27FC236}">
                  <a16:creationId xmlns:a16="http://schemas.microsoft.com/office/drawing/2014/main" id="{F565736C-1278-CF1A-C494-A4D3565211D0}"/>
                </a:ext>
              </a:extLst>
            </p:cNvPr>
            <p:cNvSpPr/>
            <p:nvPr/>
          </p:nvSpPr>
          <p:spPr>
            <a:xfrm>
              <a:off x="941871"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 name="Freeform: Shape 74">
              <a:extLst>
                <a:ext uri="{FF2B5EF4-FFF2-40B4-BE49-F238E27FC236}">
                  <a16:creationId xmlns:a16="http://schemas.microsoft.com/office/drawing/2014/main" id="{B3EA4114-C2CF-942D-AF97-4A31F7A8E4E8}"/>
                </a:ext>
              </a:extLst>
            </p:cNvPr>
            <p:cNvSpPr/>
            <p:nvPr/>
          </p:nvSpPr>
          <p:spPr>
            <a:xfrm>
              <a:off x="313957"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 name="Freeform: Shape 75">
              <a:extLst>
                <a:ext uri="{FF2B5EF4-FFF2-40B4-BE49-F238E27FC236}">
                  <a16:creationId xmlns:a16="http://schemas.microsoft.com/office/drawing/2014/main" id="{B92C3379-3EE6-61A8-AB49-4F607495980A}"/>
                </a:ext>
              </a:extLst>
            </p:cNvPr>
            <p:cNvSpPr/>
            <p:nvPr/>
          </p:nvSpPr>
          <p:spPr>
            <a:xfrm>
              <a:off x="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7" name="Freeform: Shape 76">
              <a:extLst>
                <a:ext uri="{FF2B5EF4-FFF2-40B4-BE49-F238E27FC236}">
                  <a16:creationId xmlns:a16="http://schemas.microsoft.com/office/drawing/2014/main" id="{8CD3BA0C-579F-E05A-5EC3-31291462CFE0}"/>
                </a:ext>
              </a:extLst>
            </p:cNvPr>
            <p:cNvSpPr/>
            <p:nvPr/>
          </p:nvSpPr>
          <p:spPr>
            <a:xfrm>
              <a:off x="3244560" y="3978424"/>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78" name="Freeform: Shape 77">
              <a:extLst>
                <a:ext uri="{FF2B5EF4-FFF2-40B4-BE49-F238E27FC236}">
                  <a16:creationId xmlns:a16="http://schemas.microsoft.com/office/drawing/2014/main" id="{0B186105-F24E-394D-62DB-37E0AB3AC750}"/>
                </a:ext>
              </a:extLst>
            </p:cNvPr>
            <p:cNvSpPr/>
            <p:nvPr/>
          </p:nvSpPr>
          <p:spPr>
            <a:xfrm>
              <a:off x="324422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9" name="Freeform: Shape 78">
              <a:extLst>
                <a:ext uri="{FF2B5EF4-FFF2-40B4-BE49-F238E27FC236}">
                  <a16:creationId xmlns:a16="http://schemas.microsoft.com/office/drawing/2014/main" id="{02019FA5-29F7-2B5F-2D5C-1CF13F30D338}"/>
                </a:ext>
              </a:extLst>
            </p:cNvPr>
            <p:cNvSpPr/>
            <p:nvPr/>
          </p:nvSpPr>
          <p:spPr>
            <a:xfrm>
              <a:off x="5127965" y="5338905"/>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3140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40" y="13605"/>
                  </a:cubicBezTo>
                  <a:cubicBezTo>
                    <a:pt x="3140" y="13605"/>
                    <a:pt x="3140" y="13954"/>
                    <a:pt x="3140" y="13954"/>
                  </a:cubicBezTo>
                  <a:cubicBezTo>
                    <a:pt x="2791" y="14651"/>
                    <a:pt x="2442" y="15349"/>
                    <a:pt x="2093" y="16047"/>
                  </a:cubicBezTo>
                  <a:cubicBezTo>
                    <a:pt x="698" y="19186"/>
                    <a:pt x="0" y="22675"/>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0" name="Freeform: Shape 79">
              <a:extLst>
                <a:ext uri="{FF2B5EF4-FFF2-40B4-BE49-F238E27FC236}">
                  <a16:creationId xmlns:a16="http://schemas.microsoft.com/office/drawing/2014/main" id="{45724992-B964-5D3F-3C2C-1E3AAB5A56F7}"/>
                </a:ext>
              </a:extLst>
            </p:cNvPr>
            <p:cNvSpPr/>
            <p:nvPr/>
          </p:nvSpPr>
          <p:spPr>
            <a:xfrm>
              <a:off x="2093047"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80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1" name="Freeform: Shape 80">
              <a:extLst>
                <a:ext uri="{FF2B5EF4-FFF2-40B4-BE49-F238E27FC236}">
                  <a16:creationId xmlns:a16="http://schemas.microsoft.com/office/drawing/2014/main" id="{D7AAB12C-E5FA-6C71-FDD2-DB63263C9C6C}"/>
                </a:ext>
              </a:extLst>
            </p:cNvPr>
            <p:cNvSpPr/>
            <p:nvPr/>
          </p:nvSpPr>
          <p:spPr>
            <a:xfrm>
              <a:off x="5755879"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 name="Freeform: Shape 81">
              <a:extLst>
                <a:ext uri="{FF2B5EF4-FFF2-40B4-BE49-F238E27FC236}">
                  <a16:creationId xmlns:a16="http://schemas.microsoft.com/office/drawing/2014/main" id="{D89B7A33-D436-A6C5-241C-9683CACC5E35}"/>
                </a:ext>
              </a:extLst>
            </p:cNvPr>
            <p:cNvSpPr/>
            <p:nvPr/>
          </p:nvSpPr>
          <p:spPr>
            <a:xfrm>
              <a:off x="56512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 name="Freeform: Shape 82">
              <a:extLst>
                <a:ext uri="{FF2B5EF4-FFF2-40B4-BE49-F238E27FC236}">
                  <a16:creationId xmlns:a16="http://schemas.microsoft.com/office/drawing/2014/main" id="{BDDADD7B-A0B1-DBAC-963C-5D2FA285B5E4}"/>
                </a:ext>
              </a:extLst>
            </p:cNvPr>
            <p:cNvSpPr/>
            <p:nvPr/>
          </p:nvSpPr>
          <p:spPr>
            <a:xfrm>
              <a:off x="512796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4" name="Freeform: Shape 83">
              <a:extLst>
                <a:ext uri="{FF2B5EF4-FFF2-40B4-BE49-F238E27FC236}">
                  <a16:creationId xmlns:a16="http://schemas.microsoft.com/office/drawing/2014/main" id="{63601D0E-B95F-D583-9B96-922B8AC601E1}"/>
                </a:ext>
              </a:extLst>
            </p:cNvPr>
            <p:cNvSpPr/>
            <p:nvPr/>
          </p:nvSpPr>
          <p:spPr>
            <a:xfrm>
              <a:off x="251165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5" name="Freeform: Shape 84">
              <a:extLst>
                <a:ext uri="{FF2B5EF4-FFF2-40B4-BE49-F238E27FC236}">
                  <a16:creationId xmlns:a16="http://schemas.microsoft.com/office/drawing/2014/main" id="{E8A2FEBD-3A61-44AB-7991-577092B5B728}"/>
                </a:ext>
              </a:extLst>
            </p:cNvPr>
            <p:cNvSpPr/>
            <p:nvPr/>
          </p:nvSpPr>
          <p:spPr>
            <a:xfrm>
              <a:off x="1674437" y="3978773"/>
              <a:ext cx="52326" cy="52326"/>
            </a:xfrm>
            <a:custGeom>
              <a:avLst/>
              <a:gdLst>
                <a:gd name="connsiteX0" fmla="*/ 40814 w 52326"/>
                <a:gd name="connsiteY0" fmla="*/ 4186 h 52326"/>
                <a:gd name="connsiteX1" fmla="*/ 37675 w 52326"/>
                <a:gd name="connsiteY1" fmla="*/ 2442 h 52326"/>
                <a:gd name="connsiteX2" fmla="*/ 33838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1" y="3140"/>
                    <a:pt x="37675" y="2442"/>
                  </a:cubicBezTo>
                  <a:cubicBezTo>
                    <a:pt x="36279" y="1744"/>
                    <a:pt x="35233" y="1395"/>
                    <a:pt x="33838" y="1047"/>
                  </a:cubicBezTo>
                  <a:cubicBezTo>
                    <a:pt x="31396" y="349"/>
                    <a:pt x="28605"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86" name="Freeform: Shape 85">
              <a:extLst>
                <a:ext uri="{FF2B5EF4-FFF2-40B4-BE49-F238E27FC236}">
                  <a16:creationId xmlns:a16="http://schemas.microsoft.com/office/drawing/2014/main" id="{3EE13C40-C6DE-4AEC-A795-08CF0A1983A4}"/>
                </a:ext>
              </a:extLst>
            </p:cNvPr>
            <p:cNvSpPr/>
            <p:nvPr/>
          </p:nvSpPr>
          <p:spPr>
            <a:xfrm>
              <a:off x="13604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7" name="Freeform: Shape 86">
              <a:extLst>
                <a:ext uri="{FF2B5EF4-FFF2-40B4-BE49-F238E27FC236}">
                  <a16:creationId xmlns:a16="http://schemas.microsoft.com/office/drawing/2014/main" id="{E14E29C5-8D58-B07D-7FD1-131FAC08513C}"/>
                </a:ext>
              </a:extLst>
            </p:cNvPr>
            <p:cNvSpPr/>
            <p:nvPr/>
          </p:nvSpPr>
          <p:spPr>
            <a:xfrm>
              <a:off x="94187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8" name="Freeform: Shape 87">
              <a:extLst>
                <a:ext uri="{FF2B5EF4-FFF2-40B4-BE49-F238E27FC236}">
                  <a16:creationId xmlns:a16="http://schemas.microsoft.com/office/drawing/2014/main" id="{CA8C5BD3-F322-E9AC-FEE6-60A724D995AA}"/>
                </a:ext>
              </a:extLst>
            </p:cNvPr>
            <p:cNvSpPr/>
            <p:nvPr/>
          </p:nvSpPr>
          <p:spPr>
            <a:xfrm>
              <a:off x="62791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 name="Freeform: Shape 88">
              <a:extLst>
                <a:ext uri="{FF2B5EF4-FFF2-40B4-BE49-F238E27FC236}">
                  <a16:creationId xmlns:a16="http://schemas.microsoft.com/office/drawing/2014/main" id="{CFBC7811-645C-3101-BE0E-EF53512161F0}"/>
                </a:ext>
              </a:extLst>
            </p:cNvPr>
            <p:cNvSpPr/>
            <p:nvPr/>
          </p:nvSpPr>
          <p:spPr>
            <a:xfrm>
              <a:off x="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0" name="Freeform: Shape 89">
              <a:extLst>
                <a:ext uri="{FF2B5EF4-FFF2-40B4-BE49-F238E27FC236}">
                  <a16:creationId xmlns:a16="http://schemas.microsoft.com/office/drawing/2014/main" id="{FEAF23A9-9737-AF56-58F0-D5499179BF3A}"/>
                </a:ext>
              </a:extLst>
            </p:cNvPr>
            <p:cNvSpPr/>
            <p:nvPr/>
          </p:nvSpPr>
          <p:spPr>
            <a:xfrm>
              <a:off x="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1" name="Freeform: Shape 90">
              <a:extLst>
                <a:ext uri="{FF2B5EF4-FFF2-40B4-BE49-F238E27FC236}">
                  <a16:creationId xmlns:a16="http://schemas.microsoft.com/office/drawing/2014/main" id="{28ED13A3-E763-330A-1A4A-CC53283666DC}"/>
                </a:ext>
              </a:extLst>
            </p:cNvPr>
            <p:cNvSpPr/>
            <p:nvPr/>
          </p:nvSpPr>
          <p:spPr>
            <a:xfrm>
              <a:off x="5651227"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2" name="Freeform: Shape 91">
              <a:extLst>
                <a:ext uri="{FF2B5EF4-FFF2-40B4-BE49-F238E27FC236}">
                  <a16:creationId xmlns:a16="http://schemas.microsoft.com/office/drawing/2014/main" id="{824E1736-7B96-B165-4800-BBA55A76AF9B}"/>
                </a:ext>
              </a:extLst>
            </p:cNvPr>
            <p:cNvSpPr/>
            <p:nvPr/>
          </p:nvSpPr>
          <p:spPr>
            <a:xfrm>
              <a:off x="3453527" y="4083077"/>
              <a:ext cx="52326" cy="52326"/>
            </a:xfrm>
            <a:custGeom>
              <a:avLst/>
              <a:gdLst>
                <a:gd name="connsiteX0" fmla="*/ 26163 w 52326"/>
                <a:gd name="connsiteY0" fmla="*/ 0 h 52326"/>
                <a:gd name="connsiteX1" fmla="*/ 1046 w 52326"/>
                <a:gd name="connsiteY1" fmla="*/ 18489 h 52326"/>
                <a:gd name="connsiteX2" fmla="*/ 0 w 52326"/>
                <a:gd name="connsiteY2" fmla="*/ 26163 h 52326"/>
                <a:gd name="connsiteX3" fmla="*/ 26163 w 52326"/>
                <a:gd name="connsiteY3" fmla="*/ 52326 h 52326"/>
                <a:gd name="connsiteX4" fmla="*/ 51628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2" y="0"/>
                    <a:pt x="4535" y="7675"/>
                    <a:pt x="1046" y="18489"/>
                  </a:cubicBezTo>
                  <a:cubicBezTo>
                    <a:pt x="349" y="20930"/>
                    <a:pt x="0" y="23721"/>
                    <a:pt x="0" y="26163"/>
                  </a:cubicBezTo>
                  <a:cubicBezTo>
                    <a:pt x="0" y="40465"/>
                    <a:pt x="11861" y="52326"/>
                    <a:pt x="26163" y="52326"/>
                  </a:cubicBezTo>
                  <a:cubicBezTo>
                    <a:pt x="38721" y="52326"/>
                    <a:pt x="49187" y="43256"/>
                    <a:pt x="51628" y="31396"/>
                  </a:cubicBezTo>
                  <a:cubicBezTo>
                    <a:pt x="51977" y="29652"/>
                    <a:pt x="52326" y="2790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3" name="Freeform: Shape 92">
              <a:extLst>
                <a:ext uri="{FF2B5EF4-FFF2-40B4-BE49-F238E27FC236}">
                  <a16:creationId xmlns:a16="http://schemas.microsoft.com/office/drawing/2014/main" id="{BB5A80B1-D2D6-ECE2-64CB-A9B469EC4E44}"/>
                </a:ext>
              </a:extLst>
            </p:cNvPr>
            <p:cNvSpPr/>
            <p:nvPr/>
          </p:nvSpPr>
          <p:spPr>
            <a:xfrm>
              <a:off x="52326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 name="Freeform: Shape 93">
              <a:extLst>
                <a:ext uri="{FF2B5EF4-FFF2-40B4-BE49-F238E27FC236}">
                  <a16:creationId xmlns:a16="http://schemas.microsoft.com/office/drawing/2014/main" id="{34DBAC70-4F13-04DF-F108-95A83BD6FDBF}"/>
                </a:ext>
              </a:extLst>
            </p:cNvPr>
            <p:cNvSpPr/>
            <p:nvPr/>
          </p:nvSpPr>
          <p:spPr>
            <a:xfrm>
              <a:off x="418609" y="3141206"/>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95" name="Freeform: Shape 94">
              <a:extLst>
                <a:ext uri="{FF2B5EF4-FFF2-40B4-BE49-F238E27FC236}">
                  <a16:creationId xmlns:a16="http://schemas.microsoft.com/office/drawing/2014/main" id="{62F6A040-E842-8EAA-5214-79008A14148F}"/>
                </a:ext>
              </a:extLst>
            </p:cNvPr>
            <p:cNvSpPr/>
            <p:nvPr/>
          </p:nvSpPr>
          <p:spPr>
            <a:xfrm>
              <a:off x="533727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 name="Freeform: Shape 95">
              <a:extLst>
                <a:ext uri="{FF2B5EF4-FFF2-40B4-BE49-F238E27FC236}">
                  <a16:creationId xmlns:a16="http://schemas.microsoft.com/office/drawing/2014/main" id="{9F8D97F5-F0C6-3276-783D-33129A31F5C9}"/>
                </a:ext>
              </a:extLst>
            </p:cNvPr>
            <p:cNvSpPr/>
            <p:nvPr/>
          </p:nvSpPr>
          <p:spPr>
            <a:xfrm>
              <a:off x="533727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 name="Freeform: Shape 96">
              <a:extLst>
                <a:ext uri="{FF2B5EF4-FFF2-40B4-BE49-F238E27FC236}">
                  <a16:creationId xmlns:a16="http://schemas.microsoft.com/office/drawing/2014/main" id="{27FD8DA9-4C57-0F90-8FFC-F169307A41D6}"/>
                </a:ext>
              </a:extLst>
            </p:cNvPr>
            <p:cNvSpPr/>
            <p:nvPr/>
          </p:nvSpPr>
          <p:spPr>
            <a:xfrm>
              <a:off x="533727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8" name="Freeform: Shape 97">
              <a:extLst>
                <a:ext uri="{FF2B5EF4-FFF2-40B4-BE49-F238E27FC236}">
                  <a16:creationId xmlns:a16="http://schemas.microsoft.com/office/drawing/2014/main" id="{03C28277-C90A-592D-6804-3E45A0667F78}"/>
                </a:ext>
              </a:extLst>
            </p:cNvPr>
            <p:cNvSpPr/>
            <p:nvPr/>
          </p:nvSpPr>
          <p:spPr>
            <a:xfrm>
              <a:off x="596518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9" name="Freeform: Shape 98">
              <a:extLst>
                <a:ext uri="{FF2B5EF4-FFF2-40B4-BE49-F238E27FC236}">
                  <a16:creationId xmlns:a16="http://schemas.microsoft.com/office/drawing/2014/main" id="{927FAFE9-6BBB-FABB-F42C-45F0CE12DE99}"/>
                </a:ext>
              </a:extLst>
            </p:cNvPr>
            <p:cNvSpPr/>
            <p:nvPr/>
          </p:nvSpPr>
          <p:spPr>
            <a:xfrm>
              <a:off x="554657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0" name="Freeform: Shape 99">
              <a:extLst>
                <a:ext uri="{FF2B5EF4-FFF2-40B4-BE49-F238E27FC236}">
                  <a16:creationId xmlns:a16="http://schemas.microsoft.com/office/drawing/2014/main" id="{FD52B0A6-1F36-B156-8321-D76A9F179E5F}"/>
                </a:ext>
              </a:extLst>
            </p:cNvPr>
            <p:cNvSpPr/>
            <p:nvPr/>
          </p:nvSpPr>
          <p:spPr>
            <a:xfrm>
              <a:off x="554657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 name="Freeform: Shape 100">
              <a:extLst>
                <a:ext uri="{FF2B5EF4-FFF2-40B4-BE49-F238E27FC236}">
                  <a16:creationId xmlns:a16="http://schemas.microsoft.com/office/drawing/2014/main" id="{EBA9B11E-A55C-E2AE-642A-EE1FDF31715F}"/>
                </a:ext>
              </a:extLst>
            </p:cNvPr>
            <p:cNvSpPr/>
            <p:nvPr/>
          </p:nvSpPr>
          <p:spPr>
            <a:xfrm>
              <a:off x="523261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 name="Freeform: Shape 101">
              <a:extLst>
                <a:ext uri="{FF2B5EF4-FFF2-40B4-BE49-F238E27FC236}">
                  <a16:creationId xmlns:a16="http://schemas.microsoft.com/office/drawing/2014/main" id="{9E105145-1306-735C-F87A-3840CC0AAE05}"/>
                </a:ext>
              </a:extLst>
            </p:cNvPr>
            <p:cNvSpPr/>
            <p:nvPr/>
          </p:nvSpPr>
          <p:spPr>
            <a:xfrm>
              <a:off x="46047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 name="Freeform: Shape 102">
              <a:extLst>
                <a:ext uri="{FF2B5EF4-FFF2-40B4-BE49-F238E27FC236}">
                  <a16:creationId xmlns:a16="http://schemas.microsoft.com/office/drawing/2014/main" id="{C31C79C4-04DA-EB72-81CA-D4CA5B198762}"/>
                </a:ext>
              </a:extLst>
            </p:cNvPr>
            <p:cNvSpPr/>
            <p:nvPr/>
          </p:nvSpPr>
          <p:spPr>
            <a:xfrm>
              <a:off x="439539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4" name="Freeform: Shape 103">
              <a:extLst>
                <a:ext uri="{FF2B5EF4-FFF2-40B4-BE49-F238E27FC236}">
                  <a16:creationId xmlns:a16="http://schemas.microsoft.com/office/drawing/2014/main" id="{F3AB0D47-198B-D816-ED46-ECF58CC327DB}"/>
                </a:ext>
              </a:extLst>
            </p:cNvPr>
            <p:cNvSpPr/>
            <p:nvPr/>
          </p:nvSpPr>
          <p:spPr>
            <a:xfrm>
              <a:off x="418609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 name="Freeform: Shape 104">
              <a:extLst>
                <a:ext uri="{FF2B5EF4-FFF2-40B4-BE49-F238E27FC236}">
                  <a16:creationId xmlns:a16="http://schemas.microsoft.com/office/drawing/2014/main" id="{8AA55C41-FC12-5F72-B73B-E5CB404FD7DE}"/>
                </a:ext>
              </a:extLst>
            </p:cNvPr>
            <p:cNvSpPr/>
            <p:nvPr/>
          </p:nvSpPr>
          <p:spPr>
            <a:xfrm>
              <a:off x="37674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 name="Freeform: Shape 105">
              <a:extLst>
                <a:ext uri="{FF2B5EF4-FFF2-40B4-BE49-F238E27FC236}">
                  <a16:creationId xmlns:a16="http://schemas.microsoft.com/office/drawing/2014/main" id="{DC1DE242-4076-C923-2284-1972BCE87691}"/>
                </a:ext>
              </a:extLst>
            </p:cNvPr>
            <p:cNvSpPr/>
            <p:nvPr/>
          </p:nvSpPr>
          <p:spPr>
            <a:xfrm>
              <a:off x="512796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 name="Freeform: Shape 106">
              <a:extLst>
                <a:ext uri="{FF2B5EF4-FFF2-40B4-BE49-F238E27FC236}">
                  <a16:creationId xmlns:a16="http://schemas.microsoft.com/office/drawing/2014/main" id="{24D6B480-C92D-8345-E7AA-275C49A897BC}"/>
                </a:ext>
              </a:extLst>
            </p:cNvPr>
            <p:cNvSpPr/>
            <p:nvPr/>
          </p:nvSpPr>
          <p:spPr>
            <a:xfrm>
              <a:off x="38721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8" name="Freeform: Shape 107">
              <a:extLst>
                <a:ext uri="{FF2B5EF4-FFF2-40B4-BE49-F238E27FC236}">
                  <a16:creationId xmlns:a16="http://schemas.microsoft.com/office/drawing/2014/main" id="{D5E64037-32CF-7695-4357-C56F636968AD}"/>
                </a:ext>
              </a:extLst>
            </p:cNvPr>
            <p:cNvSpPr/>
            <p:nvPr/>
          </p:nvSpPr>
          <p:spPr>
            <a:xfrm>
              <a:off x="366283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 name="Freeform: Shape 108">
              <a:extLst>
                <a:ext uri="{FF2B5EF4-FFF2-40B4-BE49-F238E27FC236}">
                  <a16:creationId xmlns:a16="http://schemas.microsoft.com/office/drawing/2014/main" id="{E51841D8-F7DB-283E-0A9F-CF7988FF51C8}"/>
                </a:ext>
              </a:extLst>
            </p:cNvPr>
            <p:cNvSpPr/>
            <p:nvPr/>
          </p:nvSpPr>
          <p:spPr>
            <a:xfrm>
              <a:off x="3453527" y="3350510"/>
              <a:ext cx="52326" cy="52326"/>
            </a:xfrm>
            <a:custGeom>
              <a:avLst/>
              <a:gdLst>
                <a:gd name="connsiteX0" fmla="*/ 26163 w 52326"/>
                <a:gd name="connsiteY0" fmla="*/ 52326 h 52326"/>
                <a:gd name="connsiteX1" fmla="*/ 26163 w 52326"/>
                <a:gd name="connsiteY1" fmla="*/ 52326 h 52326"/>
                <a:gd name="connsiteX2" fmla="*/ 38721 w 52326"/>
                <a:gd name="connsiteY2" fmla="*/ 49187 h 52326"/>
                <a:gd name="connsiteX3" fmla="*/ 52326 w 52326"/>
                <a:gd name="connsiteY3" fmla="*/ 26163 h 52326"/>
                <a:gd name="connsiteX4" fmla="*/ 26163 w 52326"/>
                <a:gd name="connsiteY4" fmla="*/ 0 h 52326"/>
                <a:gd name="connsiteX5" fmla="*/ 13605 w 52326"/>
                <a:gd name="connsiteY5" fmla="*/ 3140 h 52326"/>
                <a:gd name="connsiteX6" fmla="*/ 10465 w 52326"/>
                <a:gd name="connsiteY6" fmla="*/ 5233 h 52326"/>
                <a:gd name="connsiteX7" fmla="*/ 7675 w 52326"/>
                <a:gd name="connsiteY7" fmla="*/ 767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1" y="49187"/>
                  </a:cubicBezTo>
                  <a:cubicBezTo>
                    <a:pt x="46745" y="44652"/>
                    <a:pt x="52326" y="36280"/>
                    <a:pt x="52326" y="26163"/>
                  </a:cubicBezTo>
                  <a:cubicBezTo>
                    <a:pt x="52326" y="11861"/>
                    <a:pt x="40465" y="0"/>
                    <a:pt x="26163" y="0"/>
                  </a:cubicBezTo>
                  <a:cubicBezTo>
                    <a:pt x="21628" y="0"/>
                    <a:pt x="17442" y="1046"/>
                    <a:pt x="13605" y="3140"/>
                  </a:cubicBezTo>
                  <a:cubicBezTo>
                    <a:pt x="12558" y="3837"/>
                    <a:pt x="11512" y="4535"/>
                    <a:pt x="10465" y="5233"/>
                  </a:cubicBezTo>
                  <a:cubicBezTo>
                    <a:pt x="9419" y="5930"/>
                    <a:pt x="8372" y="6628"/>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 name="Freeform: Shape 109">
              <a:extLst>
                <a:ext uri="{FF2B5EF4-FFF2-40B4-BE49-F238E27FC236}">
                  <a16:creationId xmlns:a16="http://schemas.microsoft.com/office/drawing/2014/main" id="{FC3B1AF5-552F-2B09-114F-D205901229A0}"/>
                </a:ext>
              </a:extLst>
            </p:cNvPr>
            <p:cNvSpPr/>
            <p:nvPr/>
          </p:nvSpPr>
          <p:spPr>
            <a:xfrm>
              <a:off x="3244223"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1" name="Freeform: Shape 110">
              <a:extLst>
                <a:ext uri="{FF2B5EF4-FFF2-40B4-BE49-F238E27FC236}">
                  <a16:creationId xmlns:a16="http://schemas.microsoft.com/office/drawing/2014/main" id="{DFB0CC8D-89DA-BCDD-E272-375BBE0B1DD8}"/>
                </a:ext>
              </a:extLst>
            </p:cNvPr>
            <p:cNvSpPr/>
            <p:nvPr/>
          </p:nvSpPr>
          <p:spPr>
            <a:xfrm>
              <a:off x="303491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2" name="Freeform: Shape 111">
              <a:extLst>
                <a:ext uri="{FF2B5EF4-FFF2-40B4-BE49-F238E27FC236}">
                  <a16:creationId xmlns:a16="http://schemas.microsoft.com/office/drawing/2014/main" id="{9F50F660-6B2A-A387-DF65-8086D400FC46}"/>
                </a:ext>
              </a:extLst>
            </p:cNvPr>
            <p:cNvSpPr/>
            <p:nvPr/>
          </p:nvSpPr>
          <p:spPr>
            <a:xfrm>
              <a:off x="293026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3" name="Freeform: Shape 112">
              <a:extLst>
                <a:ext uri="{FF2B5EF4-FFF2-40B4-BE49-F238E27FC236}">
                  <a16:creationId xmlns:a16="http://schemas.microsoft.com/office/drawing/2014/main" id="{BA0FDC00-1B5B-8DAB-7D4D-F7121A5BFA54}"/>
                </a:ext>
              </a:extLst>
            </p:cNvPr>
            <p:cNvSpPr/>
            <p:nvPr/>
          </p:nvSpPr>
          <p:spPr>
            <a:xfrm rot="17550026">
              <a:off x="1151246" y="3978445"/>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14" name="Freeform: Shape 113">
              <a:extLst>
                <a:ext uri="{FF2B5EF4-FFF2-40B4-BE49-F238E27FC236}">
                  <a16:creationId xmlns:a16="http://schemas.microsoft.com/office/drawing/2014/main" id="{BC83FBE7-F44C-BF04-AA06-07FD4753D9CE}"/>
                </a:ext>
              </a:extLst>
            </p:cNvPr>
            <p:cNvSpPr/>
            <p:nvPr/>
          </p:nvSpPr>
          <p:spPr>
            <a:xfrm>
              <a:off x="94187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5" name="Freeform: Shape 114">
              <a:extLst>
                <a:ext uri="{FF2B5EF4-FFF2-40B4-BE49-F238E27FC236}">
                  <a16:creationId xmlns:a16="http://schemas.microsoft.com/office/drawing/2014/main" id="{55473A99-7E4F-FEBE-5DAA-EB239EFE342F}"/>
                </a:ext>
              </a:extLst>
            </p:cNvPr>
            <p:cNvSpPr/>
            <p:nvPr/>
          </p:nvSpPr>
          <p:spPr>
            <a:xfrm>
              <a:off x="837218"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6" name="Freeform: Shape 115">
              <a:extLst>
                <a:ext uri="{FF2B5EF4-FFF2-40B4-BE49-F238E27FC236}">
                  <a16:creationId xmlns:a16="http://schemas.microsoft.com/office/drawing/2014/main" id="{8E67508F-0924-E3E9-F84B-F3D0BD7D1A75}"/>
                </a:ext>
              </a:extLst>
            </p:cNvPr>
            <p:cNvSpPr/>
            <p:nvPr/>
          </p:nvSpPr>
          <p:spPr>
            <a:xfrm>
              <a:off x="73256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7" name="Freeform: Shape 116">
              <a:extLst>
                <a:ext uri="{FF2B5EF4-FFF2-40B4-BE49-F238E27FC236}">
                  <a16:creationId xmlns:a16="http://schemas.microsoft.com/office/drawing/2014/main" id="{1CAE229B-B937-EE63-F7F2-24A0418446BB}"/>
                </a:ext>
              </a:extLst>
            </p:cNvPr>
            <p:cNvSpPr/>
            <p:nvPr/>
          </p:nvSpPr>
          <p:spPr>
            <a:xfrm>
              <a:off x="10465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8" name="Freeform: Shape 117">
              <a:extLst>
                <a:ext uri="{FF2B5EF4-FFF2-40B4-BE49-F238E27FC236}">
                  <a16:creationId xmlns:a16="http://schemas.microsoft.com/office/drawing/2014/main" id="{858B57CA-60A4-224E-B128-464B726832C1}"/>
                </a:ext>
              </a:extLst>
            </p:cNvPr>
            <p:cNvSpPr/>
            <p:nvPr/>
          </p:nvSpPr>
          <p:spPr>
            <a:xfrm>
              <a:off x="1779090"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1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1" y="0"/>
                    <a:pt x="0" y="11861"/>
                    <a:pt x="0" y="26163"/>
                  </a:cubicBezTo>
                  <a:cubicBezTo>
                    <a:pt x="0" y="26163"/>
                    <a:pt x="0" y="26163"/>
                    <a:pt x="0" y="26163"/>
                  </a:cubicBezTo>
                  <a:cubicBezTo>
                    <a:pt x="0" y="40465"/>
                    <a:pt x="11861" y="52326"/>
                    <a:pt x="26163" y="52326"/>
                  </a:cubicBezTo>
                  <a:cubicBezTo>
                    <a:pt x="27907" y="52326"/>
                    <a:pt x="29652" y="51977"/>
                    <a:pt x="31396" y="51629"/>
                  </a:cubicBezTo>
                  <a:cubicBezTo>
                    <a:pt x="33838" y="51279"/>
                    <a:pt x="36280" y="50233"/>
                    <a:pt x="38373" y="49187"/>
                  </a:cubicBezTo>
                  <a:cubicBezTo>
                    <a:pt x="38373" y="49187"/>
                    <a:pt x="38721" y="49187"/>
                    <a:pt x="38721" y="49187"/>
                  </a:cubicBezTo>
                  <a:cubicBezTo>
                    <a:pt x="46745"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19" name="Freeform: Shape 118">
              <a:extLst>
                <a:ext uri="{FF2B5EF4-FFF2-40B4-BE49-F238E27FC236}">
                  <a16:creationId xmlns:a16="http://schemas.microsoft.com/office/drawing/2014/main" id="{513BB583-EC80-ECDE-B020-E0347174320A}"/>
                </a:ext>
              </a:extLst>
            </p:cNvPr>
            <p:cNvSpPr/>
            <p:nvPr/>
          </p:nvSpPr>
          <p:spPr>
            <a:xfrm>
              <a:off x="1988394" y="5338905"/>
              <a:ext cx="52326" cy="52326"/>
            </a:xfrm>
            <a:custGeom>
              <a:avLst/>
              <a:gdLst>
                <a:gd name="connsiteX0" fmla="*/ 26163 w 52326"/>
                <a:gd name="connsiteY0" fmla="*/ 0 h 52326"/>
                <a:gd name="connsiteX1" fmla="*/ 3140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6" y="0"/>
                    <a:pt x="7675" y="5581"/>
                    <a:pt x="3140" y="13605"/>
                  </a:cubicBezTo>
                  <a:cubicBezTo>
                    <a:pt x="1046" y="17442"/>
                    <a:pt x="0" y="21628"/>
                    <a:pt x="0" y="26163"/>
                  </a:cubicBezTo>
                  <a:cubicBezTo>
                    <a:pt x="0" y="40465"/>
                    <a:pt x="11861" y="52326"/>
                    <a:pt x="26163" y="52326"/>
                  </a:cubicBezTo>
                  <a:cubicBezTo>
                    <a:pt x="35931" y="52326"/>
                    <a:pt x="44652" y="46745"/>
                    <a:pt x="49187" y="38721"/>
                  </a:cubicBezTo>
                  <a:cubicBezTo>
                    <a:pt x="51280"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 name="Freeform: Shape 119">
              <a:extLst>
                <a:ext uri="{FF2B5EF4-FFF2-40B4-BE49-F238E27FC236}">
                  <a16:creationId xmlns:a16="http://schemas.microsoft.com/office/drawing/2014/main" id="{21BA9768-EE71-6185-EF8E-B164B3EC0ECF}"/>
                </a:ext>
              </a:extLst>
            </p:cNvPr>
            <p:cNvSpPr/>
            <p:nvPr/>
          </p:nvSpPr>
          <p:spPr>
            <a:xfrm>
              <a:off x="1255828" y="4815643"/>
              <a:ext cx="52326" cy="52326"/>
            </a:xfrm>
            <a:custGeom>
              <a:avLst/>
              <a:gdLst>
                <a:gd name="connsiteX0" fmla="*/ 38721 w 52326"/>
                <a:gd name="connsiteY0" fmla="*/ 3140 h 52326"/>
                <a:gd name="connsiteX1" fmla="*/ 26163 w 52326"/>
                <a:gd name="connsiteY1" fmla="*/ 0 h 52326"/>
                <a:gd name="connsiteX2" fmla="*/ 0 w 52326"/>
                <a:gd name="connsiteY2" fmla="*/ 26163 h 52326"/>
                <a:gd name="connsiteX3" fmla="*/ 13605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1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1" y="3140"/>
                  </a:moveTo>
                  <a:cubicBezTo>
                    <a:pt x="34884" y="1046"/>
                    <a:pt x="30698" y="0"/>
                    <a:pt x="26163" y="0"/>
                  </a:cubicBezTo>
                  <a:cubicBezTo>
                    <a:pt x="11861" y="0"/>
                    <a:pt x="0" y="11861"/>
                    <a:pt x="0" y="26163"/>
                  </a:cubicBezTo>
                  <a:cubicBezTo>
                    <a:pt x="0" y="35931"/>
                    <a:pt x="5581" y="44652"/>
                    <a:pt x="13605" y="49187"/>
                  </a:cubicBezTo>
                  <a:cubicBezTo>
                    <a:pt x="17442" y="51280"/>
                    <a:pt x="21628" y="52326"/>
                    <a:pt x="26163" y="52326"/>
                  </a:cubicBezTo>
                  <a:lnTo>
                    <a:pt x="26163" y="52326"/>
                  </a:lnTo>
                  <a:cubicBezTo>
                    <a:pt x="40466" y="52326"/>
                    <a:pt x="52326" y="40465"/>
                    <a:pt x="52326" y="26163"/>
                  </a:cubicBezTo>
                  <a:cubicBezTo>
                    <a:pt x="52326" y="16396"/>
                    <a:pt x="46745" y="7675"/>
                    <a:pt x="38721" y="3140"/>
                  </a:cubicBezTo>
                  <a:close/>
                </a:path>
              </a:pathLst>
            </a:custGeom>
            <a:grpFill/>
            <a:ln w="3488" cap="flat">
              <a:noFill/>
              <a:prstDash val="solid"/>
              <a:miter/>
            </a:ln>
          </p:spPr>
          <p:txBody>
            <a:bodyPr rtlCol="0" anchor="ctr"/>
            <a:lstStyle/>
            <a:p>
              <a:endParaRPr lang="en-ID"/>
            </a:p>
          </p:txBody>
        </p:sp>
        <p:sp>
          <p:nvSpPr>
            <p:cNvPr id="121" name="Freeform: Shape 120">
              <a:extLst>
                <a:ext uri="{FF2B5EF4-FFF2-40B4-BE49-F238E27FC236}">
                  <a16:creationId xmlns:a16="http://schemas.microsoft.com/office/drawing/2014/main" id="{509D8B9E-E23D-EEAB-1308-A540167530AE}"/>
                </a:ext>
              </a:extLst>
            </p:cNvPr>
            <p:cNvSpPr/>
            <p:nvPr/>
          </p:nvSpPr>
          <p:spPr>
            <a:xfrm>
              <a:off x="57558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 name="Freeform: Shape 121">
              <a:extLst>
                <a:ext uri="{FF2B5EF4-FFF2-40B4-BE49-F238E27FC236}">
                  <a16:creationId xmlns:a16="http://schemas.microsoft.com/office/drawing/2014/main" id="{F1413705-823D-60E0-2FF5-E0FCE3E36DA0}"/>
                </a:ext>
              </a:extLst>
            </p:cNvPr>
            <p:cNvSpPr/>
            <p:nvPr/>
          </p:nvSpPr>
          <p:spPr>
            <a:xfrm>
              <a:off x="46047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 name="Freeform: Shape 122">
              <a:extLst>
                <a:ext uri="{FF2B5EF4-FFF2-40B4-BE49-F238E27FC236}">
                  <a16:creationId xmlns:a16="http://schemas.microsoft.com/office/drawing/2014/main" id="{0EF41EBC-A6F6-831C-9973-892F80439C46}"/>
                </a:ext>
              </a:extLst>
            </p:cNvPr>
            <p:cNvSpPr/>
            <p:nvPr/>
          </p:nvSpPr>
          <p:spPr>
            <a:xfrm>
              <a:off x="418609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4" name="Freeform: Shape 123">
              <a:extLst>
                <a:ext uri="{FF2B5EF4-FFF2-40B4-BE49-F238E27FC236}">
                  <a16:creationId xmlns:a16="http://schemas.microsoft.com/office/drawing/2014/main" id="{9C7AD8C7-30A4-A855-A8D5-F43296C55689}"/>
                </a:ext>
              </a:extLst>
            </p:cNvPr>
            <p:cNvSpPr/>
            <p:nvPr/>
          </p:nvSpPr>
          <p:spPr>
            <a:xfrm>
              <a:off x="397678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 name="Freeform: Shape 124">
              <a:extLst>
                <a:ext uri="{FF2B5EF4-FFF2-40B4-BE49-F238E27FC236}">
                  <a16:creationId xmlns:a16="http://schemas.microsoft.com/office/drawing/2014/main" id="{EB1DC89F-FDDA-9100-4E0C-129655598846}"/>
                </a:ext>
              </a:extLst>
            </p:cNvPr>
            <p:cNvSpPr/>
            <p:nvPr/>
          </p:nvSpPr>
          <p:spPr>
            <a:xfrm>
              <a:off x="544192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 name="Freeform: Shape 125">
              <a:extLst>
                <a:ext uri="{FF2B5EF4-FFF2-40B4-BE49-F238E27FC236}">
                  <a16:creationId xmlns:a16="http://schemas.microsoft.com/office/drawing/2014/main" id="{15B5834C-2B37-3061-849F-5EE8271310ED}"/>
                </a:ext>
              </a:extLst>
            </p:cNvPr>
            <p:cNvSpPr/>
            <p:nvPr/>
          </p:nvSpPr>
          <p:spPr>
            <a:xfrm>
              <a:off x="491866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 name="Freeform: Shape 126">
              <a:extLst>
                <a:ext uri="{FF2B5EF4-FFF2-40B4-BE49-F238E27FC236}">
                  <a16:creationId xmlns:a16="http://schemas.microsoft.com/office/drawing/2014/main" id="{42EF4D10-0A0D-239A-5E64-263147517992}"/>
                </a:ext>
              </a:extLst>
            </p:cNvPr>
            <p:cNvSpPr/>
            <p:nvPr/>
          </p:nvSpPr>
          <p:spPr>
            <a:xfrm>
              <a:off x="47093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 name="Freeform: Shape 127">
              <a:extLst>
                <a:ext uri="{FF2B5EF4-FFF2-40B4-BE49-F238E27FC236}">
                  <a16:creationId xmlns:a16="http://schemas.microsoft.com/office/drawing/2014/main" id="{99F94895-962B-8B49-A40F-7BFAF16C956D}"/>
                </a:ext>
              </a:extLst>
            </p:cNvPr>
            <p:cNvSpPr/>
            <p:nvPr/>
          </p:nvSpPr>
          <p:spPr>
            <a:xfrm>
              <a:off x="38721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 name="Freeform: Shape 128">
              <a:extLst>
                <a:ext uri="{FF2B5EF4-FFF2-40B4-BE49-F238E27FC236}">
                  <a16:creationId xmlns:a16="http://schemas.microsoft.com/office/drawing/2014/main" id="{703C8A0E-E960-9C0F-8363-931B0695E14D}"/>
                </a:ext>
              </a:extLst>
            </p:cNvPr>
            <p:cNvSpPr/>
            <p:nvPr/>
          </p:nvSpPr>
          <p:spPr>
            <a:xfrm>
              <a:off x="3034918"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8" y="46396"/>
                    <a:pt x="49884" y="37326"/>
                  </a:cubicBezTo>
                  <a:cubicBezTo>
                    <a:pt x="50931" y="34884"/>
                    <a:pt x="51628" y="32442"/>
                    <a:pt x="51977" y="29652"/>
                  </a:cubicBezTo>
                  <a:cubicBezTo>
                    <a:pt x="51977" y="28605"/>
                    <a:pt x="52326" y="27558"/>
                    <a:pt x="52326" y="26163"/>
                  </a:cubicBezTo>
                  <a:cubicBezTo>
                    <a:pt x="52326" y="11860"/>
                    <a:pt x="40465" y="0"/>
                    <a:pt x="26163" y="0"/>
                  </a:cubicBezTo>
                  <a:lnTo>
                    <a:pt x="26163" y="0"/>
                  </a:lnTo>
                  <a:cubicBezTo>
                    <a:pt x="15349" y="0"/>
                    <a:pt x="5930" y="6628"/>
                    <a:pt x="2093" y="16047"/>
                  </a:cubicBezTo>
                  <a:cubicBezTo>
                    <a:pt x="1046" y="18140"/>
                    <a:pt x="698" y="20582"/>
                    <a:pt x="349" y="22675"/>
                  </a:cubicBezTo>
                  <a:cubicBezTo>
                    <a:pt x="349" y="23721"/>
                    <a:pt x="0" y="25116"/>
                    <a:pt x="0" y="26163"/>
                  </a:cubicBezTo>
                  <a:cubicBezTo>
                    <a:pt x="0" y="40814"/>
                    <a:pt x="11861" y="52675"/>
                    <a:pt x="26163" y="52675"/>
                  </a:cubicBezTo>
                  <a:close/>
                </a:path>
              </a:pathLst>
            </a:custGeom>
            <a:grpFill/>
            <a:ln w="3488" cap="flat">
              <a:noFill/>
              <a:prstDash val="solid"/>
              <a:miter/>
            </a:ln>
          </p:spPr>
          <p:txBody>
            <a:bodyPr rtlCol="0" anchor="ctr"/>
            <a:lstStyle/>
            <a:p>
              <a:endParaRPr lang="en-ID"/>
            </a:p>
          </p:txBody>
        </p:sp>
        <p:sp>
          <p:nvSpPr>
            <p:cNvPr id="130" name="Freeform: Shape 129">
              <a:extLst>
                <a:ext uri="{FF2B5EF4-FFF2-40B4-BE49-F238E27FC236}">
                  <a16:creationId xmlns:a16="http://schemas.microsoft.com/office/drawing/2014/main" id="{53FB9B02-753A-B674-FAF5-9C7838EF6BA7}"/>
                </a:ext>
              </a:extLst>
            </p:cNvPr>
            <p:cNvSpPr/>
            <p:nvPr/>
          </p:nvSpPr>
          <p:spPr>
            <a:xfrm>
              <a:off x="28256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1" name="Freeform: Shape 130">
              <a:extLst>
                <a:ext uri="{FF2B5EF4-FFF2-40B4-BE49-F238E27FC236}">
                  <a16:creationId xmlns:a16="http://schemas.microsoft.com/office/drawing/2014/main" id="{D77C7AD7-0116-3FEA-4712-290884B8E8A5}"/>
                </a:ext>
              </a:extLst>
            </p:cNvPr>
            <p:cNvSpPr/>
            <p:nvPr/>
          </p:nvSpPr>
          <p:spPr>
            <a:xfrm>
              <a:off x="23023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2" name="Freeform: Shape 131">
              <a:extLst>
                <a:ext uri="{FF2B5EF4-FFF2-40B4-BE49-F238E27FC236}">
                  <a16:creationId xmlns:a16="http://schemas.microsoft.com/office/drawing/2014/main" id="{A511720C-BEA8-6A4F-F074-C79AE3E79980}"/>
                </a:ext>
              </a:extLst>
            </p:cNvPr>
            <p:cNvSpPr/>
            <p:nvPr/>
          </p:nvSpPr>
          <p:spPr>
            <a:xfrm>
              <a:off x="94187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3" name="Freeform: Shape 132">
              <a:extLst>
                <a:ext uri="{FF2B5EF4-FFF2-40B4-BE49-F238E27FC236}">
                  <a16:creationId xmlns:a16="http://schemas.microsoft.com/office/drawing/2014/main" id="{72FF2967-F09A-743F-48C9-ACA45149CC0D}"/>
                </a:ext>
              </a:extLst>
            </p:cNvPr>
            <p:cNvSpPr/>
            <p:nvPr/>
          </p:nvSpPr>
          <p:spPr>
            <a:xfrm>
              <a:off x="20930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4" name="Freeform: Shape 133">
              <a:extLst>
                <a:ext uri="{FF2B5EF4-FFF2-40B4-BE49-F238E27FC236}">
                  <a16:creationId xmlns:a16="http://schemas.microsoft.com/office/drawing/2014/main" id="{FB2ED875-0E69-5B1F-AA5C-DD0E6F9ADDE9}"/>
                </a:ext>
              </a:extLst>
            </p:cNvPr>
            <p:cNvSpPr/>
            <p:nvPr/>
          </p:nvSpPr>
          <p:spPr>
            <a:xfrm>
              <a:off x="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5" name="Freeform: Shape 134">
              <a:extLst>
                <a:ext uri="{FF2B5EF4-FFF2-40B4-BE49-F238E27FC236}">
                  <a16:creationId xmlns:a16="http://schemas.microsoft.com/office/drawing/2014/main" id="{226F751A-60ED-5679-0168-76A48168F47F}"/>
                </a:ext>
              </a:extLst>
            </p:cNvPr>
            <p:cNvSpPr/>
            <p:nvPr/>
          </p:nvSpPr>
          <p:spPr>
            <a:xfrm>
              <a:off x="512796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 name="Freeform: Shape 135">
              <a:extLst>
                <a:ext uri="{FF2B5EF4-FFF2-40B4-BE49-F238E27FC236}">
                  <a16:creationId xmlns:a16="http://schemas.microsoft.com/office/drawing/2014/main" id="{69D76699-E796-C57C-6FA7-B0C4E0A6BF26}"/>
                </a:ext>
              </a:extLst>
            </p:cNvPr>
            <p:cNvSpPr/>
            <p:nvPr/>
          </p:nvSpPr>
          <p:spPr>
            <a:xfrm>
              <a:off x="5127965"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1"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137" name="Freeform: Shape 136">
              <a:extLst>
                <a:ext uri="{FF2B5EF4-FFF2-40B4-BE49-F238E27FC236}">
                  <a16:creationId xmlns:a16="http://schemas.microsoft.com/office/drawing/2014/main" id="{90DA94CD-9970-BE98-A5F1-26B0D0E67694}"/>
                </a:ext>
              </a:extLst>
            </p:cNvPr>
            <p:cNvSpPr/>
            <p:nvPr/>
          </p:nvSpPr>
          <p:spPr>
            <a:xfrm>
              <a:off x="2511656"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8" name="Freeform: Shape 137">
              <a:extLst>
                <a:ext uri="{FF2B5EF4-FFF2-40B4-BE49-F238E27FC236}">
                  <a16:creationId xmlns:a16="http://schemas.microsoft.com/office/drawing/2014/main" id="{B0149546-6D73-91E4-8529-30FC19CFF604}"/>
                </a:ext>
              </a:extLst>
            </p:cNvPr>
            <p:cNvSpPr/>
            <p:nvPr/>
          </p:nvSpPr>
          <p:spPr>
            <a:xfrm>
              <a:off x="6069836" y="3350510"/>
              <a:ext cx="51990" cy="52674"/>
            </a:xfrm>
            <a:custGeom>
              <a:avLst/>
              <a:gdLst>
                <a:gd name="connsiteX0" fmla="*/ 36280 w 51990"/>
                <a:gd name="connsiteY0" fmla="*/ 2093 h 52674"/>
                <a:gd name="connsiteX1" fmla="*/ 26163 w 51990"/>
                <a:gd name="connsiteY1" fmla="*/ 0 h 52674"/>
                <a:gd name="connsiteX2" fmla="*/ 26163 w 51990"/>
                <a:gd name="connsiteY2" fmla="*/ 0 h 52674"/>
                <a:gd name="connsiteX3" fmla="*/ 20930 w 51990"/>
                <a:gd name="connsiteY3" fmla="*/ 698 h 52674"/>
                <a:gd name="connsiteX4" fmla="*/ 18489 w 51990"/>
                <a:gd name="connsiteY4" fmla="*/ 1395 h 52674"/>
                <a:gd name="connsiteX5" fmla="*/ 2093 w 51990"/>
                <a:gd name="connsiteY5" fmla="*/ 16047 h 52674"/>
                <a:gd name="connsiteX6" fmla="*/ 0 w 51990"/>
                <a:gd name="connsiteY6" fmla="*/ 26163 h 52674"/>
                <a:gd name="connsiteX7" fmla="*/ 0 w 51990"/>
                <a:gd name="connsiteY7" fmla="*/ 28954 h 52674"/>
                <a:gd name="connsiteX8" fmla="*/ 18140 w 51990"/>
                <a:gd name="connsiteY8" fmla="*/ 51280 h 52674"/>
                <a:gd name="connsiteX9" fmla="*/ 20582 w 51990"/>
                <a:gd name="connsiteY9" fmla="*/ 51977 h 52674"/>
                <a:gd name="connsiteX10" fmla="*/ 25814 w 51990"/>
                <a:gd name="connsiteY10" fmla="*/ 52675 h 52674"/>
                <a:gd name="connsiteX11" fmla="*/ 25814 w 51990"/>
                <a:gd name="connsiteY11" fmla="*/ 52675 h 52674"/>
                <a:gd name="connsiteX12" fmla="*/ 35931 w 51990"/>
                <a:gd name="connsiteY12" fmla="*/ 50582 h 52674"/>
                <a:gd name="connsiteX13" fmla="*/ 51977 w 51990"/>
                <a:gd name="connsiteY13" fmla="*/ 26512 h 52674"/>
                <a:gd name="connsiteX14" fmla="*/ 36280 w 51990"/>
                <a:gd name="connsiteY14" fmla="*/ 209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90" h="52674">
                  <a:moveTo>
                    <a:pt x="36280" y="2093"/>
                  </a:moveTo>
                  <a:cubicBezTo>
                    <a:pt x="33140" y="698"/>
                    <a:pt x="29652" y="0"/>
                    <a:pt x="26163" y="0"/>
                  </a:cubicBezTo>
                  <a:lnTo>
                    <a:pt x="26163" y="0"/>
                  </a:lnTo>
                  <a:cubicBezTo>
                    <a:pt x="24419" y="0"/>
                    <a:pt x="22675" y="349"/>
                    <a:pt x="20930" y="698"/>
                  </a:cubicBezTo>
                  <a:cubicBezTo>
                    <a:pt x="20233" y="1046"/>
                    <a:pt x="19186" y="1046"/>
                    <a:pt x="18489" y="1395"/>
                  </a:cubicBezTo>
                  <a:cubicBezTo>
                    <a:pt x="11163" y="3837"/>
                    <a:pt x="5233" y="9070"/>
                    <a:pt x="2093" y="16047"/>
                  </a:cubicBezTo>
                  <a:cubicBezTo>
                    <a:pt x="698" y="19186"/>
                    <a:pt x="0" y="22675"/>
                    <a:pt x="0" y="26163"/>
                  </a:cubicBezTo>
                  <a:cubicBezTo>
                    <a:pt x="0" y="27210"/>
                    <a:pt x="0" y="27907"/>
                    <a:pt x="0" y="28954"/>
                  </a:cubicBezTo>
                  <a:cubicBezTo>
                    <a:pt x="1047" y="39419"/>
                    <a:pt x="8372" y="48140"/>
                    <a:pt x="18140" y="51280"/>
                  </a:cubicBezTo>
                  <a:cubicBezTo>
                    <a:pt x="18838" y="51628"/>
                    <a:pt x="19884" y="51628"/>
                    <a:pt x="20582" y="51977"/>
                  </a:cubicBezTo>
                  <a:cubicBezTo>
                    <a:pt x="22326" y="52326"/>
                    <a:pt x="24070" y="52675"/>
                    <a:pt x="25814" y="52675"/>
                  </a:cubicBezTo>
                  <a:lnTo>
                    <a:pt x="25814" y="52675"/>
                  </a:lnTo>
                  <a:cubicBezTo>
                    <a:pt x="29303" y="52675"/>
                    <a:pt x="32791" y="51977"/>
                    <a:pt x="35931" y="50582"/>
                  </a:cubicBezTo>
                  <a:cubicBezTo>
                    <a:pt x="45349" y="46745"/>
                    <a:pt x="51977" y="37326"/>
                    <a:pt x="51977" y="26512"/>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139" name="Freeform: Shape 138">
              <a:extLst>
                <a:ext uri="{FF2B5EF4-FFF2-40B4-BE49-F238E27FC236}">
                  <a16:creationId xmlns:a16="http://schemas.microsoft.com/office/drawing/2014/main" id="{4231EC43-24C6-5230-9D9D-C248F48F6A20}"/>
                </a:ext>
              </a:extLst>
            </p:cNvPr>
            <p:cNvSpPr/>
            <p:nvPr/>
          </p:nvSpPr>
          <p:spPr>
            <a:xfrm>
              <a:off x="4081442"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40" name="Freeform: Shape 139">
              <a:extLst>
                <a:ext uri="{FF2B5EF4-FFF2-40B4-BE49-F238E27FC236}">
                  <a16:creationId xmlns:a16="http://schemas.microsoft.com/office/drawing/2014/main" id="{A99FCFF0-3645-1A17-D8BB-DF14AEE10133}"/>
                </a:ext>
              </a:extLst>
            </p:cNvPr>
            <p:cNvSpPr/>
            <p:nvPr/>
          </p:nvSpPr>
          <p:spPr>
            <a:xfrm>
              <a:off x="4081442"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1" name="Freeform: Shape 140">
              <a:extLst>
                <a:ext uri="{FF2B5EF4-FFF2-40B4-BE49-F238E27FC236}">
                  <a16:creationId xmlns:a16="http://schemas.microsoft.com/office/drawing/2014/main" id="{8948F878-DA80-B887-2D61-6DA76D3B9291}"/>
                </a:ext>
              </a:extLst>
            </p:cNvPr>
            <p:cNvSpPr/>
            <p:nvPr/>
          </p:nvSpPr>
          <p:spPr>
            <a:xfrm>
              <a:off x="3662832"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2" name="Freeform: Shape 141">
              <a:extLst>
                <a:ext uri="{FF2B5EF4-FFF2-40B4-BE49-F238E27FC236}">
                  <a16:creationId xmlns:a16="http://schemas.microsoft.com/office/drawing/2014/main" id="{ED355F08-7D64-E1CD-7349-7E175733F0AF}"/>
                </a:ext>
              </a:extLst>
            </p:cNvPr>
            <p:cNvSpPr/>
            <p:nvPr/>
          </p:nvSpPr>
          <p:spPr>
            <a:xfrm>
              <a:off x="3139570" y="5443557"/>
              <a:ext cx="52326" cy="52326"/>
            </a:xfrm>
            <a:custGeom>
              <a:avLst/>
              <a:gdLst>
                <a:gd name="connsiteX0" fmla="*/ 26163 w 52326"/>
                <a:gd name="connsiteY0" fmla="*/ 52326 h 52326"/>
                <a:gd name="connsiteX1" fmla="*/ 26163 w 52326"/>
                <a:gd name="connsiteY1" fmla="*/ 52326 h 52326"/>
                <a:gd name="connsiteX2" fmla="*/ 33838 w 52326"/>
                <a:gd name="connsiteY2" fmla="*/ 51279 h 52326"/>
                <a:gd name="connsiteX3" fmla="*/ 37326 w 52326"/>
                <a:gd name="connsiteY3" fmla="*/ 49884 h 52326"/>
                <a:gd name="connsiteX4" fmla="*/ 40814 w 52326"/>
                <a:gd name="connsiteY4" fmla="*/ 47791 h 52326"/>
                <a:gd name="connsiteX5" fmla="*/ 52326 w 52326"/>
                <a:gd name="connsiteY5" fmla="*/ 26163 h 52326"/>
                <a:gd name="connsiteX6" fmla="*/ 26163 w 52326"/>
                <a:gd name="connsiteY6" fmla="*/ 0 h 52326"/>
                <a:gd name="connsiteX7" fmla="*/ 18489 w 52326"/>
                <a:gd name="connsiteY7" fmla="*/ 1047 h 52326"/>
                <a:gd name="connsiteX8" fmla="*/ 15000 w 52326"/>
                <a:gd name="connsiteY8" fmla="*/ 2442 h 52326"/>
                <a:gd name="connsiteX9" fmla="*/ 11512 w 52326"/>
                <a:gd name="connsiteY9" fmla="*/ 4535 h 52326"/>
                <a:gd name="connsiteX10" fmla="*/ 0 w 52326"/>
                <a:gd name="connsiteY10" fmla="*/ 26163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28954" y="52326"/>
                    <a:pt x="31396" y="51977"/>
                    <a:pt x="33838" y="51279"/>
                  </a:cubicBezTo>
                  <a:cubicBezTo>
                    <a:pt x="34884" y="50931"/>
                    <a:pt x="36280" y="50582"/>
                    <a:pt x="37326" y="49884"/>
                  </a:cubicBezTo>
                  <a:cubicBezTo>
                    <a:pt x="38373" y="49187"/>
                    <a:pt x="39768" y="48838"/>
                    <a:pt x="40814" y="47791"/>
                  </a:cubicBezTo>
                  <a:cubicBezTo>
                    <a:pt x="47791" y="43256"/>
                    <a:pt x="52326" y="35233"/>
                    <a:pt x="52326" y="26163"/>
                  </a:cubicBezTo>
                  <a:cubicBezTo>
                    <a:pt x="52326" y="11861"/>
                    <a:pt x="40465" y="0"/>
                    <a:pt x="26163" y="0"/>
                  </a:cubicBezTo>
                  <a:cubicBezTo>
                    <a:pt x="23372" y="0"/>
                    <a:pt x="20930" y="349"/>
                    <a:pt x="18489" y="1047"/>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3" name="Freeform: Shape 142">
              <a:extLst>
                <a:ext uri="{FF2B5EF4-FFF2-40B4-BE49-F238E27FC236}">
                  <a16:creationId xmlns:a16="http://schemas.microsoft.com/office/drawing/2014/main" id="{45342AF3-A1EF-5BB9-F23B-C95749760F4B}"/>
                </a:ext>
              </a:extLst>
            </p:cNvPr>
            <p:cNvSpPr/>
            <p:nvPr/>
          </p:nvSpPr>
          <p:spPr>
            <a:xfrm>
              <a:off x="272096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 name="Freeform: Shape 143">
              <a:extLst>
                <a:ext uri="{FF2B5EF4-FFF2-40B4-BE49-F238E27FC236}">
                  <a16:creationId xmlns:a16="http://schemas.microsoft.com/office/drawing/2014/main" id="{A6C6B09F-1353-2FB9-1BE4-A57189401959}"/>
                </a:ext>
              </a:extLst>
            </p:cNvPr>
            <p:cNvSpPr/>
            <p:nvPr/>
          </p:nvSpPr>
          <p:spPr>
            <a:xfrm>
              <a:off x="2093047" y="5443557"/>
              <a:ext cx="52326" cy="52326"/>
            </a:xfrm>
            <a:custGeom>
              <a:avLst/>
              <a:gdLst>
                <a:gd name="connsiteX0" fmla="*/ 33838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8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8"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8" y="1047"/>
                  </a:cubicBezTo>
                  <a:close/>
                </a:path>
              </a:pathLst>
            </a:custGeom>
            <a:grpFill/>
            <a:ln w="3488" cap="flat">
              <a:noFill/>
              <a:prstDash val="solid"/>
              <a:miter/>
            </a:ln>
          </p:spPr>
          <p:txBody>
            <a:bodyPr rtlCol="0" anchor="ctr"/>
            <a:lstStyle/>
            <a:p>
              <a:endParaRPr lang="en-ID"/>
            </a:p>
          </p:txBody>
        </p:sp>
        <p:sp>
          <p:nvSpPr>
            <p:cNvPr id="145" name="Freeform: Shape 144">
              <a:extLst>
                <a:ext uri="{FF2B5EF4-FFF2-40B4-BE49-F238E27FC236}">
                  <a16:creationId xmlns:a16="http://schemas.microsoft.com/office/drawing/2014/main" id="{606ED83D-4386-A15E-5AB9-4D2AFE24A1CC}"/>
                </a:ext>
              </a:extLst>
            </p:cNvPr>
            <p:cNvSpPr/>
            <p:nvPr/>
          </p:nvSpPr>
          <p:spPr>
            <a:xfrm>
              <a:off x="2093047" y="3664467"/>
              <a:ext cx="52326" cy="52326"/>
            </a:xfrm>
            <a:custGeom>
              <a:avLst/>
              <a:gdLst>
                <a:gd name="connsiteX0" fmla="*/ 26163 w 52326"/>
                <a:gd name="connsiteY0" fmla="*/ 52326 h 52326"/>
                <a:gd name="connsiteX1" fmla="*/ 26163 w 52326"/>
                <a:gd name="connsiteY1" fmla="*/ 52326 h 52326"/>
                <a:gd name="connsiteX2" fmla="*/ 44652 w 52326"/>
                <a:gd name="connsiteY2" fmla="*/ 44652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3489" y="52326"/>
                    <a:pt x="39768" y="49535"/>
                    <a:pt x="44652" y="44652"/>
                  </a:cubicBezTo>
                  <a:cubicBezTo>
                    <a:pt x="49535" y="39768"/>
                    <a:pt x="52326" y="33489"/>
                    <a:pt x="52326" y="26163"/>
                  </a:cubicBezTo>
                  <a:cubicBezTo>
                    <a:pt x="52326" y="11861"/>
                    <a:pt x="40465" y="0"/>
                    <a:pt x="26163" y="0"/>
                  </a:cubicBezTo>
                  <a:cubicBezTo>
                    <a:pt x="18838" y="0"/>
                    <a:pt x="12558" y="2791"/>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6" name="Freeform: Shape 145">
              <a:extLst>
                <a:ext uri="{FF2B5EF4-FFF2-40B4-BE49-F238E27FC236}">
                  <a16:creationId xmlns:a16="http://schemas.microsoft.com/office/drawing/2014/main" id="{55583E82-DCFF-6876-CBC6-75B408FC372F}"/>
                </a:ext>
              </a:extLst>
            </p:cNvPr>
            <p:cNvSpPr/>
            <p:nvPr/>
          </p:nvSpPr>
          <p:spPr>
            <a:xfrm>
              <a:off x="62791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7" name="Freeform: Shape 146">
              <a:extLst>
                <a:ext uri="{FF2B5EF4-FFF2-40B4-BE49-F238E27FC236}">
                  <a16:creationId xmlns:a16="http://schemas.microsoft.com/office/drawing/2014/main" id="{BD7A163F-B832-ADBB-7136-21132A978490}"/>
                </a:ext>
              </a:extLst>
            </p:cNvPr>
            <p:cNvSpPr/>
            <p:nvPr/>
          </p:nvSpPr>
          <p:spPr>
            <a:xfrm>
              <a:off x="31395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8" name="Freeform: Shape 147">
              <a:extLst>
                <a:ext uri="{FF2B5EF4-FFF2-40B4-BE49-F238E27FC236}">
                  <a16:creationId xmlns:a16="http://schemas.microsoft.com/office/drawing/2014/main" id="{560D3A0B-FBB7-AA4B-2F58-06F1D3E6388C}"/>
                </a:ext>
              </a:extLst>
            </p:cNvPr>
            <p:cNvSpPr/>
            <p:nvPr/>
          </p:nvSpPr>
          <p:spPr>
            <a:xfrm>
              <a:off x="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9" name="Freeform: Shape 148">
              <a:extLst>
                <a:ext uri="{FF2B5EF4-FFF2-40B4-BE49-F238E27FC236}">
                  <a16:creationId xmlns:a16="http://schemas.microsoft.com/office/drawing/2014/main" id="{A9A292C2-1678-D94D-383F-45AA2715B988}"/>
                </a:ext>
              </a:extLst>
            </p:cNvPr>
            <p:cNvSpPr/>
            <p:nvPr/>
          </p:nvSpPr>
          <p:spPr>
            <a:xfrm>
              <a:off x="0"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0" name="Freeform: Shape 149">
              <a:extLst>
                <a:ext uri="{FF2B5EF4-FFF2-40B4-BE49-F238E27FC236}">
                  <a16:creationId xmlns:a16="http://schemas.microsoft.com/office/drawing/2014/main" id="{D8A86762-13F5-556C-603D-BA5A2F251B11}"/>
                </a:ext>
              </a:extLst>
            </p:cNvPr>
            <p:cNvSpPr/>
            <p:nvPr/>
          </p:nvSpPr>
          <p:spPr>
            <a:xfrm>
              <a:off x="5023313" y="3664467"/>
              <a:ext cx="52674" cy="52326"/>
            </a:xfrm>
            <a:custGeom>
              <a:avLst/>
              <a:gdLst>
                <a:gd name="connsiteX0" fmla="*/ 26163 w 52674"/>
                <a:gd name="connsiteY0" fmla="*/ 0 h 52326"/>
                <a:gd name="connsiteX1" fmla="*/ 0 w 52674"/>
                <a:gd name="connsiteY1" fmla="*/ 26163 h 52326"/>
                <a:gd name="connsiteX2" fmla="*/ 15349 w 52674"/>
                <a:gd name="connsiteY2" fmla="*/ 49884 h 52326"/>
                <a:gd name="connsiteX3" fmla="*/ 23372 w 52674"/>
                <a:gd name="connsiteY3" fmla="*/ 51977 h 52326"/>
                <a:gd name="connsiteX4" fmla="*/ 26512 w 52674"/>
                <a:gd name="connsiteY4" fmla="*/ 52326 h 52326"/>
                <a:gd name="connsiteX5" fmla="*/ 52675 w 52674"/>
                <a:gd name="connsiteY5" fmla="*/ 26163 h 52326"/>
                <a:gd name="connsiteX6" fmla="*/ 26163 w 52674"/>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4" h="52326">
                  <a:moveTo>
                    <a:pt x="26163" y="0"/>
                  </a:move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814" y="52326"/>
                    <a:pt x="52675" y="40465"/>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1" name="Freeform: Shape 150">
              <a:extLst>
                <a:ext uri="{FF2B5EF4-FFF2-40B4-BE49-F238E27FC236}">
                  <a16:creationId xmlns:a16="http://schemas.microsoft.com/office/drawing/2014/main" id="{10C0B354-5F87-16CE-9D0A-CEFD2227D2B4}"/>
                </a:ext>
              </a:extLst>
            </p:cNvPr>
            <p:cNvSpPr/>
            <p:nvPr/>
          </p:nvSpPr>
          <p:spPr>
            <a:xfrm>
              <a:off x="3872137"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3605" y="0"/>
                    <a:pt x="3140" y="9070"/>
                    <a:pt x="698" y="20930"/>
                  </a:cubicBezTo>
                  <a:cubicBezTo>
                    <a:pt x="349" y="22675"/>
                    <a:pt x="0" y="2441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2" name="Freeform: Shape 151">
              <a:extLst>
                <a:ext uri="{FF2B5EF4-FFF2-40B4-BE49-F238E27FC236}">
                  <a16:creationId xmlns:a16="http://schemas.microsoft.com/office/drawing/2014/main" id="{BE388782-9F02-E632-84F3-E755E355868B}"/>
                </a:ext>
              </a:extLst>
            </p:cNvPr>
            <p:cNvSpPr/>
            <p:nvPr/>
          </p:nvSpPr>
          <p:spPr>
            <a:xfrm>
              <a:off x="5023313" y="3350510"/>
              <a:ext cx="52326" cy="52326"/>
            </a:xfrm>
            <a:custGeom>
              <a:avLst/>
              <a:gdLst>
                <a:gd name="connsiteX0" fmla="*/ 0 w 52326"/>
                <a:gd name="connsiteY0" fmla="*/ 26163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0 w 52326"/>
                <a:gd name="connsiteY9" fmla="*/ 26163 h 52326"/>
                <a:gd name="connsiteX10" fmla="*/ 0 w 52326"/>
                <a:gd name="connsiteY10"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0" y="26163"/>
                  </a:moveTo>
                  <a:cubicBezTo>
                    <a:pt x="0" y="26163"/>
                    <a:pt x="0" y="26163"/>
                    <a:pt x="0" y="26163"/>
                  </a:cubicBezTo>
                  <a:cubicBezTo>
                    <a:pt x="0" y="40465"/>
                    <a:pt x="11861" y="52326"/>
                    <a:pt x="26163" y="52326"/>
                  </a:cubicBez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53" name="Freeform: Shape 152">
              <a:extLst>
                <a:ext uri="{FF2B5EF4-FFF2-40B4-BE49-F238E27FC236}">
                  <a16:creationId xmlns:a16="http://schemas.microsoft.com/office/drawing/2014/main" id="{5D608D6D-5B81-089A-09D5-BB0EB7C4476B}"/>
                </a:ext>
              </a:extLst>
            </p:cNvPr>
            <p:cNvSpPr/>
            <p:nvPr/>
          </p:nvSpPr>
          <p:spPr>
            <a:xfrm>
              <a:off x="3244223"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4" name="Freeform: Shape 153">
              <a:extLst>
                <a:ext uri="{FF2B5EF4-FFF2-40B4-BE49-F238E27FC236}">
                  <a16:creationId xmlns:a16="http://schemas.microsoft.com/office/drawing/2014/main" id="{7CC788DC-FFD2-D219-9634-5ED25F42E61B}"/>
                </a:ext>
              </a:extLst>
            </p:cNvPr>
            <p:cNvSpPr/>
            <p:nvPr/>
          </p:nvSpPr>
          <p:spPr>
            <a:xfrm>
              <a:off x="1674437"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5" name="Freeform: Shape 154">
              <a:extLst>
                <a:ext uri="{FF2B5EF4-FFF2-40B4-BE49-F238E27FC236}">
                  <a16:creationId xmlns:a16="http://schemas.microsoft.com/office/drawing/2014/main" id="{EBDF37B5-9F2E-EC9C-F19E-C0A1D1CFA27C}"/>
                </a:ext>
              </a:extLst>
            </p:cNvPr>
            <p:cNvSpPr/>
            <p:nvPr/>
          </p:nvSpPr>
          <p:spPr>
            <a:xfrm>
              <a:off x="2093047"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6" name="Freeform: Shape 155">
              <a:extLst>
                <a:ext uri="{FF2B5EF4-FFF2-40B4-BE49-F238E27FC236}">
                  <a16:creationId xmlns:a16="http://schemas.microsoft.com/office/drawing/2014/main" id="{11FE0D95-EC7C-03A3-94DF-8A14D7EEABE6}"/>
                </a:ext>
              </a:extLst>
            </p:cNvPr>
            <p:cNvSpPr/>
            <p:nvPr/>
          </p:nvSpPr>
          <p:spPr>
            <a:xfrm>
              <a:off x="533727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7" name="Freeform: Shape 156">
              <a:extLst>
                <a:ext uri="{FF2B5EF4-FFF2-40B4-BE49-F238E27FC236}">
                  <a16:creationId xmlns:a16="http://schemas.microsoft.com/office/drawing/2014/main" id="{FC563E5D-9A4C-2EE5-0356-2220B1822810}"/>
                </a:ext>
              </a:extLst>
            </p:cNvPr>
            <p:cNvSpPr/>
            <p:nvPr/>
          </p:nvSpPr>
          <p:spPr>
            <a:xfrm>
              <a:off x="5546575"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7 w 52326"/>
                <a:gd name="connsiteY3" fmla="*/ 2442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5"/>
                    <a:pt x="52326" y="26163"/>
                  </a:cubicBezTo>
                  <a:cubicBezTo>
                    <a:pt x="52326" y="15698"/>
                    <a:pt x="46047" y="6628"/>
                    <a:pt x="36977" y="2442"/>
                  </a:cubicBezTo>
                  <a:cubicBezTo>
                    <a:pt x="34535" y="1395"/>
                    <a:pt x="31744" y="698"/>
                    <a:pt x="29303" y="349"/>
                  </a:cubicBezTo>
                  <a:cubicBezTo>
                    <a:pt x="28256" y="349"/>
                    <a:pt x="27210"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8" name="Freeform: Shape 157">
              <a:extLst>
                <a:ext uri="{FF2B5EF4-FFF2-40B4-BE49-F238E27FC236}">
                  <a16:creationId xmlns:a16="http://schemas.microsoft.com/office/drawing/2014/main" id="{60D1A49D-4FA7-6A3F-EAAD-A391704F912F}"/>
                </a:ext>
              </a:extLst>
            </p:cNvPr>
            <p:cNvSpPr/>
            <p:nvPr/>
          </p:nvSpPr>
          <p:spPr>
            <a:xfrm>
              <a:off x="460470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9" name="Freeform: Shape 158">
              <a:extLst>
                <a:ext uri="{FF2B5EF4-FFF2-40B4-BE49-F238E27FC236}">
                  <a16:creationId xmlns:a16="http://schemas.microsoft.com/office/drawing/2014/main" id="{B8E96F8B-8720-5FC5-B5D8-19B15D7F7CB7}"/>
                </a:ext>
              </a:extLst>
            </p:cNvPr>
            <p:cNvSpPr/>
            <p:nvPr/>
          </p:nvSpPr>
          <p:spPr>
            <a:xfrm>
              <a:off x="439539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0" name="Freeform: Shape 159">
              <a:extLst>
                <a:ext uri="{FF2B5EF4-FFF2-40B4-BE49-F238E27FC236}">
                  <a16:creationId xmlns:a16="http://schemas.microsoft.com/office/drawing/2014/main" id="{59847395-1718-411F-B677-D879AB52F8AE}"/>
                </a:ext>
              </a:extLst>
            </p:cNvPr>
            <p:cNvSpPr/>
            <p:nvPr/>
          </p:nvSpPr>
          <p:spPr>
            <a:xfrm>
              <a:off x="408144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1" name="Freeform: Shape 160">
              <a:extLst>
                <a:ext uri="{FF2B5EF4-FFF2-40B4-BE49-F238E27FC236}">
                  <a16:creationId xmlns:a16="http://schemas.microsoft.com/office/drawing/2014/main" id="{096DC41D-25AB-756D-1AAD-2CCC4DDCC924}"/>
                </a:ext>
              </a:extLst>
            </p:cNvPr>
            <p:cNvSpPr/>
            <p:nvPr/>
          </p:nvSpPr>
          <p:spPr>
            <a:xfrm>
              <a:off x="366283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2" name="Freeform: Shape 161">
              <a:extLst>
                <a:ext uri="{FF2B5EF4-FFF2-40B4-BE49-F238E27FC236}">
                  <a16:creationId xmlns:a16="http://schemas.microsoft.com/office/drawing/2014/main" id="{5AE6B022-3753-5826-08BA-36CE84669407}"/>
                </a:ext>
              </a:extLst>
            </p:cNvPr>
            <p:cNvSpPr/>
            <p:nvPr/>
          </p:nvSpPr>
          <p:spPr>
            <a:xfrm>
              <a:off x="3558180" y="3350510"/>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lnTo>
                    <a:pt x="26163" y="52326"/>
                  </a:lnTo>
                  <a:cubicBezTo>
                    <a:pt x="40465" y="52326"/>
                    <a:pt x="52326" y="40465"/>
                    <a:pt x="52326" y="26163"/>
                  </a:cubicBezTo>
                  <a:cubicBezTo>
                    <a:pt x="52326" y="11861"/>
                    <a:pt x="40465" y="0"/>
                    <a:pt x="26163" y="0"/>
                  </a:cubicBezTo>
                  <a:lnTo>
                    <a:pt x="26163" y="0"/>
                  </a:ln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3" name="Freeform: Shape 162">
              <a:extLst>
                <a:ext uri="{FF2B5EF4-FFF2-40B4-BE49-F238E27FC236}">
                  <a16:creationId xmlns:a16="http://schemas.microsoft.com/office/drawing/2014/main" id="{8E6ABFE3-F644-EE61-5892-D7D178EBE678}"/>
                </a:ext>
              </a:extLst>
            </p:cNvPr>
            <p:cNvSpPr/>
            <p:nvPr/>
          </p:nvSpPr>
          <p:spPr>
            <a:xfrm>
              <a:off x="3558180"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4" name="Freeform: Shape 163">
              <a:extLst>
                <a:ext uri="{FF2B5EF4-FFF2-40B4-BE49-F238E27FC236}">
                  <a16:creationId xmlns:a16="http://schemas.microsoft.com/office/drawing/2014/main" id="{4BF4B70F-0CA3-D02D-A816-96A7DE3AD1F6}"/>
                </a:ext>
              </a:extLst>
            </p:cNvPr>
            <p:cNvSpPr/>
            <p:nvPr/>
          </p:nvSpPr>
          <p:spPr>
            <a:xfrm>
              <a:off x="355818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5" name="Freeform: Shape 164">
              <a:extLst>
                <a:ext uri="{FF2B5EF4-FFF2-40B4-BE49-F238E27FC236}">
                  <a16:creationId xmlns:a16="http://schemas.microsoft.com/office/drawing/2014/main" id="{6960BE7F-BB7A-7785-1A69-8F7454A06919}"/>
                </a:ext>
              </a:extLst>
            </p:cNvPr>
            <p:cNvSpPr/>
            <p:nvPr/>
          </p:nvSpPr>
          <p:spPr>
            <a:xfrm>
              <a:off x="2511656"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6" y="52326"/>
                    <a:pt x="41163" y="48838"/>
                    <a:pt x="46047" y="43256"/>
                  </a:cubicBezTo>
                  <a:cubicBezTo>
                    <a:pt x="46396" y="42907"/>
                    <a:pt x="46745" y="42210"/>
                    <a:pt x="47094" y="41861"/>
                  </a:cubicBezTo>
                  <a:cubicBezTo>
                    <a:pt x="47791" y="40814"/>
                    <a:pt x="48489" y="39768"/>
                    <a:pt x="49187" y="38721"/>
                  </a:cubicBezTo>
                  <a:cubicBezTo>
                    <a:pt x="51280" y="34884"/>
                    <a:pt x="52326" y="30698"/>
                    <a:pt x="52326" y="26163"/>
                  </a:cubicBezTo>
                  <a:cubicBezTo>
                    <a:pt x="52326" y="11861"/>
                    <a:pt x="40465" y="0"/>
                    <a:pt x="26163" y="0"/>
                  </a:cubicBezTo>
                  <a:lnTo>
                    <a:pt x="26163" y="0"/>
                  </a:lnTo>
                  <a:cubicBezTo>
                    <a:pt x="16396" y="0"/>
                    <a:pt x="7675" y="5581"/>
                    <a:pt x="3140" y="13605"/>
                  </a:cubicBezTo>
                  <a:cubicBezTo>
                    <a:pt x="1046"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6" name="Freeform: Shape 165">
              <a:extLst>
                <a:ext uri="{FF2B5EF4-FFF2-40B4-BE49-F238E27FC236}">
                  <a16:creationId xmlns:a16="http://schemas.microsoft.com/office/drawing/2014/main" id="{198D8D34-10F6-042C-40A6-16CED795CD1E}"/>
                </a:ext>
              </a:extLst>
            </p:cNvPr>
            <p:cNvSpPr/>
            <p:nvPr/>
          </p:nvSpPr>
          <p:spPr>
            <a:xfrm>
              <a:off x="167443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7" name="Freeform: Shape 166">
              <a:extLst>
                <a:ext uri="{FF2B5EF4-FFF2-40B4-BE49-F238E27FC236}">
                  <a16:creationId xmlns:a16="http://schemas.microsoft.com/office/drawing/2014/main" id="{D042CF63-375D-2454-E717-ADD7C0C05117}"/>
                </a:ext>
              </a:extLst>
            </p:cNvPr>
            <p:cNvSpPr/>
            <p:nvPr/>
          </p:nvSpPr>
          <p:spPr>
            <a:xfrm>
              <a:off x="136048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8" name="Freeform: Shape 167">
              <a:extLst>
                <a:ext uri="{FF2B5EF4-FFF2-40B4-BE49-F238E27FC236}">
                  <a16:creationId xmlns:a16="http://schemas.microsoft.com/office/drawing/2014/main" id="{ACA40349-4D9D-C0CC-1A41-516D5077C23A}"/>
                </a:ext>
              </a:extLst>
            </p:cNvPr>
            <p:cNvSpPr/>
            <p:nvPr/>
          </p:nvSpPr>
          <p:spPr>
            <a:xfrm>
              <a:off x="83721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9" name="Freeform: Shape 168">
              <a:extLst>
                <a:ext uri="{FF2B5EF4-FFF2-40B4-BE49-F238E27FC236}">
                  <a16:creationId xmlns:a16="http://schemas.microsoft.com/office/drawing/2014/main" id="{BABAEEE7-5A4A-3D4A-F4EC-0B8335325A55}"/>
                </a:ext>
              </a:extLst>
            </p:cNvPr>
            <p:cNvSpPr/>
            <p:nvPr/>
          </p:nvSpPr>
          <p:spPr>
            <a:xfrm rot="17550026">
              <a:off x="523350" y="5338960"/>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70" name="Freeform: Shape 169">
              <a:extLst>
                <a:ext uri="{FF2B5EF4-FFF2-40B4-BE49-F238E27FC236}">
                  <a16:creationId xmlns:a16="http://schemas.microsoft.com/office/drawing/2014/main" id="{D021F2C7-9A91-CE3D-D676-24BF4EBC09AF}"/>
                </a:ext>
              </a:extLst>
            </p:cNvPr>
            <p:cNvSpPr/>
            <p:nvPr/>
          </p:nvSpPr>
          <p:spPr>
            <a:xfrm>
              <a:off x="418609"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1" name="Freeform: Shape 170">
              <a:extLst>
                <a:ext uri="{FF2B5EF4-FFF2-40B4-BE49-F238E27FC236}">
                  <a16:creationId xmlns:a16="http://schemas.microsoft.com/office/drawing/2014/main" id="{FAF32614-2D63-BB89-89D7-B1631744DFE7}"/>
                </a:ext>
              </a:extLst>
            </p:cNvPr>
            <p:cNvSpPr/>
            <p:nvPr/>
          </p:nvSpPr>
          <p:spPr>
            <a:xfrm>
              <a:off x="20930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2" name="Freeform: Shape 171">
              <a:extLst>
                <a:ext uri="{FF2B5EF4-FFF2-40B4-BE49-F238E27FC236}">
                  <a16:creationId xmlns:a16="http://schemas.microsoft.com/office/drawing/2014/main" id="{4CC5AEAC-CB55-6430-4BF4-A0453188D346}"/>
                </a:ext>
              </a:extLst>
            </p:cNvPr>
            <p:cNvSpPr/>
            <p:nvPr/>
          </p:nvSpPr>
          <p:spPr>
            <a:xfrm>
              <a:off x="2511656"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4" y="0"/>
                    <a:pt x="26163" y="0"/>
                  </a:cubicBezTo>
                  <a:cubicBezTo>
                    <a:pt x="11861" y="0"/>
                    <a:pt x="0" y="11861"/>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73" name="Freeform: Shape 172">
              <a:extLst>
                <a:ext uri="{FF2B5EF4-FFF2-40B4-BE49-F238E27FC236}">
                  <a16:creationId xmlns:a16="http://schemas.microsoft.com/office/drawing/2014/main" id="{C2F98BE0-0A2C-92DB-28A6-A181A8372DFB}"/>
                </a:ext>
              </a:extLst>
            </p:cNvPr>
            <p:cNvSpPr/>
            <p:nvPr/>
          </p:nvSpPr>
          <p:spPr>
            <a:xfrm>
              <a:off x="5546575" y="3350510"/>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373"/>
                    <a:pt x="3140" y="38373"/>
                  </a:cubicBezTo>
                  <a:cubicBezTo>
                    <a:pt x="7674" y="46745"/>
                    <a:pt x="16395"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1"/>
                    <a:pt x="0" y="26163"/>
                  </a:cubicBezTo>
                  <a:cubicBezTo>
                    <a:pt x="0" y="29652"/>
                    <a:pt x="698" y="33140"/>
                    <a:pt x="2093" y="36280"/>
                  </a:cubicBezTo>
                  <a:cubicBezTo>
                    <a:pt x="2442" y="36977"/>
                    <a:pt x="2791" y="37675"/>
                    <a:pt x="3140" y="38373"/>
                  </a:cubicBezTo>
                  <a:close/>
                </a:path>
              </a:pathLst>
            </a:custGeom>
            <a:grpFill/>
            <a:ln w="3488" cap="flat">
              <a:noFill/>
              <a:prstDash val="solid"/>
              <a:miter/>
            </a:ln>
          </p:spPr>
          <p:txBody>
            <a:bodyPr rtlCol="0" anchor="ctr"/>
            <a:lstStyle/>
            <a:p>
              <a:endParaRPr lang="en-ID"/>
            </a:p>
          </p:txBody>
        </p:sp>
        <p:sp>
          <p:nvSpPr>
            <p:cNvPr id="174" name="Freeform: Shape 173">
              <a:extLst>
                <a:ext uri="{FF2B5EF4-FFF2-40B4-BE49-F238E27FC236}">
                  <a16:creationId xmlns:a16="http://schemas.microsoft.com/office/drawing/2014/main" id="{8B6B5FB2-A5A9-073D-A212-83D9C4F39AC7}"/>
                </a:ext>
              </a:extLst>
            </p:cNvPr>
            <p:cNvSpPr/>
            <p:nvPr/>
          </p:nvSpPr>
          <p:spPr>
            <a:xfrm>
              <a:off x="4604703" y="5338905"/>
              <a:ext cx="52326" cy="52326"/>
            </a:xfrm>
            <a:custGeom>
              <a:avLst/>
              <a:gdLst>
                <a:gd name="connsiteX0" fmla="*/ 49187 w 52326"/>
                <a:gd name="connsiteY0" fmla="*/ 13605 h 52326"/>
                <a:gd name="connsiteX1" fmla="*/ 26163 w 52326"/>
                <a:gd name="connsiteY1" fmla="*/ 0 h 52326"/>
                <a:gd name="connsiteX2" fmla="*/ 0 w 52326"/>
                <a:gd name="connsiteY2" fmla="*/ 26163 h 52326"/>
                <a:gd name="connsiteX3" fmla="*/ 3140 w 52326"/>
                <a:gd name="connsiteY3" fmla="*/ 38721 h 52326"/>
                <a:gd name="connsiteX4" fmla="*/ 26163 w 52326"/>
                <a:gd name="connsiteY4" fmla="*/ 52326 h 52326"/>
                <a:gd name="connsiteX5" fmla="*/ 52326 w 52326"/>
                <a:gd name="connsiteY5" fmla="*/ 26163 h 52326"/>
                <a:gd name="connsiteX6" fmla="*/ 49187 w 52326"/>
                <a:gd name="connsiteY6" fmla="*/ 13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9187" y="13605"/>
                  </a:moveTo>
                  <a:cubicBezTo>
                    <a:pt x="44652" y="5581"/>
                    <a:pt x="36280" y="0"/>
                    <a:pt x="26163" y="0"/>
                  </a:cubicBezTo>
                  <a:cubicBezTo>
                    <a:pt x="11861" y="0"/>
                    <a:pt x="0" y="11861"/>
                    <a:pt x="0" y="26163"/>
                  </a:cubicBezTo>
                  <a:cubicBezTo>
                    <a:pt x="0" y="30698"/>
                    <a:pt x="1047" y="34884"/>
                    <a:pt x="3140" y="38721"/>
                  </a:cubicBezTo>
                  <a:cubicBezTo>
                    <a:pt x="7674" y="46745"/>
                    <a:pt x="16047" y="52326"/>
                    <a:pt x="26163" y="52326"/>
                  </a:cubicBezTo>
                  <a:cubicBezTo>
                    <a:pt x="40465" y="52326"/>
                    <a:pt x="52326" y="40465"/>
                    <a:pt x="52326" y="26163"/>
                  </a:cubicBezTo>
                  <a:cubicBezTo>
                    <a:pt x="52326" y="21628"/>
                    <a:pt x="51279" y="17442"/>
                    <a:pt x="49187" y="13605"/>
                  </a:cubicBezTo>
                  <a:close/>
                </a:path>
              </a:pathLst>
            </a:custGeom>
            <a:grpFill/>
            <a:ln w="3488" cap="flat">
              <a:noFill/>
              <a:prstDash val="solid"/>
              <a:miter/>
            </a:ln>
          </p:spPr>
          <p:txBody>
            <a:bodyPr rtlCol="0" anchor="ctr"/>
            <a:lstStyle/>
            <a:p>
              <a:endParaRPr lang="en-ID"/>
            </a:p>
          </p:txBody>
        </p:sp>
        <p:sp>
          <p:nvSpPr>
            <p:cNvPr id="175" name="Freeform: Shape 174">
              <a:extLst>
                <a:ext uri="{FF2B5EF4-FFF2-40B4-BE49-F238E27FC236}">
                  <a16:creationId xmlns:a16="http://schemas.microsoft.com/office/drawing/2014/main" id="{65812AD9-548D-0BCB-E589-68A44C585988}"/>
                </a:ext>
              </a:extLst>
            </p:cNvPr>
            <p:cNvSpPr/>
            <p:nvPr/>
          </p:nvSpPr>
          <p:spPr>
            <a:xfrm>
              <a:off x="941871" y="5443557"/>
              <a:ext cx="52326" cy="52326"/>
            </a:xfrm>
            <a:custGeom>
              <a:avLst/>
              <a:gdLst>
                <a:gd name="connsiteX0" fmla="*/ 698 w 52326"/>
                <a:gd name="connsiteY0" fmla="*/ 31396 h 52326"/>
                <a:gd name="connsiteX1" fmla="*/ 26163 w 52326"/>
                <a:gd name="connsiteY1" fmla="*/ 52326 h 52326"/>
                <a:gd name="connsiteX2" fmla="*/ 26163 w 52326"/>
                <a:gd name="connsiteY2" fmla="*/ 52326 h 52326"/>
                <a:gd name="connsiteX3" fmla="*/ 52326 w 52326"/>
                <a:gd name="connsiteY3" fmla="*/ 26163 h 52326"/>
                <a:gd name="connsiteX4" fmla="*/ 51628 w 52326"/>
                <a:gd name="connsiteY4" fmla="*/ 20930 h 52326"/>
                <a:gd name="connsiteX5" fmla="*/ 26163 w 52326"/>
                <a:gd name="connsiteY5" fmla="*/ 0 h 52326"/>
                <a:gd name="connsiteX6" fmla="*/ 0 w 52326"/>
                <a:gd name="connsiteY6" fmla="*/ 26163 h 52326"/>
                <a:gd name="connsiteX7" fmla="*/ 698 w 52326"/>
                <a:gd name="connsiteY7" fmla="*/ 31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698" y="31396"/>
                  </a:moveTo>
                  <a:cubicBezTo>
                    <a:pt x="3140" y="43256"/>
                    <a:pt x="13605" y="52326"/>
                    <a:pt x="26163" y="52326"/>
                  </a:cubicBezTo>
                  <a:lnTo>
                    <a:pt x="26163" y="52326"/>
                  </a:lnTo>
                  <a:cubicBezTo>
                    <a:pt x="40466" y="52326"/>
                    <a:pt x="52326" y="40465"/>
                    <a:pt x="52326" y="26163"/>
                  </a:cubicBezTo>
                  <a:cubicBezTo>
                    <a:pt x="52326" y="24419"/>
                    <a:pt x="51977" y="22675"/>
                    <a:pt x="51628" y="20930"/>
                  </a:cubicBezTo>
                  <a:cubicBezTo>
                    <a:pt x="49187" y="9070"/>
                    <a:pt x="38721" y="0"/>
                    <a:pt x="26163" y="0"/>
                  </a:cubicBezTo>
                  <a:cubicBezTo>
                    <a:pt x="11861" y="0"/>
                    <a:pt x="0" y="11861"/>
                    <a:pt x="0" y="26163"/>
                  </a:cubicBezTo>
                  <a:cubicBezTo>
                    <a:pt x="0" y="27907"/>
                    <a:pt x="349" y="29652"/>
                    <a:pt x="698" y="31396"/>
                  </a:cubicBezTo>
                  <a:close/>
                </a:path>
              </a:pathLst>
            </a:custGeom>
            <a:grpFill/>
            <a:ln w="3488" cap="flat">
              <a:noFill/>
              <a:prstDash val="solid"/>
              <a:miter/>
            </a:ln>
          </p:spPr>
          <p:txBody>
            <a:bodyPr rtlCol="0" anchor="ctr"/>
            <a:lstStyle/>
            <a:p>
              <a:endParaRPr lang="en-ID"/>
            </a:p>
          </p:txBody>
        </p:sp>
        <p:sp>
          <p:nvSpPr>
            <p:cNvPr id="176" name="Freeform: Shape 175">
              <a:extLst>
                <a:ext uri="{FF2B5EF4-FFF2-40B4-BE49-F238E27FC236}">
                  <a16:creationId xmlns:a16="http://schemas.microsoft.com/office/drawing/2014/main" id="{DDBC179C-4003-5285-D80E-1F20275CC295}"/>
                </a:ext>
              </a:extLst>
            </p:cNvPr>
            <p:cNvSpPr/>
            <p:nvPr/>
          </p:nvSpPr>
          <p:spPr>
            <a:xfrm>
              <a:off x="439539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7" name="Freeform: Shape 176">
              <a:extLst>
                <a:ext uri="{FF2B5EF4-FFF2-40B4-BE49-F238E27FC236}">
                  <a16:creationId xmlns:a16="http://schemas.microsoft.com/office/drawing/2014/main" id="{8B7D1D25-ED50-00DE-39EE-686E26FE4DDD}"/>
                </a:ext>
              </a:extLst>
            </p:cNvPr>
            <p:cNvSpPr/>
            <p:nvPr/>
          </p:nvSpPr>
          <p:spPr>
            <a:xfrm>
              <a:off x="4395399"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8" name="Freeform: Shape 177">
              <a:extLst>
                <a:ext uri="{FF2B5EF4-FFF2-40B4-BE49-F238E27FC236}">
                  <a16:creationId xmlns:a16="http://schemas.microsoft.com/office/drawing/2014/main" id="{209EF7CB-C212-23A5-D071-249088C37F44}"/>
                </a:ext>
              </a:extLst>
            </p:cNvPr>
            <p:cNvSpPr/>
            <p:nvPr/>
          </p:nvSpPr>
          <p:spPr>
            <a:xfrm>
              <a:off x="5127965"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9" name="Freeform: Shape 178">
              <a:extLst>
                <a:ext uri="{FF2B5EF4-FFF2-40B4-BE49-F238E27FC236}">
                  <a16:creationId xmlns:a16="http://schemas.microsoft.com/office/drawing/2014/main" id="{CED03A6C-172D-291B-8943-B3BB0FA96E41}"/>
                </a:ext>
              </a:extLst>
            </p:cNvPr>
            <p:cNvSpPr/>
            <p:nvPr/>
          </p:nvSpPr>
          <p:spPr>
            <a:xfrm>
              <a:off x="47093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0" name="Freeform: Shape 179">
              <a:extLst>
                <a:ext uri="{FF2B5EF4-FFF2-40B4-BE49-F238E27FC236}">
                  <a16:creationId xmlns:a16="http://schemas.microsoft.com/office/drawing/2014/main" id="{391FEB96-F4C9-C3D4-1BED-AC7C7DCF8466}"/>
                </a:ext>
              </a:extLst>
            </p:cNvPr>
            <p:cNvSpPr/>
            <p:nvPr/>
          </p:nvSpPr>
          <p:spPr>
            <a:xfrm>
              <a:off x="45000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 name="Freeform: Shape 180">
              <a:extLst>
                <a:ext uri="{FF2B5EF4-FFF2-40B4-BE49-F238E27FC236}">
                  <a16:creationId xmlns:a16="http://schemas.microsoft.com/office/drawing/2014/main" id="{271E7A1A-CD14-803C-D0C2-21259954CCFE}"/>
                </a:ext>
              </a:extLst>
            </p:cNvPr>
            <p:cNvSpPr/>
            <p:nvPr/>
          </p:nvSpPr>
          <p:spPr>
            <a:xfrm>
              <a:off x="38721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2" name="Freeform: Shape 181">
              <a:extLst>
                <a:ext uri="{FF2B5EF4-FFF2-40B4-BE49-F238E27FC236}">
                  <a16:creationId xmlns:a16="http://schemas.microsoft.com/office/drawing/2014/main" id="{502E6A9F-FF7C-4203-A4D6-DA5790357DF4}"/>
                </a:ext>
              </a:extLst>
            </p:cNvPr>
            <p:cNvSpPr/>
            <p:nvPr/>
          </p:nvSpPr>
          <p:spPr>
            <a:xfrm>
              <a:off x="324422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3" name="Freeform: Shape 182">
              <a:extLst>
                <a:ext uri="{FF2B5EF4-FFF2-40B4-BE49-F238E27FC236}">
                  <a16:creationId xmlns:a16="http://schemas.microsoft.com/office/drawing/2014/main" id="{6C96F80F-AAC0-13EF-DB51-9BCD5DD951A0}"/>
                </a:ext>
              </a:extLst>
            </p:cNvPr>
            <p:cNvSpPr/>
            <p:nvPr/>
          </p:nvSpPr>
          <p:spPr>
            <a:xfrm>
              <a:off x="293026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 name="Freeform: Shape 183">
              <a:extLst>
                <a:ext uri="{FF2B5EF4-FFF2-40B4-BE49-F238E27FC236}">
                  <a16:creationId xmlns:a16="http://schemas.microsoft.com/office/drawing/2014/main" id="{BF4168B0-8513-E842-ADF5-CEC88539E965}"/>
                </a:ext>
              </a:extLst>
            </p:cNvPr>
            <p:cNvSpPr/>
            <p:nvPr/>
          </p:nvSpPr>
          <p:spPr>
            <a:xfrm>
              <a:off x="251165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5" name="Freeform: Shape 184">
              <a:extLst>
                <a:ext uri="{FF2B5EF4-FFF2-40B4-BE49-F238E27FC236}">
                  <a16:creationId xmlns:a16="http://schemas.microsoft.com/office/drawing/2014/main" id="{03F63499-A8BE-B6FB-2423-D1F409A30D69}"/>
                </a:ext>
              </a:extLst>
            </p:cNvPr>
            <p:cNvSpPr/>
            <p:nvPr/>
          </p:nvSpPr>
          <p:spPr>
            <a:xfrm>
              <a:off x="23023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6" name="Freeform: Shape 185">
              <a:extLst>
                <a:ext uri="{FF2B5EF4-FFF2-40B4-BE49-F238E27FC236}">
                  <a16:creationId xmlns:a16="http://schemas.microsoft.com/office/drawing/2014/main" id="{EB76BDBB-577E-B04C-606D-846AD2B12147}"/>
                </a:ext>
              </a:extLst>
            </p:cNvPr>
            <p:cNvSpPr/>
            <p:nvPr/>
          </p:nvSpPr>
          <p:spPr>
            <a:xfrm>
              <a:off x="146513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7" name="Freeform: Shape 186">
              <a:extLst>
                <a:ext uri="{FF2B5EF4-FFF2-40B4-BE49-F238E27FC236}">
                  <a16:creationId xmlns:a16="http://schemas.microsoft.com/office/drawing/2014/main" id="{1588B0CE-D5F4-D819-D1C8-33CC4D39021A}"/>
                </a:ext>
              </a:extLst>
            </p:cNvPr>
            <p:cNvSpPr/>
            <p:nvPr/>
          </p:nvSpPr>
          <p:spPr>
            <a:xfrm>
              <a:off x="136048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 name="Freeform: Shape 187">
              <a:extLst>
                <a:ext uri="{FF2B5EF4-FFF2-40B4-BE49-F238E27FC236}">
                  <a16:creationId xmlns:a16="http://schemas.microsoft.com/office/drawing/2014/main" id="{2E58E36C-77A1-FF45-17F2-DD61B18CD9A3}"/>
                </a:ext>
              </a:extLst>
            </p:cNvPr>
            <p:cNvSpPr/>
            <p:nvPr/>
          </p:nvSpPr>
          <p:spPr>
            <a:xfrm>
              <a:off x="627914"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89" name="Freeform: Shape 188">
              <a:extLst>
                <a:ext uri="{FF2B5EF4-FFF2-40B4-BE49-F238E27FC236}">
                  <a16:creationId xmlns:a16="http://schemas.microsoft.com/office/drawing/2014/main" id="{71BC9F98-2D40-1F0C-68E8-B660D520F3EB}"/>
                </a:ext>
              </a:extLst>
            </p:cNvPr>
            <p:cNvSpPr/>
            <p:nvPr/>
          </p:nvSpPr>
          <p:spPr>
            <a:xfrm>
              <a:off x="57558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0" name="Freeform: Shape 189">
              <a:extLst>
                <a:ext uri="{FF2B5EF4-FFF2-40B4-BE49-F238E27FC236}">
                  <a16:creationId xmlns:a16="http://schemas.microsoft.com/office/drawing/2014/main" id="{C47D58FB-A1C2-BCB2-DD6C-622391D0629C}"/>
                </a:ext>
              </a:extLst>
            </p:cNvPr>
            <p:cNvSpPr/>
            <p:nvPr/>
          </p:nvSpPr>
          <p:spPr>
            <a:xfrm>
              <a:off x="596518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 name="Freeform: Shape 190">
              <a:extLst>
                <a:ext uri="{FF2B5EF4-FFF2-40B4-BE49-F238E27FC236}">
                  <a16:creationId xmlns:a16="http://schemas.microsoft.com/office/drawing/2014/main" id="{99AC679D-979E-6DF5-5816-FDAC3FAA973B}"/>
                </a:ext>
              </a:extLst>
            </p:cNvPr>
            <p:cNvSpPr/>
            <p:nvPr/>
          </p:nvSpPr>
          <p:spPr>
            <a:xfrm>
              <a:off x="596518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2" name="Freeform: Shape 191">
              <a:extLst>
                <a:ext uri="{FF2B5EF4-FFF2-40B4-BE49-F238E27FC236}">
                  <a16:creationId xmlns:a16="http://schemas.microsoft.com/office/drawing/2014/main" id="{19E7F6C7-B271-A672-FC48-9BAA1571353F}"/>
                </a:ext>
              </a:extLst>
            </p:cNvPr>
            <p:cNvSpPr/>
            <p:nvPr/>
          </p:nvSpPr>
          <p:spPr>
            <a:xfrm>
              <a:off x="5651568" y="4710991"/>
              <a:ext cx="51984" cy="52326"/>
            </a:xfrm>
            <a:custGeom>
              <a:avLst/>
              <a:gdLst>
                <a:gd name="connsiteX0" fmla="*/ 25822 w 51984"/>
                <a:gd name="connsiteY0" fmla="*/ 52326 h 52326"/>
                <a:gd name="connsiteX1" fmla="*/ 35938 w 51984"/>
                <a:gd name="connsiteY1" fmla="*/ 50233 h 52326"/>
                <a:gd name="connsiteX2" fmla="*/ 51985 w 51984"/>
                <a:gd name="connsiteY2" fmla="*/ 26163 h 52326"/>
                <a:gd name="connsiteX3" fmla="*/ 25822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2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2" y="52326"/>
                  </a:moveTo>
                  <a:cubicBezTo>
                    <a:pt x="29310" y="52326"/>
                    <a:pt x="32799" y="51628"/>
                    <a:pt x="35938" y="50233"/>
                  </a:cubicBezTo>
                  <a:cubicBezTo>
                    <a:pt x="45357" y="46396"/>
                    <a:pt x="51985" y="36977"/>
                    <a:pt x="51985" y="26163"/>
                  </a:cubicBezTo>
                  <a:cubicBezTo>
                    <a:pt x="51985" y="11861"/>
                    <a:pt x="40124" y="0"/>
                    <a:pt x="25822" y="0"/>
                  </a:cubicBezTo>
                  <a:cubicBezTo>
                    <a:pt x="24078" y="0"/>
                    <a:pt x="22333" y="349"/>
                    <a:pt x="20589" y="698"/>
                  </a:cubicBezTo>
                  <a:cubicBezTo>
                    <a:pt x="18147" y="1046"/>
                    <a:pt x="15705" y="2093"/>
                    <a:pt x="13612" y="3140"/>
                  </a:cubicBezTo>
                  <a:cubicBezTo>
                    <a:pt x="13612" y="3140"/>
                    <a:pt x="13612" y="3140"/>
                    <a:pt x="13612" y="3140"/>
                  </a:cubicBezTo>
                  <a:cubicBezTo>
                    <a:pt x="5589" y="7675"/>
                    <a:pt x="8" y="16047"/>
                    <a:pt x="8" y="26163"/>
                  </a:cubicBezTo>
                  <a:cubicBezTo>
                    <a:pt x="-341" y="40465"/>
                    <a:pt x="11519" y="52326"/>
                    <a:pt x="25822" y="52326"/>
                  </a:cubicBezTo>
                  <a:close/>
                </a:path>
              </a:pathLst>
            </a:custGeom>
            <a:grpFill/>
            <a:ln w="3488" cap="flat">
              <a:noFill/>
              <a:prstDash val="solid"/>
              <a:miter/>
            </a:ln>
          </p:spPr>
          <p:txBody>
            <a:bodyPr rtlCol="0" anchor="ctr"/>
            <a:lstStyle/>
            <a:p>
              <a:endParaRPr lang="en-ID"/>
            </a:p>
          </p:txBody>
        </p:sp>
        <p:sp>
          <p:nvSpPr>
            <p:cNvPr id="193" name="Freeform: Shape 192">
              <a:extLst>
                <a:ext uri="{FF2B5EF4-FFF2-40B4-BE49-F238E27FC236}">
                  <a16:creationId xmlns:a16="http://schemas.microsoft.com/office/drawing/2014/main" id="{6E3ED82D-479C-739E-C184-2C1051E99D87}"/>
                </a:ext>
              </a:extLst>
            </p:cNvPr>
            <p:cNvSpPr/>
            <p:nvPr/>
          </p:nvSpPr>
          <p:spPr>
            <a:xfrm>
              <a:off x="50233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4" name="Freeform: Shape 193">
              <a:extLst>
                <a:ext uri="{FF2B5EF4-FFF2-40B4-BE49-F238E27FC236}">
                  <a16:creationId xmlns:a16="http://schemas.microsoft.com/office/drawing/2014/main" id="{CA74EFD4-33CB-9CB8-94BF-114E63928F80}"/>
                </a:ext>
              </a:extLst>
            </p:cNvPr>
            <p:cNvSpPr/>
            <p:nvPr/>
          </p:nvSpPr>
          <p:spPr>
            <a:xfrm>
              <a:off x="4604703" y="25132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0" y="26163"/>
                  </a:moveTo>
                  <a:cubicBezTo>
                    <a:pt x="0" y="40466"/>
                    <a:pt x="11861" y="52326"/>
                    <a:pt x="26163" y="52326"/>
                  </a:cubicBezTo>
                  <a:cubicBezTo>
                    <a:pt x="40465" y="52326"/>
                    <a:pt x="52326" y="40466"/>
                    <a:pt x="52326" y="26163"/>
                  </a:cubicBezTo>
                  <a:cubicBezTo>
                    <a:pt x="52326" y="11861"/>
                    <a:pt x="40465" y="0"/>
                    <a:pt x="26163" y="0"/>
                  </a:cubicBez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95" name="Freeform: Shape 194">
              <a:extLst>
                <a:ext uri="{FF2B5EF4-FFF2-40B4-BE49-F238E27FC236}">
                  <a16:creationId xmlns:a16="http://schemas.microsoft.com/office/drawing/2014/main" id="{AA76D1E7-4EDF-E123-0BF2-B8704EA4EB86}"/>
                </a:ext>
              </a:extLst>
            </p:cNvPr>
            <p:cNvSpPr/>
            <p:nvPr/>
          </p:nvSpPr>
          <p:spPr>
            <a:xfrm>
              <a:off x="3976789"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6" name="Freeform: Shape 195">
              <a:extLst>
                <a:ext uri="{FF2B5EF4-FFF2-40B4-BE49-F238E27FC236}">
                  <a16:creationId xmlns:a16="http://schemas.microsoft.com/office/drawing/2014/main" id="{3A5EC7BF-540A-7AC9-B971-FB0936D2C431}"/>
                </a:ext>
              </a:extLst>
            </p:cNvPr>
            <p:cNvSpPr/>
            <p:nvPr/>
          </p:nvSpPr>
          <p:spPr>
            <a:xfrm>
              <a:off x="261630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7" name="Freeform: Shape 196">
              <a:extLst>
                <a:ext uri="{FF2B5EF4-FFF2-40B4-BE49-F238E27FC236}">
                  <a16:creationId xmlns:a16="http://schemas.microsoft.com/office/drawing/2014/main" id="{C6A88EC5-10D3-B2F9-CAE0-DA0102AFE19F}"/>
                </a:ext>
              </a:extLst>
            </p:cNvPr>
            <p:cNvSpPr/>
            <p:nvPr/>
          </p:nvSpPr>
          <p:spPr>
            <a:xfrm>
              <a:off x="2616309"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cubicBezTo>
                    <a:pt x="26163" y="0"/>
                    <a:pt x="26163"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8" name="Freeform: Shape 197">
              <a:extLst>
                <a:ext uri="{FF2B5EF4-FFF2-40B4-BE49-F238E27FC236}">
                  <a16:creationId xmlns:a16="http://schemas.microsoft.com/office/drawing/2014/main" id="{7C5935EC-B33C-D00C-581D-CC6849CEB7E3}"/>
                </a:ext>
              </a:extLst>
            </p:cNvPr>
            <p:cNvSpPr/>
            <p:nvPr/>
          </p:nvSpPr>
          <p:spPr>
            <a:xfrm>
              <a:off x="25116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9" name="Freeform: Shape 198">
              <a:extLst>
                <a:ext uri="{FF2B5EF4-FFF2-40B4-BE49-F238E27FC236}">
                  <a16:creationId xmlns:a16="http://schemas.microsoft.com/office/drawing/2014/main" id="{4707F6B3-1335-8DF5-5B13-7D011DB28A7A}"/>
                </a:ext>
              </a:extLst>
            </p:cNvPr>
            <p:cNvSpPr/>
            <p:nvPr/>
          </p:nvSpPr>
          <p:spPr>
            <a:xfrm>
              <a:off x="2302351"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0" name="Freeform: Shape 199">
              <a:extLst>
                <a:ext uri="{FF2B5EF4-FFF2-40B4-BE49-F238E27FC236}">
                  <a16:creationId xmlns:a16="http://schemas.microsoft.com/office/drawing/2014/main" id="{813E0DBC-424F-07B5-DFE9-9B8E9E7F38ED}"/>
                </a:ext>
              </a:extLst>
            </p:cNvPr>
            <p:cNvSpPr/>
            <p:nvPr/>
          </p:nvSpPr>
          <p:spPr>
            <a:xfrm>
              <a:off x="188374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1" name="Freeform: Shape 200">
              <a:extLst>
                <a:ext uri="{FF2B5EF4-FFF2-40B4-BE49-F238E27FC236}">
                  <a16:creationId xmlns:a16="http://schemas.microsoft.com/office/drawing/2014/main" id="{B49CB433-76C8-6D84-8900-06F8492031DA}"/>
                </a:ext>
              </a:extLst>
            </p:cNvPr>
            <p:cNvSpPr/>
            <p:nvPr/>
          </p:nvSpPr>
          <p:spPr>
            <a:xfrm>
              <a:off x="1151175"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2" name="Freeform: Shape 201">
              <a:extLst>
                <a:ext uri="{FF2B5EF4-FFF2-40B4-BE49-F238E27FC236}">
                  <a16:creationId xmlns:a16="http://schemas.microsoft.com/office/drawing/2014/main" id="{08063B10-84F5-57EE-50F0-4309B69315A8}"/>
                </a:ext>
              </a:extLst>
            </p:cNvPr>
            <p:cNvSpPr/>
            <p:nvPr/>
          </p:nvSpPr>
          <p:spPr>
            <a:xfrm>
              <a:off x="62791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3" name="Freeform: Shape 202">
              <a:extLst>
                <a:ext uri="{FF2B5EF4-FFF2-40B4-BE49-F238E27FC236}">
                  <a16:creationId xmlns:a16="http://schemas.microsoft.com/office/drawing/2014/main" id="{0F004C51-DE94-F489-A219-F13D027FA15B}"/>
                </a:ext>
              </a:extLst>
            </p:cNvPr>
            <p:cNvSpPr/>
            <p:nvPr/>
          </p:nvSpPr>
          <p:spPr>
            <a:xfrm>
              <a:off x="523261" y="502494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26163 w 52326"/>
                <a:gd name="connsiteY4" fmla="*/ 52326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52326"/>
                  </a:moveTo>
                  <a:cubicBezTo>
                    <a:pt x="40466" y="52326"/>
                    <a:pt x="52326" y="40465"/>
                    <a:pt x="52326" y="26163"/>
                  </a:cubicBezTo>
                  <a:cubicBezTo>
                    <a:pt x="52326" y="11861"/>
                    <a:pt x="40466"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4" name="Freeform: Shape 203">
              <a:extLst>
                <a:ext uri="{FF2B5EF4-FFF2-40B4-BE49-F238E27FC236}">
                  <a16:creationId xmlns:a16="http://schemas.microsoft.com/office/drawing/2014/main" id="{6A37BEFE-A1D0-5912-0879-1C21530DA2AC}"/>
                </a:ext>
              </a:extLst>
            </p:cNvPr>
            <p:cNvSpPr/>
            <p:nvPr/>
          </p:nvSpPr>
          <p:spPr>
            <a:xfrm>
              <a:off x="31395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5" name="Freeform: Shape 204">
              <a:extLst>
                <a:ext uri="{FF2B5EF4-FFF2-40B4-BE49-F238E27FC236}">
                  <a16:creationId xmlns:a16="http://schemas.microsoft.com/office/drawing/2014/main" id="{E513A86B-BB7A-591C-3687-78AE46F0512C}"/>
                </a:ext>
              </a:extLst>
            </p:cNvPr>
            <p:cNvSpPr/>
            <p:nvPr/>
          </p:nvSpPr>
          <p:spPr>
            <a:xfrm>
              <a:off x="418609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6" name="Freeform: Shape 205">
              <a:extLst>
                <a:ext uri="{FF2B5EF4-FFF2-40B4-BE49-F238E27FC236}">
                  <a16:creationId xmlns:a16="http://schemas.microsoft.com/office/drawing/2014/main" id="{87D2F8BF-F8EF-AEB5-4C1C-E1CAAD3660F7}"/>
                </a:ext>
              </a:extLst>
            </p:cNvPr>
            <p:cNvSpPr/>
            <p:nvPr/>
          </p:nvSpPr>
          <p:spPr>
            <a:xfrm>
              <a:off x="3034918" y="4187729"/>
              <a:ext cx="52326" cy="52674"/>
            </a:xfrm>
            <a:custGeom>
              <a:avLst/>
              <a:gdLst>
                <a:gd name="connsiteX0" fmla="*/ 52326 w 52326"/>
                <a:gd name="connsiteY0" fmla="*/ 26163 h 52674"/>
                <a:gd name="connsiteX1" fmla="*/ 51977 w 52326"/>
                <a:gd name="connsiteY1" fmla="*/ 22326 h 52674"/>
                <a:gd name="connsiteX2" fmla="*/ 51280 w 52326"/>
                <a:gd name="connsiteY2" fmla="*/ 18489 h 52674"/>
                <a:gd name="connsiteX3" fmla="*/ 26163 w 52326"/>
                <a:gd name="connsiteY3" fmla="*/ 0 h 52674"/>
                <a:gd name="connsiteX4" fmla="*/ 0 w 52326"/>
                <a:gd name="connsiteY4" fmla="*/ 26163 h 52674"/>
                <a:gd name="connsiteX5" fmla="*/ 0 w 52326"/>
                <a:gd name="connsiteY5" fmla="*/ 26163 h 52674"/>
                <a:gd name="connsiteX6" fmla="*/ 349 w 52326"/>
                <a:gd name="connsiteY6" fmla="*/ 29303 h 52674"/>
                <a:gd name="connsiteX7" fmla="*/ 2442 w 52326"/>
                <a:gd name="connsiteY7" fmla="*/ 36628 h 52674"/>
                <a:gd name="connsiteX8" fmla="*/ 5930 w 52326"/>
                <a:gd name="connsiteY8" fmla="*/ 42559 h 52674"/>
                <a:gd name="connsiteX9" fmla="*/ 8023 w 52326"/>
                <a:gd name="connsiteY9" fmla="*/ 45001 h 52674"/>
                <a:gd name="connsiteX10" fmla="*/ 26512 w 52326"/>
                <a:gd name="connsiteY10" fmla="*/ 52675 h 52674"/>
                <a:gd name="connsiteX11" fmla="*/ 52326 w 52326"/>
                <a:gd name="connsiteY11" fmla="*/ 26163 h 52674"/>
                <a:gd name="connsiteX12" fmla="*/ 52326 w 52326"/>
                <a:gd name="connsiteY12"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26" h="52674">
                  <a:moveTo>
                    <a:pt x="52326" y="26163"/>
                  </a:moveTo>
                  <a:cubicBezTo>
                    <a:pt x="52326" y="24768"/>
                    <a:pt x="52326" y="23721"/>
                    <a:pt x="51977" y="22326"/>
                  </a:cubicBezTo>
                  <a:cubicBezTo>
                    <a:pt x="51628" y="20930"/>
                    <a:pt x="51628" y="19535"/>
                    <a:pt x="51280" y="18489"/>
                  </a:cubicBezTo>
                  <a:cubicBezTo>
                    <a:pt x="48140" y="7675"/>
                    <a:pt x="38024" y="0"/>
                    <a:pt x="26163" y="0"/>
                  </a:cubicBezTo>
                  <a:cubicBezTo>
                    <a:pt x="11861" y="0"/>
                    <a:pt x="0" y="11861"/>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07" name="Freeform: Shape 206">
              <a:extLst>
                <a:ext uri="{FF2B5EF4-FFF2-40B4-BE49-F238E27FC236}">
                  <a16:creationId xmlns:a16="http://schemas.microsoft.com/office/drawing/2014/main" id="{13A7A29E-FB95-54E1-C1BA-7604BF8C04BC}"/>
                </a:ext>
              </a:extLst>
            </p:cNvPr>
            <p:cNvSpPr/>
            <p:nvPr/>
          </p:nvSpPr>
          <p:spPr>
            <a:xfrm>
              <a:off x="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8" name="Freeform: Shape 207">
              <a:extLst>
                <a:ext uri="{FF2B5EF4-FFF2-40B4-BE49-F238E27FC236}">
                  <a16:creationId xmlns:a16="http://schemas.microsoft.com/office/drawing/2014/main" id="{75E73C83-C373-21F6-01BB-18AF6F323644}"/>
                </a:ext>
              </a:extLst>
            </p:cNvPr>
            <p:cNvSpPr/>
            <p:nvPr/>
          </p:nvSpPr>
          <p:spPr>
            <a:xfrm>
              <a:off x="5755879"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79" y="51977"/>
                    <a:pt x="21279" y="51977"/>
                    <a:pt x="21628" y="51977"/>
                  </a:cubicBezTo>
                  <a:cubicBezTo>
                    <a:pt x="23023" y="52326"/>
                    <a:pt x="24768" y="52326"/>
                    <a:pt x="26163" y="52326"/>
                  </a:cubicBezTo>
                  <a:lnTo>
                    <a:pt x="26163" y="52326"/>
                  </a:lnTo>
                  <a:cubicBezTo>
                    <a:pt x="26163" y="52326"/>
                    <a:pt x="26163" y="52326"/>
                    <a:pt x="26163" y="52326"/>
                  </a:cubicBezTo>
                  <a:cubicBezTo>
                    <a:pt x="40465" y="52326"/>
                    <a:pt x="52326" y="40465"/>
                    <a:pt x="52326" y="26163"/>
                  </a:cubicBezTo>
                  <a:lnTo>
                    <a:pt x="52326" y="26163"/>
                  </a:lnTo>
                  <a:cubicBezTo>
                    <a:pt x="52326" y="11860"/>
                    <a:pt x="40465" y="0"/>
                    <a:pt x="26163" y="0"/>
                  </a:cubicBezTo>
                  <a:cubicBezTo>
                    <a:pt x="26163" y="0"/>
                    <a:pt x="26163" y="0"/>
                    <a:pt x="26163" y="0"/>
                  </a:cubicBezTo>
                  <a:lnTo>
                    <a:pt x="26163" y="0"/>
                  </a:lnTo>
                  <a:cubicBezTo>
                    <a:pt x="11861"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209" name="Freeform: Shape 208">
              <a:extLst>
                <a:ext uri="{FF2B5EF4-FFF2-40B4-BE49-F238E27FC236}">
                  <a16:creationId xmlns:a16="http://schemas.microsoft.com/office/drawing/2014/main" id="{745FCBE9-21D7-34D2-A092-49BF71E426B7}"/>
                </a:ext>
              </a:extLst>
            </p:cNvPr>
            <p:cNvSpPr/>
            <p:nvPr/>
          </p:nvSpPr>
          <p:spPr>
            <a:xfrm>
              <a:off x="1255828"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0" name="Freeform: Shape 209">
              <a:extLst>
                <a:ext uri="{FF2B5EF4-FFF2-40B4-BE49-F238E27FC236}">
                  <a16:creationId xmlns:a16="http://schemas.microsoft.com/office/drawing/2014/main" id="{5C7F7633-5C91-F061-1508-F890702EB96D}"/>
                </a:ext>
              </a:extLst>
            </p:cNvPr>
            <p:cNvSpPr/>
            <p:nvPr/>
          </p:nvSpPr>
          <p:spPr>
            <a:xfrm>
              <a:off x="230235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1" name="Freeform: Shape 210">
              <a:extLst>
                <a:ext uri="{FF2B5EF4-FFF2-40B4-BE49-F238E27FC236}">
                  <a16:creationId xmlns:a16="http://schemas.microsoft.com/office/drawing/2014/main" id="{F5A22F70-736A-6CCC-2F08-73761328C0A5}"/>
                </a:ext>
              </a:extLst>
            </p:cNvPr>
            <p:cNvSpPr/>
            <p:nvPr/>
          </p:nvSpPr>
          <p:spPr>
            <a:xfrm>
              <a:off x="4395399" y="4187729"/>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2" name="Freeform: Shape 211">
              <a:extLst>
                <a:ext uri="{FF2B5EF4-FFF2-40B4-BE49-F238E27FC236}">
                  <a16:creationId xmlns:a16="http://schemas.microsoft.com/office/drawing/2014/main" id="{21FF4B96-245D-6D9B-E6A2-36012AE9F6B1}"/>
                </a:ext>
              </a:extLst>
            </p:cNvPr>
            <p:cNvSpPr/>
            <p:nvPr/>
          </p:nvSpPr>
          <p:spPr>
            <a:xfrm>
              <a:off x="575587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3" name="Freeform: Shape 212">
              <a:extLst>
                <a:ext uri="{FF2B5EF4-FFF2-40B4-BE49-F238E27FC236}">
                  <a16:creationId xmlns:a16="http://schemas.microsoft.com/office/drawing/2014/main" id="{F908188E-5B0A-807D-1A91-34F131079911}"/>
                </a:ext>
              </a:extLst>
            </p:cNvPr>
            <p:cNvSpPr/>
            <p:nvPr/>
          </p:nvSpPr>
          <p:spPr>
            <a:xfrm>
              <a:off x="502331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4" name="Freeform: Shape 213">
              <a:extLst>
                <a:ext uri="{FF2B5EF4-FFF2-40B4-BE49-F238E27FC236}">
                  <a16:creationId xmlns:a16="http://schemas.microsoft.com/office/drawing/2014/main" id="{C91D16BA-0064-D09C-36BC-7B8EF782239A}"/>
                </a:ext>
              </a:extLst>
            </p:cNvPr>
            <p:cNvSpPr/>
            <p:nvPr/>
          </p:nvSpPr>
          <p:spPr>
            <a:xfrm>
              <a:off x="40814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5" name="Freeform: Shape 214">
              <a:extLst>
                <a:ext uri="{FF2B5EF4-FFF2-40B4-BE49-F238E27FC236}">
                  <a16:creationId xmlns:a16="http://schemas.microsoft.com/office/drawing/2014/main" id="{C9427FB9-8210-0A19-F5AA-AAFC455B66CA}"/>
                </a:ext>
              </a:extLst>
            </p:cNvPr>
            <p:cNvSpPr/>
            <p:nvPr/>
          </p:nvSpPr>
          <p:spPr>
            <a:xfrm>
              <a:off x="40814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6" name="Freeform: Shape 215">
              <a:extLst>
                <a:ext uri="{FF2B5EF4-FFF2-40B4-BE49-F238E27FC236}">
                  <a16:creationId xmlns:a16="http://schemas.microsoft.com/office/drawing/2014/main" id="{CC7BCE1B-E771-35DF-360E-F7667FD2296D}"/>
                </a:ext>
              </a:extLst>
            </p:cNvPr>
            <p:cNvSpPr/>
            <p:nvPr/>
          </p:nvSpPr>
          <p:spPr>
            <a:xfrm>
              <a:off x="355818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7" name="Freeform: Shape 216">
              <a:extLst>
                <a:ext uri="{FF2B5EF4-FFF2-40B4-BE49-F238E27FC236}">
                  <a16:creationId xmlns:a16="http://schemas.microsoft.com/office/drawing/2014/main" id="{5F6C900B-AB73-461B-342E-3A59BE362A63}"/>
                </a:ext>
              </a:extLst>
            </p:cNvPr>
            <p:cNvSpPr/>
            <p:nvPr/>
          </p:nvSpPr>
          <p:spPr>
            <a:xfrm>
              <a:off x="345352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8" name="Freeform: Shape 217">
              <a:extLst>
                <a:ext uri="{FF2B5EF4-FFF2-40B4-BE49-F238E27FC236}">
                  <a16:creationId xmlns:a16="http://schemas.microsoft.com/office/drawing/2014/main" id="{DFA1A57D-E1E7-D6B1-8CA8-17C97D47D3E3}"/>
                </a:ext>
              </a:extLst>
            </p:cNvPr>
            <p:cNvSpPr/>
            <p:nvPr/>
          </p:nvSpPr>
          <p:spPr>
            <a:xfrm>
              <a:off x="324422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9" name="Freeform: Shape 218">
              <a:extLst>
                <a:ext uri="{FF2B5EF4-FFF2-40B4-BE49-F238E27FC236}">
                  <a16:creationId xmlns:a16="http://schemas.microsoft.com/office/drawing/2014/main" id="{314AB576-F4E2-D1CD-032A-51F29631D604}"/>
                </a:ext>
              </a:extLst>
            </p:cNvPr>
            <p:cNvSpPr/>
            <p:nvPr/>
          </p:nvSpPr>
          <p:spPr>
            <a:xfrm>
              <a:off x="313957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0" name="Freeform: Shape 219">
              <a:extLst>
                <a:ext uri="{FF2B5EF4-FFF2-40B4-BE49-F238E27FC236}">
                  <a16:creationId xmlns:a16="http://schemas.microsoft.com/office/drawing/2014/main" id="{CB384C41-87D8-3951-5F37-F2C3A8D78888}"/>
                </a:ext>
              </a:extLst>
            </p:cNvPr>
            <p:cNvSpPr/>
            <p:nvPr/>
          </p:nvSpPr>
          <p:spPr>
            <a:xfrm>
              <a:off x="303491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1" name="Freeform: Shape 220">
              <a:extLst>
                <a:ext uri="{FF2B5EF4-FFF2-40B4-BE49-F238E27FC236}">
                  <a16:creationId xmlns:a16="http://schemas.microsoft.com/office/drawing/2014/main" id="{B7C06F74-E2BB-006A-5CF4-A32E36952F26}"/>
                </a:ext>
              </a:extLst>
            </p:cNvPr>
            <p:cNvSpPr/>
            <p:nvPr/>
          </p:nvSpPr>
          <p:spPr>
            <a:xfrm>
              <a:off x="2930266"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22" name="Freeform: Shape 221">
              <a:extLst>
                <a:ext uri="{FF2B5EF4-FFF2-40B4-BE49-F238E27FC236}">
                  <a16:creationId xmlns:a16="http://schemas.microsoft.com/office/drawing/2014/main" id="{A8B6FC6D-25EC-3259-53EE-C7FEC08367F6}"/>
                </a:ext>
              </a:extLst>
            </p:cNvPr>
            <p:cNvSpPr/>
            <p:nvPr/>
          </p:nvSpPr>
          <p:spPr>
            <a:xfrm>
              <a:off x="293026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3" name="Freeform: Shape 222">
              <a:extLst>
                <a:ext uri="{FF2B5EF4-FFF2-40B4-BE49-F238E27FC236}">
                  <a16:creationId xmlns:a16="http://schemas.microsoft.com/office/drawing/2014/main" id="{A4D08ED6-39D7-C020-A778-0D97FEB7A454}"/>
                </a:ext>
              </a:extLst>
            </p:cNvPr>
            <p:cNvSpPr/>
            <p:nvPr/>
          </p:nvSpPr>
          <p:spPr>
            <a:xfrm>
              <a:off x="240700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4" name="Freeform: Shape 223">
              <a:extLst>
                <a:ext uri="{FF2B5EF4-FFF2-40B4-BE49-F238E27FC236}">
                  <a16:creationId xmlns:a16="http://schemas.microsoft.com/office/drawing/2014/main" id="{6465D243-83CC-9F0E-3161-910CD74B430B}"/>
                </a:ext>
              </a:extLst>
            </p:cNvPr>
            <p:cNvSpPr/>
            <p:nvPr/>
          </p:nvSpPr>
          <p:spPr>
            <a:xfrm>
              <a:off x="1779090"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25" name="Freeform: Shape 224">
              <a:extLst>
                <a:ext uri="{FF2B5EF4-FFF2-40B4-BE49-F238E27FC236}">
                  <a16:creationId xmlns:a16="http://schemas.microsoft.com/office/drawing/2014/main" id="{1F185DBF-8472-48C8-6CA0-F3953CF603C2}"/>
                </a:ext>
              </a:extLst>
            </p:cNvPr>
            <p:cNvSpPr/>
            <p:nvPr/>
          </p:nvSpPr>
          <p:spPr>
            <a:xfrm>
              <a:off x="16744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6" name="Freeform: Shape 225">
              <a:extLst>
                <a:ext uri="{FF2B5EF4-FFF2-40B4-BE49-F238E27FC236}">
                  <a16:creationId xmlns:a16="http://schemas.microsoft.com/office/drawing/2014/main" id="{1322D6CD-33DB-A7F2-9D00-37D6FD85C6AF}"/>
                </a:ext>
              </a:extLst>
            </p:cNvPr>
            <p:cNvSpPr/>
            <p:nvPr/>
          </p:nvSpPr>
          <p:spPr>
            <a:xfrm>
              <a:off x="167443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27" name="Freeform: Shape 226">
              <a:extLst>
                <a:ext uri="{FF2B5EF4-FFF2-40B4-BE49-F238E27FC236}">
                  <a16:creationId xmlns:a16="http://schemas.microsoft.com/office/drawing/2014/main" id="{B7E71345-A6AC-A4BD-D3E6-1DB55B661260}"/>
                </a:ext>
              </a:extLst>
            </p:cNvPr>
            <p:cNvSpPr/>
            <p:nvPr/>
          </p:nvSpPr>
          <p:spPr>
            <a:xfrm>
              <a:off x="136048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8" name="Freeform: Shape 227">
              <a:extLst>
                <a:ext uri="{FF2B5EF4-FFF2-40B4-BE49-F238E27FC236}">
                  <a16:creationId xmlns:a16="http://schemas.microsoft.com/office/drawing/2014/main" id="{41A45CFD-FA90-82A0-118D-FB7B276E83E7}"/>
                </a:ext>
              </a:extLst>
            </p:cNvPr>
            <p:cNvSpPr/>
            <p:nvPr/>
          </p:nvSpPr>
          <p:spPr>
            <a:xfrm>
              <a:off x="104652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29" name="Freeform: Shape 228">
              <a:extLst>
                <a:ext uri="{FF2B5EF4-FFF2-40B4-BE49-F238E27FC236}">
                  <a16:creationId xmlns:a16="http://schemas.microsoft.com/office/drawing/2014/main" id="{80049AFC-951A-DD36-A77A-08F4D7912695}"/>
                </a:ext>
              </a:extLst>
            </p:cNvPr>
            <p:cNvSpPr/>
            <p:nvPr/>
          </p:nvSpPr>
          <p:spPr>
            <a:xfrm>
              <a:off x="313957"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0" name="Freeform: Shape 229">
              <a:extLst>
                <a:ext uri="{FF2B5EF4-FFF2-40B4-BE49-F238E27FC236}">
                  <a16:creationId xmlns:a16="http://schemas.microsoft.com/office/drawing/2014/main" id="{86C1FFC5-E8A3-E2CA-1D24-34B39D6FE489}"/>
                </a:ext>
              </a:extLst>
            </p:cNvPr>
            <p:cNvSpPr/>
            <p:nvPr/>
          </p:nvSpPr>
          <p:spPr>
            <a:xfrm>
              <a:off x="37674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31" name="Freeform: Shape 230">
              <a:extLst>
                <a:ext uri="{FF2B5EF4-FFF2-40B4-BE49-F238E27FC236}">
                  <a16:creationId xmlns:a16="http://schemas.microsoft.com/office/drawing/2014/main" id="{C79E6F92-BC5E-CFF5-542B-7DFFE08E96EE}"/>
                </a:ext>
              </a:extLst>
            </p:cNvPr>
            <p:cNvSpPr/>
            <p:nvPr/>
          </p:nvSpPr>
          <p:spPr>
            <a:xfrm>
              <a:off x="4604703"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2" name="Freeform: Shape 231">
              <a:extLst>
                <a:ext uri="{FF2B5EF4-FFF2-40B4-BE49-F238E27FC236}">
                  <a16:creationId xmlns:a16="http://schemas.microsoft.com/office/drawing/2014/main" id="{4B546210-701B-E349-D5EE-E8DB830DD2E0}"/>
                </a:ext>
              </a:extLst>
            </p:cNvPr>
            <p:cNvSpPr/>
            <p:nvPr/>
          </p:nvSpPr>
          <p:spPr>
            <a:xfrm>
              <a:off x="4500051" y="5338905"/>
              <a:ext cx="52326" cy="52326"/>
            </a:xfrm>
            <a:custGeom>
              <a:avLst/>
              <a:gdLst>
                <a:gd name="connsiteX0" fmla="*/ 26163 w 52326"/>
                <a:gd name="connsiteY0" fmla="*/ 0 h 52326"/>
                <a:gd name="connsiteX1" fmla="*/ 26163 w 52326"/>
                <a:gd name="connsiteY1" fmla="*/ 0 h 52326"/>
                <a:gd name="connsiteX2" fmla="*/ 11512 w 52326"/>
                <a:gd name="connsiteY2" fmla="*/ 4535 h 52326"/>
                <a:gd name="connsiteX3" fmla="*/ 0 w 52326"/>
                <a:gd name="connsiteY3" fmla="*/ 26163 h 52326"/>
                <a:gd name="connsiteX4" fmla="*/ 26163 w 52326"/>
                <a:gd name="connsiteY4" fmla="*/ 52326 h 52326"/>
                <a:gd name="connsiteX5" fmla="*/ 40814 w 52326"/>
                <a:gd name="connsiteY5" fmla="*/ 47791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0582" y="0"/>
                    <a:pt x="15698" y="1744"/>
                    <a:pt x="11512" y="4535"/>
                  </a:cubicBezTo>
                  <a:cubicBezTo>
                    <a:pt x="4535" y="9070"/>
                    <a:pt x="0" y="17093"/>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33" name="Freeform: Shape 232">
              <a:extLst>
                <a:ext uri="{FF2B5EF4-FFF2-40B4-BE49-F238E27FC236}">
                  <a16:creationId xmlns:a16="http://schemas.microsoft.com/office/drawing/2014/main" id="{8DDBA99D-9289-E778-07AA-38F3D7320E3C}"/>
                </a:ext>
              </a:extLst>
            </p:cNvPr>
            <p:cNvSpPr/>
            <p:nvPr/>
          </p:nvSpPr>
          <p:spPr>
            <a:xfrm>
              <a:off x="554657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 name="Freeform: Shape 233">
              <a:extLst>
                <a:ext uri="{FF2B5EF4-FFF2-40B4-BE49-F238E27FC236}">
                  <a16:creationId xmlns:a16="http://schemas.microsoft.com/office/drawing/2014/main" id="{B1622A8E-C081-7F5D-1CEA-DE65A8CE2B16}"/>
                </a:ext>
              </a:extLst>
            </p:cNvPr>
            <p:cNvSpPr/>
            <p:nvPr/>
          </p:nvSpPr>
          <p:spPr>
            <a:xfrm>
              <a:off x="565122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5" name="Freeform: Shape 234">
              <a:extLst>
                <a:ext uri="{FF2B5EF4-FFF2-40B4-BE49-F238E27FC236}">
                  <a16:creationId xmlns:a16="http://schemas.microsoft.com/office/drawing/2014/main" id="{E897E206-6D33-1F4A-4DA0-372CBD8C79B9}"/>
                </a:ext>
              </a:extLst>
            </p:cNvPr>
            <p:cNvSpPr/>
            <p:nvPr/>
          </p:nvSpPr>
          <p:spPr>
            <a:xfrm>
              <a:off x="52326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 name="Freeform: Shape 235">
              <a:extLst>
                <a:ext uri="{FF2B5EF4-FFF2-40B4-BE49-F238E27FC236}">
                  <a16:creationId xmlns:a16="http://schemas.microsoft.com/office/drawing/2014/main" id="{D0CBD81C-CFB4-3DF2-4538-05879FAB39FE}"/>
                </a:ext>
              </a:extLst>
            </p:cNvPr>
            <p:cNvSpPr/>
            <p:nvPr/>
          </p:nvSpPr>
          <p:spPr>
            <a:xfrm>
              <a:off x="52326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 name="Freeform: Shape 236">
              <a:extLst>
                <a:ext uri="{FF2B5EF4-FFF2-40B4-BE49-F238E27FC236}">
                  <a16:creationId xmlns:a16="http://schemas.microsoft.com/office/drawing/2014/main" id="{2CDFEC43-632A-3D8C-82FF-BAAC52AB6EE7}"/>
                </a:ext>
              </a:extLst>
            </p:cNvPr>
            <p:cNvSpPr/>
            <p:nvPr/>
          </p:nvSpPr>
          <p:spPr>
            <a:xfrm>
              <a:off x="39767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8" name="Freeform: Shape 237">
              <a:extLst>
                <a:ext uri="{FF2B5EF4-FFF2-40B4-BE49-F238E27FC236}">
                  <a16:creationId xmlns:a16="http://schemas.microsoft.com/office/drawing/2014/main" id="{5F2C4808-8604-7A92-EA06-EBD2906696CD}"/>
                </a:ext>
              </a:extLst>
            </p:cNvPr>
            <p:cNvSpPr/>
            <p:nvPr/>
          </p:nvSpPr>
          <p:spPr>
            <a:xfrm>
              <a:off x="397678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 name="Freeform: Shape 238">
              <a:extLst>
                <a:ext uri="{FF2B5EF4-FFF2-40B4-BE49-F238E27FC236}">
                  <a16:creationId xmlns:a16="http://schemas.microsoft.com/office/drawing/2014/main" id="{0BFB32A2-AFF7-F003-B552-33984EF38FAC}"/>
                </a:ext>
              </a:extLst>
            </p:cNvPr>
            <p:cNvSpPr/>
            <p:nvPr/>
          </p:nvSpPr>
          <p:spPr>
            <a:xfrm>
              <a:off x="397678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0" name="Freeform: Shape 239">
              <a:extLst>
                <a:ext uri="{FF2B5EF4-FFF2-40B4-BE49-F238E27FC236}">
                  <a16:creationId xmlns:a16="http://schemas.microsoft.com/office/drawing/2014/main" id="{D20247DB-FC2B-5EF0-4F9E-394367BEC22D}"/>
                </a:ext>
              </a:extLst>
            </p:cNvPr>
            <p:cNvSpPr/>
            <p:nvPr/>
          </p:nvSpPr>
          <p:spPr>
            <a:xfrm>
              <a:off x="3767484"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0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1" name="Freeform: Shape 240">
              <a:extLst>
                <a:ext uri="{FF2B5EF4-FFF2-40B4-BE49-F238E27FC236}">
                  <a16:creationId xmlns:a16="http://schemas.microsoft.com/office/drawing/2014/main" id="{2C3EF321-E840-A560-87FC-FBC9A4A5D70C}"/>
                </a:ext>
              </a:extLst>
            </p:cNvPr>
            <p:cNvSpPr/>
            <p:nvPr/>
          </p:nvSpPr>
          <p:spPr>
            <a:xfrm>
              <a:off x="512796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2" name="Freeform: Shape 241">
              <a:extLst>
                <a:ext uri="{FF2B5EF4-FFF2-40B4-BE49-F238E27FC236}">
                  <a16:creationId xmlns:a16="http://schemas.microsoft.com/office/drawing/2014/main" id="{F5F2E98D-0436-2D23-BA5C-B2C8B84926CE}"/>
                </a:ext>
              </a:extLst>
            </p:cNvPr>
            <p:cNvSpPr/>
            <p:nvPr/>
          </p:nvSpPr>
          <p:spPr>
            <a:xfrm>
              <a:off x="512796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 name="Freeform: Shape 242">
              <a:extLst>
                <a:ext uri="{FF2B5EF4-FFF2-40B4-BE49-F238E27FC236}">
                  <a16:creationId xmlns:a16="http://schemas.microsoft.com/office/drawing/2014/main" id="{EA164D6F-2AC5-0948-2D90-7E7D0C08CC70}"/>
                </a:ext>
              </a:extLst>
            </p:cNvPr>
            <p:cNvSpPr/>
            <p:nvPr/>
          </p:nvSpPr>
          <p:spPr>
            <a:xfrm>
              <a:off x="4918660"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44" name="Freeform: Shape 243">
              <a:extLst>
                <a:ext uri="{FF2B5EF4-FFF2-40B4-BE49-F238E27FC236}">
                  <a16:creationId xmlns:a16="http://schemas.microsoft.com/office/drawing/2014/main" id="{108E6140-E12C-16C2-8983-02DF8CFFB9A1}"/>
                </a:ext>
              </a:extLst>
            </p:cNvPr>
            <p:cNvSpPr/>
            <p:nvPr/>
          </p:nvSpPr>
          <p:spPr>
            <a:xfrm>
              <a:off x="4081442"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 name="Freeform: Shape 244">
              <a:extLst>
                <a:ext uri="{FF2B5EF4-FFF2-40B4-BE49-F238E27FC236}">
                  <a16:creationId xmlns:a16="http://schemas.microsoft.com/office/drawing/2014/main" id="{46A375C7-24C2-1239-D4A0-8C38281B8C64}"/>
                </a:ext>
              </a:extLst>
            </p:cNvPr>
            <p:cNvSpPr/>
            <p:nvPr/>
          </p:nvSpPr>
          <p:spPr>
            <a:xfrm>
              <a:off x="272096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6" name="Freeform: Shape 245">
              <a:extLst>
                <a:ext uri="{FF2B5EF4-FFF2-40B4-BE49-F238E27FC236}">
                  <a16:creationId xmlns:a16="http://schemas.microsoft.com/office/drawing/2014/main" id="{9436337E-B40F-5402-9B22-C20894D5AE92}"/>
                </a:ext>
              </a:extLst>
            </p:cNvPr>
            <p:cNvSpPr/>
            <p:nvPr/>
          </p:nvSpPr>
          <p:spPr>
            <a:xfrm>
              <a:off x="230235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47" name="Freeform: Shape 246">
              <a:extLst>
                <a:ext uri="{FF2B5EF4-FFF2-40B4-BE49-F238E27FC236}">
                  <a16:creationId xmlns:a16="http://schemas.microsoft.com/office/drawing/2014/main" id="{C4AED3A9-40DC-6E48-B4B6-7E8F194E8328}"/>
                </a:ext>
              </a:extLst>
            </p:cNvPr>
            <p:cNvSpPr/>
            <p:nvPr/>
          </p:nvSpPr>
          <p:spPr>
            <a:xfrm>
              <a:off x="837218"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8" name="Freeform: Shape 247">
              <a:extLst>
                <a:ext uri="{FF2B5EF4-FFF2-40B4-BE49-F238E27FC236}">
                  <a16:creationId xmlns:a16="http://schemas.microsoft.com/office/drawing/2014/main" id="{AAB7F6C9-5FF6-8C27-B8D9-EA1CF4BD6BAC}"/>
                </a:ext>
              </a:extLst>
            </p:cNvPr>
            <p:cNvSpPr/>
            <p:nvPr/>
          </p:nvSpPr>
          <p:spPr>
            <a:xfrm>
              <a:off x="62791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9" name="Freeform: Shape 248">
              <a:extLst>
                <a:ext uri="{FF2B5EF4-FFF2-40B4-BE49-F238E27FC236}">
                  <a16:creationId xmlns:a16="http://schemas.microsoft.com/office/drawing/2014/main" id="{BB7A0606-55FE-2437-3114-D30F17DEF09A}"/>
                </a:ext>
              </a:extLst>
            </p:cNvPr>
            <p:cNvSpPr/>
            <p:nvPr/>
          </p:nvSpPr>
          <p:spPr>
            <a:xfrm>
              <a:off x="31395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0" name="Freeform: Shape 249">
              <a:extLst>
                <a:ext uri="{FF2B5EF4-FFF2-40B4-BE49-F238E27FC236}">
                  <a16:creationId xmlns:a16="http://schemas.microsoft.com/office/drawing/2014/main" id="{7C18FA32-CD73-7B48-E1B0-AD31845A0B8D}"/>
                </a:ext>
              </a:extLst>
            </p:cNvPr>
            <p:cNvSpPr/>
            <p:nvPr/>
          </p:nvSpPr>
          <p:spPr>
            <a:xfrm>
              <a:off x="209304"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1" name="Freeform: Shape 250">
              <a:extLst>
                <a:ext uri="{FF2B5EF4-FFF2-40B4-BE49-F238E27FC236}">
                  <a16:creationId xmlns:a16="http://schemas.microsoft.com/office/drawing/2014/main" id="{9DD0DE5C-DC8B-2A4D-35BC-C66AFD56BECE}"/>
                </a:ext>
              </a:extLst>
            </p:cNvPr>
            <p:cNvSpPr/>
            <p:nvPr/>
          </p:nvSpPr>
          <p:spPr>
            <a:xfrm>
              <a:off x="209304" y="418772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2" name="Freeform: Shape 251">
              <a:extLst>
                <a:ext uri="{FF2B5EF4-FFF2-40B4-BE49-F238E27FC236}">
                  <a16:creationId xmlns:a16="http://schemas.microsoft.com/office/drawing/2014/main" id="{3E72DBE7-1B9E-6556-247D-B239E3356CD3}"/>
                </a:ext>
              </a:extLst>
            </p:cNvPr>
            <p:cNvSpPr/>
            <p:nvPr/>
          </p:nvSpPr>
          <p:spPr>
            <a:xfrm>
              <a:off x="5337270" y="3245509"/>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40" y="38721"/>
                  </a:cubicBezTo>
                  <a:cubicBezTo>
                    <a:pt x="7674" y="46745"/>
                    <a:pt x="16047" y="52326"/>
                    <a:pt x="26163" y="52326"/>
                  </a:cubicBezTo>
                  <a:cubicBezTo>
                    <a:pt x="40465" y="52326"/>
                    <a:pt x="52326" y="40465"/>
                    <a:pt x="52326" y="26163"/>
                  </a:cubicBezTo>
                  <a:lnTo>
                    <a:pt x="52326" y="26163"/>
                  </a:lnTo>
                  <a:cubicBezTo>
                    <a:pt x="52326" y="21628"/>
                    <a:pt x="51279" y="17442"/>
                    <a:pt x="49187" y="13605"/>
                  </a:cubicBezTo>
                  <a:cubicBezTo>
                    <a:pt x="44652" y="5581"/>
                    <a:pt x="36280"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3" name="Freeform: Shape 252">
              <a:extLst>
                <a:ext uri="{FF2B5EF4-FFF2-40B4-BE49-F238E27FC236}">
                  <a16:creationId xmlns:a16="http://schemas.microsoft.com/office/drawing/2014/main" id="{44A9AC0C-1B03-8591-A01D-B3AFC680305F}"/>
                </a:ext>
              </a:extLst>
            </p:cNvPr>
            <p:cNvSpPr/>
            <p:nvPr/>
          </p:nvSpPr>
          <p:spPr>
            <a:xfrm>
              <a:off x="4081442"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977 w 52326"/>
                <a:gd name="connsiteY3" fmla="*/ 21977 h 52326"/>
                <a:gd name="connsiteX4" fmla="*/ 26163 w 52326"/>
                <a:gd name="connsiteY4" fmla="*/ 0 h 52326"/>
                <a:gd name="connsiteX5" fmla="*/ 0 w 52326"/>
                <a:gd name="connsiteY5" fmla="*/ 26163 h 52326"/>
                <a:gd name="connsiteX6" fmla="*/ 1047 w 52326"/>
                <a:gd name="connsiteY6" fmla="*/ 3383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5" y="52326"/>
                    <a:pt x="52326" y="40466"/>
                    <a:pt x="52326" y="26163"/>
                  </a:cubicBezTo>
                  <a:cubicBezTo>
                    <a:pt x="52326" y="24768"/>
                    <a:pt x="52326" y="23372"/>
                    <a:pt x="51977" y="21977"/>
                  </a:cubicBezTo>
                  <a:cubicBezTo>
                    <a:pt x="49884" y="9419"/>
                    <a:pt x="39070"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4" name="Freeform: Shape 253">
              <a:extLst>
                <a:ext uri="{FF2B5EF4-FFF2-40B4-BE49-F238E27FC236}">
                  <a16:creationId xmlns:a16="http://schemas.microsoft.com/office/drawing/2014/main" id="{EA91EE3C-42A6-B5AA-C442-C0EB3F9DDBAA}"/>
                </a:ext>
              </a:extLst>
            </p:cNvPr>
            <p:cNvSpPr/>
            <p:nvPr/>
          </p:nvSpPr>
          <p:spPr>
            <a:xfrm>
              <a:off x="2302351" y="4605990"/>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79 h 52326"/>
                <a:gd name="connsiteX9" fmla="*/ 2791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791" y="38373"/>
                  </a:moveTo>
                  <a:cubicBezTo>
                    <a:pt x="2791" y="38373"/>
                    <a:pt x="2791" y="38721"/>
                    <a:pt x="3140" y="38721"/>
                  </a:cubicBezTo>
                  <a:cubicBezTo>
                    <a:pt x="7675" y="46745"/>
                    <a:pt x="16047"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5" name="Freeform: Shape 254">
              <a:extLst>
                <a:ext uri="{FF2B5EF4-FFF2-40B4-BE49-F238E27FC236}">
                  <a16:creationId xmlns:a16="http://schemas.microsoft.com/office/drawing/2014/main" id="{0DF3606C-59E0-F594-8182-3EF99AA440B0}"/>
                </a:ext>
              </a:extLst>
            </p:cNvPr>
            <p:cNvSpPr/>
            <p:nvPr/>
          </p:nvSpPr>
          <p:spPr>
            <a:xfrm>
              <a:off x="4290746"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6" name="Freeform: Shape 255">
              <a:extLst>
                <a:ext uri="{FF2B5EF4-FFF2-40B4-BE49-F238E27FC236}">
                  <a16:creationId xmlns:a16="http://schemas.microsoft.com/office/drawing/2014/main" id="{726760F1-3264-5BF0-8D31-AC9DC25891B6}"/>
                </a:ext>
              </a:extLst>
            </p:cNvPr>
            <p:cNvSpPr/>
            <p:nvPr/>
          </p:nvSpPr>
          <p:spPr>
            <a:xfrm>
              <a:off x="3034569" y="4397034"/>
              <a:ext cx="52674" cy="52674"/>
            </a:xfrm>
            <a:custGeom>
              <a:avLst/>
              <a:gdLst>
                <a:gd name="connsiteX0" fmla="*/ 52675 w 52674"/>
                <a:gd name="connsiteY0" fmla="*/ 26163 h 52674"/>
                <a:gd name="connsiteX1" fmla="*/ 26512 w 52674"/>
                <a:gd name="connsiteY1" fmla="*/ 0 h 52674"/>
                <a:gd name="connsiteX2" fmla="*/ 23721 w 52674"/>
                <a:gd name="connsiteY2" fmla="*/ 0 h 52674"/>
                <a:gd name="connsiteX3" fmla="*/ 4535 w 52674"/>
                <a:gd name="connsiteY3" fmla="*/ 11512 h 52674"/>
                <a:gd name="connsiteX4" fmla="*/ 2791 w 52674"/>
                <a:gd name="connsiteY4" fmla="*/ 14651 h 52674"/>
                <a:gd name="connsiteX5" fmla="*/ 349 w 52674"/>
                <a:gd name="connsiteY5" fmla="*/ 22675 h 52674"/>
                <a:gd name="connsiteX6" fmla="*/ 0 w 52674"/>
                <a:gd name="connsiteY6" fmla="*/ 26163 h 52674"/>
                <a:gd name="connsiteX7" fmla="*/ 0 w 52674"/>
                <a:gd name="connsiteY7" fmla="*/ 26163 h 52674"/>
                <a:gd name="connsiteX8" fmla="*/ 349 w 52674"/>
                <a:gd name="connsiteY8" fmla="*/ 29303 h 52674"/>
                <a:gd name="connsiteX9" fmla="*/ 2442 w 52674"/>
                <a:gd name="connsiteY9" fmla="*/ 36628 h 52674"/>
                <a:gd name="connsiteX10" fmla="*/ 5930 w 52674"/>
                <a:gd name="connsiteY10" fmla="*/ 42559 h 52674"/>
                <a:gd name="connsiteX11" fmla="*/ 8023 w 52674"/>
                <a:gd name="connsiteY11" fmla="*/ 45001 h 52674"/>
                <a:gd name="connsiteX12" fmla="*/ 26512 w 52674"/>
                <a:gd name="connsiteY12" fmla="*/ 52675 h 52674"/>
                <a:gd name="connsiteX13" fmla="*/ 52675 w 52674"/>
                <a:gd name="connsiteY13" fmla="*/ 26163 h 52674"/>
                <a:gd name="connsiteX14" fmla="*/ 52675 w 52674"/>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4" h="52674">
                  <a:moveTo>
                    <a:pt x="52675" y="26163"/>
                  </a:moveTo>
                  <a:cubicBezTo>
                    <a:pt x="52675" y="11861"/>
                    <a:pt x="40814" y="0"/>
                    <a:pt x="26512" y="0"/>
                  </a:cubicBezTo>
                  <a:cubicBezTo>
                    <a:pt x="25465" y="0"/>
                    <a:pt x="24768" y="0"/>
                    <a:pt x="23721" y="0"/>
                  </a:cubicBezTo>
                  <a:cubicBezTo>
                    <a:pt x="15698" y="698"/>
                    <a:pt x="9070" y="5233"/>
                    <a:pt x="4535" y="11512"/>
                  </a:cubicBezTo>
                  <a:cubicBezTo>
                    <a:pt x="3837" y="12558"/>
                    <a:pt x="3139"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814"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257" name="Freeform: Shape 256">
              <a:extLst>
                <a:ext uri="{FF2B5EF4-FFF2-40B4-BE49-F238E27FC236}">
                  <a16:creationId xmlns:a16="http://schemas.microsoft.com/office/drawing/2014/main" id="{45741623-96F2-FA2E-99D0-122BD5A1E27E}"/>
                </a:ext>
              </a:extLst>
            </p:cNvPr>
            <p:cNvSpPr/>
            <p:nvPr/>
          </p:nvSpPr>
          <p:spPr>
            <a:xfrm>
              <a:off x="533727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8" name="Freeform: Shape 257">
              <a:extLst>
                <a:ext uri="{FF2B5EF4-FFF2-40B4-BE49-F238E27FC236}">
                  <a16:creationId xmlns:a16="http://schemas.microsoft.com/office/drawing/2014/main" id="{65282E06-165C-64D3-9A79-FC65E4256EC1}"/>
                </a:ext>
              </a:extLst>
            </p:cNvPr>
            <p:cNvSpPr/>
            <p:nvPr/>
          </p:nvSpPr>
          <p:spPr>
            <a:xfrm>
              <a:off x="533727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 name="Freeform: Shape 258">
              <a:extLst>
                <a:ext uri="{FF2B5EF4-FFF2-40B4-BE49-F238E27FC236}">
                  <a16:creationId xmlns:a16="http://schemas.microsoft.com/office/drawing/2014/main" id="{82EA6D6E-102A-1C7F-33AE-143C4811D0A5}"/>
                </a:ext>
              </a:extLst>
            </p:cNvPr>
            <p:cNvSpPr/>
            <p:nvPr/>
          </p:nvSpPr>
          <p:spPr>
            <a:xfrm>
              <a:off x="52326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0" name="Freeform: Shape 259">
              <a:extLst>
                <a:ext uri="{FF2B5EF4-FFF2-40B4-BE49-F238E27FC236}">
                  <a16:creationId xmlns:a16="http://schemas.microsoft.com/office/drawing/2014/main" id="{17C536E8-52C1-0554-22EC-879160B7A646}"/>
                </a:ext>
              </a:extLst>
            </p:cNvPr>
            <p:cNvSpPr/>
            <p:nvPr/>
          </p:nvSpPr>
          <p:spPr>
            <a:xfrm>
              <a:off x="5023313"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1" name="Freeform: Shape 260">
              <a:extLst>
                <a:ext uri="{FF2B5EF4-FFF2-40B4-BE49-F238E27FC236}">
                  <a16:creationId xmlns:a16="http://schemas.microsoft.com/office/drawing/2014/main" id="{926EE25C-3741-E65F-32B0-CE56EB1D4C29}"/>
                </a:ext>
              </a:extLst>
            </p:cNvPr>
            <p:cNvSpPr/>
            <p:nvPr/>
          </p:nvSpPr>
          <p:spPr>
            <a:xfrm>
              <a:off x="418609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2" name="Freeform: Shape 261">
              <a:extLst>
                <a:ext uri="{FF2B5EF4-FFF2-40B4-BE49-F238E27FC236}">
                  <a16:creationId xmlns:a16="http://schemas.microsoft.com/office/drawing/2014/main" id="{6416CCE4-E246-D210-85E9-94D514AA29B3}"/>
                </a:ext>
              </a:extLst>
            </p:cNvPr>
            <p:cNvSpPr/>
            <p:nvPr/>
          </p:nvSpPr>
          <p:spPr>
            <a:xfrm>
              <a:off x="4186094" y="4501686"/>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63" name="Freeform: Shape 262">
              <a:extLst>
                <a:ext uri="{FF2B5EF4-FFF2-40B4-BE49-F238E27FC236}">
                  <a16:creationId xmlns:a16="http://schemas.microsoft.com/office/drawing/2014/main" id="{88CE0E13-074B-F5BF-8DD6-30BD5D8CE496}"/>
                </a:ext>
              </a:extLst>
            </p:cNvPr>
            <p:cNvSpPr/>
            <p:nvPr/>
          </p:nvSpPr>
          <p:spPr>
            <a:xfrm>
              <a:off x="418609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4" name="Freeform: Shape 263">
              <a:extLst>
                <a:ext uri="{FF2B5EF4-FFF2-40B4-BE49-F238E27FC236}">
                  <a16:creationId xmlns:a16="http://schemas.microsoft.com/office/drawing/2014/main" id="{57459CD1-C5F1-8662-1D28-6E9AB30526AB}"/>
                </a:ext>
              </a:extLst>
            </p:cNvPr>
            <p:cNvSpPr/>
            <p:nvPr/>
          </p:nvSpPr>
          <p:spPr>
            <a:xfrm>
              <a:off x="5127965"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5" name="Freeform: Shape 264">
              <a:extLst>
                <a:ext uri="{FF2B5EF4-FFF2-40B4-BE49-F238E27FC236}">
                  <a16:creationId xmlns:a16="http://schemas.microsoft.com/office/drawing/2014/main" id="{9C2C6BCC-8E95-A9EC-5A10-ABB0524C8F30}"/>
                </a:ext>
              </a:extLst>
            </p:cNvPr>
            <p:cNvSpPr/>
            <p:nvPr/>
          </p:nvSpPr>
          <p:spPr>
            <a:xfrm>
              <a:off x="49186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6" name="Freeform: Shape 265">
              <a:extLst>
                <a:ext uri="{FF2B5EF4-FFF2-40B4-BE49-F238E27FC236}">
                  <a16:creationId xmlns:a16="http://schemas.microsoft.com/office/drawing/2014/main" id="{513A7E12-38EA-A81B-0725-1EFD2B72B0D1}"/>
                </a:ext>
              </a:extLst>
            </p:cNvPr>
            <p:cNvSpPr/>
            <p:nvPr/>
          </p:nvSpPr>
          <p:spPr>
            <a:xfrm>
              <a:off x="408144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7" name="Freeform: Shape 266">
              <a:extLst>
                <a:ext uri="{FF2B5EF4-FFF2-40B4-BE49-F238E27FC236}">
                  <a16:creationId xmlns:a16="http://schemas.microsoft.com/office/drawing/2014/main" id="{9F484488-7935-466B-DFCB-3B757A5F86A0}"/>
                </a:ext>
              </a:extLst>
            </p:cNvPr>
            <p:cNvSpPr/>
            <p:nvPr/>
          </p:nvSpPr>
          <p:spPr>
            <a:xfrm>
              <a:off x="355818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8" name="Freeform: Shape 267">
              <a:extLst>
                <a:ext uri="{FF2B5EF4-FFF2-40B4-BE49-F238E27FC236}">
                  <a16:creationId xmlns:a16="http://schemas.microsoft.com/office/drawing/2014/main" id="{001B6DDB-FECA-71FB-1E9C-7CD60CAF9B03}"/>
                </a:ext>
              </a:extLst>
            </p:cNvPr>
            <p:cNvSpPr/>
            <p:nvPr/>
          </p:nvSpPr>
          <p:spPr>
            <a:xfrm>
              <a:off x="324422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9" name="Freeform: Shape 268">
              <a:extLst>
                <a:ext uri="{FF2B5EF4-FFF2-40B4-BE49-F238E27FC236}">
                  <a16:creationId xmlns:a16="http://schemas.microsoft.com/office/drawing/2014/main" id="{B4497FBC-27C2-75C3-F83B-E8259CE29272}"/>
                </a:ext>
              </a:extLst>
            </p:cNvPr>
            <p:cNvSpPr/>
            <p:nvPr/>
          </p:nvSpPr>
          <p:spPr>
            <a:xfrm>
              <a:off x="3244223"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0" name="Freeform: Shape 269">
              <a:extLst>
                <a:ext uri="{FF2B5EF4-FFF2-40B4-BE49-F238E27FC236}">
                  <a16:creationId xmlns:a16="http://schemas.microsoft.com/office/drawing/2014/main" id="{E13BA9CA-C81C-0621-3128-207FF353419D}"/>
                </a:ext>
              </a:extLst>
            </p:cNvPr>
            <p:cNvSpPr/>
            <p:nvPr/>
          </p:nvSpPr>
          <p:spPr>
            <a:xfrm>
              <a:off x="293026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1" name="Freeform: Shape 270">
              <a:extLst>
                <a:ext uri="{FF2B5EF4-FFF2-40B4-BE49-F238E27FC236}">
                  <a16:creationId xmlns:a16="http://schemas.microsoft.com/office/drawing/2014/main" id="{54911CBF-8D4B-A6A1-6973-1D6F0660B6E9}"/>
                </a:ext>
              </a:extLst>
            </p:cNvPr>
            <p:cNvSpPr/>
            <p:nvPr/>
          </p:nvSpPr>
          <p:spPr>
            <a:xfrm>
              <a:off x="293026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72" name="Freeform: Shape 271">
              <a:extLst>
                <a:ext uri="{FF2B5EF4-FFF2-40B4-BE49-F238E27FC236}">
                  <a16:creationId xmlns:a16="http://schemas.microsoft.com/office/drawing/2014/main" id="{C73AA891-F38D-33E7-196A-6F08D52B668E}"/>
                </a:ext>
              </a:extLst>
            </p:cNvPr>
            <p:cNvSpPr/>
            <p:nvPr/>
          </p:nvSpPr>
          <p:spPr>
            <a:xfrm>
              <a:off x="25116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3" name="Freeform: Shape 272">
              <a:extLst>
                <a:ext uri="{FF2B5EF4-FFF2-40B4-BE49-F238E27FC236}">
                  <a16:creationId xmlns:a16="http://schemas.microsoft.com/office/drawing/2014/main" id="{543CE9B2-8FD5-185E-4AD2-E5F722D596BD}"/>
                </a:ext>
              </a:extLst>
            </p:cNvPr>
            <p:cNvSpPr/>
            <p:nvPr/>
          </p:nvSpPr>
          <p:spPr>
            <a:xfrm>
              <a:off x="2302351"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74" name="Freeform: Shape 273">
              <a:extLst>
                <a:ext uri="{FF2B5EF4-FFF2-40B4-BE49-F238E27FC236}">
                  <a16:creationId xmlns:a16="http://schemas.microsoft.com/office/drawing/2014/main" id="{9E6D2ED7-E2B9-30F5-6861-22A5E5417116}"/>
                </a:ext>
              </a:extLst>
            </p:cNvPr>
            <p:cNvSpPr/>
            <p:nvPr/>
          </p:nvSpPr>
          <p:spPr>
            <a:xfrm>
              <a:off x="230235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5" name="Freeform: Shape 274">
              <a:extLst>
                <a:ext uri="{FF2B5EF4-FFF2-40B4-BE49-F238E27FC236}">
                  <a16:creationId xmlns:a16="http://schemas.microsoft.com/office/drawing/2014/main" id="{1B8FC524-F835-ABCA-803C-A14258F33362}"/>
                </a:ext>
              </a:extLst>
            </p:cNvPr>
            <p:cNvSpPr/>
            <p:nvPr/>
          </p:nvSpPr>
          <p:spPr>
            <a:xfrm>
              <a:off x="2093047"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76" name="Freeform: Shape 275">
              <a:extLst>
                <a:ext uri="{FF2B5EF4-FFF2-40B4-BE49-F238E27FC236}">
                  <a16:creationId xmlns:a16="http://schemas.microsoft.com/office/drawing/2014/main" id="{44CC7B75-7698-5742-9C4B-659738B6BD38}"/>
                </a:ext>
              </a:extLst>
            </p:cNvPr>
            <p:cNvSpPr/>
            <p:nvPr/>
          </p:nvSpPr>
          <p:spPr>
            <a:xfrm>
              <a:off x="1674437"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1" y="0"/>
                    <a:pt x="0" y="11861"/>
                    <a:pt x="0" y="26163"/>
                  </a:cubicBezTo>
                  <a:lnTo>
                    <a:pt x="0" y="26163"/>
                  </a:lnTo>
                  <a:lnTo>
                    <a:pt x="0" y="26163"/>
                  </a:ln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7" name="Freeform: Shape 276">
              <a:extLst>
                <a:ext uri="{FF2B5EF4-FFF2-40B4-BE49-F238E27FC236}">
                  <a16:creationId xmlns:a16="http://schemas.microsoft.com/office/drawing/2014/main" id="{10105BB9-97F6-99D9-5BDB-834893C6287E}"/>
                </a:ext>
              </a:extLst>
            </p:cNvPr>
            <p:cNvSpPr/>
            <p:nvPr/>
          </p:nvSpPr>
          <p:spPr>
            <a:xfrm>
              <a:off x="146513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8" name="Freeform: Shape 277">
              <a:extLst>
                <a:ext uri="{FF2B5EF4-FFF2-40B4-BE49-F238E27FC236}">
                  <a16:creationId xmlns:a16="http://schemas.microsoft.com/office/drawing/2014/main" id="{353A1519-A7E9-261F-DEED-F8CC3763FFF4}"/>
                </a:ext>
              </a:extLst>
            </p:cNvPr>
            <p:cNvSpPr/>
            <p:nvPr/>
          </p:nvSpPr>
          <p:spPr>
            <a:xfrm>
              <a:off x="115117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79" name="Freeform: Shape 278">
              <a:extLst>
                <a:ext uri="{FF2B5EF4-FFF2-40B4-BE49-F238E27FC236}">
                  <a16:creationId xmlns:a16="http://schemas.microsoft.com/office/drawing/2014/main" id="{01554FDF-A41E-BB04-4738-CB6EC13898B9}"/>
                </a:ext>
              </a:extLst>
            </p:cNvPr>
            <p:cNvSpPr/>
            <p:nvPr/>
          </p:nvSpPr>
          <p:spPr>
            <a:xfrm>
              <a:off x="62791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0" name="Freeform: Shape 279">
              <a:extLst>
                <a:ext uri="{FF2B5EF4-FFF2-40B4-BE49-F238E27FC236}">
                  <a16:creationId xmlns:a16="http://schemas.microsoft.com/office/drawing/2014/main" id="{D5A68FA1-2999-D2B4-1261-052110A900C9}"/>
                </a:ext>
              </a:extLst>
            </p:cNvPr>
            <p:cNvSpPr/>
            <p:nvPr/>
          </p:nvSpPr>
          <p:spPr>
            <a:xfrm>
              <a:off x="62791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1" name="Freeform: Shape 280">
              <a:extLst>
                <a:ext uri="{FF2B5EF4-FFF2-40B4-BE49-F238E27FC236}">
                  <a16:creationId xmlns:a16="http://schemas.microsoft.com/office/drawing/2014/main" id="{98D6857F-3909-DA5E-7874-EB2B482D89C9}"/>
                </a:ext>
              </a:extLst>
            </p:cNvPr>
            <p:cNvSpPr/>
            <p:nvPr/>
          </p:nvSpPr>
          <p:spPr>
            <a:xfrm>
              <a:off x="3244223" y="4187729"/>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6" y="0"/>
                    <a:pt x="7675" y="5581"/>
                    <a:pt x="3140" y="13605"/>
                  </a:cubicBezTo>
                  <a:cubicBezTo>
                    <a:pt x="2791" y="14302"/>
                    <a:pt x="2442" y="15000"/>
                    <a:pt x="2093" y="16047"/>
                  </a:cubicBezTo>
                  <a:cubicBezTo>
                    <a:pt x="698" y="19186"/>
                    <a:pt x="0" y="22675"/>
                    <a:pt x="0" y="26163"/>
                  </a:cubicBezTo>
                  <a:cubicBezTo>
                    <a:pt x="0" y="40465"/>
                    <a:pt x="11861" y="52326"/>
                    <a:pt x="26163" y="52326"/>
                  </a:cubicBezTo>
                  <a:lnTo>
                    <a:pt x="26163" y="52326"/>
                  </a:ln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82" name="Freeform: Shape 281">
              <a:extLst>
                <a:ext uri="{FF2B5EF4-FFF2-40B4-BE49-F238E27FC236}">
                  <a16:creationId xmlns:a16="http://schemas.microsoft.com/office/drawing/2014/main" id="{0394A4EB-6CD6-3E00-BE45-8EE1BCA48DD6}"/>
                </a:ext>
              </a:extLst>
            </p:cNvPr>
            <p:cNvSpPr/>
            <p:nvPr/>
          </p:nvSpPr>
          <p:spPr>
            <a:xfrm>
              <a:off x="5127965" y="5234253"/>
              <a:ext cx="52326" cy="52326"/>
            </a:xfrm>
            <a:custGeom>
              <a:avLst/>
              <a:gdLst>
                <a:gd name="connsiteX0" fmla="*/ 33837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283" name="Freeform: Shape 282">
              <a:extLst>
                <a:ext uri="{FF2B5EF4-FFF2-40B4-BE49-F238E27FC236}">
                  <a16:creationId xmlns:a16="http://schemas.microsoft.com/office/drawing/2014/main" id="{CD990426-EF5E-37F7-6403-991E06242E4F}"/>
                </a:ext>
              </a:extLst>
            </p:cNvPr>
            <p:cNvSpPr/>
            <p:nvPr/>
          </p:nvSpPr>
          <p:spPr>
            <a:xfrm>
              <a:off x="3872478" y="3455511"/>
              <a:ext cx="52333" cy="51977"/>
            </a:xfrm>
            <a:custGeom>
              <a:avLst/>
              <a:gdLst>
                <a:gd name="connsiteX0" fmla="*/ 25822 w 52333"/>
                <a:gd name="connsiteY0" fmla="*/ 51977 h 51977"/>
                <a:gd name="connsiteX1" fmla="*/ 38380 w 52333"/>
                <a:gd name="connsiteY1" fmla="*/ 48838 h 51977"/>
                <a:gd name="connsiteX2" fmla="*/ 39078 w 52333"/>
                <a:gd name="connsiteY2" fmla="*/ 48489 h 51977"/>
                <a:gd name="connsiteX3" fmla="*/ 41171 w 52333"/>
                <a:gd name="connsiteY3" fmla="*/ 47094 h 51977"/>
                <a:gd name="connsiteX4" fmla="*/ 44311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2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2" y="51977"/>
                  </a:moveTo>
                  <a:cubicBezTo>
                    <a:pt x="30357" y="51977"/>
                    <a:pt x="34543" y="50931"/>
                    <a:pt x="38380" y="48838"/>
                  </a:cubicBezTo>
                  <a:cubicBezTo>
                    <a:pt x="38729" y="48838"/>
                    <a:pt x="38729" y="48489"/>
                    <a:pt x="39078" y="48489"/>
                  </a:cubicBezTo>
                  <a:cubicBezTo>
                    <a:pt x="39775" y="48140"/>
                    <a:pt x="40473" y="47791"/>
                    <a:pt x="41171" y="47094"/>
                  </a:cubicBezTo>
                  <a:cubicBezTo>
                    <a:pt x="42217" y="46396"/>
                    <a:pt x="43264" y="45349"/>
                    <a:pt x="44311" y="44652"/>
                  </a:cubicBezTo>
                  <a:cubicBezTo>
                    <a:pt x="44311" y="44652"/>
                    <a:pt x="44311"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2" y="1744"/>
                    <a:pt x="14659" y="2791"/>
                  </a:cubicBezTo>
                  <a:cubicBezTo>
                    <a:pt x="12217" y="4186"/>
                    <a:pt x="9775" y="5582"/>
                    <a:pt x="7682" y="7675"/>
                  </a:cubicBezTo>
                  <a:cubicBezTo>
                    <a:pt x="2798" y="12558"/>
                    <a:pt x="8" y="18838"/>
                    <a:pt x="8" y="26163"/>
                  </a:cubicBezTo>
                  <a:cubicBezTo>
                    <a:pt x="-341" y="40117"/>
                    <a:pt x="11519" y="51977"/>
                    <a:pt x="25822" y="51977"/>
                  </a:cubicBezTo>
                  <a:close/>
                </a:path>
              </a:pathLst>
            </a:custGeom>
            <a:grpFill/>
            <a:ln w="3488" cap="flat">
              <a:noFill/>
              <a:prstDash val="solid"/>
              <a:miter/>
            </a:ln>
          </p:spPr>
          <p:txBody>
            <a:bodyPr rtlCol="0" anchor="ctr"/>
            <a:lstStyle/>
            <a:p>
              <a:endParaRPr lang="en-ID"/>
            </a:p>
          </p:txBody>
        </p:sp>
        <p:sp>
          <p:nvSpPr>
            <p:cNvPr id="284" name="Freeform: Shape 283">
              <a:extLst>
                <a:ext uri="{FF2B5EF4-FFF2-40B4-BE49-F238E27FC236}">
                  <a16:creationId xmlns:a16="http://schemas.microsoft.com/office/drawing/2014/main" id="{8470532E-F68E-7895-DE10-038DECE87470}"/>
                </a:ext>
              </a:extLst>
            </p:cNvPr>
            <p:cNvSpPr/>
            <p:nvPr/>
          </p:nvSpPr>
          <p:spPr>
            <a:xfrm>
              <a:off x="52326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5" name="Freeform: Shape 284">
              <a:extLst>
                <a:ext uri="{FF2B5EF4-FFF2-40B4-BE49-F238E27FC236}">
                  <a16:creationId xmlns:a16="http://schemas.microsoft.com/office/drawing/2014/main" id="{AE590C3E-715D-64A4-53BD-A5D2D173AC45}"/>
                </a:ext>
              </a:extLst>
            </p:cNvPr>
            <p:cNvSpPr/>
            <p:nvPr/>
          </p:nvSpPr>
          <p:spPr>
            <a:xfrm>
              <a:off x="5755879" y="2199334"/>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6" name="Freeform: Shape 285">
              <a:extLst>
                <a:ext uri="{FF2B5EF4-FFF2-40B4-BE49-F238E27FC236}">
                  <a16:creationId xmlns:a16="http://schemas.microsoft.com/office/drawing/2014/main" id="{884BEB18-3598-76FF-FD3E-2347A88B9DC7}"/>
                </a:ext>
              </a:extLst>
            </p:cNvPr>
            <p:cNvSpPr/>
            <p:nvPr/>
          </p:nvSpPr>
          <p:spPr>
            <a:xfrm>
              <a:off x="575587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7" name="Freeform: Shape 286">
              <a:extLst>
                <a:ext uri="{FF2B5EF4-FFF2-40B4-BE49-F238E27FC236}">
                  <a16:creationId xmlns:a16="http://schemas.microsoft.com/office/drawing/2014/main" id="{75174B6E-A089-6C54-5C96-51D4D657F061}"/>
                </a:ext>
              </a:extLst>
            </p:cNvPr>
            <p:cNvSpPr/>
            <p:nvPr/>
          </p:nvSpPr>
          <p:spPr>
            <a:xfrm>
              <a:off x="554657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8" name="Freeform: Shape 287">
              <a:extLst>
                <a:ext uri="{FF2B5EF4-FFF2-40B4-BE49-F238E27FC236}">
                  <a16:creationId xmlns:a16="http://schemas.microsoft.com/office/drawing/2014/main" id="{9808FB88-B29D-DF63-524B-3DCD00281E7F}"/>
                </a:ext>
              </a:extLst>
            </p:cNvPr>
            <p:cNvSpPr/>
            <p:nvPr/>
          </p:nvSpPr>
          <p:spPr>
            <a:xfrm>
              <a:off x="5023313"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9" name="Freeform: Shape 288">
              <a:extLst>
                <a:ext uri="{FF2B5EF4-FFF2-40B4-BE49-F238E27FC236}">
                  <a16:creationId xmlns:a16="http://schemas.microsoft.com/office/drawing/2014/main" id="{CCAC01A9-3038-B685-33AC-B6C1A7A20D83}"/>
                </a:ext>
              </a:extLst>
            </p:cNvPr>
            <p:cNvSpPr/>
            <p:nvPr/>
          </p:nvSpPr>
          <p:spPr>
            <a:xfrm>
              <a:off x="460470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90" name="Freeform: Shape 289">
              <a:extLst>
                <a:ext uri="{FF2B5EF4-FFF2-40B4-BE49-F238E27FC236}">
                  <a16:creationId xmlns:a16="http://schemas.microsoft.com/office/drawing/2014/main" id="{858B9AC9-F8D9-92BC-CF1B-FCF1726609DA}"/>
                </a:ext>
              </a:extLst>
            </p:cNvPr>
            <p:cNvSpPr/>
            <p:nvPr/>
          </p:nvSpPr>
          <p:spPr>
            <a:xfrm>
              <a:off x="544192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1" name="Freeform: Shape 290">
              <a:extLst>
                <a:ext uri="{FF2B5EF4-FFF2-40B4-BE49-F238E27FC236}">
                  <a16:creationId xmlns:a16="http://schemas.microsoft.com/office/drawing/2014/main" id="{80C7B51C-5698-4702-8920-60BB1253FC1C}"/>
                </a:ext>
              </a:extLst>
            </p:cNvPr>
            <p:cNvSpPr/>
            <p:nvPr/>
          </p:nvSpPr>
          <p:spPr>
            <a:xfrm>
              <a:off x="177909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2" name="Freeform: Shape 291">
              <a:extLst>
                <a:ext uri="{FF2B5EF4-FFF2-40B4-BE49-F238E27FC236}">
                  <a16:creationId xmlns:a16="http://schemas.microsoft.com/office/drawing/2014/main" id="{4F375049-6F5C-F025-4755-62D1D2444005}"/>
                </a:ext>
              </a:extLst>
            </p:cNvPr>
            <p:cNvSpPr/>
            <p:nvPr/>
          </p:nvSpPr>
          <p:spPr>
            <a:xfrm>
              <a:off x="16744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3" name="Freeform: Shape 292">
              <a:extLst>
                <a:ext uri="{FF2B5EF4-FFF2-40B4-BE49-F238E27FC236}">
                  <a16:creationId xmlns:a16="http://schemas.microsoft.com/office/drawing/2014/main" id="{FD6CF54A-0925-F34D-0B96-D54B366EA4D1}"/>
                </a:ext>
              </a:extLst>
            </p:cNvPr>
            <p:cNvSpPr/>
            <p:nvPr/>
          </p:nvSpPr>
          <p:spPr>
            <a:xfrm>
              <a:off x="62791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4" name="Freeform: Shape 293">
              <a:extLst>
                <a:ext uri="{FF2B5EF4-FFF2-40B4-BE49-F238E27FC236}">
                  <a16:creationId xmlns:a16="http://schemas.microsoft.com/office/drawing/2014/main" id="{3FCFBE5E-B6A8-D12C-711C-A77090AA2C7E}"/>
                </a:ext>
              </a:extLst>
            </p:cNvPr>
            <p:cNvSpPr/>
            <p:nvPr/>
          </p:nvSpPr>
          <p:spPr>
            <a:xfrm rot="17550026">
              <a:off x="523353" y="5443616"/>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295" name="Freeform: Shape 294">
              <a:extLst>
                <a:ext uri="{FF2B5EF4-FFF2-40B4-BE49-F238E27FC236}">
                  <a16:creationId xmlns:a16="http://schemas.microsoft.com/office/drawing/2014/main" id="{E851A92A-15E2-D45B-C22A-3ADE2D0401F5}"/>
                </a:ext>
              </a:extLst>
            </p:cNvPr>
            <p:cNvSpPr/>
            <p:nvPr/>
          </p:nvSpPr>
          <p:spPr>
            <a:xfrm>
              <a:off x="209304"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96" name="Freeform: Shape 295">
              <a:extLst>
                <a:ext uri="{FF2B5EF4-FFF2-40B4-BE49-F238E27FC236}">
                  <a16:creationId xmlns:a16="http://schemas.microsoft.com/office/drawing/2014/main" id="{1AC07AC5-0E95-C9D7-A845-7624E475782C}"/>
                </a:ext>
              </a:extLst>
            </p:cNvPr>
            <p:cNvSpPr/>
            <p:nvPr/>
          </p:nvSpPr>
          <p:spPr>
            <a:xfrm>
              <a:off x="5755879" y="3350510"/>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7" name="Freeform: Shape 296">
              <a:extLst>
                <a:ext uri="{FF2B5EF4-FFF2-40B4-BE49-F238E27FC236}">
                  <a16:creationId xmlns:a16="http://schemas.microsoft.com/office/drawing/2014/main" id="{90C0D9D4-0997-7216-0230-D9FAF9316B88}"/>
                </a:ext>
              </a:extLst>
            </p:cNvPr>
            <p:cNvSpPr/>
            <p:nvPr/>
          </p:nvSpPr>
          <p:spPr>
            <a:xfrm>
              <a:off x="4814008" y="4606338"/>
              <a:ext cx="52326" cy="52326"/>
            </a:xfrm>
            <a:custGeom>
              <a:avLst/>
              <a:gdLst>
                <a:gd name="connsiteX0" fmla="*/ 42908 w 52326"/>
                <a:gd name="connsiteY0" fmla="*/ 5930 h 52326"/>
                <a:gd name="connsiteX1" fmla="*/ 42908 w 52326"/>
                <a:gd name="connsiteY1" fmla="*/ 5930 h 52326"/>
                <a:gd name="connsiteX2" fmla="*/ 38721 w 52326"/>
                <a:gd name="connsiteY2" fmla="*/ 3140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 name="connsiteX10" fmla="*/ 42908 w 52326"/>
                <a:gd name="connsiteY10"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42908" y="5930"/>
                  </a:moveTo>
                  <a:cubicBezTo>
                    <a:pt x="42908" y="5930"/>
                    <a:pt x="42908" y="5930"/>
                    <a:pt x="42908" y="5930"/>
                  </a:cubicBezTo>
                  <a:cubicBezTo>
                    <a:pt x="41512" y="4884"/>
                    <a:pt x="40117" y="3837"/>
                    <a:pt x="38721" y="3140"/>
                  </a:cubicBezTo>
                  <a:cubicBezTo>
                    <a:pt x="34884" y="1046"/>
                    <a:pt x="30698"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lnTo>
                    <a:pt x="52326" y="26163"/>
                  </a:ln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298" name="Freeform: Shape 297">
              <a:extLst>
                <a:ext uri="{FF2B5EF4-FFF2-40B4-BE49-F238E27FC236}">
                  <a16:creationId xmlns:a16="http://schemas.microsoft.com/office/drawing/2014/main" id="{9E819130-913D-4EA0-C47C-F9E2F3D573FD}"/>
                </a:ext>
              </a:extLst>
            </p:cNvPr>
            <p:cNvSpPr/>
            <p:nvPr/>
          </p:nvSpPr>
          <p:spPr>
            <a:xfrm>
              <a:off x="2511656"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9" name="Freeform: Shape 298">
              <a:extLst>
                <a:ext uri="{FF2B5EF4-FFF2-40B4-BE49-F238E27FC236}">
                  <a16:creationId xmlns:a16="http://schemas.microsoft.com/office/drawing/2014/main" id="{6BA0C0D7-9E00-E069-98B4-25D0AF8BCE0C}"/>
                </a:ext>
              </a:extLst>
            </p:cNvPr>
            <p:cNvSpPr/>
            <p:nvPr/>
          </p:nvSpPr>
          <p:spPr>
            <a:xfrm>
              <a:off x="606983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0" name="Freeform: Shape 299">
              <a:extLst>
                <a:ext uri="{FF2B5EF4-FFF2-40B4-BE49-F238E27FC236}">
                  <a16:creationId xmlns:a16="http://schemas.microsoft.com/office/drawing/2014/main" id="{37427AC4-65AC-C3A6-88FC-46EA3630346F}"/>
                </a:ext>
              </a:extLst>
            </p:cNvPr>
            <p:cNvSpPr/>
            <p:nvPr/>
          </p:nvSpPr>
          <p:spPr>
            <a:xfrm>
              <a:off x="52326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1" name="Freeform: Shape 300">
              <a:extLst>
                <a:ext uri="{FF2B5EF4-FFF2-40B4-BE49-F238E27FC236}">
                  <a16:creationId xmlns:a16="http://schemas.microsoft.com/office/drawing/2014/main" id="{489B694A-8779-00F9-60CF-9D66637021EC}"/>
                </a:ext>
              </a:extLst>
            </p:cNvPr>
            <p:cNvSpPr/>
            <p:nvPr/>
          </p:nvSpPr>
          <p:spPr>
            <a:xfrm>
              <a:off x="48140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2" name="Freeform: Shape 301">
              <a:extLst>
                <a:ext uri="{FF2B5EF4-FFF2-40B4-BE49-F238E27FC236}">
                  <a16:creationId xmlns:a16="http://schemas.microsoft.com/office/drawing/2014/main" id="{3D4E02E8-8C7B-8DA0-8C13-3FEC56335FB9}"/>
                </a:ext>
              </a:extLst>
            </p:cNvPr>
            <p:cNvSpPr/>
            <p:nvPr/>
          </p:nvSpPr>
          <p:spPr>
            <a:xfrm>
              <a:off x="4395399"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03" name="Freeform: Shape 302">
              <a:extLst>
                <a:ext uri="{FF2B5EF4-FFF2-40B4-BE49-F238E27FC236}">
                  <a16:creationId xmlns:a16="http://schemas.microsoft.com/office/drawing/2014/main" id="{290CB501-D8E4-00E0-73F2-FFC6094DCCF8}"/>
                </a:ext>
              </a:extLst>
            </p:cNvPr>
            <p:cNvSpPr/>
            <p:nvPr/>
          </p:nvSpPr>
          <p:spPr>
            <a:xfrm>
              <a:off x="491866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4" name="Freeform: Shape 303">
              <a:extLst>
                <a:ext uri="{FF2B5EF4-FFF2-40B4-BE49-F238E27FC236}">
                  <a16:creationId xmlns:a16="http://schemas.microsoft.com/office/drawing/2014/main" id="{040801D5-29B2-9222-5D06-FF109862A497}"/>
                </a:ext>
              </a:extLst>
            </p:cNvPr>
            <p:cNvSpPr/>
            <p:nvPr/>
          </p:nvSpPr>
          <p:spPr>
            <a:xfrm>
              <a:off x="2720961"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05" name="Freeform: Shape 304">
              <a:extLst>
                <a:ext uri="{FF2B5EF4-FFF2-40B4-BE49-F238E27FC236}">
                  <a16:creationId xmlns:a16="http://schemas.microsoft.com/office/drawing/2014/main" id="{193039C6-AB9E-E7C8-E2FA-959F2C367DAF}"/>
                </a:ext>
              </a:extLst>
            </p:cNvPr>
            <p:cNvSpPr/>
            <p:nvPr/>
          </p:nvSpPr>
          <p:spPr>
            <a:xfrm>
              <a:off x="1674437"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6" name="Freeform: Shape 305">
              <a:extLst>
                <a:ext uri="{FF2B5EF4-FFF2-40B4-BE49-F238E27FC236}">
                  <a16:creationId xmlns:a16="http://schemas.microsoft.com/office/drawing/2014/main" id="{6DFF4891-93D1-6038-CA21-367BA458DF63}"/>
                </a:ext>
              </a:extLst>
            </p:cNvPr>
            <p:cNvSpPr/>
            <p:nvPr/>
          </p:nvSpPr>
          <p:spPr>
            <a:xfrm>
              <a:off x="732566"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07" name="Freeform: Shape 306">
              <a:extLst>
                <a:ext uri="{FF2B5EF4-FFF2-40B4-BE49-F238E27FC236}">
                  <a16:creationId xmlns:a16="http://schemas.microsoft.com/office/drawing/2014/main" id="{B141322F-67F2-6CD8-C02A-A71F4CB8A044}"/>
                </a:ext>
              </a:extLst>
            </p:cNvPr>
            <p:cNvSpPr/>
            <p:nvPr/>
          </p:nvSpPr>
          <p:spPr>
            <a:xfrm>
              <a:off x="627914"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8" name="Freeform: Shape 307">
              <a:extLst>
                <a:ext uri="{FF2B5EF4-FFF2-40B4-BE49-F238E27FC236}">
                  <a16:creationId xmlns:a16="http://schemas.microsoft.com/office/drawing/2014/main" id="{C7D124EF-FC0C-F690-D0CC-62E0CBAF4C8D}"/>
                </a:ext>
              </a:extLst>
            </p:cNvPr>
            <p:cNvSpPr/>
            <p:nvPr/>
          </p:nvSpPr>
          <p:spPr>
            <a:xfrm>
              <a:off x="62791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309" name="Freeform: Shape 308">
              <a:extLst>
                <a:ext uri="{FF2B5EF4-FFF2-40B4-BE49-F238E27FC236}">
                  <a16:creationId xmlns:a16="http://schemas.microsoft.com/office/drawing/2014/main" id="{424BD1AD-FE4A-26BF-D732-259931AC6E53}"/>
                </a:ext>
              </a:extLst>
            </p:cNvPr>
            <p:cNvSpPr/>
            <p:nvPr/>
          </p:nvSpPr>
          <p:spPr>
            <a:xfrm>
              <a:off x="104652"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0" name="Freeform: Shape 309">
              <a:extLst>
                <a:ext uri="{FF2B5EF4-FFF2-40B4-BE49-F238E27FC236}">
                  <a16:creationId xmlns:a16="http://schemas.microsoft.com/office/drawing/2014/main" id="{4ADB125C-ADC3-0480-FF2D-E176AB1050FD}"/>
                </a:ext>
              </a:extLst>
            </p:cNvPr>
            <p:cNvSpPr/>
            <p:nvPr/>
          </p:nvSpPr>
          <p:spPr>
            <a:xfrm>
              <a:off x="104652"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1" name="Freeform: Shape 310">
              <a:extLst>
                <a:ext uri="{FF2B5EF4-FFF2-40B4-BE49-F238E27FC236}">
                  <a16:creationId xmlns:a16="http://schemas.microsoft.com/office/drawing/2014/main" id="{7F7237A4-9676-59B5-8AFD-CADAB60D1191}"/>
                </a:ext>
              </a:extLst>
            </p:cNvPr>
            <p:cNvSpPr/>
            <p:nvPr/>
          </p:nvSpPr>
          <p:spPr>
            <a:xfrm>
              <a:off x="0"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6"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312" name="Freeform: Shape 311">
              <a:extLst>
                <a:ext uri="{FF2B5EF4-FFF2-40B4-BE49-F238E27FC236}">
                  <a16:creationId xmlns:a16="http://schemas.microsoft.com/office/drawing/2014/main" id="{D7B20DD9-4B03-D5AA-0066-F4D16594982F}"/>
                </a:ext>
              </a:extLst>
            </p:cNvPr>
            <p:cNvSpPr/>
            <p:nvPr/>
          </p:nvSpPr>
          <p:spPr>
            <a:xfrm>
              <a:off x="4186094"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40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8" y="0"/>
                    <a:pt x="12558" y="2791"/>
                    <a:pt x="7674" y="7675"/>
                  </a:cubicBezTo>
                  <a:cubicBezTo>
                    <a:pt x="6628" y="8721"/>
                    <a:pt x="5930" y="9419"/>
                    <a:pt x="5233" y="10465"/>
                  </a:cubicBezTo>
                  <a:cubicBezTo>
                    <a:pt x="4535" y="11512"/>
                    <a:pt x="3837" y="12558"/>
                    <a:pt x="3140" y="13605"/>
                  </a:cubicBezTo>
                  <a:cubicBezTo>
                    <a:pt x="1047" y="17442"/>
                    <a:pt x="0" y="21628"/>
                    <a:pt x="0" y="26163"/>
                  </a:cubicBezTo>
                  <a:lnTo>
                    <a:pt x="0" y="26163"/>
                  </a:ln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13" name="Freeform: Shape 312">
              <a:extLst>
                <a:ext uri="{FF2B5EF4-FFF2-40B4-BE49-F238E27FC236}">
                  <a16:creationId xmlns:a16="http://schemas.microsoft.com/office/drawing/2014/main" id="{ED1EC7AC-3F1C-1908-13DA-7810E50A6054}"/>
                </a:ext>
              </a:extLst>
            </p:cNvPr>
            <p:cNvSpPr/>
            <p:nvPr/>
          </p:nvSpPr>
          <p:spPr>
            <a:xfrm>
              <a:off x="941871"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6" y="52326"/>
                    <a:pt x="52326" y="40465"/>
                    <a:pt x="52326" y="26163"/>
                  </a:cubicBezTo>
                  <a:cubicBezTo>
                    <a:pt x="52326" y="26163"/>
                    <a:pt x="52326" y="26163"/>
                    <a:pt x="52326" y="26163"/>
                  </a:cubicBezTo>
                  <a:cubicBezTo>
                    <a:pt x="52326" y="11861"/>
                    <a:pt x="40466"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314" name="Freeform: Shape 313">
              <a:extLst>
                <a:ext uri="{FF2B5EF4-FFF2-40B4-BE49-F238E27FC236}">
                  <a16:creationId xmlns:a16="http://schemas.microsoft.com/office/drawing/2014/main" id="{3480A3C5-47AA-2FE6-5B08-3F939B82006C}"/>
                </a:ext>
              </a:extLst>
            </p:cNvPr>
            <p:cNvSpPr/>
            <p:nvPr/>
          </p:nvSpPr>
          <p:spPr>
            <a:xfrm>
              <a:off x="2720961"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49884 w 52326"/>
                <a:gd name="connsiteY5" fmla="*/ 36977 h 52326"/>
                <a:gd name="connsiteX6" fmla="*/ 51977 w 52326"/>
                <a:gd name="connsiteY6" fmla="*/ 29303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11861"/>
                    <a:pt x="40465" y="0"/>
                    <a:pt x="26163" y="0"/>
                  </a:cubicBezTo>
                  <a:cubicBezTo>
                    <a:pt x="11861" y="0"/>
                    <a:pt x="0" y="11861"/>
                    <a:pt x="0" y="26163"/>
                  </a:cubicBezTo>
                  <a:cubicBezTo>
                    <a:pt x="0" y="27210"/>
                    <a:pt x="0" y="27907"/>
                    <a:pt x="0" y="28954"/>
                  </a:cubicBezTo>
                  <a:cubicBezTo>
                    <a:pt x="1395" y="42210"/>
                    <a:pt x="12558" y="52326"/>
                    <a:pt x="26163" y="52326"/>
                  </a:cubicBezTo>
                  <a:cubicBezTo>
                    <a:pt x="36628" y="52326"/>
                    <a:pt x="45698" y="46047"/>
                    <a:pt x="49884" y="36977"/>
                  </a:cubicBezTo>
                  <a:cubicBezTo>
                    <a:pt x="50931" y="34535"/>
                    <a:pt x="51628" y="32093"/>
                    <a:pt x="51977" y="29303"/>
                  </a:cubicBezTo>
                  <a:cubicBezTo>
                    <a:pt x="52326" y="28256"/>
                    <a:pt x="52326" y="27210"/>
                    <a:pt x="52326" y="26163"/>
                  </a:cubicBezTo>
                  <a:lnTo>
                    <a:pt x="52326" y="26163"/>
                  </a:lnTo>
                  <a:close/>
                </a:path>
              </a:pathLst>
            </a:custGeom>
            <a:grpFill/>
            <a:ln w="3488" cap="flat">
              <a:noFill/>
              <a:prstDash val="solid"/>
              <a:miter/>
            </a:ln>
          </p:spPr>
          <p:txBody>
            <a:bodyPr rtlCol="0" anchor="ctr"/>
            <a:lstStyle/>
            <a:p>
              <a:endParaRPr lang="en-ID"/>
            </a:p>
          </p:txBody>
        </p:sp>
        <p:sp>
          <p:nvSpPr>
            <p:cNvPr id="315" name="Freeform: Shape 314">
              <a:extLst>
                <a:ext uri="{FF2B5EF4-FFF2-40B4-BE49-F238E27FC236}">
                  <a16:creationId xmlns:a16="http://schemas.microsoft.com/office/drawing/2014/main" id="{7A0065A6-DE03-0D72-261E-FA61F1A8DF14}"/>
                </a:ext>
              </a:extLst>
            </p:cNvPr>
            <p:cNvSpPr/>
            <p:nvPr/>
          </p:nvSpPr>
          <p:spPr>
            <a:xfrm>
              <a:off x="606983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6" name="Freeform: Shape 315">
              <a:extLst>
                <a:ext uri="{FF2B5EF4-FFF2-40B4-BE49-F238E27FC236}">
                  <a16:creationId xmlns:a16="http://schemas.microsoft.com/office/drawing/2014/main" id="{2CA8632B-D7FB-B4BE-B7B3-1FA93E0F00C1}"/>
                </a:ext>
              </a:extLst>
            </p:cNvPr>
            <p:cNvSpPr/>
            <p:nvPr/>
          </p:nvSpPr>
          <p:spPr>
            <a:xfrm>
              <a:off x="481400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7" name="Freeform: Shape 316">
              <a:extLst>
                <a:ext uri="{FF2B5EF4-FFF2-40B4-BE49-F238E27FC236}">
                  <a16:creationId xmlns:a16="http://schemas.microsoft.com/office/drawing/2014/main" id="{B1E2BB03-3738-E2FE-E277-7C91AAC4D0DD}"/>
                </a:ext>
              </a:extLst>
            </p:cNvPr>
            <p:cNvSpPr/>
            <p:nvPr/>
          </p:nvSpPr>
          <p:spPr>
            <a:xfrm>
              <a:off x="450005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8" name="Freeform: Shape 317">
              <a:extLst>
                <a:ext uri="{FF2B5EF4-FFF2-40B4-BE49-F238E27FC236}">
                  <a16:creationId xmlns:a16="http://schemas.microsoft.com/office/drawing/2014/main" id="{FB24A099-4315-0E1E-2261-3FE72812D0C3}"/>
                </a:ext>
              </a:extLst>
            </p:cNvPr>
            <p:cNvSpPr/>
            <p:nvPr/>
          </p:nvSpPr>
          <p:spPr>
            <a:xfrm>
              <a:off x="408144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9" name="Freeform: Shape 318">
              <a:extLst>
                <a:ext uri="{FF2B5EF4-FFF2-40B4-BE49-F238E27FC236}">
                  <a16:creationId xmlns:a16="http://schemas.microsoft.com/office/drawing/2014/main" id="{55D2457D-4B3B-FED3-420F-1C97453AF799}"/>
                </a:ext>
              </a:extLst>
            </p:cNvPr>
            <p:cNvSpPr/>
            <p:nvPr/>
          </p:nvSpPr>
          <p:spPr>
            <a:xfrm>
              <a:off x="34535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0" name="Freeform: Shape 319">
              <a:extLst>
                <a:ext uri="{FF2B5EF4-FFF2-40B4-BE49-F238E27FC236}">
                  <a16:creationId xmlns:a16="http://schemas.microsoft.com/office/drawing/2014/main" id="{5BB65B33-4195-A0F2-A28D-F96FB7CEABA1}"/>
                </a:ext>
              </a:extLst>
            </p:cNvPr>
            <p:cNvSpPr/>
            <p:nvPr/>
          </p:nvSpPr>
          <p:spPr>
            <a:xfrm>
              <a:off x="30349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1" name="Freeform: Shape 320">
              <a:extLst>
                <a:ext uri="{FF2B5EF4-FFF2-40B4-BE49-F238E27FC236}">
                  <a16:creationId xmlns:a16="http://schemas.microsoft.com/office/drawing/2014/main" id="{FB8447E5-D307-BD18-374A-783498F6442C}"/>
                </a:ext>
              </a:extLst>
            </p:cNvPr>
            <p:cNvSpPr/>
            <p:nvPr/>
          </p:nvSpPr>
          <p:spPr>
            <a:xfrm>
              <a:off x="272096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2" name="Freeform: Shape 321">
              <a:extLst>
                <a:ext uri="{FF2B5EF4-FFF2-40B4-BE49-F238E27FC236}">
                  <a16:creationId xmlns:a16="http://schemas.microsoft.com/office/drawing/2014/main" id="{FB42B48E-F0A6-7990-37C5-D1A57F1E0C0B}"/>
                </a:ext>
              </a:extLst>
            </p:cNvPr>
            <p:cNvSpPr/>
            <p:nvPr/>
          </p:nvSpPr>
          <p:spPr>
            <a:xfrm>
              <a:off x="418609"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3" name="Freeform: Shape 322">
              <a:extLst>
                <a:ext uri="{FF2B5EF4-FFF2-40B4-BE49-F238E27FC236}">
                  <a16:creationId xmlns:a16="http://schemas.microsoft.com/office/drawing/2014/main" id="{1886635E-F4F7-4B71-5F13-136FD2FC4D94}"/>
                </a:ext>
              </a:extLst>
            </p:cNvPr>
            <p:cNvSpPr/>
            <p:nvPr/>
          </p:nvSpPr>
          <p:spPr>
            <a:xfrm>
              <a:off x="41860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4" name="Freeform: Shape 323">
              <a:extLst>
                <a:ext uri="{FF2B5EF4-FFF2-40B4-BE49-F238E27FC236}">
                  <a16:creationId xmlns:a16="http://schemas.microsoft.com/office/drawing/2014/main" id="{667ED714-73B0-7DA1-E90A-72E5F8DAD29C}"/>
                </a:ext>
              </a:extLst>
            </p:cNvPr>
            <p:cNvSpPr/>
            <p:nvPr/>
          </p:nvSpPr>
          <p:spPr>
            <a:xfrm>
              <a:off x="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5" name="Freeform: Shape 324">
              <a:extLst>
                <a:ext uri="{FF2B5EF4-FFF2-40B4-BE49-F238E27FC236}">
                  <a16:creationId xmlns:a16="http://schemas.microsoft.com/office/drawing/2014/main" id="{F5BC47AA-0959-A2D9-AA4F-BA6774980FA6}"/>
                </a:ext>
              </a:extLst>
            </p:cNvPr>
            <p:cNvSpPr/>
            <p:nvPr/>
          </p:nvSpPr>
          <p:spPr>
            <a:xfrm>
              <a:off x="5965184" y="4606338"/>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1512 w 52326"/>
                <a:gd name="connsiteY5" fmla="*/ 453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cubicBezTo>
                    <a:pt x="20582" y="0"/>
                    <a:pt x="15698" y="1744"/>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6" name="Freeform: Shape 325">
              <a:extLst>
                <a:ext uri="{FF2B5EF4-FFF2-40B4-BE49-F238E27FC236}">
                  <a16:creationId xmlns:a16="http://schemas.microsoft.com/office/drawing/2014/main" id="{7FE631F0-AA0F-434A-63F9-44585721A466}"/>
                </a:ext>
              </a:extLst>
            </p:cNvPr>
            <p:cNvSpPr/>
            <p:nvPr/>
          </p:nvSpPr>
          <p:spPr>
            <a:xfrm>
              <a:off x="59651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7" name="Freeform: Shape 326">
              <a:extLst>
                <a:ext uri="{FF2B5EF4-FFF2-40B4-BE49-F238E27FC236}">
                  <a16:creationId xmlns:a16="http://schemas.microsoft.com/office/drawing/2014/main" id="{4BFAB7B4-F553-B338-1A13-E34F82792729}"/>
                </a:ext>
              </a:extLst>
            </p:cNvPr>
            <p:cNvSpPr/>
            <p:nvPr/>
          </p:nvSpPr>
          <p:spPr>
            <a:xfrm>
              <a:off x="523261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8" name="Freeform: Shape 327">
              <a:extLst>
                <a:ext uri="{FF2B5EF4-FFF2-40B4-BE49-F238E27FC236}">
                  <a16:creationId xmlns:a16="http://schemas.microsoft.com/office/drawing/2014/main" id="{E7600017-9614-ECE1-981F-FEE04A495F51}"/>
                </a:ext>
              </a:extLst>
            </p:cNvPr>
            <p:cNvSpPr/>
            <p:nvPr/>
          </p:nvSpPr>
          <p:spPr>
            <a:xfrm>
              <a:off x="460470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9" name="Freeform: Shape 328">
              <a:extLst>
                <a:ext uri="{FF2B5EF4-FFF2-40B4-BE49-F238E27FC236}">
                  <a16:creationId xmlns:a16="http://schemas.microsoft.com/office/drawing/2014/main" id="{BD37F7C8-1BDF-8023-C88E-6B27C55CD0F9}"/>
                </a:ext>
              </a:extLst>
            </p:cNvPr>
            <p:cNvSpPr/>
            <p:nvPr/>
          </p:nvSpPr>
          <p:spPr>
            <a:xfrm>
              <a:off x="491866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0" name="Freeform: Shape 329">
              <a:extLst>
                <a:ext uri="{FF2B5EF4-FFF2-40B4-BE49-F238E27FC236}">
                  <a16:creationId xmlns:a16="http://schemas.microsoft.com/office/drawing/2014/main" id="{C40E2FBF-7579-4AC4-EDD0-F7E619EE9AD7}"/>
                </a:ext>
              </a:extLst>
            </p:cNvPr>
            <p:cNvSpPr/>
            <p:nvPr/>
          </p:nvSpPr>
          <p:spPr>
            <a:xfrm>
              <a:off x="491866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31" name="Freeform: Shape 330">
              <a:extLst>
                <a:ext uri="{FF2B5EF4-FFF2-40B4-BE49-F238E27FC236}">
                  <a16:creationId xmlns:a16="http://schemas.microsoft.com/office/drawing/2014/main" id="{102D138C-E37B-A1FC-3846-9B26FB5A8688}"/>
                </a:ext>
              </a:extLst>
            </p:cNvPr>
            <p:cNvSpPr/>
            <p:nvPr/>
          </p:nvSpPr>
          <p:spPr>
            <a:xfrm>
              <a:off x="3872137"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2" name="Freeform: Shape 331">
              <a:extLst>
                <a:ext uri="{FF2B5EF4-FFF2-40B4-BE49-F238E27FC236}">
                  <a16:creationId xmlns:a16="http://schemas.microsoft.com/office/drawing/2014/main" id="{5D07C46A-3C9B-22B9-B9FB-E86B1BB86673}"/>
                </a:ext>
              </a:extLst>
            </p:cNvPr>
            <p:cNvSpPr/>
            <p:nvPr/>
          </p:nvSpPr>
          <p:spPr>
            <a:xfrm>
              <a:off x="334887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3" name="Freeform: Shape 332">
              <a:extLst>
                <a:ext uri="{FF2B5EF4-FFF2-40B4-BE49-F238E27FC236}">
                  <a16:creationId xmlns:a16="http://schemas.microsoft.com/office/drawing/2014/main" id="{AE2FA456-626A-D4C8-FDF9-8912AE20A298}"/>
                </a:ext>
              </a:extLst>
            </p:cNvPr>
            <p:cNvSpPr/>
            <p:nvPr/>
          </p:nvSpPr>
          <p:spPr>
            <a:xfrm>
              <a:off x="282561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4" name="Freeform: Shape 333">
              <a:extLst>
                <a:ext uri="{FF2B5EF4-FFF2-40B4-BE49-F238E27FC236}">
                  <a16:creationId xmlns:a16="http://schemas.microsoft.com/office/drawing/2014/main" id="{9F7B981F-B7AC-5396-E8D3-A42C03F47262}"/>
                </a:ext>
              </a:extLst>
            </p:cNvPr>
            <p:cNvSpPr/>
            <p:nvPr/>
          </p:nvSpPr>
          <p:spPr>
            <a:xfrm>
              <a:off x="272096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5" name="Freeform: Shape 334">
              <a:extLst>
                <a:ext uri="{FF2B5EF4-FFF2-40B4-BE49-F238E27FC236}">
                  <a16:creationId xmlns:a16="http://schemas.microsoft.com/office/drawing/2014/main" id="{634D9BBC-9874-C7C4-9E1D-765D4A160F6A}"/>
                </a:ext>
              </a:extLst>
            </p:cNvPr>
            <p:cNvSpPr/>
            <p:nvPr/>
          </p:nvSpPr>
          <p:spPr>
            <a:xfrm>
              <a:off x="272096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6" name="Freeform: Shape 335">
              <a:extLst>
                <a:ext uri="{FF2B5EF4-FFF2-40B4-BE49-F238E27FC236}">
                  <a16:creationId xmlns:a16="http://schemas.microsoft.com/office/drawing/2014/main" id="{3BA9806F-0B1D-B7C2-BEAB-8277299F7FFA}"/>
                </a:ext>
              </a:extLst>
            </p:cNvPr>
            <p:cNvSpPr/>
            <p:nvPr/>
          </p:nvSpPr>
          <p:spPr>
            <a:xfrm>
              <a:off x="2511656"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7" name="Freeform: Shape 336">
              <a:extLst>
                <a:ext uri="{FF2B5EF4-FFF2-40B4-BE49-F238E27FC236}">
                  <a16:creationId xmlns:a16="http://schemas.microsoft.com/office/drawing/2014/main" id="{8DFEB8EF-421E-A111-A599-040FCF560EB9}"/>
                </a:ext>
              </a:extLst>
            </p:cNvPr>
            <p:cNvSpPr/>
            <p:nvPr/>
          </p:nvSpPr>
          <p:spPr>
            <a:xfrm>
              <a:off x="251165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8" name="Freeform: Shape 337">
              <a:extLst>
                <a:ext uri="{FF2B5EF4-FFF2-40B4-BE49-F238E27FC236}">
                  <a16:creationId xmlns:a16="http://schemas.microsoft.com/office/drawing/2014/main" id="{A38C8DCE-123F-90C2-03A4-6B85EC053E2D}"/>
                </a:ext>
              </a:extLst>
            </p:cNvPr>
            <p:cNvSpPr/>
            <p:nvPr/>
          </p:nvSpPr>
          <p:spPr>
            <a:xfrm>
              <a:off x="177909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9" name="Freeform: Shape 338">
              <a:extLst>
                <a:ext uri="{FF2B5EF4-FFF2-40B4-BE49-F238E27FC236}">
                  <a16:creationId xmlns:a16="http://schemas.microsoft.com/office/drawing/2014/main" id="{F25CB43C-4D63-1B7B-7C5A-D1F630C87B24}"/>
                </a:ext>
              </a:extLst>
            </p:cNvPr>
            <p:cNvSpPr/>
            <p:nvPr/>
          </p:nvSpPr>
          <p:spPr>
            <a:xfrm>
              <a:off x="1674437"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1" y="0"/>
                    <a:pt x="0" y="11861"/>
                    <a:pt x="0" y="26163"/>
                  </a:cubicBezTo>
                  <a:cubicBezTo>
                    <a:pt x="0" y="40465"/>
                    <a:pt x="11861"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0" name="Freeform: Shape 339">
              <a:extLst>
                <a:ext uri="{FF2B5EF4-FFF2-40B4-BE49-F238E27FC236}">
                  <a16:creationId xmlns:a16="http://schemas.microsoft.com/office/drawing/2014/main" id="{1AF1B7DB-88EF-5112-7E87-ADEDDEFAFAB1}"/>
                </a:ext>
              </a:extLst>
            </p:cNvPr>
            <p:cNvSpPr/>
            <p:nvPr/>
          </p:nvSpPr>
          <p:spPr>
            <a:xfrm>
              <a:off x="167443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1" name="Freeform: Shape 340">
              <a:extLst>
                <a:ext uri="{FF2B5EF4-FFF2-40B4-BE49-F238E27FC236}">
                  <a16:creationId xmlns:a16="http://schemas.microsoft.com/office/drawing/2014/main" id="{62164E1A-0529-CCCD-E765-E96AB074A93E}"/>
                </a:ext>
              </a:extLst>
            </p:cNvPr>
            <p:cNvSpPr/>
            <p:nvPr/>
          </p:nvSpPr>
          <p:spPr>
            <a:xfrm>
              <a:off x="941871"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2" name="Freeform: Shape 341">
              <a:extLst>
                <a:ext uri="{FF2B5EF4-FFF2-40B4-BE49-F238E27FC236}">
                  <a16:creationId xmlns:a16="http://schemas.microsoft.com/office/drawing/2014/main" id="{0F8FE894-C1AD-3017-F6B8-2ABE8AD5F573}"/>
                </a:ext>
              </a:extLst>
            </p:cNvPr>
            <p:cNvSpPr/>
            <p:nvPr/>
          </p:nvSpPr>
          <p:spPr>
            <a:xfrm>
              <a:off x="31395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3" name="Freeform: Shape 342">
              <a:extLst>
                <a:ext uri="{FF2B5EF4-FFF2-40B4-BE49-F238E27FC236}">
                  <a16:creationId xmlns:a16="http://schemas.microsoft.com/office/drawing/2014/main" id="{60D68131-6145-1D03-7151-22A08942A04E}"/>
                </a:ext>
              </a:extLst>
            </p:cNvPr>
            <p:cNvSpPr/>
            <p:nvPr/>
          </p:nvSpPr>
          <p:spPr>
            <a:xfrm>
              <a:off x="31395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44" name="Freeform: Shape 343">
              <a:extLst>
                <a:ext uri="{FF2B5EF4-FFF2-40B4-BE49-F238E27FC236}">
                  <a16:creationId xmlns:a16="http://schemas.microsoft.com/office/drawing/2014/main" id="{6AD4B85C-C6DF-1F3F-6C12-1DAA72418DEC}"/>
                </a:ext>
              </a:extLst>
            </p:cNvPr>
            <p:cNvSpPr/>
            <p:nvPr/>
          </p:nvSpPr>
          <p:spPr>
            <a:xfrm>
              <a:off x="2616309" y="4083077"/>
              <a:ext cx="52326" cy="52326"/>
            </a:xfrm>
            <a:custGeom>
              <a:avLst/>
              <a:gdLst>
                <a:gd name="connsiteX0" fmla="*/ 52326 w 52326"/>
                <a:gd name="connsiteY0" fmla="*/ 26163 h 52326"/>
                <a:gd name="connsiteX1" fmla="*/ 26163 w 52326"/>
                <a:gd name="connsiteY1" fmla="*/ 0 h 52326"/>
                <a:gd name="connsiteX2" fmla="*/ 1046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ubicBezTo>
                    <a:pt x="35931" y="52326"/>
                    <a:pt x="44652" y="46745"/>
                    <a:pt x="49187" y="38721"/>
                  </a:cubicBezTo>
                  <a:cubicBezTo>
                    <a:pt x="51280"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345" name="Freeform: Shape 344">
              <a:extLst>
                <a:ext uri="{FF2B5EF4-FFF2-40B4-BE49-F238E27FC236}">
                  <a16:creationId xmlns:a16="http://schemas.microsoft.com/office/drawing/2014/main" id="{2CAA20DB-2630-98EA-B83D-333FD61EB9D3}"/>
                </a:ext>
              </a:extLst>
            </p:cNvPr>
            <p:cNvSpPr/>
            <p:nvPr/>
          </p:nvSpPr>
          <p:spPr>
            <a:xfrm>
              <a:off x="2197699" y="512960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lnTo>
                    <a:pt x="52326" y="26163"/>
                  </a:ln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6" name="Freeform: Shape 345">
              <a:extLst>
                <a:ext uri="{FF2B5EF4-FFF2-40B4-BE49-F238E27FC236}">
                  <a16:creationId xmlns:a16="http://schemas.microsoft.com/office/drawing/2014/main" id="{93AC8FB9-A928-2F85-9333-BC77860FF12F}"/>
                </a:ext>
              </a:extLst>
            </p:cNvPr>
            <p:cNvSpPr/>
            <p:nvPr/>
          </p:nvSpPr>
          <p:spPr>
            <a:xfrm>
              <a:off x="3976789"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47" name="Freeform: Shape 346">
              <a:extLst>
                <a:ext uri="{FF2B5EF4-FFF2-40B4-BE49-F238E27FC236}">
                  <a16:creationId xmlns:a16="http://schemas.microsoft.com/office/drawing/2014/main" id="{A4624A0C-1F34-4B9A-F753-7EDCE898F5F4}"/>
                </a:ext>
              </a:extLst>
            </p:cNvPr>
            <p:cNvSpPr/>
            <p:nvPr/>
          </p:nvSpPr>
          <p:spPr>
            <a:xfrm>
              <a:off x="3558180"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4"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8" name="Freeform: Shape 347">
              <a:extLst>
                <a:ext uri="{FF2B5EF4-FFF2-40B4-BE49-F238E27FC236}">
                  <a16:creationId xmlns:a16="http://schemas.microsoft.com/office/drawing/2014/main" id="{D589967B-3E33-C947-D419-9109347C273A}"/>
                </a:ext>
              </a:extLst>
            </p:cNvPr>
            <p:cNvSpPr/>
            <p:nvPr/>
          </p:nvSpPr>
          <p:spPr>
            <a:xfrm>
              <a:off x="554657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9" name="Freeform: Shape 348">
              <a:extLst>
                <a:ext uri="{FF2B5EF4-FFF2-40B4-BE49-F238E27FC236}">
                  <a16:creationId xmlns:a16="http://schemas.microsoft.com/office/drawing/2014/main" id="{2BB78297-18BE-C05F-92AA-3E9F5C028DE6}"/>
                </a:ext>
              </a:extLst>
            </p:cNvPr>
            <p:cNvSpPr/>
            <p:nvPr/>
          </p:nvSpPr>
          <p:spPr>
            <a:xfrm>
              <a:off x="3976789"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50" name="Freeform: Shape 349">
              <a:extLst>
                <a:ext uri="{FF2B5EF4-FFF2-40B4-BE49-F238E27FC236}">
                  <a16:creationId xmlns:a16="http://schemas.microsoft.com/office/drawing/2014/main" id="{0182051A-22F1-25B1-76DF-414C1B629F78}"/>
                </a:ext>
              </a:extLst>
            </p:cNvPr>
            <p:cNvSpPr/>
            <p:nvPr/>
          </p:nvSpPr>
          <p:spPr>
            <a:xfrm>
              <a:off x="4918660"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5349" y="0"/>
                    <a:pt x="5930" y="6628"/>
                    <a:pt x="2093" y="16047"/>
                  </a:cubicBezTo>
                  <a:cubicBezTo>
                    <a:pt x="698" y="19186"/>
                    <a:pt x="0" y="22675"/>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1" name="Freeform: Shape 350">
              <a:extLst>
                <a:ext uri="{FF2B5EF4-FFF2-40B4-BE49-F238E27FC236}">
                  <a16:creationId xmlns:a16="http://schemas.microsoft.com/office/drawing/2014/main" id="{DA4B9C8A-C93B-F93E-B0C2-FB060B112AEE}"/>
                </a:ext>
              </a:extLst>
            </p:cNvPr>
            <p:cNvSpPr/>
            <p:nvPr/>
          </p:nvSpPr>
          <p:spPr>
            <a:xfrm>
              <a:off x="408144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2" name="Freeform: Shape 351">
              <a:extLst>
                <a:ext uri="{FF2B5EF4-FFF2-40B4-BE49-F238E27FC236}">
                  <a16:creationId xmlns:a16="http://schemas.microsoft.com/office/drawing/2014/main" id="{4ACD96B7-5660-8CFA-455B-49725E0A17DC}"/>
                </a:ext>
              </a:extLst>
            </p:cNvPr>
            <p:cNvSpPr/>
            <p:nvPr/>
          </p:nvSpPr>
          <p:spPr>
            <a:xfrm>
              <a:off x="38721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3" name="Freeform: Shape 352">
              <a:extLst>
                <a:ext uri="{FF2B5EF4-FFF2-40B4-BE49-F238E27FC236}">
                  <a16:creationId xmlns:a16="http://schemas.microsoft.com/office/drawing/2014/main" id="{3E06417D-82DB-EFD7-779D-BE9D327DFF43}"/>
                </a:ext>
              </a:extLst>
            </p:cNvPr>
            <p:cNvSpPr/>
            <p:nvPr/>
          </p:nvSpPr>
          <p:spPr>
            <a:xfrm>
              <a:off x="355818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54" name="Freeform: Shape 353">
              <a:extLst>
                <a:ext uri="{FF2B5EF4-FFF2-40B4-BE49-F238E27FC236}">
                  <a16:creationId xmlns:a16="http://schemas.microsoft.com/office/drawing/2014/main" id="{0BBC02E6-920F-676B-AAF5-AFC96488EA4C}"/>
                </a:ext>
              </a:extLst>
            </p:cNvPr>
            <p:cNvSpPr/>
            <p:nvPr/>
          </p:nvSpPr>
          <p:spPr>
            <a:xfrm>
              <a:off x="345352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5" name="Freeform: Shape 354">
              <a:extLst>
                <a:ext uri="{FF2B5EF4-FFF2-40B4-BE49-F238E27FC236}">
                  <a16:creationId xmlns:a16="http://schemas.microsoft.com/office/drawing/2014/main" id="{F2157B18-F510-EA02-99F7-A87DABB2D863}"/>
                </a:ext>
              </a:extLst>
            </p:cNvPr>
            <p:cNvSpPr/>
            <p:nvPr/>
          </p:nvSpPr>
          <p:spPr>
            <a:xfrm>
              <a:off x="3348875"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7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1" y="52326"/>
                    <a:pt x="26163" y="52326"/>
                  </a:cubicBezTo>
                  <a:cubicBezTo>
                    <a:pt x="32442" y="52326"/>
                    <a:pt x="38373" y="50233"/>
                    <a:pt x="42907"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56" name="Freeform: Shape 355">
              <a:extLst>
                <a:ext uri="{FF2B5EF4-FFF2-40B4-BE49-F238E27FC236}">
                  <a16:creationId xmlns:a16="http://schemas.microsoft.com/office/drawing/2014/main" id="{E3BCD004-6EEC-9620-B773-EA5AFE9AEA72}"/>
                </a:ext>
              </a:extLst>
            </p:cNvPr>
            <p:cNvSpPr/>
            <p:nvPr/>
          </p:nvSpPr>
          <p:spPr>
            <a:xfrm>
              <a:off x="2720961" y="4292381"/>
              <a:ext cx="52326" cy="52326"/>
            </a:xfrm>
            <a:custGeom>
              <a:avLst/>
              <a:gdLst>
                <a:gd name="connsiteX0" fmla="*/ 51280 w 52326"/>
                <a:gd name="connsiteY0" fmla="*/ 18489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1280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80" y="18489"/>
                  </a:moveTo>
                  <a:cubicBezTo>
                    <a:pt x="48140" y="7675"/>
                    <a:pt x="38024"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3372"/>
                    <a:pt x="51977" y="20930"/>
                    <a:pt x="51280" y="18489"/>
                  </a:cubicBezTo>
                  <a:close/>
                </a:path>
              </a:pathLst>
            </a:custGeom>
            <a:grpFill/>
            <a:ln w="3488" cap="flat">
              <a:noFill/>
              <a:prstDash val="solid"/>
              <a:miter/>
            </a:ln>
          </p:spPr>
          <p:txBody>
            <a:bodyPr rtlCol="0" anchor="ctr"/>
            <a:lstStyle/>
            <a:p>
              <a:endParaRPr lang="en-ID"/>
            </a:p>
          </p:txBody>
        </p:sp>
        <p:sp>
          <p:nvSpPr>
            <p:cNvPr id="357" name="Freeform: Shape 356">
              <a:extLst>
                <a:ext uri="{FF2B5EF4-FFF2-40B4-BE49-F238E27FC236}">
                  <a16:creationId xmlns:a16="http://schemas.microsoft.com/office/drawing/2014/main" id="{4E857450-8D81-B90B-5ACD-E958244475A2}"/>
                </a:ext>
              </a:extLst>
            </p:cNvPr>
            <p:cNvSpPr/>
            <p:nvPr/>
          </p:nvSpPr>
          <p:spPr>
            <a:xfrm>
              <a:off x="240700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8" name="Freeform: Shape 357">
              <a:extLst>
                <a:ext uri="{FF2B5EF4-FFF2-40B4-BE49-F238E27FC236}">
                  <a16:creationId xmlns:a16="http://schemas.microsoft.com/office/drawing/2014/main" id="{94D75D44-C5CF-5CA5-060D-A661388F84EC}"/>
                </a:ext>
              </a:extLst>
            </p:cNvPr>
            <p:cNvSpPr/>
            <p:nvPr/>
          </p:nvSpPr>
          <p:spPr>
            <a:xfrm>
              <a:off x="240700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9" name="Freeform: Shape 358">
              <a:extLst>
                <a:ext uri="{FF2B5EF4-FFF2-40B4-BE49-F238E27FC236}">
                  <a16:creationId xmlns:a16="http://schemas.microsoft.com/office/drawing/2014/main" id="{E2D8F3BC-0027-6115-633B-25B683C03337}"/>
                </a:ext>
              </a:extLst>
            </p:cNvPr>
            <p:cNvSpPr/>
            <p:nvPr/>
          </p:nvSpPr>
          <p:spPr>
            <a:xfrm>
              <a:off x="136048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0" name="Freeform: Shape 359">
              <a:extLst>
                <a:ext uri="{FF2B5EF4-FFF2-40B4-BE49-F238E27FC236}">
                  <a16:creationId xmlns:a16="http://schemas.microsoft.com/office/drawing/2014/main" id="{9B0D7C54-C55C-FAC0-A5E3-328941264A14}"/>
                </a:ext>
              </a:extLst>
            </p:cNvPr>
            <p:cNvSpPr/>
            <p:nvPr/>
          </p:nvSpPr>
          <p:spPr>
            <a:xfrm>
              <a:off x="41860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1" name="Freeform: Shape 360">
              <a:extLst>
                <a:ext uri="{FF2B5EF4-FFF2-40B4-BE49-F238E27FC236}">
                  <a16:creationId xmlns:a16="http://schemas.microsoft.com/office/drawing/2014/main" id="{4ED6E11B-B300-1F03-8F0B-FED260936933}"/>
                </a:ext>
              </a:extLst>
            </p:cNvPr>
            <p:cNvSpPr/>
            <p:nvPr/>
          </p:nvSpPr>
          <p:spPr>
            <a:xfrm>
              <a:off x="10465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2" name="Freeform: Shape 361">
              <a:extLst>
                <a:ext uri="{FF2B5EF4-FFF2-40B4-BE49-F238E27FC236}">
                  <a16:creationId xmlns:a16="http://schemas.microsoft.com/office/drawing/2014/main" id="{E06F6F87-1136-E330-370C-C01D938A489D}"/>
                </a:ext>
              </a:extLst>
            </p:cNvPr>
            <p:cNvSpPr/>
            <p:nvPr/>
          </p:nvSpPr>
          <p:spPr>
            <a:xfrm>
              <a:off x="0"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3" name="Freeform: Shape 362">
              <a:extLst>
                <a:ext uri="{FF2B5EF4-FFF2-40B4-BE49-F238E27FC236}">
                  <a16:creationId xmlns:a16="http://schemas.microsoft.com/office/drawing/2014/main" id="{4D0EFD74-112B-A22D-C2D8-64DFAD764535}"/>
                </a:ext>
              </a:extLst>
            </p:cNvPr>
            <p:cNvSpPr/>
            <p:nvPr/>
          </p:nvSpPr>
          <p:spPr>
            <a:xfrm>
              <a:off x="1465133" y="4083077"/>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7" y="52326"/>
                    <a:pt x="26163" y="52326"/>
                  </a:cubicBezTo>
                  <a:cubicBezTo>
                    <a:pt x="40466"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364" name="Freeform: Shape 363">
              <a:extLst>
                <a:ext uri="{FF2B5EF4-FFF2-40B4-BE49-F238E27FC236}">
                  <a16:creationId xmlns:a16="http://schemas.microsoft.com/office/drawing/2014/main" id="{AFADF816-4FF2-5A62-864E-147AE24DAF18}"/>
                </a:ext>
              </a:extLst>
            </p:cNvPr>
            <p:cNvSpPr/>
            <p:nvPr/>
          </p:nvSpPr>
          <p:spPr>
            <a:xfrm>
              <a:off x="4709356" y="4920296"/>
              <a:ext cx="52326" cy="52326"/>
            </a:xfrm>
            <a:custGeom>
              <a:avLst/>
              <a:gdLst>
                <a:gd name="connsiteX0" fmla="*/ 46745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5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5" y="10116"/>
                  </a:moveTo>
                  <a:cubicBezTo>
                    <a:pt x="41861" y="4186"/>
                    <a:pt x="34535" y="0"/>
                    <a:pt x="26163" y="0"/>
                  </a:cubicBezTo>
                  <a:cubicBezTo>
                    <a:pt x="11861" y="0"/>
                    <a:pt x="0" y="11861"/>
                    <a:pt x="0" y="26163"/>
                  </a:cubicBezTo>
                  <a:cubicBezTo>
                    <a:pt x="0" y="27907"/>
                    <a:pt x="349" y="29652"/>
                    <a:pt x="698" y="31396"/>
                  </a:cubicBezTo>
                  <a:cubicBezTo>
                    <a:pt x="3140" y="43256"/>
                    <a:pt x="13605" y="52326"/>
                    <a:pt x="26163" y="52326"/>
                  </a:cubicBezTo>
                  <a:cubicBezTo>
                    <a:pt x="34884" y="52326"/>
                    <a:pt x="42210" y="48140"/>
                    <a:pt x="47094" y="41861"/>
                  </a:cubicBezTo>
                  <a:cubicBezTo>
                    <a:pt x="50233" y="37326"/>
                    <a:pt x="52326" y="32093"/>
                    <a:pt x="52326" y="26163"/>
                  </a:cubicBezTo>
                  <a:cubicBezTo>
                    <a:pt x="52326" y="20233"/>
                    <a:pt x="50233" y="14302"/>
                    <a:pt x="46745" y="10116"/>
                  </a:cubicBezTo>
                  <a:close/>
                </a:path>
              </a:pathLst>
            </a:custGeom>
            <a:grpFill/>
            <a:ln w="3488" cap="flat">
              <a:noFill/>
              <a:prstDash val="solid"/>
              <a:miter/>
            </a:ln>
          </p:spPr>
          <p:txBody>
            <a:bodyPr rtlCol="0" anchor="ctr"/>
            <a:lstStyle/>
            <a:p>
              <a:endParaRPr lang="en-ID"/>
            </a:p>
          </p:txBody>
        </p:sp>
        <p:sp>
          <p:nvSpPr>
            <p:cNvPr id="365" name="Freeform: Shape 364">
              <a:extLst>
                <a:ext uri="{FF2B5EF4-FFF2-40B4-BE49-F238E27FC236}">
                  <a16:creationId xmlns:a16="http://schemas.microsoft.com/office/drawing/2014/main" id="{975C58A4-E077-0587-4636-7B2BE98CC200}"/>
                </a:ext>
              </a:extLst>
            </p:cNvPr>
            <p:cNvSpPr/>
            <p:nvPr/>
          </p:nvSpPr>
          <p:spPr>
            <a:xfrm>
              <a:off x="5755879"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6" name="Freeform: Shape 365">
              <a:extLst>
                <a:ext uri="{FF2B5EF4-FFF2-40B4-BE49-F238E27FC236}">
                  <a16:creationId xmlns:a16="http://schemas.microsoft.com/office/drawing/2014/main" id="{5FAA3479-4F9D-FB26-3D46-9D170ED2FD3E}"/>
                </a:ext>
              </a:extLst>
            </p:cNvPr>
            <p:cNvSpPr/>
            <p:nvPr/>
          </p:nvSpPr>
          <p:spPr>
            <a:xfrm>
              <a:off x="596518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7" name="Freeform: Shape 366">
              <a:extLst>
                <a:ext uri="{FF2B5EF4-FFF2-40B4-BE49-F238E27FC236}">
                  <a16:creationId xmlns:a16="http://schemas.microsoft.com/office/drawing/2014/main" id="{3B79694D-7B32-B9CD-3848-65796B7E8DAA}"/>
                </a:ext>
              </a:extLst>
            </p:cNvPr>
            <p:cNvSpPr/>
            <p:nvPr/>
          </p:nvSpPr>
          <p:spPr>
            <a:xfrm>
              <a:off x="481400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8" name="Freeform: Shape 367">
              <a:extLst>
                <a:ext uri="{FF2B5EF4-FFF2-40B4-BE49-F238E27FC236}">
                  <a16:creationId xmlns:a16="http://schemas.microsoft.com/office/drawing/2014/main" id="{C9B3893B-D7D2-C334-52B4-4B9F3C1AC082}"/>
                </a:ext>
              </a:extLst>
            </p:cNvPr>
            <p:cNvSpPr/>
            <p:nvPr/>
          </p:nvSpPr>
          <p:spPr>
            <a:xfrm>
              <a:off x="397678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9" name="Freeform: Shape 368">
              <a:extLst>
                <a:ext uri="{FF2B5EF4-FFF2-40B4-BE49-F238E27FC236}">
                  <a16:creationId xmlns:a16="http://schemas.microsoft.com/office/drawing/2014/main" id="{F4D0CA07-8513-1E61-ECC4-5A27AE86560C}"/>
                </a:ext>
              </a:extLst>
            </p:cNvPr>
            <p:cNvSpPr/>
            <p:nvPr/>
          </p:nvSpPr>
          <p:spPr>
            <a:xfrm>
              <a:off x="376748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0" name="Freeform: Shape 369">
              <a:extLst>
                <a:ext uri="{FF2B5EF4-FFF2-40B4-BE49-F238E27FC236}">
                  <a16:creationId xmlns:a16="http://schemas.microsoft.com/office/drawing/2014/main" id="{0B8F4BFE-D275-25A4-F619-AB6D3EB41B5C}"/>
                </a:ext>
              </a:extLst>
            </p:cNvPr>
            <p:cNvSpPr/>
            <p:nvPr/>
          </p:nvSpPr>
          <p:spPr>
            <a:xfrm>
              <a:off x="5860532"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1" name="Freeform: Shape 370">
              <a:extLst>
                <a:ext uri="{FF2B5EF4-FFF2-40B4-BE49-F238E27FC236}">
                  <a16:creationId xmlns:a16="http://schemas.microsoft.com/office/drawing/2014/main" id="{29E6A4E4-FC54-F486-DF6F-B117F1D8D776}"/>
                </a:ext>
              </a:extLst>
            </p:cNvPr>
            <p:cNvSpPr/>
            <p:nvPr/>
          </p:nvSpPr>
          <p:spPr>
            <a:xfrm>
              <a:off x="491866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2" name="Freeform: Shape 371">
              <a:extLst>
                <a:ext uri="{FF2B5EF4-FFF2-40B4-BE49-F238E27FC236}">
                  <a16:creationId xmlns:a16="http://schemas.microsoft.com/office/drawing/2014/main" id="{022F5E97-6DF3-C3C4-9041-B279E569D61F}"/>
                </a:ext>
              </a:extLst>
            </p:cNvPr>
            <p:cNvSpPr/>
            <p:nvPr/>
          </p:nvSpPr>
          <p:spPr>
            <a:xfrm>
              <a:off x="387213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3" name="Freeform: Shape 372">
              <a:extLst>
                <a:ext uri="{FF2B5EF4-FFF2-40B4-BE49-F238E27FC236}">
                  <a16:creationId xmlns:a16="http://schemas.microsoft.com/office/drawing/2014/main" id="{15551E2B-1DFC-D71C-6391-D89086F29919}"/>
                </a:ext>
              </a:extLst>
            </p:cNvPr>
            <p:cNvSpPr/>
            <p:nvPr/>
          </p:nvSpPr>
          <p:spPr>
            <a:xfrm>
              <a:off x="345352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4" name="Freeform: Shape 373">
              <a:extLst>
                <a:ext uri="{FF2B5EF4-FFF2-40B4-BE49-F238E27FC236}">
                  <a16:creationId xmlns:a16="http://schemas.microsoft.com/office/drawing/2014/main" id="{06EC7C96-120F-F55C-3D85-85A5CDD796FF}"/>
                </a:ext>
              </a:extLst>
            </p:cNvPr>
            <p:cNvSpPr/>
            <p:nvPr/>
          </p:nvSpPr>
          <p:spPr>
            <a:xfrm>
              <a:off x="3244223"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5" name="Freeform: Shape 374">
              <a:extLst>
                <a:ext uri="{FF2B5EF4-FFF2-40B4-BE49-F238E27FC236}">
                  <a16:creationId xmlns:a16="http://schemas.microsoft.com/office/drawing/2014/main" id="{A77C13F5-E980-3869-9B97-830EF7EC49CA}"/>
                </a:ext>
              </a:extLst>
            </p:cNvPr>
            <p:cNvSpPr/>
            <p:nvPr/>
          </p:nvSpPr>
          <p:spPr>
            <a:xfrm>
              <a:off x="324422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76" name="Freeform: Shape 375">
              <a:extLst>
                <a:ext uri="{FF2B5EF4-FFF2-40B4-BE49-F238E27FC236}">
                  <a16:creationId xmlns:a16="http://schemas.microsoft.com/office/drawing/2014/main" id="{3B9D171A-95F7-C614-A390-AE9FC39F7A3D}"/>
                </a:ext>
              </a:extLst>
            </p:cNvPr>
            <p:cNvSpPr/>
            <p:nvPr/>
          </p:nvSpPr>
          <p:spPr>
            <a:xfrm>
              <a:off x="272096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7" name="Freeform: Shape 376">
              <a:extLst>
                <a:ext uri="{FF2B5EF4-FFF2-40B4-BE49-F238E27FC236}">
                  <a16:creationId xmlns:a16="http://schemas.microsoft.com/office/drawing/2014/main" id="{14D193F5-3249-5F1A-EF41-D730593F4888}"/>
                </a:ext>
              </a:extLst>
            </p:cNvPr>
            <p:cNvSpPr/>
            <p:nvPr/>
          </p:nvSpPr>
          <p:spPr>
            <a:xfrm>
              <a:off x="94187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8" name="Freeform: Shape 377">
              <a:extLst>
                <a:ext uri="{FF2B5EF4-FFF2-40B4-BE49-F238E27FC236}">
                  <a16:creationId xmlns:a16="http://schemas.microsoft.com/office/drawing/2014/main" id="{038FE7E6-2DAD-4437-0408-613BE20FB00B}"/>
                </a:ext>
              </a:extLst>
            </p:cNvPr>
            <p:cNvSpPr/>
            <p:nvPr/>
          </p:nvSpPr>
          <p:spPr>
            <a:xfrm>
              <a:off x="62791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9" name="Freeform: Shape 378">
              <a:extLst>
                <a:ext uri="{FF2B5EF4-FFF2-40B4-BE49-F238E27FC236}">
                  <a16:creationId xmlns:a16="http://schemas.microsoft.com/office/drawing/2014/main" id="{C7420E30-7B3B-FCF6-5982-390334ADDAF4}"/>
                </a:ext>
              </a:extLst>
            </p:cNvPr>
            <p:cNvSpPr/>
            <p:nvPr/>
          </p:nvSpPr>
          <p:spPr>
            <a:xfrm>
              <a:off x="41860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0" name="Freeform: Shape 379">
              <a:extLst>
                <a:ext uri="{FF2B5EF4-FFF2-40B4-BE49-F238E27FC236}">
                  <a16:creationId xmlns:a16="http://schemas.microsoft.com/office/drawing/2014/main" id="{878C9F3C-8F23-1305-6E1B-9658BFA77BBE}"/>
                </a:ext>
              </a:extLst>
            </p:cNvPr>
            <p:cNvSpPr/>
            <p:nvPr/>
          </p:nvSpPr>
          <p:spPr>
            <a:xfrm>
              <a:off x="41860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1" name="Freeform: Shape 380">
              <a:extLst>
                <a:ext uri="{FF2B5EF4-FFF2-40B4-BE49-F238E27FC236}">
                  <a16:creationId xmlns:a16="http://schemas.microsoft.com/office/drawing/2014/main" id="{E7524CB1-154E-5575-5821-6EBCB82F6469}"/>
                </a:ext>
              </a:extLst>
            </p:cNvPr>
            <p:cNvSpPr/>
            <p:nvPr/>
          </p:nvSpPr>
          <p:spPr>
            <a:xfrm>
              <a:off x="41860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2" name="Freeform: Shape 381">
              <a:extLst>
                <a:ext uri="{FF2B5EF4-FFF2-40B4-BE49-F238E27FC236}">
                  <a16:creationId xmlns:a16="http://schemas.microsoft.com/office/drawing/2014/main" id="{30C6F037-A101-5E9B-24C3-78E33122963B}"/>
                </a:ext>
              </a:extLst>
            </p:cNvPr>
            <p:cNvSpPr/>
            <p:nvPr/>
          </p:nvSpPr>
          <p:spPr>
            <a:xfrm>
              <a:off x="3767484"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1" y="52326"/>
                    <a:pt x="26163" y="52326"/>
                  </a:cubicBezTo>
                  <a:lnTo>
                    <a:pt x="26163" y="52326"/>
                  </a:ln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3" name="Freeform: Shape 382">
              <a:extLst>
                <a:ext uri="{FF2B5EF4-FFF2-40B4-BE49-F238E27FC236}">
                  <a16:creationId xmlns:a16="http://schemas.microsoft.com/office/drawing/2014/main" id="{660A9B39-E185-2A06-4D29-24C2D131A6C0}"/>
                </a:ext>
              </a:extLst>
            </p:cNvPr>
            <p:cNvSpPr/>
            <p:nvPr/>
          </p:nvSpPr>
          <p:spPr>
            <a:xfrm>
              <a:off x="3453527"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4" name="Freeform: Shape 383">
              <a:extLst>
                <a:ext uri="{FF2B5EF4-FFF2-40B4-BE49-F238E27FC236}">
                  <a16:creationId xmlns:a16="http://schemas.microsoft.com/office/drawing/2014/main" id="{A0D1A17D-6CDC-95A3-AEF8-17DA955651CA}"/>
                </a:ext>
              </a:extLst>
            </p:cNvPr>
            <p:cNvSpPr/>
            <p:nvPr/>
          </p:nvSpPr>
          <p:spPr>
            <a:xfrm>
              <a:off x="2197699"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7" y="52326"/>
                    <a:pt x="46396" y="45698"/>
                    <a:pt x="50233" y="36280"/>
                  </a:cubicBezTo>
                  <a:cubicBezTo>
                    <a:pt x="51628" y="33140"/>
                    <a:pt x="52326" y="29652"/>
                    <a:pt x="52326" y="26163"/>
                  </a:cubicBezTo>
                  <a:cubicBezTo>
                    <a:pt x="52326" y="11861"/>
                    <a:pt x="40465" y="0"/>
                    <a:pt x="26163" y="0"/>
                  </a:cubicBezTo>
                  <a:lnTo>
                    <a:pt x="26163" y="0"/>
                  </a:lnTo>
                  <a:cubicBezTo>
                    <a:pt x="15349" y="0"/>
                    <a:pt x="5930" y="6628"/>
                    <a:pt x="2093" y="16047"/>
                  </a:cubicBezTo>
                  <a:cubicBezTo>
                    <a:pt x="698" y="19186"/>
                    <a:pt x="0" y="22675"/>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5" name="Freeform: Shape 384">
              <a:extLst>
                <a:ext uri="{FF2B5EF4-FFF2-40B4-BE49-F238E27FC236}">
                  <a16:creationId xmlns:a16="http://schemas.microsoft.com/office/drawing/2014/main" id="{19AD0AB5-87A7-260C-D944-3A749577EE08}"/>
                </a:ext>
              </a:extLst>
            </p:cNvPr>
            <p:cNvSpPr/>
            <p:nvPr/>
          </p:nvSpPr>
          <p:spPr>
            <a:xfrm>
              <a:off x="523261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6" name="Freeform: Shape 385">
              <a:extLst>
                <a:ext uri="{FF2B5EF4-FFF2-40B4-BE49-F238E27FC236}">
                  <a16:creationId xmlns:a16="http://schemas.microsoft.com/office/drawing/2014/main" id="{14245C1D-FCF3-70E5-FA44-710C934B4EB9}"/>
                </a:ext>
              </a:extLst>
            </p:cNvPr>
            <p:cNvSpPr/>
            <p:nvPr/>
          </p:nvSpPr>
          <p:spPr>
            <a:xfrm>
              <a:off x="481400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7" name="Freeform: Shape 386">
              <a:extLst>
                <a:ext uri="{FF2B5EF4-FFF2-40B4-BE49-F238E27FC236}">
                  <a16:creationId xmlns:a16="http://schemas.microsoft.com/office/drawing/2014/main" id="{75B5E154-A4EF-DBDA-16CC-1327BD2A1B6E}"/>
                </a:ext>
              </a:extLst>
            </p:cNvPr>
            <p:cNvSpPr/>
            <p:nvPr/>
          </p:nvSpPr>
          <p:spPr>
            <a:xfrm>
              <a:off x="4604703" y="460633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8" name="Freeform: Shape 387">
              <a:extLst>
                <a:ext uri="{FF2B5EF4-FFF2-40B4-BE49-F238E27FC236}">
                  <a16:creationId xmlns:a16="http://schemas.microsoft.com/office/drawing/2014/main" id="{07114875-B0B9-A369-FD10-7D92794428E9}"/>
                </a:ext>
              </a:extLst>
            </p:cNvPr>
            <p:cNvSpPr/>
            <p:nvPr/>
          </p:nvSpPr>
          <p:spPr>
            <a:xfrm>
              <a:off x="418609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89" name="Freeform: Shape 388">
              <a:extLst>
                <a:ext uri="{FF2B5EF4-FFF2-40B4-BE49-F238E27FC236}">
                  <a16:creationId xmlns:a16="http://schemas.microsoft.com/office/drawing/2014/main" id="{F0D7253B-7ABA-A968-3735-5C475D554D5B}"/>
                </a:ext>
              </a:extLst>
            </p:cNvPr>
            <p:cNvSpPr/>
            <p:nvPr/>
          </p:nvSpPr>
          <p:spPr>
            <a:xfrm>
              <a:off x="37674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0" name="Freeform: Shape 389">
              <a:extLst>
                <a:ext uri="{FF2B5EF4-FFF2-40B4-BE49-F238E27FC236}">
                  <a16:creationId xmlns:a16="http://schemas.microsoft.com/office/drawing/2014/main" id="{B74AF815-EBAB-F8AD-7774-2966DF4BF9F0}"/>
                </a:ext>
              </a:extLst>
            </p:cNvPr>
            <p:cNvSpPr/>
            <p:nvPr/>
          </p:nvSpPr>
          <p:spPr>
            <a:xfrm>
              <a:off x="387213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1" name="Freeform: Shape 390">
              <a:extLst>
                <a:ext uri="{FF2B5EF4-FFF2-40B4-BE49-F238E27FC236}">
                  <a16:creationId xmlns:a16="http://schemas.microsoft.com/office/drawing/2014/main" id="{E98F312A-265C-967D-DD80-8E41284AC0C5}"/>
                </a:ext>
              </a:extLst>
            </p:cNvPr>
            <p:cNvSpPr/>
            <p:nvPr/>
          </p:nvSpPr>
          <p:spPr>
            <a:xfrm>
              <a:off x="38721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2" name="Freeform: Shape 391">
              <a:extLst>
                <a:ext uri="{FF2B5EF4-FFF2-40B4-BE49-F238E27FC236}">
                  <a16:creationId xmlns:a16="http://schemas.microsoft.com/office/drawing/2014/main" id="{A643139B-B901-BFB9-E8D3-BE19C499EE7F}"/>
                </a:ext>
              </a:extLst>
            </p:cNvPr>
            <p:cNvSpPr/>
            <p:nvPr/>
          </p:nvSpPr>
          <p:spPr>
            <a:xfrm>
              <a:off x="303491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3" name="Freeform: Shape 392">
              <a:extLst>
                <a:ext uri="{FF2B5EF4-FFF2-40B4-BE49-F238E27FC236}">
                  <a16:creationId xmlns:a16="http://schemas.microsoft.com/office/drawing/2014/main" id="{89BEE51E-6B54-5753-4A0D-B800169CFCE6}"/>
                </a:ext>
              </a:extLst>
            </p:cNvPr>
            <p:cNvSpPr/>
            <p:nvPr/>
          </p:nvSpPr>
          <p:spPr>
            <a:xfrm>
              <a:off x="261630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4" name="Freeform: Shape 393">
              <a:extLst>
                <a:ext uri="{FF2B5EF4-FFF2-40B4-BE49-F238E27FC236}">
                  <a16:creationId xmlns:a16="http://schemas.microsoft.com/office/drawing/2014/main" id="{341C381D-F868-EBD5-E6E1-7403E208B68B}"/>
                </a:ext>
              </a:extLst>
            </p:cNvPr>
            <p:cNvSpPr/>
            <p:nvPr/>
          </p:nvSpPr>
          <p:spPr>
            <a:xfrm>
              <a:off x="2511656"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5" name="Freeform: Shape 394">
              <a:extLst>
                <a:ext uri="{FF2B5EF4-FFF2-40B4-BE49-F238E27FC236}">
                  <a16:creationId xmlns:a16="http://schemas.microsoft.com/office/drawing/2014/main" id="{1613CA44-6FA5-E168-CEDD-339801623AB9}"/>
                </a:ext>
              </a:extLst>
            </p:cNvPr>
            <p:cNvSpPr/>
            <p:nvPr/>
          </p:nvSpPr>
          <p:spPr>
            <a:xfrm>
              <a:off x="23023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6" name="Freeform: Shape 395">
              <a:extLst>
                <a:ext uri="{FF2B5EF4-FFF2-40B4-BE49-F238E27FC236}">
                  <a16:creationId xmlns:a16="http://schemas.microsoft.com/office/drawing/2014/main" id="{A7B60FF4-137E-30F3-5EB5-03AFC2FE2353}"/>
                </a:ext>
              </a:extLst>
            </p:cNvPr>
            <p:cNvSpPr/>
            <p:nvPr/>
          </p:nvSpPr>
          <p:spPr>
            <a:xfrm>
              <a:off x="23023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7" name="Freeform: Shape 396">
              <a:extLst>
                <a:ext uri="{FF2B5EF4-FFF2-40B4-BE49-F238E27FC236}">
                  <a16:creationId xmlns:a16="http://schemas.microsoft.com/office/drawing/2014/main" id="{585BE41F-D59E-7001-42C3-22086197D470}"/>
                </a:ext>
              </a:extLst>
            </p:cNvPr>
            <p:cNvSpPr/>
            <p:nvPr/>
          </p:nvSpPr>
          <p:spPr>
            <a:xfrm>
              <a:off x="125582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8" name="Freeform: Shape 397">
              <a:extLst>
                <a:ext uri="{FF2B5EF4-FFF2-40B4-BE49-F238E27FC236}">
                  <a16:creationId xmlns:a16="http://schemas.microsoft.com/office/drawing/2014/main" id="{AC2280D1-67D9-73AB-EA99-0D962B3DB7CD}"/>
                </a:ext>
              </a:extLst>
            </p:cNvPr>
            <p:cNvSpPr/>
            <p:nvPr/>
          </p:nvSpPr>
          <p:spPr>
            <a:xfrm>
              <a:off x="83721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9" name="Freeform: Shape 398">
              <a:extLst>
                <a:ext uri="{FF2B5EF4-FFF2-40B4-BE49-F238E27FC236}">
                  <a16:creationId xmlns:a16="http://schemas.microsoft.com/office/drawing/2014/main" id="{9053C4D5-ED66-30F4-DE34-1C6124B1C932}"/>
                </a:ext>
              </a:extLst>
            </p:cNvPr>
            <p:cNvSpPr/>
            <p:nvPr/>
          </p:nvSpPr>
          <p:spPr>
            <a:xfrm>
              <a:off x="62791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0" name="Freeform: Shape 399">
              <a:extLst>
                <a:ext uri="{FF2B5EF4-FFF2-40B4-BE49-F238E27FC236}">
                  <a16:creationId xmlns:a16="http://schemas.microsoft.com/office/drawing/2014/main" id="{FEFB0877-FB3A-172E-E386-3144766203A4}"/>
                </a:ext>
              </a:extLst>
            </p:cNvPr>
            <p:cNvSpPr/>
            <p:nvPr/>
          </p:nvSpPr>
          <p:spPr>
            <a:xfrm>
              <a:off x="209304"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1" name="Freeform: Shape 400">
              <a:extLst>
                <a:ext uri="{FF2B5EF4-FFF2-40B4-BE49-F238E27FC236}">
                  <a16:creationId xmlns:a16="http://schemas.microsoft.com/office/drawing/2014/main" id="{8094401C-B771-01C8-DF8D-92279A93B997}"/>
                </a:ext>
              </a:extLst>
            </p:cNvPr>
            <p:cNvSpPr/>
            <p:nvPr/>
          </p:nvSpPr>
          <p:spPr>
            <a:xfrm>
              <a:off x="20930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2" name="Freeform: Shape 401">
              <a:extLst>
                <a:ext uri="{FF2B5EF4-FFF2-40B4-BE49-F238E27FC236}">
                  <a16:creationId xmlns:a16="http://schemas.microsoft.com/office/drawing/2014/main" id="{B52C37D1-584B-D5F3-A295-F8041E7730CB}"/>
                </a:ext>
              </a:extLst>
            </p:cNvPr>
            <p:cNvSpPr/>
            <p:nvPr/>
          </p:nvSpPr>
          <p:spPr>
            <a:xfrm>
              <a:off x="2511656"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5" y="52326"/>
                    <a:pt x="52326" y="40466"/>
                    <a:pt x="52326" y="26163"/>
                  </a:cubicBezTo>
                  <a:cubicBezTo>
                    <a:pt x="52326" y="13605"/>
                    <a:pt x="43256" y="3140"/>
                    <a:pt x="31396" y="698"/>
                  </a:cubicBezTo>
                  <a:cubicBezTo>
                    <a:pt x="29652" y="349"/>
                    <a:pt x="27907" y="0"/>
                    <a:pt x="26163" y="0"/>
                  </a:cubicBezTo>
                  <a:cubicBezTo>
                    <a:pt x="11861" y="0"/>
                    <a:pt x="0" y="11861"/>
                    <a:pt x="0" y="26163"/>
                  </a:cubicBezTo>
                  <a:cubicBezTo>
                    <a:pt x="0" y="38024"/>
                    <a:pt x="7675" y="47791"/>
                    <a:pt x="18489" y="51280"/>
                  </a:cubicBezTo>
                  <a:close/>
                </a:path>
              </a:pathLst>
            </a:custGeom>
            <a:grpFill/>
            <a:ln w="3488" cap="flat">
              <a:noFill/>
              <a:prstDash val="solid"/>
              <a:miter/>
            </a:ln>
          </p:spPr>
          <p:txBody>
            <a:bodyPr rtlCol="0" anchor="ctr"/>
            <a:lstStyle/>
            <a:p>
              <a:endParaRPr lang="en-ID"/>
            </a:p>
          </p:txBody>
        </p:sp>
        <p:sp>
          <p:nvSpPr>
            <p:cNvPr id="403" name="Freeform: Shape 402">
              <a:extLst>
                <a:ext uri="{FF2B5EF4-FFF2-40B4-BE49-F238E27FC236}">
                  <a16:creationId xmlns:a16="http://schemas.microsoft.com/office/drawing/2014/main" id="{1438CED9-8EF2-BDC2-9BF7-2898783FFA4A}"/>
                </a:ext>
              </a:extLst>
            </p:cNvPr>
            <p:cNvSpPr/>
            <p:nvPr/>
          </p:nvSpPr>
          <p:spPr>
            <a:xfrm>
              <a:off x="3244223" y="3036553"/>
              <a:ext cx="52326" cy="52326"/>
            </a:xfrm>
            <a:custGeom>
              <a:avLst/>
              <a:gdLst>
                <a:gd name="connsiteX0" fmla="*/ 26163 w 52326"/>
                <a:gd name="connsiteY0" fmla="*/ 52326 h 52326"/>
                <a:gd name="connsiteX1" fmla="*/ 26163 w 52326"/>
                <a:gd name="connsiteY1" fmla="*/ 52326 h 52326"/>
                <a:gd name="connsiteX2" fmla="*/ 42210 w 52326"/>
                <a:gd name="connsiteY2" fmla="*/ 46745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2093" y="52326"/>
                    <a:pt x="38024" y="50233"/>
                    <a:pt x="42210" y="46745"/>
                  </a:cubicBezTo>
                  <a:cubicBezTo>
                    <a:pt x="48140" y="41861"/>
                    <a:pt x="52326" y="34535"/>
                    <a:pt x="52326" y="26163"/>
                  </a:cubicBez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04" name="Freeform: Shape 403">
              <a:extLst>
                <a:ext uri="{FF2B5EF4-FFF2-40B4-BE49-F238E27FC236}">
                  <a16:creationId xmlns:a16="http://schemas.microsoft.com/office/drawing/2014/main" id="{9DD7439E-5519-58A6-CE32-0AFA74C1EBE9}"/>
                </a:ext>
              </a:extLst>
            </p:cNvPr>
            <p:cNvSpPr/>
            <p:nvPr/>
          </p:nvSpPr>
          <p:spPr>
            <a:xfrm>
              <a:off x="5023313"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79"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05" name="Freeform: Shape 404">
              <a:extLst>
                <a:ext uri="{FF2B5EF4-FFF2-40B4-BE49-F238E27FC236}">
                  <a16:creationId xmlns:a16="http://schemas.microsoft.com/office/drawing/2014/main" id="{DDD2CB81-E03C-A67D-4417-38788B95EF24}"/>
                </a:ext>
              </a:extLst>
            </p:cNvPr>
            <p:cNvSpPr/>
            <p:nvPr/>
          </p:nvSpPr>
          <p:spPr>
            <a:xfrm>
              <a:off x="5023313"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40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5" y="0"/>
                    <a:pt x="26163" y="0"/>
                  </a:cubicBez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6" name="Freeform: Shape 405">
              <a:extLst>
                <a:ext uri="{FF2B5EF4-FFF2-40B4-BE49-F238E27FC236}">
                  <a16:creationId xmlns:a16="http://schemas.microsoft.com/office/drawing/2014/main" id="{A16DBE4C-2C52-3FCD-E2C3-CA4625FE6D01}"/>
                </a:ext>
              </a:extLst>
            </p:cNvPr>
            <p:cNvSpPr/>
            <p:nvPr/>
          </p:nvSpPr>
          <p:spPr>
            <a:xfrm>
              <a:off x="2930266"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07" name="Freeform: Shape 406">
              <a:extLst>
                <a:ext uri="{FF2B5EF4-FFF2-40B4-BE49-F238E27FC236}">
                  <a16:creationId xmlns:a16="http://schemas.microsoft.com/office/drawing/2014/main" id="{8BCCC683-86EA-934E-8EB3-A30164EEAE1C}"/>
                </a:ext>
              </a:extLst>
            </p:cNvPr>
            <p:cNvSpPr/>
            <p:nvPr/>
          </p:nvSpPr>
          <p:spPr>
            <a:xfrm>
              <a:off x="251165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8" name="Freeform: Shape 407">
              <a:extLst>
                <a:ext uri="{FF2B5EF4-FFF2-40B4-BE49-F238E27FC236}">
                  <a16:creationId xmlns:a16="http://schemas.microsoft.com/office/drawing/2014/main" id="{8FCCACC1-E86A-A29B-2050-9C45D17122EC}"/>
                </a:ext>
              </a:extLst>
            </p:cNvPr>
            <p:cNvSpPr/>
            <p:nvPr/>
          </p:nvSpPr>
          <p:spPr>
            <a:xfrm>
              <a:off x="4186094" y="3350510"/>
              <a:ext cx="52326" cy="52326"/>
            </a:xfrm>
            <a:custGeom>
              <a:avLst/>
              <a:gdLst>
                <a:gd name="connsiteX0" fmla="*/ 26163 w 52326"/>
                <a:gd name="connsiteY0" fmla="*/ 52326 h 52326"/>
                <a:gd name="connsiteX1" fmla="*/ 26163 w 52326"/>
                <a:gd name="connsiteY1" fmla="*/ 52326 h 52326"/>
                <a:gd name="connsiteX2" fmla="*/ 36280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80" y="50233"/>
                  </a:cubicBezTo>
                  <a:cubicBezTo>
                    <a:pt x="45698" y="46396"/>
                    <a:pt x="52326" y="36977"/>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9" name="Freeform: Shape 408">
              <a:extLst>
                <a:ext uri="{FF2B5EF4-FFF2-40B4-BE49-F238E27FC236}">
                  <a16:creationId xmlns:a16="http://schemas.microsoft.com/office/drawing/2014/main" id="{9DBD0870-53AF-018C-D92E-5F8A53F4C8B9}"/>
                </a:ext>
              </a:extLst>
            </p:cNvPr>
            <p:cNvSpPr/>
            <p:nvPr/>
          </p:nvSpPr>
          <p:spPr>
            <a:xfrm>
              <a:off x="502331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10" name="Freeform: Shape 409">
              <a:extLst>
                <a:ext uri="{FF2B5EF4-FFF2-40B4-BE49-F238E27FC236}">
                  <a16:creationId xmlns:a16="http://schemas.microsoft.com/office/drawing/2014/main" id="{8154BD7F-CA9D-58A1-2724-8DB6E430FDDF}"/>
                </a:ext>
              </a:extLst>
            </p:cNvPr>
            <p:cNvSpPr/>
            <p:nvPr/>
          </p:nvSpPr>
          <p:spPr>
            <a:xfrm>
              <a:off x="481400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1" name="Freeform: Shape 410">
              <a:extLst>
                <a:ext uri="{FF2B5EF4-FFF2-40B4-BE49-F238E27FC236}">
                  <a16:creationId xmlns:a16="http://schemas.microsoft.com/office/drawing/2014/main" id="{EF0F993D-9D98-33B3-DF1A-6242C17EA965}"/>
                </a:ext>
              </a:extLst>
            </p:cNvPr>
            <p:cNvSpPr/>
            <p:nvPr/>
          </p:nvSpPr>
          <p:spPr>
            <a:xfrm>
              <a:off x="4604703"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cubicBezTo>
                    <a:pt x="26163" y="0"/>
                    <a:pt x="26163" y="0"/>
                    <a:pt x="26163" y="0"/>
                  </a:cubicBezTo>
                  <a:cubicBezTo>
                    <a:pt x="11861" y="0"/>
                    <a:pt x="0" y="11861"/>
                    <a:pt x="0" y="26163"/>
                  </a:cubicBezTo>
                  <a:cubicBezTo>
                    <a:pt x="0" y="40117"/>
                    <a:pt x="11861" y="51977"/>
                    <a:pt x="26163" y="51977"/>
                  </a:cubicBezTo>
                  <a:close/>
                </a:path>
              </a:pathLst>
            </a:custGeom>
            <a:grpFill/>
            <a:ln w="3488" cap="flat">
              <a:noFill/>
              <a:prstDash val="solid"/>
              <a:miter/>
            </a:ln>
          </p:spPr>
          <p:txBody>
            <a:bodyPr rtlCol="0" anchor="ctr"/>
            <a:lstStyle/>
            <a:p>
              <a:endParaRPr lang="en-ID"/>
            </a:p>
          </p:txBody>
        </p:sp>
        <p:sp>
          <p:nvSpPr>
            <p:cNvPr id="412" name="Freeform: Shape 411">
              <a:extLst>
                <a:ext uri="{FF2B5EF4-FFF2-40B4-BE49-F238E27FC236}">
                  <a16:creationId xmlns:a16="http://schemas.microsoft.com/office/drawing/2014/main" id="{9619A88D-34E7-0E84-C5D5-8C312FF4F2AD}"/>
                </a:ext>
              </a:extLst>
            </p:cNvPr>
            <p:cNvSpPr/>
            <p:nvPr/>
          </p:nvSpPr>
          <p:spPr>
            <a:xfrm>
              <a:off x="3976789"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13" name="Freeform: Shape 412">
              <a:extLst>
                <a:ext uri="{FF2B5EF4-FFF2-40B4-BE49-F238E27FC236}">
                  <a16:creationId xmlns:a16="http://schemas.microsoft.com/office/drawing/2014/main" id="{A83829BB-A189-FFDA-C6B7-D001DB71A238}"/>
                </a:ext>
              </a:extLst>
            </p:cNvPr>
            <p:cNvSpPr/>
            <p:nvPr/>
          </p:nvSpPr>
          <p:spPr>
            <a:xfrm>
              <a:off x="512796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4" name="Freeform: Shape 413">
              <a:extLst>
                <a:ext uri="{FF2B5EF4-FFF2-40B4-BE49-F238E27FC236}">
                  <a16:creationId xmlns:a16="http://schemas.microsoft.com/office/drawing/2014/main" id="{87167DFA-05C0-43EC-7B0E-71462A4C0684}"/>
                </a:ext>
              </a:extLst>
            </p:cNvPr>
            <p:cNvSpPr/>
            <p:nvPr/>
          </p:nvSpPr>
          <p:spPr>
            <a:xfrm>
              <a:off x="47093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5" name="Freeform: Shape 414">
              <a:extLst>
                <a:ext uri="{FF2B5EF4-FFF2-40B4-BE49-F238E27FC236}">
                  <a16:creationId xmlns:a16="http://schemas.microsoft.com/office/drawing/2014/main" id="{117A46BB-47E7-46EE-6645-860A55B4A130}"/>
                </a:ext>
              </a:extLst>
            </p:cNvPr>
            <p:cNvSpPr/>
            <p:nvPr/>
          </p:nvSpPr>
          <p:spPr>
            <a:xfrm>
              <a:off x="408144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6" name="Freeform: Shape 415">
              <a:extLst>
                <a:ext uri="{FF2B5EF4-FFF2-40B4-BE49-F238E27FC236}">
                  <a16:creationId xmlns:a16="http://schemas.microsoft.com/office/drawing/2014/main" id="{9DACA593-09A0-A7EC-25BF-83FB53844CC1}"/>
                </a:ext>
              </a:extLst>
            </p:cNvPr>
            <p:cNvSpPr/>
            <p:nvPr/>
          </p:nvSpPr>
          <p:spPr>
            <a:xfrm>
              <a:off x="35581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7" name="Freeform: Shape 416">
              <a:extLst>
                <a:ext uri="{FF2B5EF4-FFF2-40B4-BE49-F238E27FC236}">
                  <a16:creationId xmlns:a16="http://schemas.microsoft.com/office/drawing/2014/main" id="{AA03CEA2-B4BF-A3C6-812F-D998A267ABBF}"/>
                </a:ext>
              </a:extLst>
            </p:cNvPr>
            <p:cNvSpPr/>
            <p:nvPr/>
          </p:nvSpPr>
          <p:spPr>
            <a:xfrm>
              <a:off x="34535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8" name="Freeform: Shape 417">
              <a:extLst>
                <a:ext uri="{FF2B5EF4-FFF2-40B4-BE49-F238E27FC236}">
                  <a16:creationId xmlns:a16="http://schemas.microsoft.com/office/drawing/2014/main" id="{1B400CF6-0E17-D5A8-FE5E-6C25D0DE3802}"/>
                </a:ext>
              </a:extLst>
            </p:cNvPr>
            <p:cNvSpPr/>
            <p:nvPr/>
          </p:nvSpPr>
          <p:spPr>
            <a:xfrm>
              <a:off x="136048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19" name="Freeform: Shape 418">
              <a:extLst>
                <a:ext uri="{FF2B5EF4-FFF2-40B4-BE49-F238E27FC236}">
                  <a16:creationId xmlns:a16="http://schemas.microsoft.com/office/drawing/2014/main" id="{E52FC3FE-985A-1427-EC0E-2EB5F5F0971E}"/>
                </a:ext>
              </a:extLst>
            </p:cNvPr>
            <p:cNvSpPr/>
            <p:nvPr/>
          </p:nvSpPr>
          <p:spPr>
            <a:xfrm rot="17550026">
              <a:off x="1151243" y="3873792"/>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420" name="Freeform: Shape 419">
              <a:extLst>
                <a:ext uri="{FF2B5EF4-FFF2-40B4-BE49-F238E27FC236}">
                  <a16:creationId xmlns:a16="http://schemas.microsoft.com/office/drawing/2014/main" id="{026B94AC-9375-990D-F300-1545FF2F905A}"/>
                </a:ext>
              </a:extLst>
            </p:cNvPr>
            <p:cNvSpPr/>
            <p:nvPr/>
          </p:nvSpPr>
          <p:spPr>
            <a:xfrm>
              <a:off x="732566"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1" name="Freeform: Shape 420">
              <a:extLst>
                <a:ext uri="{FF2B5EF4-FFF2-40B4-BE49-F238E27FC236}">
                  <a16:creationId xmlns:a16="http://schemas.microsoft.com/office/drawing/2014/main" id="{7F67B38F-C5F5-3A03-45B2-643F02A8DC0C}"/>
                </a:ext>
              </a:extLst>
            </p:cNvPr>
            <p:cNvSpPr/>
            <p:nvPr/>
          </p:nvSpPr>
          <p:spPr>
            <a:xfrm>
              <a:off x="313957"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22" name="Freeform: Shape 421">
              <a:extLst>
                <a:ext uri="{FF2B5EF4-FFF2-40B4-BE49-F238E27FC236}">
                  <a16:creationId xmlns:a16="http://schemas.microsoft.com/office/drawing/2014/main" id="{F7FF403F-0C0A-5932-1599-CA671012D8FD}"/>
                </a:ext>
              </a:extLst>
            </p:cNvPr>
            <p:cNvSpPr/>
            <p:nvPr/>
          </p:nvSpPr>
          <p:spPr>
            <a:xfrm>
              <a:off x="31395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3" name="Freeform: Shape 422">
              <a:extLst>
                <a:ext uri="{FF2B5EF4-FFF2-40B4-BE49-F238E27FC236}">
                  <a16:creationId xmlns:a16="http://schemas.microsoft.com/office/drawing/2014/main" id="{CC711667-4963-49DC-5324-3D1C1BF4B803}"/>
                </a:ext>
              </a:extLst>
            </p:cNvPr>
            <p:cNvSpPr/>
            <p:nvPr/>
          </p:nvSpPr>
          <p:spPr>
            <a:xfrm>
              <a:off x="0"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4" name="Freeform: Shape 423">
              <a:extLst>
                <a:ext uri="{FF2B5EF4-FFF2-40B4-BE49-F238E27FC236}">
                  <a16:creationId xmlns:a16="http://schemas.microsoft.com/office/drawing/2014/main" id="{97C6B482-758C-63FE-15A6-7BEFEE04F33A}"/>
                </a:ext>
              </a:extLst>
            </p:cNvPr>
            <p:cNvSpPr/>
            <p:nvPr/>
          </p:nvSpPr>
          <p:spPr>
            <a:xfrm>
              <a:off x="3034918"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25" name="Freeform: Shape 424">
              <a:extLst>
                <a:ext uri="{FF2B5EF4-FFF2-40B4-BE49-F238E27FC236}">
                  <a16:creationId xmlns:a16="http://schemas.microsoft.com/office/drawing/2014/main" id="{BC282EE8-B3A7-14B7-823A-3DB1422D0105}"/>
                </a:ext>
              </a:extLst>
            </p:cNvPr>
            <p:cNvSpPr/>
            <p:nvPr/>
          </p:nvSpPr>
          <p:spPr>
            <a:xfrm>
              <a:off x="5546575"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lnTo>
                    <a:pt x="52326" y="26163"/>
                  </a:lnTo>
                  <a:cubicBezTo>
                    <a:pt x="52326" y="11861"/>
                    <a:pt x="4046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6" name="Freeform: Shape 425">
              <a:extLst>
                <a:ext uri="{FF2B5EF4-FFF2-40B4-BE49-F238E27FC236}">
                  <a16:creationId xmlns:a16="http://schemas.microsoft.com/office/drawing/2014/main" id="{FF2C3E36-52BA-18EE-9AE1-0A0BDCA1B158}"/>
                </a:ext>
              </a:extLst>
            </p:cNvPr>
            <p:cNvSpPr/>
            <p:nvPr/>
          </p:nvSpPr>
          <p:spPr>
            <a:xfrm>
              <a:off x="732566"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6" y="52326"/>
                    <a:pt x="52326" y="40465"/>
                    <a:pt x="52326" y="26163"/>
                  </a:cubicBez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427" name="Freeform: Shape 426">
              <a:extLst>
                <a:ext uri="{FF2B5EF4-FFF2-40B4-BE49-F238E27FC236}">
                  <a16:creationId xmlns:a16="http://schemas.microsoft.com/office/drawing/2014/main" id="{F29D27C2-C4AD-15C2-6B58-7F7BDBCA7C86}"/>
                </a:ext>
              </a:extLst>
            </p:cNvPr>
            <p:cNvSpPr/>
            <p:nvPr/>
          </p:nvSpPr>
          <p:spPr>
            <a:xfrm>
              <a:off x="5023313" y="4710991"/>
              <a:ext cx="52326" cy="52326"/>
            </a:xfrm>
            <a:custGeom>
              <a:avLst/>
              <a:gdLst>
                <a:gd name="connsiteX0" fmla="*/ 36280 w 52326"/>
                <a:gd name="connsiteY0" fmla="*/ 2093 h 52326"/>
                <a:gd name="connsiteX1" fmla="*/ 26163 w 52326"/>
                <a:gd name="connsiteY1" fmla="*/ 0 h 52326"/>
                <a:gd name="connsiteX2" fmla="*/ 16047 w 52326"/>
                <a:gd name="connsiteY2" fmla="*/ 2093 h 52326"/>
                <a:gd name="connsiteX3" fmla="*/ 0 w 52326"/>
                <a:gd name="connsiteY3" fmla="*/ 26163 h 52326"/>
                <a:gd name="connsiteX4" fmla="*/ 16047 w 52326"/>
                <a:gd name="connsiteY4" fmla="*/ 50233 h 52326"/>
                <a:gd name="connsiteX5" fmla="*/ 26163 w 52326"/>
                <a:gd name="connsiteY5" fmla="*/ 52326 h 52326"/>
                <a:gd name="connsiteX6" fmla="*/ 36280 w 52326"/>
                <a:gd name="connsiteY6" fmla="*/ 50233 h 52326"/>
                <a:gd name="connsiteX7" fmla="*/ 52326 w 52326"/>
                <a:gd name="connsiteY7" fmla="*/ 26163 h 52326"/>
                <a:gd name="connsiteX8" fmla="*/ 36280 w 52326"/>
                <a:gd name="connsiteY8"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280" y="2093"/>
                  </a:moveTo>
                  <a:cubicBezTo>
                    <a:pt x="33140" y="698"/>
                    <a:pt x="29652" y="0"/>
                    <a:pt x="26163" y="0"/>
                  </a:cubicBezTo>
                  <a:cubicBezTo>
                    <a:pt x="22675" y="0"/>
                    <a:pt x="19186" y="698"/>
                    <a:pt x="16047" y="2093"/>
                  </a:cubicBezTo>
                  <a:cubicBezTo>
                    <a:pt x="6628" y="5930"/>
                    <a:pt x="0" y="15349"/>
                    <a:pt x="0" y="26163"/>
                  </a:cubicBezTo>
                  <a:cubicBezTo>
                    <a:pt x="0" y="36977"/>
                    <a:pt x="6628" y="46396"/>
                    <a:pt x="16047" y="50233"/>
                  </a:cubicBezTo>
                  <a:cubicBezTo>
                    <a:pt x="19186" y="51628"/>
                    <a:pt x="22675" y="52326"/>
                    <a:pt x="26163" y="52326"/>
                  </a:cubicBezTo>
                  <a:cubicBezTo>
                    <a:pt x="29652" y="52326"/>
                    <a:pt x="33140" y="51628"/>
                    <a:pt x="36280" y="50233"/>
                  </a:cubicBezTo>
                  <a:cubicBezTo>
                    <a:pt x="45698" y="46396"/>
                    <a:pt x="52326" y="36977"/>
                    <a:pt x="52326" y="26163"/>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428" name="Freeform: Shape 427">
              <a:extLst>
                <a:ext uri="{FF2B5EF4-FFF2-40B4-BE49-F238E27FC236}">
                  <a16:creationId xmlns:a16="http://schemas.microsoft.com/office/drawing/2014/main" id="{7147BD43-2C14-D525-E65B-B26E2A21104C}"/>
                </a:ext>
              </a:extLst>
            </p:cNvPr>
            <p:cNvSpPr/>
            <p:nvPr/>
          </p:nvSpPr>
          <p:spPr>
            <a:xfrm>
              <a:off x="4918660"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2" y="52326"/>
                    <a:pt x="26163" y="52326"/>
                  </a:cubicBezTo>
                  <a:lnTo>
                    <a:pt x="26163" y="52326"/>
                  </a:lnTo>
                  <a:cubicBezTo>
                    <a:pt x="35931" y="52326"/>
                    <a:pt x="44652" y="46745"/>
                    <a:pt x="49187" y="38721"/>
                  </a:cubicBezTo>
                  <a:cubicBezTo>
                    <a:pt x="51279" y="34884"/>
                    <a:pt x="52326" y="30698"/>
                    <a:pt x="52326" y="26163"/>
                  </a:cubicBezTo>
                  <a:cubicBezTo>
                    <a:pt x="52326" y="11861"/>
                    <a:pt x="40465" y="0"/>
                    <a:pt x="26163" y="0"/>
                  </a:cubicBezTo>
                  <a:cubicBezTo>
                    <a:pt x="21279" y="0"/>
                    <a:pt x="16745"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429" name="Freeform: Shape 428">
              <a:extLst>
                <a:ext uri="{FF2B5EF4-FFF2-40B4-BE49-F238E27FC236}">
                  <a16:creationId xmlns:a16="http://schemas.microsoft.com/office/drawing/2014/main" id="{FFD1098E-5F64-586B-676E-A20396FE4E10}"/>
                </a:ext>
              </a:extLst>
            </p:cNvPr>
            <p:cNvSpPr/>
            <p:nvPr/>
          </p:nvSpPr>
          <p:spPr>
            <a:xfrm>
              <a:off x="56512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0" name="Freeform: Shape 429">
              <a:extLst>
                <a:ext uri="{FF2B5EF4-FFF2-40B4-BE49-F238E27FC236}">
                  <a16:creationId xmlns:a16="http://schemas.microsoft.com/office/drawing/2014/main" id="{9FF8E1C9-5AF3-5615-F20F-51FE30892B72}"/>
                </a:ext>
              </a:extLst>
            </p:cNvPr>
            <p:cNvSpPr/>
            <p:nvPr/>
          </p:nvSpPr>
          <p:spPr>
            <a:xfrm>
              <a:off x="5232618"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3" y="0"/>
                    <a:pt x="21628" y="349"/>
                  </a:cubicBezTo>
                  <a:cubicBezTo>
                    <a:pt x="21279" y="349"/>
                    <a:pt x="21279" y="349"/>
                    <a:pt x="20930" y="349"/>
                  </a:cubicBezTo>
                  <a:cubicBezTo>
                    <a:pt x="9070" y="2791"/>
                    <a:pt x="0" y="13256"/>
                    <a:pt x="0" y="25814"/>
                  </a:cubicBezTo>
                  <a:cubicBezTo>
                    <a:pt x="0" y="40117"/>
                    <a:pt x="11861" y="51977"/>
                    <a:pt x="26163" y="51977"/>
                  </a:cubicBezTo>
                  <a:cubicBezTo>
                    <a:pt x="26163" y="51977"/>
                    <a:pt x="26163" y="51977"/>
                    <a:pt x="26163" y="51977"/>
                  </a:cubicBez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1" name="Freeform: Shape 430">
              <a:extLst>
                <a:ext uri="{FF2B5EF4-FFF2-40B4-BE49-F238E27FC236}">
                  <a16:creationId xmlns:a16="http://schemas.microsoft.com/office/drawing/2014/main" id="{DB7FCC5B-B9E0-D35D-0ECE-C86AB190A9B4}"/>
                </a:ext>
              </a:extLst>
            </p:cNvPr>
            <p:cNvSpPr/>
            <p:nvPr/>
          </p:nvSpPr>
          <p:spPr>
            <a:xfrm>
              <a:off x="460470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2" name="Freeform: Shape 431">
              <a:extLst>
                <a:ext uri="{FF2B5EF4-FFF2-40B4-BE49-F238E27FC236}">
                  <a16:creationId xmlns:a16="http://schemas.microsoft.com/office/drawing/2014/main" id="{4D263CA1-748A-4B77-515D-182A867F9C53}"/>
                </a:ext>
              </a:extLst>
            </p:cNvPr>
            <p:cNvSpPr/>
            <p:nvPr/>
          </p:nvSpPr>
          <p:spPr>
            <a:xfrm>
              <a:off x="46047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3" name="Freeform: Shape 432">
              <a:extLst>
                <a:ext uri="{FF2B5EF4-FFF2-40B4-BE49-F238E27FC236}">
                  <a16:creationId xmlns:a16="http://schemas.microsoft.com/office/drawing/2014/main" id="{A542BA07-80E1-2E2A-7808-B01D0E7D33B6}"/>
                </a:ext>
              </a:extLst>
            </p:cNvPr>
            <p:cNvSpPr/>
            <p:nvPr/>
          </p:nvSpPr>
          <p:spPr>
            <a:xfrm>
              <a:off x="4395399"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4" name="Freeform: Shape 433">
              <a:extLst>
                <a:ext uri="{FF2B5EF4-FFF2-40B4-BE49-F238E27FC236}">
                  <a16:creationId xmlns:a16="http://schemas.microsoft.com/office/drawing/2014/main" id="{20D66E4C-C2CE-6B44-BAE3-2B7524814484}"/>
                </a:ext>
              </a:extLst>
            </p:cNvPr>
            <p:cNvSpPr/>
            <p:nvPr/>
          </p:nvSpPr>
          <p:spPr>
            <a:xfrm>
              <a:off x="397678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5" name="Freeform: Shape 434">
              <a:extLst>
                <a:ext uri="{FF2B5EF4-FFF2-40B4-BE49-F238E27FC236}">
                  <a16:creationId xmlns:a16="http://schemas.microsoft.com/office/drawing/2014/main" id="{5EF0887A-CE19-FD09-A9E3-E51077DEED01}"/>
                </a:ext>
              </a:extLst>
            </p:cNvPr>
            <p:cNvSpPr/>
            <p:nvPr/>
          </p:nvSpPr>
          <p:spPr>
            <a:xfrm>
              <a:off x="544192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6" name="Freeform: Shape 435">
              <a:extLst>
                <a:ext uri="{FF2B5EF4-FFF2-40B4-BE49-F238E27FC236}">
                  <a16:creationId xmlns:a16="http://schemas.microsoft.com/office/drawing/2014/main" id="{A103F735-7FE2-CFE2-EF25-C8BA8B2A03BA}"/>
                </a:ext>
              </a:extLst>
            </p:cNvPr>
            <p:cNvSpPr/>
            <p:nvPr/>
          </p:nvSpPr>
          <p:spPr>
            <a:xfrm>
              <a:off x="512796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7" name="Freeform: Shape 436">
              <a:extLst>
                <a:ext uri="{FF2B5EF4-FFF2-40B4-BE49-F238E27FC236}">
                  <a16:creationId xmlns:a16="http://schemas.microsoft.com/office/drawing/2014/main" id="{C9613453-7021-ECA2-EBE1-62DA3F2BB062}"/>
                </a:ext>
              </a:extLst>
            </p:cNvPr>
            <p:cNvSpPr/>
            <p:nvPr/>
          </p:nvSpPr>
          <p:spPr>
            <a:xfrm>
              <a:off x="512796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8" name="Freeform: Shape 437">
              <a:extLst>
                <a:ext uri="{FF2B5EF4-FFF2-40B4-BE49-F238E27FC236}">
                  <a16:creationId xmlns:a16="http://schemas.microsoft.com/office/drawing/2014/main" id="{FDDF7827-B7C4-0A07-FBFD-308710764F18}"/>
                </a:ext>
              </a:extLst>
            </p:cNvPr>
            <p:cNvSpPr/>
            <p:nvPr/>
          </p:nvSpPr>
          <p:spPr>
            <a:xfrm>
              <a:off x="49186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9" name="Freeform: Shape 438">
              <a:extLst>
                <a:ext uri="{FF2B5EF4-FFF2-40B4-BE49-F238E27FC236}">
                  <a16:creationId xmlns:a16="http://schemas.microsoft.com/office/drawing/2014/main" id="{A1006AA9-1134-0D17-66B8-76BBF9796457}"/>
                </a:ext>
              </a:extLst>
            </p:cNvPr>
            <p:cNvSpPr/>
            <p:nvPr/>
          </p:nvSpPr>
          <p:spPr>
            <a:xfrm>
              <a:off x="3872137"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40" name="Freeform: Shape 439">
              <a:extLst>
                <a:ext uri="{FF2B5EF4-FFF2-40B4-BE49-F238E27FC236}">
                  <a16:creationId xmlns:a16="http://schemas.microsoft.com/office/drawing/2014/main" id="{843A9E1D-6E7B-1467-78E8-0B21AFA99A34}"/>
                </a:ext>
              </a:extLst>
            </p:cNvPr>
            <p:cNvSpPr/>
            <p:nvPr/>
          </p:nvSpPr>
          <p:spPr>
            <a:xfrm>
              <a:off x="30349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1" name="Freeform: Shape 440">
              <a:extLst>
                <a:ext uri="{FF2B5EF4-FFF2-40B4-BE49-F238E27FC236}">
                  <a16:creationId xmlns:a16="http://schemas.microsoft.com/office/drawing/2014/main" id="{5745AA77-AB2F-9573-1C33-06788A13D7FC}"/>
                </a:ext>
              </a:extLst>
            </p:cNvPr>
            <p:cNvSpPr/>
            <p:nvPr/>
          </p:nvSpPr>
          <p:spPr>
            <a:xfrm>
              <a:off x="2930266"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2" name="Freeform: Shape 441">
              <a:extLst>
                <a:ext uri="{FF2B5EF4-FFF2-40B4-BE49-F238E27FC236}">
                  <a16:creationId xmlns:a16="http://schemas.microsoft.com/office/drawing/2014/main" id="{B160C729-A397-BEBE-EF09-38E5726B0528}"/>
                </a:ext>
              </a:extLst>
            </p:cNvPr>
            <p:cNvSpPr/>
            <p:nvPr/>
          </p:nvSpPr>
          <p:spPr>
            <a:xfrm>
              <a:off x="293026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3" name="Freeform: Shape 442">
              <a:extLst>
                <a:ext uri="{FF2B5EF4-FFF2-40B4-BE49-F238E27FC236}">
                  <a16:creationId xmlns:a16="http://schemas.microsoft.com/office/drawing/2014/main" id="{78CE94C0-C04D-5344-788F-1A896CDEDF9B}"/>
                </a:ext>
              </a:extLst>
            </p:cNvPr>
            <p:cNvSpPr/>
            <p:nvPr/>
          </p:nvSpPr>
          <p:spPr>
            <a:xfrm>
              <a:off x="272096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4" name="Freeform: Shape 443">
              <a:extLst>
                <a:ext uri="{FF2B5EF4-FFF2-40B4-BE49-F238E27FC236}">
                  <a16:creationId xmlns:a16="http://schemas.microsoft.com/office/drawing/2014/main" id="{061D984B-5853-B593-C32C-7563034DD4FB}"/>
                </a:ext>
              </a:extLst>
            </p:cNvPr>
            <p:cNvSpPr/>
            <p:nvPr/>
          </p:nvSpPr>
          <p:spPr>
            <a:xfrm>
              <a:off x="2511656"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5" name="Freeform: Shape 444">
              <a:extLst>
                <a:ext uri="{FF2B5EF4-FFF2-40B4-BE49-F238E27FC236}">
                  <a16:creationId xmlns:a16="http://schemas.microsoft.com/office/drawing/2014/main" id="{0C04D75F-E9FE-39FF-8283-E254D84F9903}"/>
                </a:ext>
              </a:extLst>
            </p:cNvPr>
            <p:cNvSpPr/>
            <p:nvPr/>
          </p:nvSpPr>
          <p:spPr>
            <a:xfrm>
              <a:off x="209304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6" name="Freeform: Shape 445">
              <a:extLst>
                <a:ext uri="{FF2B5EF4-FFF2-40B4-BE49-F238E27FC236}">
                  <a16:creationId xmlns:a16="http://schemas.microsoft.com/office/drawing/2014/main" id="{92C568E6-02B6-0EAB-86A0-182A477B90C9}"/>
                </a:ext>
              </a:extLst>
            </p:cNvPr>
            <p:cNvSpPr/>
            <p:nvPr/>
          </p:nvSpPr>
          <p:spPr>
            <a:xfrm>
              <a:off x="188374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7" name="Freeform: Shape 446">
              <a:extLst>
                <a:ext uri="{FF2B5EF4-FFF2-40B4-BE49-F238E27FC236}">
                  <a16:creationId xmlns:a16="http://schemas.microsoft.com/office/drawing/2014/main" id="{D0A7BD8E-0DDA-A132-5789-70C69A9755D7}"/>
                </a:ext>
              </a:extLst>
            </p:cNvPr>
            <p:cNvSpPr/>
            <p:nvPr/>
          </p:nvSpPr>
          <p:spPr>
            <a:xfrm>
              <a:off x="16744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8" name="Freeform: Shape 447">
              <a:extLst>
                <a:ext uri="{FF2B5EF4-FFF2-40B4-BE49-F238E27FC236}">
                  <a16:creationId xmlns:a16="http://schemas.microsoft.com/office/drawing/2014/main" id="{1D5AB38B-065C-9ED8-EE08-7263CA7EAE51}"/>
                </a:ext>
              </a:extLst>
            </p:cNvPr>
            <p:cNvSpPr/>
            <p:nvPr/>
          </p:nvSpPr>
          <p:spPr>
            <a:xfrm>
              <a:off x="13604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9" name="Freeform: Shape 448">
              <a:extLst>
                <a:ext uri="{FF2B5EF4-FFF2-40B4-BE49-F238E27FC236}">
                  <a16:creationId xmlns:a16="http://schemas.microsoft.com/office/drawing/2014/main" id="{2CC0CF1D-157D-59AD-B1F7-CD4516389995}"/>
                </a:ext>
              </a:extLst>
            </p:cNvPr>
            <p:cNvSpPr/>
            <p:nvPr/>
          </p:nvSpPr>
          <p:spPr>
            <a:xfrm>
              <a:off x="136048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0" name="Freeform: Shape 449">
              <a:extLst>
                <a:ext uri="{FF2B5EF4-FFF2-40B4-BE49-F238E27FC236}">
                  <a16:creationId xmlns:a16="http://schemas.microsoft.com/office/drawing/2014/main" id="{69574500-BD19-418D-09FB-10FBCC349A8A}"/>
                </a:ext>
              </a:extLst>
            </p:cNvPr>
            <p:cNvSpPr/>
            <p:nvPr/>
          </p:nvSpPr>
          <p:spPr>
            <a:xfrm>
              <a:off x="4081442"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4" y="52326"/>
                    <a:pt x="47791" y="44652"/>
                    <a:pt x="51279" y="33838"/>
                  </a:cubicBezTo>
                  <a:cubicBezTo>
                    <a:pt x="51977" y="31396"/>
                    <a:pt x="52326" y="28605"/>
                    <a:pt x="52326" y="26163"/>
                  </a:cubicBezTo>
                  <a:cubicBezTo>
                    <a:pt x="52326" y="11861"/>
                    <a:pt x="40465" y="0"/>
                    <a:pt x="26163" y="0"/>
                  </a:cubicBezTo>
                  <a:lnTo>
                    <a:pt x="26163" y="0"/>
                  </a:lnTo>
                  <a:cubicBezTo>
                    <a:pt x="15698" y="0"/>
                    <a:pt x="6977" y="5930"/>
                    <a:pt x="2791" y="14651"/>
                  </a:cubicBezTo>
                  <a:cubicBezTo>
                    <a:pt x="1047" y="18140"/>
                    <a:pt x="0" y="2197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1" name="Freeform: Shape 450">
              <a:extLst>
                <a:ext uri="{FF2B5EF4-FFF2-40B4-BE49-F238E27FC236}">
                  <a16:creationId xmlns:a16="http://schemas.microsoft.com/office/drawing/2014/main" id="{F9DBBEF7-6BA2-7183-DDD7-4CF3A645B5A0}"/>
                </a:ext>
              </a:extLst>
            </p:cNvPr>
            <p:cNvSpPr/>
            <p:nvPr/>
          </p:nvSpPr>
          <p:spPr>
            <a:xfrm>
              <a:off x="3244560" y="3873772"/>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452" name="Freeform: Shape 451">
              <a:extLst>
                <a:ext uri="{FF2B5EF4-FFF2-40B4-BE49-F238E27FC236}">
                  <a16:creationId xmlns:a16="http://schemas.microsoft.com/office/drawing/2014/main" id="{3383B0F5-A40F-BCB1-2989-C913B15D9526}"/>
                </a:ext>
              </a:extLst>
            </p:cNvPr>
            <p:cNvSpPr/>
            <p:nvPr/>
          </p:nvSpPr>
          <p:spPr>
            <a:xfrm>
              <a:off x="1151175"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3" name="Freeform: Shape 452">
              <a:extLst>
                <a:ext uri="{FF2B5EF4-FFF2-40B4-BE49-F238E27FC236}">
                  <a16:creationId xmlns:a16="http://schemas.microsoft.com/office/drawing/2014/main" id="{3E0A5ED8-1ABE-15F4-1D4D-2EE05C44C2C1}"/>
                </a:ext>
              </a:extLst>
            </p:cNvPr>
            <p:cNvSpPr/>
            <p:nvPr/>
          </p:nvSpPr>
          <p:spPr>
            <a:xfrm>
              <a:off x="1465133" y="293190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4" name="Freeform: Shape 453">
              <a:extLst>
                <a:ext uri="{FF2B5EF4-FFF2-40B4-BE49-F238E27FC236}">
                  <a16:creationId xmlns:a16="http://schemas.microsoft.com/office/drawing/2014/main" id="{90F50BCE-8607-0775-210F-24A7E9A44CCB}"/>
                </a:ext>
              </a:extLst>
            </p:cNvPr>
            <p:cNvSpPr/>
            <p:nvPr/>
          </p:nvSpPr>
          <p:spPr>
            <a:xfrm>
              <a:off x="5965184"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40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5"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1" y="0"/>
                    <a:pt x="0" y="11861"/>
                    <a:pt x="0" y="26163"/>
                  </a:cubicBez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455" name="Freeform: Shape 454">
              <a:extLst>
                <a:ext uri="{FF2B5EF4-FFF2-40B4-BE49-F238E27FC236}">
                  <a16:creationId xmlns:a16="http://schemas.microsoft.com/office/drawing/2014/main" id="{4E1F361E-7CEC-5BC3-DBDA-914986E1D3BC}"/>
                </a:ext>
              </a:extLst>
            </p:cNvPr>
            <p:cNvSpPr/>
            <p:nvPr/>
          </p:nvSpPr>
          <p:spPr>
            <a:xfrm>
              <a:off x="460470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6" name="Freeform: Shape 455">
              <a:extLst>
                <a:ext uri="{FF2B5EF4-FFF2-40B4-BE49-F238E27FC236}">
                  <a16:creationId xmlns:a16="http://schemas.microsoft.com/office/drawing/2014/main" id="{4E5A4EBC-68D2-47C5-1A6D-F463E2F47158}"/>
                </a:ext>
              </a:extLst>
            </p:cNvPr>
            <p:cNvSpPr/>
            <p:nvPr/>
          </p:nvSpPr>
          <p:spPr>
            <a:xfrm>
              <a:off x="4395399" y="439703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57" name="Freeform: Shape 456">
              <a:extLst>
                <a:ext uri="{FF2B5EF4-FFF2-40B4-BE49-F238E27FC236}">
                  <a16:creationId xmlns:a16="http://schemas.microsoft.com/office/drawing/2014/main" id="{563710E2-8985-DAAC-FBD6-0FF31D9848A9}"/>
                </a:ext>
              </a:extLst>
            </p:cNvPr>
            <p:cNvSpPr/>
            <p:nvPr/>
          </p:nvSpPr>
          <p:spPr>
            <a:xfrm>
              <a:off x="418609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8" name="Freeform: Shape 457">
              <a:extLst>
                <a:ext uri="{FF2B5EF4-FFF2-40B4-BE49-F238E27FC236}">
                  <a16:creationId xmlns:a16="http://schemas.microsoft.com/office/drawing/2014/main" id="{14DF21B1-E7DF-EA5C-4B9D-43F01526C446}"/>
                </a:ext>
              </a:extLst>
            </p:cNvPr>
            <p:cNvSpPr/>
            <p:nvPr/>
          </p:nvSpPr>
          <p:spPr>
            <a:xfrm>
              <a:off x="397678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9" name="Freeform: Shape 458">
              <a:extLst>
                <a:ext uri="{FF2B5EF4-FFF2-40B4-BE49-F238E27FC236}">
                  <a16:creationId xmlns:a16="http://schemas.microsoft.com/office/drawing/2014/main" id="{1FDD2F63-24FF-DCE8-335F-B76DD84F3A9B}"/>
                </a:ext>
              </a:extLst>
            </p:cNvPr>
            <p:cNvSpPr/>
            <p:nvPr/>
          </p:nvSpPr>
          <p:spPr>
            <a:xfrm>
              <a:off x="5441922"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0" name="Freeform: Shape 459">
              <a:extLst>
                <a:ext uri="{FF2B5EF4-FFF2-40B4-BE49-F238E27FC236}">
                  <a16:creationId xmlns:a16="http://schemas.microsoft.com/office/drawing/2014/main" id="{3190695E-1E3B-7C8A-7FD7-AB5452C3650E}"/>
                </a:ext>
              </a:extLst>
            </p:cNvPr>
            <p:cNvSpPr/>
            <p:nvPr/>
          </p:nvSpPr>
          <p:spPr>
            <a:xfrm>
              <a:off x="5127965"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1" name="Freeform: Shape 460">
              <a:extLst>
                <a:ext uri="{FF2B5EF4-FFF2-40B4-BE49-F238E27FC236}">
                  <a16:creationId xmlns:a16="http://schemas.microsoft.com/office/drawing/2014/main" id="{E24EF86E-BDC3-9FC6-AC8A-0224A36EAF3B}"/>
                </a:ext>
              </a:extLst>
            </p:cNvPr>
            <p:cNvSpPr/>
            <p:nvPr/>
          </p:nvSpPr>
          <p:spPr>
            <a:xfrm>
              <a:off x="40814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2" name="Freeform: Shape 461">
              <a:extLst>
                <a:ext uri="{FF2B5EF4-FFF2-40B4-BE49-F238E27FC236}">
                  <a16:creationId xmlns:a16="http://schemas.microsoft.com/office/drawing/2014/main" id="{3249D373-4BA0-7995-4FDA-FFDFE4366744}"/>
                </a:ext>
              </a:extLst>
            </p:cNvPr>
            <p:cNvSpPr/>
            <p:nvPr/>
          </p:nvSpPr>
          <p:spPr>
            <a:xfrm>
              <a:off x="355818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3" name="Freeform: Shape 462">
              <a:extLst>
                <a:ext uri="{FF2B5EF4-FFF2-40B4-BE49-F238E27FC236}">
                  <a16:creationId xmlns:a16="http://schemas.microsoft.com/office/drawing/2014/main" id="{4F07DAFE-E00E-B09A-6A09-F0988AC1FE40}"/>
                </a:ext>
              </a:extLst>
            </p:cNvPr>
            <p:cNvSpPr/>
            <p:nvPr/>
          </p:nvSpPr>
          <p:spPr>
            <a:xfrm>
              <a:off x="188374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4" name="Freeform: Shape 463">
              <a:extLst>
                <a:ext uri="{FF2B5EF4-FFF2-40B4-BE49-F238E27FC236}">
                  <a16:creationId xmlns:a16="http://schemas.microsoft.com/office/drawing/2014/main" id="{521D86F6-8A94-A088-3B65-FFE8A909FC79}"/>
                </a:ext>
              </a:extLst>
            </p:cNvPr>
            <p:cNvSpPr/>
            <p:nvPr/>
          </p:nvSpPr>
          <p:spPr>
            <a:xfrm>
              <a:off x="1151175"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65" name="Freeform: Shape 464">
              <a:extLst>
                <a:ext uri="{FF2B5EF4-FFF2-40B4-BE49-F238E27FC236}">
                  <a16:creationId xmlns:a16="http://schemas.microsoft.com/office/drawing/2014/main" id="{0B1D188A-097C-6E1C-F3E0-620297FCC621}"/>
                </a:ext>
              </a:extLst>
            </p:cNvPr>
            <p:cNvSpPr/>
            <p:nvPr/>
          </p:nvSpPr>
          <p:spPr>
            <a:xfrm>
              <a:off x="11511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6" name="Freeform: Shape 465">
              <a:extLst>
                <a:ext uri="{FF2B5EF4-FFF2-40B4-BE49-F238E27FC236}">
                  <a16:creationId xmlns:a16="http://schemas.microsoft.com/office/drawing/2014/main" id="{F4CB8335-40FA-ED01-99A2-51949F6C0411}"/>
                </a:ext>
              </a:extLst>
            </p:cNvPr>
            <p:cNvSpPr/>
            <p:nvPr/>
          </p:nvSpPr>
          <p:spPr>
            <a:xfrm>
              <a:off x="83721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7" name="Freeform: Shape 466">
              <a:extLst>
                <a:ext uri="{FF2B5EF4-FFF2-40B4-BE49-F238E27FC236}">
                  <a16:creationId xmlns:a16="http://schemas.microsoft.com/office/drawing/2014/main" id="{6854FB6F-8F4F-23F1-AEC1-C9233F9F25D0}"/>
                </a:ext>
              </a:extLst>
            </p:cNvPr>
            <p:cNvSpPr/>
            <p:nvPr/>
          </p:nvSpPr>
          <p:spPr>
            <a:xfrm>
              <a:off x="62791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8" name="Freeform: Shape 467">
              <a:extLst>
                <a:ext uri="{FF2B5EF4-FFF2-40B4-BE49-F238E27FC236}">
                  <a16:creationId xmlns:a16="http://schemas.microsoft.com/office/drawing/2014/main" id="{4FF5D318-82D5-5E98-E6AE-E7E423CB1C22}"/>
                </a:ext>
              </a:extLst>
            </p:cNvPr>
            <p:cNvSpPr/>
            <p:nvPr/>
          </p:nvSpPr>
          <p:spPr>
            <a:xfrm>
              <a:off x="62791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69" name="Freeform: Shape 468">
              <a:extLst>
                <a:ext uri="{FF2B5EF4-FFF2-40B4-BE49-F238E27FC236}">
                  <a16:creationId xmlns:a16="http://schemas.microsoft.com/office/drawing/2014/main" id="{5D54EF82-C042-885F-207F-B89DC0DF6609}"/>
                </a:ext>
              </a:extLst>
            </p:cNvPr>
            <p:cNvSpPr/>
            <p:nvPr/>
          </p:nvSpPr>
          <p:spPr>
            <a:xfrm>
              <a:off x="313957"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0" name="Freeform: Shape 469">
              <a:extLst>
                <a:ext uri="{FF2B5EF4-FFF2-40B4-BE49-F238E27FC236}">
                  <a16:creationId xmlns:a16="http://schemas.microsoft.com/office/drawing/2014/main" id="{300857B4-6099-5E91-2D12-8A02E71A8597}"/>
                </a:ext>
              </a:extLst>
            </p:cNvPr>
            <p:cNvSpPr/>
            <p:nvPr/>
          </p:nvSpPr>
          <p:spPr>
            <a:xfrm>
              <a:off x="313957"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1" name="Freeform: Shape 470">
              <a:extLst>
                <a:ext uri="{FF2B5EF4-FFF2-40B4-BE49-F238E27FC236}">
                  <a16:creationId xmlns:a16="http://schemas.microsoft.com/office/drawing/2014/main" id="{374A9FB6-FFDE-B2E3-1BB7-524502D1419E}"/>
                </a:ext>
              </a:extLst>
            </p:cNvPr>
            <p:cNvSpPr/>
            <p:nvPr/>
          </p:nvSpPr>
          <p:spPr>
            <a:xfrm>
              <a:off x="104652"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2" name="Freeform: Shape 471">
              <a:extLst>
                <a:ext uri="{FF2B5EF4-FFF2-40B4-BE49-F238E27FC236}">
                  <a16:creationId xmlns:a16="http://schemas.microsoft.com/office/drawing/2014/main" id="{A5A64410-7A3E-0ACD-93C3-E38265117EC1}"/>
                </a:ext>
              </a:extLst>
            </p:cNvPr>
            <p:cNvSpPr/>
            <p:nvPr/>
          </p:nvSpPr>
          <p:spPr>
            <a:xfrm>
              <a:off x="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73" name="Freeform: Shape 472">
              <a:extLst>
                <a:ext uri="{FF2B5EF4-FFF2-40B4-BE49-F238E27FC236}">
                  <a16:creationId xmlns:a16="http://schemas.microsoft.com/office/drawing/2014/main" id="{D9F520FF-997A-208E-46FB-37111E16A435}"/>
                </a:ext>
              </a:extLst>
            </p:cNvPr>
            <p:cNvSpPr/>
            <p:nvPr/>
          </p:nvSpPr>
          <p:spPr>
            <a:xfrm>
              <a:off x="3767484" y="4292381"/>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5" y="3140"/>
                  </a:cubicBezTo>
                  <a:cubicBezTo>
                    <a:pt x="12907" y="3488"/>
                    <a:pt x="12209" y="3837"/>
                    <a:pt x="11512" y="4535"/>
                  </a:cubicBezTo>
                  <a:cubicBezTo>
                    <a:pt x="4535" y="9070"/>
                    <a:pt x="0" y="17093"/>
                    <a:pt x="0" y="26163"/>
                  </a:cubicBezTo>
                  <a:cubicBezTo>
                    <a:pt x="0" y="40465"/>
                    <a:pt x="11861" y="52326"/>
                    <a:pt x="26163" y="52326"/>
                  </a:cubicBezTo>
                  <a:lnTo>
                    <a:pt x="26163" y="52326"/>
                  </a:ln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4" name="Freeform: Shape 473">
              <a:extLst>
                <a:ext uri="{FF2B5EF4-FFF2-40B4-BE49-F238E27FC236}">
                  <a16:creationId xmlns:a16="http://schemas.microsoft.com/office/drawing/2014/main" id="{68A4B61B-5ED2-1FE8-AF2B-EA40903547F6}"/>
                </a:ext>
              </a:extLst>
            </p:cNvPr>
            <p:cNvSpPr/>
            <p:nvPr/>
          </p:nvSpPr>
          <p:spPr>
            <a:xfrm>
              <a:off x="3558180" y="408307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26163" y="0"/>
                    <a:pt x="26163" y="0"/>
                    <a:pt x="26163" y="0"/>
                  </a:cubicBezTo>
                  <a:cubicBezTo>
                    <a:pt x="11861" y="0"/>
                    <a:pt x="0" y="11861"/>
                    <a:pt x="0" y="26163"/>
                  </a:cubicBezTo>
                  <a:cubicBezTo>
                    <a:pt x="0" y="40465"/>
                    <a:pt x="11861" y="52326"/>
                    <a:pt x="26163" y="52326"/>
                  </a:cubicBezTo>
                  <a:cubicBezTo>
                    <a:pt x="26163" y="52326"/>
                    <a:pt x="26163"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5" name="Freeform: Shape 474">
              <a:extLst>
                <a:ext uri="{FF2B5EF4-FFF2-40B4-BE49-F238E27FC236}">
                  <a16:creationId xmlns:a16="http://schemas.microsoft.com/office/drawing/2014/main" id="{05F7F4C6-420F-FA6D-346D-D80FECC66B58}"/>
                </a:ext>
              </a:extLst>
            </p:cNvPr>
            <p:cNvSpPr/>
            <p:nvPr/>
          </p:nvSpPr>
          <p:spPr>
            <a:xfrm>
              <a:off x="313957" y="3350510"/>
              <a:ext cx="52326" cy="52326"/>
            </a:xfrm>
            <a:custGeom>
              <a:avLst/>
              <a:gdLst>
                <a:gd name="connsiteX0" fmla="*/ 26163 w 52326"/>
                <a:gd name="connsiteY0" fmla="*/ 52326 h 52326"/>
                <a:gd name="connsiteX1" fmla="*/ 26163 w 52326"/>
                <a:gd name="connsiteY1" fmla="*/ 52326 h 52326"/>
                <a:gd name="connsiteX2" fmla="*/ 33838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8" y="51280"/>
                  </a:cubicBezTo>
                  <a:cubicBezTo>
                    <a:pt x="44652" y="48140"/>
                    <a:pt x="52326" y="38024"/>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6" name="Freeform: Shape 475">
              <a:extLst>
                <a:ext uri="{FF2B5EF4-FFF2-40B4-BE49-F238E27FC236}">
                  <a16:creationId xmlns:a16="http://schemas.microsoft.com/office/drawing/2014/main" id="{62BB6533-351A-084F-9DAE-92ED000D1CA9}"/>
                </a:ext>
              </a:extLst>
            </p:cNvPr>
            <p:cNvSpPr/>
            <p:nvPr/>
          </p:nvSpPr>
          <p:spPr>
            <a:xfrm>
              <a:off x="1255828"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7" name="Freeform: Shape 476">
              <a:extLst>
                <a:ext uri="{FF2B5EF4-FFF2-40B4-BE49-F238E27FC236}">
                  <a16:creationId xmlns:a16="http://schemas.microsoft.com/office/drawing/2014/main" id="{7D9273EA-0878-92A4-3E72-04DAA0A8146A}"/>
                </a:ext>
              </a:extLst>
            </p:cNvPr>
            <p:cNvSpPr/>
            <p:nvPr/>
          </p:nvSpPr>
          <p:spPr>
            <a:xfrm>
              <a:off x="52326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78" name="Freeform: Shape 477">
              <a:extLst>
                <a:ext uri="{FF2B5EF4-FFF2-40B4-BE49-F238E27FC236}">
                  <a16:creationId xmlns:a16="http://schemas.microsoft.com/office/drawing/2014/main" id="{9E919B2D-9BF7-7572-99F0-0DD782D35071}"/>
                </a:ext>
              </a:extLst>
            </p:cNvPr>
            <p:cNvSpPr/>
            <p:nvPr/>
          </p:nvSpPr>
          <p:spPr>
            <a:xfrm>
              <a:off x="4604703"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9" name="Freeform: Shape 478">
              <a:extLst>
                <a:ext uri="{FF2B5EF4-FFF2-40B4-BE49-F238E27FC236}">
                  <a16:creationId xmlns:a16="http://schemas.microsoft.com/office/drawing/2014/main" id="{68945742-4F39-7972-6E85-6EDAF2130E6A}"/>
                </a:ext>
              </a:extLst>
            </p:cNvPr>
            <p:cNvSpPr/>
            <p:nvPr/>
          </p:nvSpPr>
          <p:spPr>
            <a:xfrm>
              <a:off x="41860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0" name="Freeform: Shape 479">
              <a:extLst>
                <a:ext uri="{FF2B5EF4-FFF2-40B4-BE49-F238E27FC236}">
                  <a16:creationId xmlns:a16="http://schemas.microsoft.com/office/drawing/2014/main" id="{C6096960-FC40-DB9E-EE17-FD566273C4DD}"/>
                </a:ext>
              </a:extLst>
            </p:cNvPr>
            <p:cNvSpPr/>
            <p:nvPr/>
          </p:nvSpPr>
          <p:spPr>
            <a:xfrm>
              <a:off x="418609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1" name="Freeform: Shape 480">
              <a:extLst>
                <a:ext uri="{FF2B5EF4-FFF2-40B4-BE49-F238E27FC236}">
                  <a16:creationId xmlns:a16="http://schemas.microsoft.com/office/drawing/2014/main" id="{2763D96A-5CFD-93DB-A695-B883D9230A7F}"/>
                </a:ext>
              </a:extLst>
            </p:cNvPr>
            <p:cNvSpPr/>
            <p:nvPr/>
          </p:nvSpPr>
          <p:spPr>
            <a:xfrm>
              <a:off x="376748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2" name="Freeform: Shape 481">
              <a:extLst>
                <a:ext uri="{FF2B5EF4-FFF2-40B4-BE49-F238E27FC236}">
                  <a16:creationId xmlns:a16="http://schemas.microsoft.com/office/drawing/2014/main" id="{0A047A41-9852-CACD-488B-1C9A881EDEDB}"/>
                </a:ext>
              </a:extLst>
            </p:cNvPr>
            <p:cNvSpPr/>
            <p:nvPr/>
          </p:nvSpPr>
          <p:spPr>
            <a:xfrm>
              <a:off x="345352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3" name="Freeform: Shape 482">
              <a:extLst>
                <a:ext uri="{FF2B5EF4-FFF2-40B4-BE49-F238E27FC236}">
                  <a16:creationId xmlns:a16="http://schemas.microsoft.com/office/drawing/2014/main" id="{292F42CB-9959-F002-AB96-8976B11C4690}"/>
                </a:ext>
              </a:extLst>
            </p:cNvPr>
            <p:cNvSpPr/>
            <p:nvPr/>
          </p:nvSpPr>
          <p:spPr>
            <a:xfrm>
              <a:off x="3348875"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4" name="Freeform: Shape 483">
              <a:extLst>
                <a:ext uri="{FF2B5EF4-FFF2-40B4-BE49-F238E27FC236}">
                  <a16:creationId xmlns:a16="http://schemas.microsoft.com/office/drawing/2014/main" id="{462F7F51-FDB9-206A-1B52-D97AF82E2293}"/>
                </a:ext>
              </a:extLst>
            </p:cNvPr>
            <p:cNvSpPr/>
            <p:nvPr/>
          </p:nvSpPr>
          <p:spPr>
            <a:xfrm>
              <a:off x="324422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5" name="Freeform: Shape 484">
              <a:extLst>
                <a:ext uri="{FF2B5EF4-FFF2-40B4-BE49-F238E27FC236}">
                  <a16:creationId xmlns:a16="http://schemas.microsoft.com/office/drawing/2014/main" id="{0DCBC4E3-FEA4-381C-397E-9991D819CE7C}"/>
                </a:ext>
              </a:extLst>
            </p:cNvPr>
            <p:cNvSpPr/>
            <p:nvPr/>
          </p:nvSpPr>
          <p:spPr>
            <a:xfrm>
              <a:off x="30349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6" name="Freeform: Shape 485">
              <a:extLst>
                <a:ext uri="{FF2B5EF4-FFF2-40B4-BE49-F238E27FC236}">
                  <a16:creationId xmlns:a16="http://schemas.microsoft.com/office/drawing/2014/main" id="{B51A9904-67CB-F227-7052-FBAA3A4D6E67}"/>
                </a:ext>
              </a:extLst>
            </p:cNvPr>
            <p:cNvSpPr/>
            <p:nvPr/>
          </p:nvSpPr>
          <p:spPr>
            <a:xfrm>
              <a:off x="30349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7" name="Freeform: Shape 486">
              <a:extLst>
                <a:ext uri="{FF2B5EF4-FFF2-40B4-BE49-F238E27FC236}">
                  <a16:creationId xmlns:a16="http://schemas.microsoft.com/office/drawing/2014/main" id="{7EC541BA-0689-6A0D-CFE9-37E3F746C840}"/>
                </a:ext>
              </a:extLst>
            </p:cNvPr>
            <p:cNvSpPr/>
            <p:nvPr/>
          </p:nvSpPr>
          <p:spPr>
            <a:xfrm>
              <a:off x="16744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8" name="Freeform: Shape 487">
              <a:extLst>
                <a:ext uri="{FF2B5EF4-FFF2-40B4-BE49-F238E27FC236}">
                  <a16:creationId xmlns:a16="http://schemas.microsoft.com/office/drawing/2014/main" id="{C69A1FF2-D11E-D39F-8B12-7186FCF6DF02}"/>
                </a:ext>
              </a:extLst>
            </p:cNvPr>
            <p:cNvSpPr/>
            <p:nvPr/>
          </p:nvSpPr>
          <p:spPr>
            <a:xfrm>
              <a:off x="941871"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9" name="Freeform: Shape 488">
              <a:extLst>
                <a:ext uri="{FF2B5EF4-FFF2-40B4-BE49-F238E27FC236}">
                  <a16:creationId xmlns:a16="http://schemas.microsoft.com/office/drawing/2014/main" id="{AE21C4DE-B319-D616-10D3-80D50A694B68}"/>
                </a:ext>
              </a:extLst>
            </p:cNvPr>
            <p:cNvSpPr/>
            <p:nvPr/>
          </p:nvSpPr>
          <p:spPr>
            <a:xfrm>
              <a:off x="94187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0" name="Freeform: Shape 489">
              <a:extLst>
                <a:ext uri="{FF2B5EF4-FFF2-40B4-BE49-F238E27FC236}">
                  <a16:creationId xmlns:a16="http://schemas.microsoft.com/office/drawing/2014/main" id="{DA133DDD-14C7-03C5-47F4-BFD1AB57EBC9}"/>
                </a:ext>
              </a:extLst>
            </p:cNvPr>
            <p:cNvSpPr/>
            <p:nvPr/>
          </p:nvSpPr>
          <p:spPr>
            <a:xfrm>
              <a:off x="627914"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1" name="Freeform: Shape 490">
              <a:extLst>
                <a:ext uri="{FF2B5EF4-FFF2-40B4-BE49-F238E27FC236}">
                  <a16:creationId xmlns:a16="http://schemas.microsoft.com/office/drawing/2014/main" id="{618A7A07-CE90-E879-DBB1-90213D4B798D}"/>
                </a:ext>
              </a:extLst>
            </p:cNvPr>
            <p:cNvSpPr/>
            <p:nvPr/>
          </p:nvSpPr>
          <p:spPr>
            <a:xfrm>
              <a:off x="104652"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2" name="Freeform: Shape 491">
              <a:extLst>
                <a:ext uri="{FF2B5EF4-FFF2-40B4-BE49-F238E27FC236}">
                  <a16:creationId xmlns:a16="http://schemas.microsoft.com/office/drawing/2014/main" id="{9744C29E-CD26-1B97-7795-38BD3DCC68A9}"/>
                </a:ext>
              </a:extLst>
            </p:cNvPr>
            <p:cNvSpPr/>
            <p:nvPr/>
          </p:nvSpPr>
          <p:spPr>
            <a:xfrm>
              <a:off x="2615960" y="4606338"/>
              <a:ext cx="52370" cy="52326"/>
            </a:xfrm>
            <a:custGeom>
              <a:avLst/>
              <a:gdLst>
                <a:gd name="connsiteX0" fmla="*/ 48140 w 52370"/>
                <a:gd name="connsiteY0" fmla="*/ 11512 h 52326"/>
                <a:gd name="connsiteX1" fmla="*/ 41163 w 52370"/>
                <a:gd name="connsiteY1" fmla="*/ 4535 h 52326"/>
                <a:gd name="connsiteX2" fmla="*/ 39070 w 52370"/>
                <a:gd name="connsiteY2" fmla="*/ 3140 h 52326"/>
                <a:gd name="connsiteX3" fmla="*/ 29303 w 52370"/>
                <a:gd name="connsiteY3" fmla="*/ 0 h 52326"/>
                <a:gd name="connsiteX4" fmla="*/ 26512 w 52370"/>
                <a:gd name="connsiteY4" fmla="*/ 0 h 52326"/>
                <a:gd name="connsiteX5" fmla="*/ 23372 w 52370"/>
                <a:gd name="connsiteY5" fmla="*/ 349 h 52326"/>
                <a:gd name="connsiteX6" fmla="*/ 14651 w 52370"/>
                <a:gd name="connsiteY6" fmla="*/ 2791 h 52326"/>
                <a:gd name="connsiteX7" fmla="*/ 10116 w 52370"/>
                <a:gd name="connsiteY7" fmla="*/ 5581 h 52326"/>
                <a:gd name="connsiteX8" fmla="*/ 7674 w 52370"/>
                <a:gd name="connsiteY8" fmla="*/ 7675 h 52326"/>
                <a:gd name="connsiteX9" fmla="*/ 2442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1 w 52370"/>
                <a:gd name="connsiteY15" fmla="*/ 49187 h 52326"/>
                <a:gd name="connsiteX16" fmla="*/ 42210 w 52370"/>
                <a:gd name="connsiteY16" fmla="*/ 46745 h 52326"/>
                <a:gd name="connsiteX17" fmla="*/ 44652 w 52370"/>
                <a:gd name="connsiteY17" fmla="*/ 44652 h 52326"/>
                <a:gd name="connsiteX18" fmla="*/ 47791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5" y="4186"/>
                    <a:pt x="39768" y="3488"/>
                    <a:pt x="39070" y="3140"/>
                  </a:cubicBezTo>
                  <a:cubicBezTo>
                    <a:pt x="35931" y="1395"/>
                    <a:pt x="32791" y="349"/>
                    <a:pt x="29303" y="0"/>
                  </a:cubicBezTo>
                  <a:cubicBezTo>
                    <a:pt x="28256" y="0"/>
                    <a:pt x="27558" y="0"/>
                    <a:pt x="26512" y="0"/>
                  </a:cubicBezTo>
                  <a:cubicBezTo>
                    <a:pt x="25465" y="0"/>
                    <a:pt x="24419" y="0"/>
                    <a:pt x="23372" y="349"/>
                  </a:cubicBezTo>
                  <a:cubicBezTo>
                    <a:pt x="20233" y="698"/>
                    <a:pt x="17442" y="1744"/>
                    <a:pt x="14651" y="2791"/>
                  </a:cubicBezTo>
                  <a:cubicBezTo>
                    <a:pt x="13256" y="3488"/>
                    <a:pt x="11512" y="4535"/>
                    <a:pt x="10116" y="5581"/>
                  </a:cubicBezTo>
                  <a:cubicBezTo>
                    <a:pt x="9419" y="6279"/>
                    <a:pt x="8372" y="6977"/>
                    <a:pt x="7674" y="7675"/>
                  </a:cubicBezTo>
                  <a:cubicBezTo>
                    <a:pt x="5581" y="9768"/>
                    <a:pt x="3837" y="12558"/>
                    <a:pt x="2442" y="15349"/>
                  </a:cubicBezTo>
                  <a:cubicBezTo>
                    <a:pt x="1744" y="17093"/>
                    <a:pt x="1046" y="19186"/>
                    <a:pt x="349" y="21279"/>
                  </a:cubicBezTo>
                  <a:cubicBezTo>
                    <a:pt x="0" y="23023"/>
                    <a:pt x="0" y="24419"/>
                    <a:pt x="0" y="26163"/>
                  </a:cubicBezTo>
                  <a:lnTo>
                    <a:pt x="0" y="26163"/>
                  </a:lnTo>
                  <a:cubicBezTo>
                    <a:pt x="0" y="40465"/>
                    <a:pt x="11860" y="52326"/>
                    <a:pt x="26163" y="52326"/>
                  </a:cubicBezTo>
                  <a:cubicBezTo>
                    <a:pt x="27210" y="52326"/>
                    <a:pt x="27907" y="52326"/>
                    <a:pt x="28954" y="52326"/>
                  </a:cubicBezTo>
                  <a:cubicBezTo>
                    <a:pt x="32442" y="51977"/>
                    <a:pt x="35931" y="50931"/>
                    <a:pt x="38721" y="49187"/>
                  </a:cubicBezTo>
                  <a:cubicBezTo>
                    <a:pt x="40117" y="48489"/>
                    <a:pt x="41163" y="47791"/>
                    <a:pt x="42210" y="46745"/>
                  </a:cubicBezTo>
                  <a:cubicBezTo>
                    <a:pt x="42907" y="46047"/>
                    <a:pt x="43954" y="45349"/>
                    <a:pt x="44652" y="44652"/>
                  </a:cubicBezTo>
                  <a:cubicBezTo>
                    <a:pt x="45698" y="43605"/>
                    <a:pt x="46745" y="42210"/>
                    <a:pt x="47791"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493" name="Freeform: Shape 492">
              <a:extLst>
                <a:ext uri="{FF2B5EF4-FFF2-40B4-BE49-F238E27FC236}">
                  <a16:creationId xmlns:a16="http://schemas.microsoft.com/office/drawing/2014/main" id="{C0BB5234-23C5-3E8C-EB14-616AE02AEBA7}"/>
                </a:ext>
              </a:extLst>
            </p:cNvPr>
            <p:cNvSpPr/>
            <p:nvPr/>
          </p:nvSpPr>
          <p:spPr>
            <a:xfrm>
              <a:off x="4709356" y="4397034"/>
              <a:ext cx="52326" cy="52326"/>
            </a:xfrm>
            <a:custGeom>
              <a:avLst/>
              <a:gdLst>
                <a:gd name="connsiteX0" fmla="*/ 26163 w 52326"/>
                <a:gd name="connsiteY0" fmla="*/ 0 h 52326"/>
                <a:gd name="connsiteX1" fmla="*/ 3140 w 52326"/>
                <a:gd name="connsiteY1" fmla="*/ 13605 h 52326"/>
                <a:gd name="connsiteX2" fmla="*/ 3140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40" y="13605"/>
                  </a:cubicBezTo>
                  <a:cubicBezTo>
                    <a:pt x="3140" y="13605"/>
                    <a:pt x="3140" y="13605"/>
                    <a:pt x="3140" y="13605"/>
                  </a:cubicBezTo>
                  <a:cubicBezTo>
                    <a:pt x="1744" y="16047"/>
                    <a:pt x="1047" y="18838"/>
                    <a:pt x="349" y="21628"/>
                  </a:cubicBezTo>
                  <a:cubicBezTo>
                    <a:pt x="0" y="23023"/>
                    <a:pt x="0" y="24419"/>
                    <a:pt x="0" y="26163"/>
                  </a:cubicBezTo>
                  <a:cubicBezTo>
                    <a:pt x="0" y="40465"/>
                    <a:pt x="11861" y="52326"/>
                    <a:pt x="26163" y="52326"/>
                  </a:cubicBezTo>
                  <a:cubicBezTo>
                    <a:pt x="35931" y="52326"/>
                    <a:pt x="44652" y="46745"/>
                    <a:pt x="49187" y="38721"/>
                  </a:cubicBezTo>
                  <a:cubicBezTo>
                    <a:pt x="51279"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4" name="Freeform: Shape 493">
              <a:extLst>
                <a:ext uri="{FF2B5EF4-FFF2-40B4-BE49-F238E27FC236}">
                  <a16:creationId xmlns:a16="http://schemas.microsoft.com/office/drawing/2014/main" id="{5FDB9963-6DE8-A810-1227-C7A9CBAA7956}"/>
                </a:ext>
              </a:extLst>
            </p:cNvPr>
            <p:cNvSpPr/>
            <p:nvPr/>
          </p:nvSpPr>
          <p:spPr>
            <a:xfrm>
              <a:off x="5546575"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4"/>
                  </a:cubicBezTo>
                  <a:cubicBezTo>
                    <a:pt x="2791" y="12558"/>
                    <a:pt x="0" y="18838"/>
                    <a:pt x="0" y="26163"/>
                  </a:cubicBezTo>
                  <a:cubicBezTo>
                    <a:pt x="0" y="40465"/>
                    <a:pt x="11861" y="52326"/>
                    <a:pt x="26163" y="52326"/>
                  </a:cubicBezTo>
                  <a:cubicBezTo>
                    <a:pt x="32442" y="52326"/>
                    <a:pt x="38373" y="50233"/>
                    <a:pt x="42908"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5" name="Freeform: Shape 494">
              <a:extLst>
                <a:ext uri="{FF2B5EF4-FFF2-40B4-BE49-F238E27FC236}">
                  <a16:creationId xmlns:a16="http://schemas.microsoft.com/office/drawing/2014/main" id="{3E31A118-DC1F-3CF8-F0C3-8CDB0503B0D1}"/>
                </a:ext>
              </a:extLst>
            </p:cNvPr>
            <p:cNvSpPr/>
            <p:nvPr/>
          </p:nvSpPr>
          <p:spPr>
            <a:xfrm>
              <a:off x="59651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6" name="Freeform: Shape 495">
              <a:extLst>
                <a:ext uri="{FF2B5EF4-FFF2-40B4-BE49-F238E27FC236}">
                  <a16:creationId xmlns:a16="http://schemas.microsoft.com/office/drawing/2014/main" id="{64733017-B439-04A9-5462-8B6A86F2C697}"/>
                </a:ext>
              </a:extLst>
            </p:cNvPr>
            <p:cNvSpPr/>
            <p:nvPr/>
          </p:nvSpPr>
          <p:spPr>
            <a:xfrm>
              <a:off x="55465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7" name="Freeform: Shape 496">
              <a:extLst>
                <a:ext uri="{FF2B5EF4-FFF2-40B4-BE49-F238E27FC236}">
                  <a16:creationId xmlns:a16="http://schemas.microsoft.com/office/drawing/2014/main" id="{FEA91381-DE73-D236-3BD4-BD5E1737E9A8}"/>
                </a:ext>
              </a:extLst>
            </p:cNvPr>
            <p:cNvSpPr/>
            <p:nvPr/>
          </p:nvSpPr>
          <p:spPr>
            <a:xfrm>
              <a:off x="439539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8" name="Freeform: Shape 497">
              <a:extLst>
                <a:ext uri="{FF2B5EF4-FFF2-40B4-BE49-F238E27FC236}">
                  <a16:creationId xmlns:a16="http://schemas.microsoft.com/office/drawing/2014/main" id="{CEF8FAA5-509D-3845-4E19-991E8AF092CB}"/>
                </a:ext>
              </a:extLst>
            </p:cNvPr>
            <p:cNvSpPr/>
            <p:nvPr/>
          </p:nvSpPr>
          <p:spPr>
            <a:xfrm>
              <a:off x="544192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9" name="Freeform: Shape 498">
              <a:extLst>
                <a:ext uri="{FF2B5EF4-FFF2-40B4-BE49-F238E27FC236}">
                  <a16:creationId xmlns:a16="http://schemas.microsoft.com/office/drawing/2014/main" id="{AF8C4B3E-D425-7789-BD10-F284735EE4E8}"/>
                </a:ext>
              </a:extLst>
            </p:cNvPr>
            <p:cNvSpPr/>
            <p:nvPr/>
          </p:nvSpPr>
          <p:spPr>
            <a:xfrm>
              <a:off x="387213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0" name="Freeform: Shape 499">
              <a:extLst>
                <a:ext uri="{FF2B5EF4-FFF2-40B4-BE49-F238E27FC236}">
                  <a16:creationId xmlns:a16="http://schemas.microsoft.com/office/drawing/2014/main" id="{DEF74E1E-8092-75B8-6A63-561E66A8217D}"/>
                </a:ext>
              </a:extLst>
            </p:cNvPr>
            <p:cNvSpPr/>
            <p:nvPr/>
          </p:nvSpPr>
          <p:spPr>
            <a:xfrm>
              <a:off x="366283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1" name="Freeform: Shape 500">
              <a:extLst>
                <a:ext uri="{FF2B5EF4-FFF2-40B4-BE49-F238E27FC236}">
                  <a16:creationId xmlns:a16="http://schemas.microsoft.com/office/drawing/2014/main" id="{A37D2C0A-AAEB-8366-CB9A-FD5DE3779667}"/>
                </a:ext>
              </a:extLst>
            </p:cNvPr>
            <p:cNvSpPr/>
            <p:nvPr/>
          </p:nvSpPr>
          <p:spPr>
            <a:xfrm>
              <a:off x="240700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2" name="Freeform: Shape 501">
              <a:extLst>
                <a:ext uri="{FF2B5EF4-FFF2-40B4-BE49-F238E27FC236}">
                  <a16:creationId xmlns:a16="http://schemas.microsoft.com/office/drawing/2014/main" id="{F3ADF1A1-7217-417B-0147-B4AE1798BB30}"/>
                </a:ext>
              </a:extLst>
            </p:cNvPr>
            <p:cNvSpPr/>
            <p:nvPr/>
          </p:nvSpPr>
          <p:spPr>
            <a:xfrm>
              <a:off x="240700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3" name="Freeform: Shape 502">
              <a:extLst>
                <a:ext uri="{FF2B5EF4-FFF2-40B4-BE49-F238E27FC236}">
                  <a16:creationId xmlns:a16="http://schemas.microsoft.com/office/drawing/2014/main" id="{A4F6592A-D487-68CF-2B40-420322B614FC}"/>
                </a:ext>
              </a:extLst>
            </p:cNvPr>
            <p:cNvSpPr/>
            <p:nvPr/>
          </p:nvSpPr>
          <p:spPr>
            <a:xfrm>
              <a:off x="18837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4" name="Freeform: Shape 503">
              <a:extLst>
                <a:ext uri="{FF2B5EF4-FFF2-40B4-BE49-F238E27FC236}">
                  <a16:creationId xmlns:a16="http://schemas.microsoft.com/office/drawing/2014/main" id="{DAD2D433-82DE-2D5B-2C73-76890425EDC7}"/>
                </a:ext>
              </a:extLst>
            </p:cNvPr>
            <p:cNvSpPr/>
            <p:nvPr/>
          </p:nvSpPr>
          <p:spPr>
            <a:xfrm>
              <a:off x="188374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5" name="Freeform: Shape 504">
              <a:extLst>
                <a:ext uri="{FF2B5EF4-FFF2-40B4-BE49-F238E27FC236}">
                  <a16:creationId xmlns:a16="http://schemas.microsoft.com/office/drawing/2014/main" id="{22F13687-5A9F-332F-A759-60659E8F4351}"/>
                </a:ext>
              </a:extLst>
            </p:cNvPr>
            <p:cNvSpPr/>
            <p:nvPr/>
          </p:nvSpPr>
          <p:spPr>
            <a:xfrm>
              <a:off x="156978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06" name="Freeform: Shape 505">
              <a:extLst>
                <a:ext uri="{FF2B5EF4-FFF2-40B4-BE49-F238E27FC236}">
                  <a16:creationId xmlns:a16="http://schemas.microsoft.com/office/drawing/2014/main" id="{371F84D2-BD17-A578-996E-4BE4A73FEDAB}"/>
                </a:ext>
              </a:extLst>
            </p:cNvPr>
            <p:cNvSpPr/>
            <p:nvPr/>
          </p:nvSpPr>
          <p:spPr>
            <a:xfrm>
              <a:off x="125582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7" name="Freeform: Shape 506">
              <a:extLst>
                <a:ext uri="{FF2B5EF4-FFF2-40B4-BE49-F238E27FC236}">
                  <a16:creationId xmlns:a16="http://schemas.microsoft.com/office/drawing/2014/main" id="{AB920AA8-C235-212F-235F-2975D618E87A}"/>
                </a:ext>
              </a:extLst>
            </p:cNvPr>
            <p:cNvSpPr/>
            <p:nvPr/>
          </p:nvSpPr>
          <p:spPr>
            <a:xfrm>
              <a:off x="732566"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08" name="Freeform: Shape 507">
              <a:extLst>
                <a:ext uri="{FF2B5EF4-FFF2-40B4-BE49-F238E27FC236}">
                  <a16:creationId xmlns:a16="http://schemas.microsoft.com/office/drawing/2014/main" id="{50A99892-EB7E-025C-BB08-95D6D5A195EA}"/>
                </a:ext>
              </a:extLst>
            </p:cNvPr>
            <p:cNvSpPr/>
            <p:nvPr/>
          </p:nvSpPr>
          <p:spPr>
            <a:xfrm>
              <a:off x="62791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9" name="Freeform: Shape 508">
              <a:extLst>
                <a:ext uri="{FF2B5EF4-FFF2-40B4-BE49-F238E27FC236}">
                  <a16:creationId xmlns:a16="http://schemas.microsoft.com/office/drawing/2014/main" id="{62FA64C0-D148-97AF-EDE8-1391821E0441}"/>
                </a:ext>
              </a:extLst>
            </p:cNvPr>
            <p:cNvSpPr/>
            <p:nvPr/>
          </p:nvSpPr>
          <p:spPr>
            <a:xfrm>
              <a:off x="41860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0" name="Freeform: Shape 509">
              <a:extLst>
                <a:ext uri="{FF2B5EF4-FFF2-40B4-BE49-F238E27FC236}">
                  <a16:creationId xmlns:a16="http://schemas.microsoft.com/office/drawing/2014/main" id="{3AED96D0-ED5C-9045-B132-F253E18C4BBC}"/>
                </a:ext>
              </a:extLst>
            </p:cNvPr>
            <p:cNvSpPr/>
            <p:nvPr/>
          </p:nvSpPr>
          <p:spPr>
            <a:xfrm>
              <a:off x="5546575"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1" name="Freeform: Shape 510">
              <a:extLst>
                <a:ext uri="{FF2B5EF4-FFF2-40B4-BE49-F238E27FC236}">
                  <a16:creationId xmlns:a16="http://schemas.microsoft.com/office/drawing/2014/main" id="{8FAF55CB-9A93-9A07-1E61-C21435F6CADB}"/>
                </a:ext>
              </a:extLst>
            </p:cNvPr>
            <p:cNvSpPr/>
            <p:nvPr/>
          </p:nvSpPr>
          <p:spPr>
            <a:xfrm>
              <a:off x="1360480" y="3559815"/>
              <a:ext cx="52326" cy="52674"/>
            </a:xfrm>
            <a:custGeom>
              <a:avLst/>
              <a:gdLst>
                <a:gd name="connsiteX0" fmla="*/ 52326 w 52326"/>
                <a:gd name="connsiteY0" fmla="*/ 26163 h 52674"/>
                <a:gd name="connsiteX1" fmla="*/ 26163 w 52326"/>
                <a:gd name="connsiteY1" fmla="*/ 0 h 52674"/>
                <a:gd name="connsiteX2" fmla="*/ 26163 w 52326"/>
                <a:gd name="connsiteY2" fmla="*/ 0 h 52674"/>
                <a:gd name="connsiteX3" fmla="*/ 7675 w 52326"/>
                <a:gd name="connsiteY3" fmla="*/ 7675 h 52674"/>
                <a:gd name="connsiteX4" fmla="*/ 5233 w 52326"/>
                <a:gd name="connsiteY4" fmla="*/ 10814 h 52674"/>
                <a:gd name="connsiteX5" fmla="*/ 4535 w 52326"/>
                <a:gd name="connsiteY5" fmla="*/ 11861 h 52674"/>
                <a:gd name="connsiteX6" fmla="*/ 0 w 52326"/>
                <a:gd name="connsiteY6" fmla="*/ 26512 h 52674"/>
                <a:gd name="connsiteX7" fmla="*/ 26163 w 52326"/>
                <a:gd name="connsiteY7" fmla="*/ 52675 h 52674"/>
                <a:gd name="connsiteX8" fmla="*/ 46396 w 52326"/>
                <a:gd name="connsiteY8" fmla="*/ 43256 h 52674"/>
                <a:gd name="connsiteX9" fmla="*/ 52326 w 52326"/>
                <a:gd name="connsiteY9" fmla="*/ 26163 h 52674"/>
                <a:gd name="connsiteX10" fmla="*/ 52326 w 52326"/>
                <a:gd name="connsiteY10"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674">
                  <a:moveTo>
                    <a:pt x="52326" y="26163"/>
                  </a:moveTo>
                  <a:cubicBezTo>
                    <a:pt x="52326" y="11861"/>
                    <a:pt x="40466" y="0"/>
                    <a:pt x="26163" y="0"/>
                  </a:cubicBezTo>
                  <a:lnTo>
                    <a:pt x="26163" y="0"/>
                  </a:lnTo>
                  <a:cubicBezTo>
                    <a:pt x="18837" y="0"/>
                    <a:pt x="12558" y="2791"/>
                    <a:pt x="7675" y="7675"/>
                  </a:cubicBezTo>
                  <a:cubicBezTo>
                    <a:pt x="6628" y="8721"/>
                    <a:pt x="5930" y="9768"/>
                    <a:pt x="5233" y="10814"/>
                  </a:cubicBezTo>
                  <a:cubicBezTo>
                    <a:pt x="4884" y="11163"/>
                    <a:pt x="4884" y="11512"/>
                    <a:pt x="4535" y="11861"/>
                  </a:cubicBezTo>
                  <a:cubicBezTo>
                    <a:pt x="1744" y="16047"/>
                    <a:pt x="0" y="20930"/>
                    <a:pt x="0" y="26512"/>
                  </a:cubicBezTo>
                  <a:cubicBezTo>
                    <a:pt x="0" y="40814"/>
                    <a:pt x="11861" y="52675"/>
                    <a:pt x="26163" y="52675"/>
                  </a:cubicBezTo>
                  <a:cubicBezTo>
                    <a:pt x="34186" y="52675"/>
                    <a:pt x="41512" y="48838"/>
                    <a:pt x="46396" y="43256"/>
                  </a:cubicBezTo>
                  <a:cubicBezTo>
                    <a:pt x="50233" y="38373"/>
                    <a:pt x="52326" y="32442"/>
                    <a:pt x="52326" y="26163"/>
                  </a:cubicBezTo>
                  <a:lnTo>
                    <a:pt x="52326" y="26163"/>
                  </a:lnTo>
                  <a:close/>
                </a:path>
              </a:pathLst>
            </a:custGeom>
            <a:grpFill/>
            <a:ln w="3488" cap="flat">
              <a:noFill/>
              <a:prstDash val="solid"/>
              <a:miter/>
            </a:ln>
          </p:spPr>
          <p:txBody>
            <a:bodyPr rtlCol="0" anchor="ctr"/>
            <a:lstStyle/>
            <a:p>
              <a:endParaRPr lang="en-ID"/>
            </a:p>
          </p:txBody>
        </p:sp>
        <p:sp>
          <p:nvSpPr>
            <p:cNvPr id="512" name="Freeform: Shape 511">
              <a:extLst>
                <a:ext uri="{FF2B5EF4-FFF2-40B4-BE49-F238E27FC236}">
                  <a16:creationId xmlns:a16="http://schemas.microsoft.com/office/drawing/2014/main" id="{8BBE81CC-6CEF-1998-6BE1-7FCDAC0475C3}"/>
                </a:ext>
              </a:extLst>
            </p:cNvPr>
            <p:cNvSpPr/>
            <p:nvPr/>
          </p:nvSpPr>
          <p:spPr>
            <a:xfrm>
              <a:off x="627914"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3" y="52326"/>
                    <a:pt x="26163" y="52326"/>
                  </a:cubicBezTo>
                  <a:lnTo>
                    <a:pt x="26163" y="52326"/>
                  </a:lnTo>
                  <a:cubicBezTo>
                    <a:pt x="40466"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513" name="Freeform: Shape 512">
              <a:extLst>
                <a:ext uri="{FF2B5EF4-FFF2-40B4-BE49-F238E27FC236}">
                  <a16:creationId xmlns:a16="http://schemas.microsoft.com/office/drawing/2014/main" id="{147C39DD-3CE3-642F-9383-29B35103F801}"/>
                </a:ext>
              </a:extLst>
            </p:cNvPr>
            <p:cNvSpPr/>
            <p:nvPr/>
          </p:nvSpPr>
          <p:spPr>
            <a:xfrm>
              <a:off x="533727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14" name="Freeform: Shape 513">
              <a:extLst>
                <a:ext uri="{FF2B5EF4-FFF2-40B4-BE49-F238E27FC236}">
                  <a16:creationId xmlns:a16="http://schemas.microsoft.com/office/drawing/2014/main" id="{57637BC0-F455-8337-AB5C-FC6AC8777DDF}"/>
                </a:ext>
              </a:extLst>
            </p:cNvPr>
            <p:cNvSpPr/>
            <p:nvPr/>
          </p:nvSpPr>
          <p:spPr>
            <a:xfrm>
              <a:off x="596518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5" name="Freeform: Shape 514">
              <a:extLst>
                <a:ext uri="{FF2B5EF4-FFF2-40B4-BE49-F238E27FC236}">
                  <a16:creationId xmlns:a16="http://schemas.microsoft.com/office/drawing/2014/main" id="{F13D8EC9-B35B-F9AA-556E-F86936CEA3CB}"/>
                </a:ext>
              </a:extLst>
            </p:cNvPr>
            <p:cNvSpPr/>
            <p:nvPr/>
          </p:nvSpPr>
          <p:spPr>
            <a:xfrm>
              <a:off x="56512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6" name="Freeform: Shape 515">
              <a:extLst>
                <a:ext uri="{FF2B5EF4-FFF2-40B4-BE49-F238E27FC236}">
                  <a16:creationId xmlns:a16="http://schemas.microsoft.com/office/drawing/2014/main" id="{6526A6B4-D946-16E5-8EDF-E9F3725004D7}"/>
                </a:ext>
              </a:extLst>
            </p:cNvPr>
            <p:cNvSpPr/>
            <p:nvPr/>
          </p:nvSpPr>
          <p:spPr>
            <a:xfrm>
              <a:off x="418609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7" name="Freeform: Shape 516">
              <a:extLst>
                <a:ext uri="{FF2B5EF4-FFF2-40B4-BE49-F238E27FC236}">
                  <a16:creationId xmlns:a16="http://schemas.microsoft.com/office/drawing/2014/main" id="{32D25274-4EAC-41FB-F41A-1E79CF5E7CCF}"/>
                </a:ext>
              </a:extLst>
            </p:cNvPr>
            <p:cNvSpPr/>
            <p:nvPr/>
          </p:nvSpPr>
          <p:spPr>
            <a:xfrm>
              <a:off x="39767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8" name="Freeform: Shape 517">
              <a:extLst>
                <a:ext uri="{FF2B5EF4-FFF2-40B4-BE49-F238E27FC236}">
                  <a16:creationId xmlns:a16="http://schemas.microsoft.com/office/drawing/2014/main" id="{E7587EFF-7386-28AD-0BA1-5D083ADC6095}"/>
                </a:ext>
              </a:extLst>
            </p:cNvPr>
            <p:cNvSpPr/>
            <p:nvPr/>
          </p:nvSpPr>
          <p:spPr>
            <a:xfrm>
              <a:off x="5441922"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5" y="0"/>
                    <a:pt x="26163" y="0"/>
                  </a:cubicBezTo>
                  <a:lnTo>
                    <a:pt x="26163" y="0"/>
                  </a:lnTo>
                  <a:cubicBezTo>
                    <a:pt x="18838" y="0"/>
                    <a:pt x="12558" y="2791"/>
                    <a:pt x="7674"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9" name="Freeform: Shape 518">
              <a:extLst>
                <a:ext uri="{FF2B5EF4-FFF2-40B4-BE49-F238E27FC236}">
                  <a16:creationId xmlns:a16="http://schemas.microsoft.com/office/drawing/2014/main" id="{ABEDBA0B-BF1B-84DF-DEE6-C47714A9C980}"/>
                </a:ext>
              </a:extLst>
            </p:cNvPr>
            <p:cNvSpPr/>
            <p:nvPr/>
          </p:nvSpPr>
          <p:spPr>
            <a:xfrm>
              <a:off x="491866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0" name="Freeform: Shape 519">
              <a:extLst>
                <a:ext uri="{FF2B5EF4-FFF2-40B4-BE49-F238E27FC236}">
                  <a16:creationId xmlns:a16="http://schemas.microsoft.com/office/drawing/2014/main" id="{6DEA4A3E-9BB7-A847-7D27-8D1DC4751188}"/>
                </a:ext>
              </a:extLst>
            </p:cNvPr>
            <p:cNvSpPr/>
            <p:nvPr/>
          </p:nvSpPr>
          <p:spPr>
            <a:xfrm>
              <a:off x="387213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1" name="Freeform: Shape 520">
              <a:extLst>
                <a:ext uri="{FF2B5EF4-FFF2-40B4-BE49-F238E27FC236}">
                  <a16:creationId xmlns:a16="http://schemas.microsoft.com/office/drawing/2014/main" id="{B9D201ED-B99F-2EF7-02CE-06B3790252A9}"/>
                </a:ext>
              </a:extLst>
            </p:cNvPr>
            <p:cNvSpPr/>
            <p:nvPr/>
          </p:nvSpPr>
          <p:spPr>
            <a:xfrm>
              <a:off x="355818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2" name="Freeform: Shape 521">
              <a:extLst>
                <a:ext uri="{FF2B5EF4-FFF2-40B4-BE49-F238E27FC236}">
                  <a16:creationId xmlns:a16="http://schemas.microsoft.com/office/drawing/2014/main" id="{009E34AB-7A3E-949E-B2D7-01282431C93B}"/>
                </a:ext>
              </a:extLst>
            </p:cNvPr>
            <p:cNvSpPr/>
            <p:nvPr/>
          </p:nvSpPr>
          <p:spPr>
            <a:xfrm>
              <a:off x="30349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3" name="Freeform: Shape 522">
              <a:extLst>
                <a:ext uri="{FF2B5EF4-FFF2-40B4-BE49-F238E27FC236}">
                  <a16:creationId xmlns:a16="http://schemas.microsoft.com/office/drawing/2014/main" id="{CB10C527-4D9A-31A6-3C19-DAAA7026CF22}"/>
                </a:ext>
              </a:extLst>
            </p:cNvPr>
            <p:cNvSpPr/>
            <p:nvPr/>
          </p:nvSpPr>
          <p:spPr>
            <a:xfrm>
              <a:off x="272096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4" name="Freeform: Shape 523">
              <a:extLst>
                <a:ext uri="{FF2B5EF4-FFF2-40B4-BE49-F238E27FC236}">
                  <a16:creationId xmlns:a16="http://schemas.microsoft.com/office/drawing/2014/main" id="{AA9DEAE9-7ED1-3CE8-2AED-C2C7C092BEF5}"/>
                </a:ext>
              </a:extLst>
            </p:cNvPr>
            <p:cNvSpPr/>
            <p:nvPr/>
          </p:nvSpPr>
          <p:spPr>
            <a:xfrm>
              <a:off x="167443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5" name="Freeform: Shape 524">
              <a:extLst>
                <a:ext uri="{FF2B5EF4-FFF2-40B4-BE49-F238E27FC236}">
                  <a16:creationId xmlns:a16="http://schemas.microsoft.com/office/drawing/2014/main" id="{303E56CD-6834-08AB-2CEC-3F09B0D8D374}"/>
                </a:ext>
              </a:extLst>
            </p:cNvPr>
            <p:cNvSpPr/>
            <p:nvPr/>
          </p:nvSpPr>
          <p:spPr>
            <a:xfrm>
              <a:off x="146513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6" name="Freeform: Shape 525">
              <a:extLst>
                <a:ext uri="{FF2B5EF4-FFF2-40B4-BE49-F238E27FC236}">
                  <a16:creationId xmlns:a16="http://schemas.microsoft.com/office/drawing/2014/main" id="{9E87C650-FC16-95A2-CE53-48D3936D94C1}"/>
                </a:ext>
              </a:extLst>
            </p:cNvPr>
            <p:cNvSpPr/>
            <p:nvPr/>
          </p:nvSpPr>
          <p:spPr>
            <a:xfrm>
              <a:off x="523261"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8" y="52326"/>
                    <a:pt x="28954" y="52326"/>
                    <a:pt x="30349" y="51977"/>
                  </a:cubicBezTo>
                  <a:cubicBezTo>
                    <a:pt x="42907" y="49884"/>
                    <a:pt x="52326" y="39070"/>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7" name="Freeform: Shape 526">
              <a:extLst>
                <a:ext uri="{FF2B5EF4-FFF2-40B4-BE49-F238E27FC236}">
                  <a16:creationId xmlns:a16="http://schemas.microsoft.com/office/drawing/2014/main" id="{E6F1ADCF-CFE1-757A-F6AB-87A0BB337F2D}"/>
                </a:ext>
              </a:extLst>
            </p:cNvPr>
            <p:cNvSpPr/>
            <p:nvPr/>
          </p:nvSpPr>
          <p:spPr>
            <a:xfrm>
              <a:off x="31395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28" name="Freeform: Shape 527">
              <a:extLst>
                <a:ext uri="{FF2B5EF4-FFF2-40B4-BE49-F238E27FC236}">
                  <a16:creationId xmlns:a16="http://schemas.microsoft.com/office/drawing/2014/main" id="{B094E753-BD4E-8E29-C5FD-EC42A2DE64EB}"/>
                </a:ext>
              </a:extLst>
            </p:cNvPr>
            <p:cNvSpPr/>
            <p:nvPr/>
          </p:nvSpPr>
          <p:spPr>
            <a:xfrm>
              <a:off x="47093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lnTo>
                    <a:pt x="52326" y="26163"/>
                  </a:ln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9" name="Freeform: Shape 528">
              <a:extLst>
                <a:ext uri="{FF2B5EF4-FFF2-40B4-BE49-F238E27FC236}">
                  <a16:creationId xmlns:a16="http://schemas.microsoft.com/office/drawing/2014/main" id="{2CB2F5DA-1968-DDDB-CB69-7624C42A61FC}"/>
                </a:ext>
              </a:extLst>
            </p:cNvPr>
            <p:cNvSpPr/>
            <p:nvPr/>
          </p:nvSpPr>
          <p:spPr>
            <a:xfrm>
              <a:off x="4081442"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8" y="52326"/>
                    <a:pt x="26163" y="52326"/>
                  </a:cubicBezTo>
                  <a:close/>
                </a:path>
              </a:pathLst>
            </a:custGeom>
            <a:grpFill/>
            <a:ln w="3488" cap="flat">
              <a:noFill/>
              <a:prstDash val="solid"/>
              <a:miter/>
            </a:ln>
          </p:spPr>
          <p:txBody>
            <a:bodyPr rtlCol="0" anchor="ctr"/>
            <a:lstStyle/>
            <a:p>
              <a:endParaRPr lang="en-ID"/>
            </a:p>
          </p:txBody>
        </p:sp>
        <p:sp>
          <p:nvSpPr>
            <p:cNvPr id="530" name="Freeform: Shape 529">
              <a:extLst>
                <a:ext uri="{FF2B5EF4-FFF2-40B4-BE49-F238E27FC236}">
                  <a16:creationId xmlns:a16="http://schemas.microsoft.com/office/drawing/2014/main" id="{43CDDF84-3491-8AB0-A603-B585549D7EA7}"/>
                </a:ext>
              </a:extLst>
            </p:cNvPr>
            <p:cNvSpPr/>
            <p:nvPr/>
          </p:nvSpPr>
          <p:spPr>
            <a:xfrm>
              <a:off x="3034918" y="2722596"/>
              <a:ext cx="52326" cy="52326"/>
            </a:xfrm>
            <a:custGeom>
              <a:avLst/>
              <a:gdLst>
                <a:gd name="connsiteX0" fmla="*/ 26163 w 52326"/>
                <a:gd name="connsiteY0" fmla="*/ 52326 h 52326"/>
                <a:gd name="connsiteX1" fmla="*/ 52326 w 52326"/>
                <a:gd name="connsiteY1" fmla="*/ 26163 h 52326"/>
                <a:gd name="connsiteX2" fmla="*/ 49187 w 52326"/>
                <a:gd name="connsiteY2" fmla="*/ 13605 h 52326"/>
                <a:gd name="connsiteX3" fmla="*/ 26163 w 52326"/>
                <a:gd name="connsiteY3" fmla="*/ 0 h 52326"/>
                <a:gd name="connsiteX4" fmla="*/ 26163 w 52326"/>
                <a:gd name="connsiteY4" fmla="*/ 0 h 52326"/>
                <a:gd name="connsiteX5" fmla="*/ 0 w 52326"/>
                <a:gd name="connsiteY5" fmla="*/ 26163 h 52326"/>
                <a:gd name="connsiteX6" fmla="*/ 3140 w 52326"/>
                <a:gd name="connsiteY6" fmla="*/ 38721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6"/>
                    <a:pt x="52326" y="26163"/>
                  </a:cubicBezTo>
                  <a:cubicBezTo>
                    <a:pt x="52326" y="21628"/>
                    <a:pt x="51280" y="17442"/>
                    <a:pt x="49187" y="13605"/>
                  </a:cubicBezTo>
                  <a:cubicBezTo>
                    <a:pt x="44652" y="5581"/>
                    <a:pt x="36280" y="0"/>
                    <a:pt x="26163" y="0"/>
                  </a:cubicBezTo>
                  <a:lnTo>
                    <a:pt x="26163" y="0"/>
                  </a:lnTo>
                  <a:cubicBezTo>
                    <a:pt x="11861" y="0"/>
                    <a:pt x="0" y="11861"/>
                    <a:pt x="0" y="26163"/>
                  </a:cubicBezTo>
                  <a:cubicBezTo>
                    <a:pt x="0" y="30698"/>
                    <a:pt x="1046" y="34884"/>
                    <a:pt x="3140" y="38721"/>
                  </a:cubicBezTo>
                  <a:cubicBezTo>
                    <a:pt x="7675" y="46745"/>
                    <a:pt x="16396" y="52326"/>
                    <a:pt x="26163" y="52326"/>
                  </a:cubicBezTo>
                  <a:close/>
                </a:path>
              </a:pathLst>
            </a:custGeom>
            <a:grpFill/>
            <a:ln w="3488" cap="flat">
              <a:noFill/>
              <a:prstDash val="solid"/>
              <a:miter/>
            </a:ln>
          </p:spPr>
          <p:txBody>
            <a:bodyPr rtlCol="0" anchor="ctr"/>
            <a:lstStyle/>
            <a:p>
              <a:endParaRPr lang="en-ID"/>
            </a:p>
          </p:txBody>
        </p:sp>
        <p:sp>
          <p:nvSpPr>
            <p:cNvPr id="531" name="Freeform: Shape 530">
              <a:extLst>
                <a:ext uri="{FF2B5EF4-FFF2-40B4-BE49-F238E27FC236}">
                  <a16:creationId xmlns:a16="http://schemas.microsoft.com/office/drawing/2014/main" id="{5339FB42-CE14-2ADD-247F-5B5DBAF13A53}"/>
                </a:ext>
              </a:extLst>
            </p:cNvPr>
            <p:cNvSpPr/>
            <p:nvPr/>
          </p:nvSpPr>
          <p:spPr>
            <a:xfrm>
              <a:off x="387213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0 w 52326"/>
                <a:gd name="connsiteY6" fmla="*/ 26163 h 52326"/>
                <a:gd name="connsiteX7" fmla="*/ 3140 w 52326"/>
                <a:gd name="connsiteY7" fmla="*/ 38721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532" name="Freeform: Shape 531">
              <a:extLst>
                <a:ext uri="{FF2B5EF4-FFF2-40B4-BE49-F238E27FC236}">
                  <a16:creationId xmlns:a16="http://schemas.microsoft.com/office/drawing/2014/main" id="{BB4E5FA5-CD1D-D011-1F7B-E9E9ECE7ACB6}"/>
                </a:ext>
              </a:extLst>
            </p:cNvPr>
            <p:cNvSpPr/>
            <p:nvPr/>
          </p:nvSpPr>
          <p:spPr>
            <a:xfrm>
              <a:off x="1883742" y="5234253"/>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33" name="Freeform: Shape 532">
              <a:extLst>
                <a:ext uri="{FF2B5EF4-FFF2-40B4-BE49-F238E27FC236}">
                  <a16:creationId xmlns:a16="http://schemas.microsoft.com/office/drawing/2014/main" id="{9CECED32-190F-ACB0-13CB-9E35E89F9529}"/>
                </a:ext>
              </a:extLst>
            </p:cNvPr>
            <p:cNvSpPr/>
            <p:nvPr/>
          </p:nvSpPr>
          <p:spPr>
            <a:xfrm>
              <a:off x="5755879"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4" name="Freeform: Shape 533">
              <a:extLst>
                <a:ext uri="{FF2B5EF4-FFF2-40B4-BE49-F238E27FC236}">
                  <a16:creationId xmlns:a16="http://schemas.microsoft.com/office/drawing/2014/main" id="{02172FCD-E94F-C3A8-B668-DB28122CCA41}"/>
                </a:ext>
              </a:extLst>
            </p:cNvPr>
            <p:cNvSpPr/>
            <p:nvPr/>
          </p:nvSpPr>
          <p:spPr>
            <a:xfrm>
              <a:off x="59651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5" name="Freeform: Shape 534">
              <a:extLst>
                <a:ext uri="{FF2B5EF4-FFF2-40B4-BE49-F238E27FC236}">
                  <a16:creationId xmlns:a16="http://schemas.microsoft.com/office/drawing/2014/main" id="{2DF5E402-E1A4-2EE4-7F7A-8921CEF853E5}"/>
                </a:ext>
              </a:extLst>
            </p:cNvPr>
            <p:cNvSpPr/>
            <p:nvPr/>
          </p:nvSpPr>
          <p:spPr>
            <a:xfrm>
              <a:off x="55465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6" name="Freeform: Shape 535">
              <a:extLst>
                <a:ext uri="{FF2B5EF4-FFF2-40B4-BE49-F238E27FC236}">
                  <a16:creationId xmlns:a16="http://schemas.microsoft.com/office/drawing/2014/main" id="{E3C465E8-8CFB-93D4-BE2B-B31C53351F9B}"/>
                </a:ext>
              </a:extLst>
            </p:cNvPr>
            <p:cNvSpPr/>
            <p:nvPr/>
          </p:nvSpPr>
          <p:spPr>
            <a:xfrm>
              <a:off x="46047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7" name="Freeform: Shape 536">
              <a:extLst>
                <a:ext uri="{FF2B5EF4-FFF2-40B4-BE49-F238E27FC236}">
                  <a16:creationId xmlns:a16="http://schemas.microsoft.com/office/drawing/2014/main" id="{98954C31-E2D8-3016-71B3-13FEFDD55B17}"/>
                </a:ext>
              </a:extLst>
            </p:cNvPr>
            <p:cNvSpPr/>
            <p:nvPr/>
          </p:nvSpPr>
          <p:spPr>
            <a:xfrm>
              <a:off x="3872137"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8" name="Freeform: Shape 537">
              <a:extLst>
                <a:ext uri="{FF2B5EF4-FFF2-40B4-BE49-F238E27FC236}">
                  <a16:creationId xmlns:a16="http://schemas.microsoft.com/office/drawing/2014/main" id="{7D25FF2F-D081-B36D-EDAE-66B0E329CF36}"/>
                </a:ext>
              </a:extLst>
            </p:cNvPr>
            <p:cNvSpPr/>
            <p:nvPr/>
          </p:nvSpPr>
          <p:spPr>
            <a:xfrm>
              <a:off x="366283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9" name="Freeform: Shape 538">
              <a:extLst>
                <a:ext uri="{FF2B5EF4-FFF2-40B4-BE49-F238E27FC236}">
                  <a16:creationId xmlns:a16="http://schemas.microsoft.com/office/drawing/2014/main" id="{32B4E918-64EB-0559-3BDC-735B4F151EBC}"/>
                </a:ext>
              </a:extLst>
            </p:cNvPr>
            <p:cNvSpPr/>
            <p:nvPr/>
          </p:nvSpPr>
          <p:spPr>
            <a:xfrm>
              <a:off x="34535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0" name="Freeform: Shape 539">
              <a:extLst>
                <a:ext uri="{FF2B5EF4-FFF2-40B4-BE49-F238E27FC236}">
                  <a16:creationId xmlns:a16="http://schemas.microsoft.com/office/drawing/2014/main" id="{5C95E321-EB89-93FB-47BA-0826381C264D}"/>
                </a:ext>
              </a:extLst>
            </p:cNvPr>
            <p:cNvSpPr/>
            <p:nvPr/>
          </p:nvSpPr>
          <p:spPr>
            <a:xfrm>
              <a:off x="324422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22326 w 52326"/>
                <a:gd name="connsiteY5" fmla="*/ 349 h 52326"/>
                <a:gd name="connsiteX6" fmla="*/ 18489 w 52326"/>
                <a:gd name="connsiteY6" fmla="*/ 1046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24768" y="0"/>
                    <a:pt x="23721" y="0"/>
                    <a:pt x="22326" y="349"/>
                  </a:cubicBezTo>
                  <a:cubicBezTo>
                    <a:pt x="20930" y="698"/>
                    <a:pt x="19535" y="698"/>
                    <a:pt x="18489" y="1046"/>
                  </a:cubicBezTo>
                  <a:cubicBezTo>
                    <a:pt x="7675" y="4186"/>
                    <a:pt x="0" y="14302"/>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1" name="Freeform: Shape 540">
              <a:extLst>
                <a:ext uri="{FF2B5EF4-FFF2-40B4-BE49-F238E27FC236}">
                  <a16:creationId xmlns:a16="http://schemas.microsoft.com/office/drawing/2014/main" id="{378AEC97-4AAF-430D-4050-D2CCA9C2E489}"/>
                </a:ext>
              </a:extLst>
            </p:cNvPr>
            <p:cNvSpPr/>
            <p:nvPr/>
          </p:nvSpPr>
          <p:spPr>
            <a:xfrm>
              <a:off x="303491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2" name="Freeform: Shape 541">
              <a:extLst>
                <a:ext uri="{FF2B5EF4-FFF2-40B4-BE49-F238E27FC236}">
                  <a16:creationId xmlns:a16="http://schemas.microsoft.com/office/drawing/2014/main" id="{C804257C-56C0-5FAB-F6A1-30E9308DD873}"/>
                </a:ext>
              </a:extLst>
            </p:cNvPr>
            <p:cNvSpPr/>
            <p:nvPr/>
          </p:nvSpPr>
          <p:spPr>
            <a:xfrm>
              <a:off x="293026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3" name="Freeform: Shape 542">
              <a:extLst>
                <a:ext uri="{FF2B5EF4-FFF2-40B4-BE49-F238E27FC236}">
                  <a16:creationId xmlns:a16="http://schemas.microsoft.com/office/drawing/2014/main" id="{FB9460DC-662F-68DD-8151-B7C58F0F7E3A}"/>
                </a:ext>
              </a:extLst>
            </p:cNvPr>
            <p:cNvSpPr/>
            <p:nvPr/>
          </p:nvSpPr>
          <p:spPr>
            <a:xfrm>
              <a:off x="2407004"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1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5" y="52326"/>
                    <a:pt x="52326" y="40465"/>
                    <a:pt x="52326" y="26163"/>
                  </a:cubicBezTo>
                  <a:cubicBezTo>
                    <a:pt x="52326" y="16396"/>
                    <a:pt x="46745" y="7675"/>
                    <a:pt x="38721" y="3140"/>
                  </a:cubicBezTo>
                  <a:cubicBezTo>
                    <a:pt x="34884" y="1046"/>
                    <a:pt x="30698" y="0"/>
                    <a:pt x="26163" y="0"/>
                  </a:cubicBezTo>
                  <a:cubicBezTo>
                    <a:pt x="11861"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544" name="Freeform: Shape 543">
              <a:extLst>
                <a:ext uri="{FF2B5EF4-FFF2-40B4-BE49-F238E27FC236}">
                  <a16:creationId xmlns:a16="http://schemas.microsoft.com/office/drawing/2014/main" id="{00D53BDD-6C19-4B5F-5780-E48C5E781214}"/>
                </a:ext>
              </a:extLst>
            </p:cNvPr>
            <p:cNvSpPr/>
            <p:nvPr/>
          </p:nvSpPr>
          <p:spPr>
            <a:xfrm>
              <a:off x="230235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5" name="Freeform: Shape 544">
              <a:extLst>
                <a:ext uri="{FF2B5EF4-FFF2-40B4-BE49-F238E27FC236}">
                  <a16:creationId xmlns:a16="http://schemas.microsoft.com/office/drawing/2014/main" id="{7A1EDC9C-F7B8-77C0-6E2F-23B3A7E87F28}"/>
                </a:ext>
              </a:extLst>
            </p:cNvPr>
            <p:cNvSpPr/>
            <p:nvPr/>
          </p:nvSpPr>
          <p:spPr>
            <a:xfrm>
              <a:off x="188374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6" name="Freeform: Shape 545">
              <a:extLst>
                <a:ext uri="{FF2B5EF4-FFF2-40B4-BE49-F238E27FC236}">
                  <a16:creationId xmlns:a16="http://schemas.microsoft.com/office/drawing/2014/main" id="{904F97AD-EB71-8600-83B8-59FE2E1D98EA}"/>
                </a:ext>
              </a:extLst>
            </p:cNvPr>
            <p:cNvSpPr/>
            <p:nvPr/>
          </p:nvSpPr>
          <p:spPr>
            <a:xfrm>
              <a:off x="94187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7" name="Freeform: Shape 546">
              <a:extLst>
                <a:ext uri="{FF2B5EF4-FFF2-40B4-BE49-F238E27FC236}">
                  <a16:creationId xmlns:a16="http://schemas.microsoft.com/office/drawing/2014/main" id="{5AE6EA56-33F6-74D8-53CA-7FCFA2EB2A99}"/>
                </a:ext>
              </a:extLst>
            </p:cNvPr>
            <p:cNvSpPr/>
            <p:nvPr/>
          </p:nvSpPr>
          <p:spPr>
            <a:xfrm>
              <a:off x="418609"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8" name="Freeform: Shape 547">
              <a:extLst>
                <a:ext uri="{FF2B5EF4-FFF2-40B4-BE49-F238E27FC236}">
                  <a16:creationId xmlns:a16="http://schemas.microsoft.com/office/drawing/2014/main" id="{44EF32D6-A9B1-7B59-6385-1D729F8E441F}"/>
                </a:ext>
              </a:extLst>
            </p:cNvPr>
            <p:cNvSpPr/>
            <p:nvPr/>
          </p:nvSpPr>
          <p:spPr>
            <a:xfrm>
              <a:off x="20930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49" name="Freeform: Shape 548">
              <a:extLst>
                <a:ext uri="{FF2B5EF4-FFF2-40B4-BE49-F238E27FC236}">
                  <a16:creationId xmlns:a16="http://schemas.microsoft.com/office/drawing/2014/main" id="{2FAC6BCA-F07A-06E8-303A-A2AC16931E18}"/>
                </a:ext>
              </a:extLst>
            </p:cNvPr>
            <p:cNvSpPr/>
            <p:nvPr/>
          </p:nvSpPr>
          <p:spPr>
            <a:xfrm>
              <a:off x="2616309" y="4710991"/>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50" name="Freeform: Shape 549">
              <a:extLst>
                <a:ext uri="{FF2B5EF4-FFF2-40B4-BE49-F238E27FC236}">
                  <a16:creationId xmlns:a16="http://schemas.microsoft.com/office/drawing/2014/main" id="{E0A0D97B-457C-260D-87A7-39AE77E30EB9}"/>
                </a:ext>
              </a:extLst>
            </p:cNvPr>
            <p:cNvSpPr/>
            <p:nvPr/>
          </p:nvSpPr>
          <p:spPr>
            <a:xfrm>
              <a:off x="3453527" y="397842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33838 w 52326"/>
                <a:gd name="connsiteY5" fmla="*/ 1046 h 52326"/>
                <a:gd name="connsiteX6" fmla="*/ 26163 w 52326"/>
                <a:gd name="connsiteY6" fmla="*/ 0 h 52326"/>
                <a:gd name="connsiteX7" fmla="*/ 26163 w 52326"/>
                <a:gd name="connsiteY7" fmla="*/ 0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cubicBezTo>
                    <a:pt x="26163" y="52326"/>
                    <a:pt x="26163" y="52326"/>
                    <a:pt x="26163" y="52326"/>
                  </a:cubicBezTo>
                  <a:cubicBezTo>
                    <a:pt x="40465" y="52326"/>
                    <a:pt x="52326" y="40465"/>
                    <a:pt x="52326" y="26163"/>
                  </a:cubicBezTo>
                  <a:cubicBezTo>
                    <a:pt x="52326" y="14302"/>
                    <a:pt x="44652" y="4535"/>
                    <a:pt x="33838" y="1046"/>
                  </a:cubicBezTo>
                  <a:cubicBezTo>
                    <a:pt x="31396" y="349"/>
                    <a:pt x="2860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1" name="Freeform: Shape 550">
              <a:extLst>
                <a:ext uri="{FF2B5EF4-FFF2-40B4-BE49-F238E27FC236}">
                  <a16:creationId xmlns:a16="http://schemas.microsoft.com/office/drawing/2014/main" id="{46C42D3A-DFE2-9908-B73B-10017FFAF9EC}"/>
                </a:ext>
              </a:extLst>
            </p:cNvPr>
            <p:cNvSpPr/>
            <p:nvPr/>
          </p:nvSpPr>
          <p:spPr>
            <a:xfrm>
              <a:off x="2720961" y="4187729"/>
              <a:ext cx="52326" cy="52326"/>
            </a:xfrm>
            <a:custGeom>
              <a:avLst/>
              <a:gdLst>
                <a:gd name="connsiteX0" fmla="*/ 26163 w 52326"/>
                <a:gd name="connsiteY0" fmla="*/ 0 h 52326"/>
                <a:gd name="connsiteX1" fmla="*/ 26163 w 52326"/>
                <a:gd name="connsiteY1" fmla="*/ 0 h 52326"/>
                <a:gd name="connsiteX2" fmla="*/ 7675 w 52326"/>
                <a:gd name="connsiteY2" fmla="*/ 7675 h 52326"/>
                <a:gd name="connsiteX3" fmla="*/ 0 w 52326"/>
                <a:gd name="connsiteY3" fmla="*/ 26163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8838" y="0"/>
                    <a:pt x="12558" y="2791"/>
                    <a:pt x="7675" y="7675"/>
                  </a:cubicBezTo>
                  <a:cubicBezTo>
                    <a:pt x="2791" y="12558"/>
                    <a:pt x="0" y="18838"/>
                    <a:pt x="0" y="26163"/>
                  </a:cubicBez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2" name="Freeform: Shape 551">
              <a:extLst>
                <a:ext uri="{FF2B5EF4-FFF2-40B4-BE49-F238E27FC236}">
                  <a16:creationId xmlns:a16="http://schemas.microsoft.com/office/drawing/2014/main" id="{E2DFA1C2-7752-D718-AFD0-A28AAE10E28B}"/>
                </a:ext>
              </a:extLst>
            </p:cNvPr>
            <p:cNvSpPr/>
            <p:nvPr/>
          </p:nvSpPr>
          <p:spPr>
            <a:xfrm>
              <a:off x="554657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3" name="Freeform: Shape 552">
              <a:extLst>
                <a:ext uri="{FF2B5EF4-FFF2-40B4-BE49-F238E27FC236}">
                  <a16:creationId xmlns:a16="http://schemas.microsoft.com/office/drawing/2014/main" id="{154B89E5-F630-2881-EFDB-88B276B59437}"/>
                </a:ext>
              </a:extLst>
            </p:cNvPr>
            <p:cNvSpPr/>
            <p:nvPr/>
          </p:nvSpPr>
          <p:spPr>
            <a:xfrm>
              <a:off x="56512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4" name="Freeform: Shape 553">
              <a:extLst>
                <a:ext uri="{FF2B5EF4-FFF2-40B4-BE49-F238E27FC236}">
                  <a16:creationId xmlns:a16="http://schemas.microsoft.com/office/drawing/2014/main" id="{0B610AE1-2186-07EF-1209-FCE8F7C11B5D}"/>
                </a:ext>
              </a:extLst>
            </p:cNvPr>
            <p:cNvSpPr/>
            <p:nvPr/>
          </p:nvSpPr>
          <p:spPr>
            <a:xfrm>
              <a:off x="502331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5" name="Freeform: Shape 554">
              <a:extLst>
                <a:ext uri="{FF2B5EF4-FFF2-40B4-BE49-F238E27FC236}">
                  <a16:creationId xmlns:a16="http://schemas.microsoft.com/office/drawing/2014/main" id="{A4352A6E-4565-F1A1-5FB3-5FF657A5E2CD}"/>
                </a:ext>
              </a:extLst>
            </p:cNvPr>
            <p:cNvSpPr/>
            <p:nvPr/>
          </p:nvSpPr>
          <p:spPr>
            <a:xfrm>
              <a:off x="4814008" y="4187729"/>
              <a:ext cx="51984" cy="52326"/>
            </a:xfrm>
            <a:custGeom>
              <a:avLst/>
              <a:gdLst>
                <a:gd name="connsiteX0" fmla="*/ 26163 w 51984"/>
                <a:gd name="connsiteY0" fmla="*/ 0 h 52326"/>
                <a:gd name="connsiteX1" fmla="*/ 26163 w 51984"/>
                <a:gd name="connsiteY1" fmla="*/ 0 h 52326"/>
                <a:gd name="connsiteX2" fmla="*/ 13605 w 51984"/>
                <a:gd name="connsiteY2" fmla="*/ 3140 h 52326"/>
                <a:gd name="connsiteX3" fmla="*/ 0 w 51984"/>
                <a:gd name="connsiteY3" fmla="*/ 26163 h 52326"/>
                <a:gd name="connsiteX4" fmla="*/ 26163 w 51984"/>
                <a:gd name="connsiteY4" fmla="*/ 52326 h 52326"/>
                <a:gd name="connsiteX5" fmla="*/ 36280 w 51984"/>
                <a:gd name="connsiteY5" fmla="*/ 50233 h 52326"/>
                <a:gd name="connsiteX6" fmla="*/ 38024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29652" y="52326"/>
                    <a:pt x="33140" y="51628"/>
                    <a:pt x="36280" y="50233"/>
                  </a:cubicBezTo>
                  <a:cubicBezTo>
                    <a:pt x="36977" y="49884"/>
                    <a:pt x="37326" y="49535"/>
                    <a:pt x="38024" y="49535"/>
                  </a:cubicBezTo>
                  <a:cubicBezTo>
                    <a:pt x="38024" y="49535"/>
                    <a:pt x="38373" y="49535"/>
                    <a:pt x="38373" y="49187"/>
                  </a:cubicBezTo>
                  <a:cubicBezTo>
                    <a:pt x="46396" y="44652"/>
                    <a:pt x="51977" y="36280"/>
                    <a:pt x="51977"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6" name="Freeform: Shape 555">
              <a:extLst>
                <a:ext uri="{FF2B5EF4-FFF2-40B4-BE49-F238E27FC236}">
                  <a16:creationId xmlns:a16="http://schemas.microsoft.com/office/drawing/2014/main" id="{174A08D6-FB4E-F8EA-36D1-69675FE17671}"/>
                </a:ext>
              </a:extLst>
            </p:cNvPr>
            <p:cNvSpPr/>
            <p:nvPr/>
          </p:nvSpPr>
          <p:spPr>
            <a:xfrm>
              <a:off x="4395399"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7" name="Freeform: Shape 556">
              <a:extLst>
                <a:ext uri="{FF2B5EF4-FFF2-40B4-BE49-F238E27FC236}">
                  <a16:creationId xmlns:a16="http://schemas.microsoft.com/office/drawing/2014/main" id="{8AE4D08F-AE0E-F015-2DFC-3DAF0AE88D37}"/>
                </a:ext>
              </a:extLst>
            </p:cNvPr>
            <p:cNvSpPr/>
            <p:nvPr/>
          </p:nvSpPr>
          <p:spPr>
            <a:xfrm>
              <a:off x="450005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8" name="Freeform: Shape 557">
              <a:extLst>
                <a:ext uri="{FF2B5EF4-FFF2-40B4-BE49-F238E27FC236}">
                  <a16:creationId xmlns:a16="http://schemas.microsoft.com/office/drawing/2014/main" id="{C60FA530-703E-0F9F-FFF4-CA90E827ADCC}"/>
                </a:ext>
              </a:extLst>
            </p:cNvPr>
            <p:cNvSpPr/>
            <p:nvPr/>
          </p:nvSpPr>
          <p:spPr>
            <a:xfrm>
              <a:off x="33488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9" name="Freeform: Shape 558">
              <a:extLst>
                <a:ext uri="{FF2B5EF4-FFF2-40B4-BE49-F238E27FC236}">
                  <a16:creationId xmlns:a16="http://schemas.microsoft.com/office/drawing/2014/main" id="{F7875829-5C83-ACEA-F315-03236D0E6895}"/>
                </a:ext>
              </a:extLst>
            </p:cNvPr>
            <p:cNvSpPr/>
            <p:nvPr/>
          </p:nvSpPr>
          <p:spPr>
            <a:xfrm>
              <a:off x="324422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60" name="Freeform: Shape 559">
              <a:extLst>
                <a:ext uri="{FF2B5EF4-FFF2-40B4-BE49-F238E27FC236}">
                  <a16:creationId xmlns:a16="http://schemas.microsoft.com/office/drawing/2014/main" id="{85ED9BBA-DEBB-4620-598A-A5F811033DF0}"/>
                </a:ext>
              </a:extLst>
            </p:cNvPr>
            <p:cNvSpPr/>
            <p:nvPr/>
          </p:nvSpPr>
          <p:spPr>
            <a:xfrm>
              <a:off x="30349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1" name="Freeform: Shape 560">
              <a:extLst>
                <a:ext uri="{FF2B5EF4-FFF2-40B4-BE49-F238E27FC236}">
                  <a16:creationId xmlns:a16="http://schemas.microsoft.com/office/drawing/2014/main" id="{BAEC3176-07FF-9E96-BB67-22FC2EBE8B35}"/>
                </a:ext>
              </a:extLst>
            </p:cNvPr>
            <p:cNvSpPr/>
            <p:nvPr/>
          </p:nvSpPr>
          <p:spPr>
            <a:xfrm>
              <a:off x="272096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2" name="Freeform: Shape 561">
              <a:extLst>
                <a:ext uri="{FF2B5EF4-FFF2-40B4-BE49-F238E27FC236}">
                  <a16:creationId xmlns:a16="http://schemas.microsoft.com/office/drawing/2014/main" id="{37E2E997-D491-EC9D-10A2-F1C555A516BB}"/>
                </a:ext>
              </a:extLst>
            </p:cNvPr>
            <p:cNvSpPr/>
            <p:nvPr/>
          </p:nvSpPr>
          <p:spPr>
            <a:xfrm>
              <a:off x="2616309"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80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1" y="52326"/>
                    <a:pt x="26163" y="52326"/>
                  </a:cubicBez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3" name="Freeform: Shape 562">
              <a:extLst>
                <a:ext uri="{FF2B5EF4-FFF2-40B4-BE49-F238E27FC236}">
                  <a16:creationId xmlns:a16="http://schemas.microsoft.com/office/drawing/2014/main" id="{F8925739-1D73-9561-66E0-CD419F4B0B85}"/>
                </a:ext>
              </a:extLst>
            </p:cNvPr>
            <p:cNvSpPr/>
            <p:nvPr/>
          </p:nvSpPr>
          <p:spPr>
            <a:xfrm>
              <a:off x="18837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4" name="Freeform: Shape 563">
              <a:extLst>
                <a:ext uri="{FF2B5EF4-FFF2-40B4-BE49-F238E27FC236}">
                  <a16:creationId xmlns:a16="http://schemas.microsoft.com/office/drawing/2014/main" id="{26A8EB92-A79F-ABF7-61C2-1E328B174E87}"/>
                </a:ext>
              </a:extLst>
            </p:cNvPr>
            <p:cNvSpPr/>
            <p:nvPr/>
          </p:nvSpPr>
          <p:spPr>
            <a:xfrm>
              <a:off x="125582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5" name="Freeform: Shape 564">
              <a:extLst>
                <a:ext uri="{FF2B5EF4-FFF2-40B4-BE49-F238E27FC236}">
                  <a16:creationId xmlns:a16="http://schemas.microsoft.com/office/drawing/2014/main" id="{58A4F822-BE4C-19FA-DC74-BD29528B658A}"/>
                </a:ext>
              </a:extLst>
            </p:cNvPr>
            <p:cNvSpPr/>
            <p:nvPr/>
          </p:nvSpPr>
          <p:spPr>
            <a:xfrm>
              <a:off x="125582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6" name="Freeform: Shape 565">
              <a:extLst>
                <a:ext uri="{FF2B5EF4-FFF2-40B4-BE49-F238E27FC236}">
                  <a16:creationId xmlns:a16="http://schemas.microsoft.com/office/drawing/2014/main" id="{98AC503E-DBA7-A09E-74C1-44D05B5958F2}"/>
                </a:ext>
              </a:extLst>
            </p:cNvPr>
            <p:cNvSpPr/>
            <p:nvPr/>
          </p:nvSpPr>
          <p:spPr>
            <a:xfrm>
              <a:off x="62791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7" name="Freeform: Shape 566">
              <a:extLst>
                <a:ext uri="{FF2B5EF4-FFF2-40B4-BE49-F238E27FC236}">
                  <a16:creationId xmlns:a16="http://schemas.microsoft.com/office/drawing/2014/main" id="{E1842D5E-3A80-968B-28F9-4AC4E407B20E}"/>
                </a:ext>
              </a:extLst>
            </p:cNvPr>
            <p:cNvSpPr/>
            <p:nvPr/>
          </p:nvSpPr>
          <p:spPr>
            <a:xfrm>
              <a:off x="62791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68" name="Freeform: Shape 567">
              <a:extLst>
                <a:ext uri="{FF2B5EF4-FFF2-40B4-BE49-F238E27FC236}">
                  <a16:creationId xmlns:a16="http://schemas.microsoft.com/office/drawing/2014/main" id="{FA84A64F-B92F-E1D0-5DAC-C850B78CF8DC}"/>
                </a:ext>
              </a:extLst>
            </p:cNvPr>
            <p:cNvSpPr/>
            <p:nvPr/>
          </p:nvSpPr>
          <p:spPr>
            <a:xfrm>
              <a:off x="4709356" y="3350510"/>
              <a:ext cx="52674" cy="52326"/>
            </a:xfrm>
            <a:custGeom>
              <a:avLst/>
              <a:gdLst>
                <a:gd name="connsiteX0" fmla="*/ 3140 w 52674"/>
                <a:gd name="connsiteY0" fmla="*/ 38721 h 52326"/>
                <a:gd name="connsiteX1" fmla="*/ 4535 w 52674"/>
                <a:gd name="connsiteY1" fmla="*/ 40814 h 52326"/>
                <a:gd name="connsiteX2" fmla="*/ 23721 w 52674"/>
                <a:gd name="connsiteY2" fmla="*/ 52326 h 52326"/>
                <a:gd name="connsiteX3" fmla="*/ 26512 w 52674"/>
                <a:gd name="connsiteY3" fmla="*/ 52326 h 52326"/>
                <a:gd name="connsiteX4" fmla="*/ 26512 w 52674"/>
                <a:gd name="connsiteY4" fmla="*/ 52326 h 52326"/>
                <a:gd name="connsiteX5" fmla="*/ 48140 w 52674"/>
                <a:gd name="connsiteY5" fmla="*/ 40814 h 52326"/>
                <a:gd name="connsiteX6" fmla="*/ 49535 w 52674"/>
                <a:gd name="connsiteY6" fmla="*/ 38721 h 52326"/>
                <a:gd name="connsiteX7" fmla="*/ 52675 w 52674"/>
                <a:gd name="connsiteY7" fmla="*/ 28954 h 52326"/>
                <a:gd name="connsiteX8" fmla="*/ 52675 w 52674"/>
                <a:gd name="connsiteY8" fmla="*/ 26163 h 52326"/>
                <a:gd name="connsiteX9" fmla="*/ 52675 w 52674"/>
                <a:gd name="connsiteY9" fmla="*/ 23372 h 52326"/>
                <a:gd name="connsiteX10" fmla="*/ 49535 w 52674"/>
                <a:gd name="connsiteY10" fmla="*/ 13605 h 52326"/>
                <a:gd name="connsiteX11" fmla="*/ 48140 w 52674"/>
                <a:gd name="connsiteY11" fmla="*/ 11512 h 52326"/>
                <a:gd name="connsiteX12" fmla="*/ 26512 w 52674"/>
                <a:gd name="connsiteY12" fmla="*/ 0 h 52326"/>
                <a:gd name="connsiteX13" fmla="*/ 26512 w 52674"/>
                <a:gd name="connsiteY13" fmla="*/ 0 h 52326"/>
                <a:gd name="connsiteX14" fmla="*/ 23721 w 52674"/>
                <a:gd name="connsiteY14" fmla="*/ 0 h 52326"/>
                <a:gd name="connsiteX15" fmla="*/ 4535 w 52674"/>
                <a:gd name="connsiteY15" fmla="*/ 11512 h 52326"/>
                <a:gd name="connsiteX16" fmla="*/ 3140 w 52674"/>
                <a:gd name="connsiteY16" fmla="*/ 13605 h 52326"/>
                <a:gd name="connsiteX17" fmla="*/ 0 w 52674"/>
                <a:gd name="connsiteY17" fmla="*/ 23372 h 52326"/>
                <a:gd name="connsiteX18" fmla="*/ 0 w 52674"/>
                <a:gd name="connsiteY18" fmla="*/ 26163 h 52326"/>
                <a:gd name="connsiteX19" fmla="*/ 0 w 52674"/>
                <a:gd name="connsiteY19" fmla="*/ 28954 h 52326"/>
                <a:gd name="connsiteX20" fmla="*/ 3140 w 52674"/>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4" h="52326">
                  <a:moveTo>
                    <a:pt x="3140" y="38721"/>
                  </a:moveTo>
                  <a:cubicBezTo>
                    <a:pt x="3488" y="39419"/>
                    <a:pt x="3837"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40" y="13605"/>
                  </a:cubicBezTo>
                  <a:cubicBezTo>
                    <a:pt x="1395" y="16744"/>
                    <a:pt x="349" y="19884"/>
                    <a:pt x="0" y="23372"/>
                  </a:cubicBezTo>
                  <a:cubicBezTo>
                    <a:pt x="0" y="24419"/>
                    <a:pt x="0" y="25117"/>
                    <a:pt x="0" y="26163"/>
                  </a:cubicBezTo>
                  <a:cubicBezTo>
                    <a:pt x="0" y="27210"/>
                    <a:pt x="0" y="27907"/>
                    <a:pt x="0" y="28954"/>
                  </a:cubicBezTo>
                  <a:cubicBezTo>
                    <a:pt x="349" y="32442"/>
                    <a:pt x="1395" y="35582"/>
                    <a:pt x="3140" y="38721"/>
                  </a:cubicBezTo>
                  <a:close/>
                </a:path>
              </a:pathLst>
            </a:custGeom>
            <a:grpFill/>
            <a:ln w="3488" cap="flat">
              <a:noFill/>
              <a:prstDash val="solid"/>
              <a:miter/>
            </a:ln>
          </p:spPr>
          <p:txBody>
            <a:bodyPr rtlCol="0" anchor="ctr"/>
            <a:lstStyle/>
            <a:p>
              <a:endParaRPr lang="en-ID"/>
            </a:p>
          </p:txBody>
        </p:sp>
        <p:sp>
          <p:nvSpPr>
            <p:cNvPr id="569" name="Freeform: Shape 568">
              <a:extLst>
                <a:ext uri="{FF2B5EF4-FFF2-40B4-BE49-F238E27FC236}">
                  <a16:creationId xmlns:a16="http://schemas.microsoft.com/office/drawing/2014/main" id="{AF8C85D0-23DD-213B-3C64-0E4C3682B634}"/>
                </a:ext>
              </a:extLst>
            </p:cNvPr>
            <p:cNvSpPr/>
            <p:nvPr/>
          </p:nvSpPr>
          <p:spPr>
            <a:xfrm>
              <a:off x="596518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0" name="Freeform: Shape 569">
              <a:extLst>
                <a:ext uri="{FF2B5EF4-FFF2-40B4-BE49-F238E27FC236}">
                  <a16:creationId xmlns:a16="http://schemas.microsoft.com/office/drawing/2014/main" id="{92602DE8-DC65-8E1B-B059-A2F661463A42}"/>
                </a:ext>
              </a:extLst>
            </p:cNvPr>
            <p:cNvSpPr/>
            <p:nvPr/>
          </p:nvSpPr>
          <p:spPr>
            <a:xfrm>
              <a:off x="554657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1" name="Freeform: Shape 570">
              <a:extLst>
                <a:ext uri="{FF2B5EF4-FFF2-40B4-BE49-F238E27FC236}">
                  <a16:creationId xmlns:a16="http://schemas.microsoft.com/office/drawing/2014/main" id="{B0851A1B-9BE6-6917-306C-6EF52F6495B1}"/>
                </a:ext>
              </a:extLst>
            </p:cNvPr>
            <p:cNvSpPr/>
            <p:nvPr/>
          </p:nvSpPr>
          <p:spPr>
            <a:xfrm>
              <a:off x="502331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2" name="Freeform: Shape 571">
              <a:extLst>
                <a:ext uri="{FF2B5EF4-FFF2-40B4-BE49-F238E27FC236}">
                  <a16:creationId xmlns:a16="http://schemas.microsoft.com/office/drawing/2014/main" id="{1F5D5572-843A-1E6A-5C74-80C31C7BEF25}"/>
                </a:ext>
              </a:extLst>
            </p:cNvPr>
            <p:cNvSpPr/>
            <p:nvPr/>
          </p:nvSpPr>
          <p:spPr>
            <a:xfrm>
              <a:off x="397678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3" name="Freeform: Shape 572">
              <a:extLst>
                <a:ext uri="{FF2B5EF4-FFF2-40B4-BE49-F238E27FC236}">
                  <a16:creationId xmlns:a16="http://schemas.microsoft.com/office/drawing/2014/main" id="{7BDECA01-5B6A-0EF2-ABE3-D98A1FFED4CC}"/>
                </a:ext>
              </a:extLst>
            </p:cNvPr>
            <p:cNvSpPr/>
            <p:nvPr/>
          </p:nvSpPr>
          <p:spPr>
            <a:xfrm>
              <a:off x="40814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4" name="Freeform: Shape 573">
              <a:extLst>
                <a:ext uri="{FF2B5EF4-FFF2-40B4-BE49-F238E27FC236}">
                  <a16:creationId xmlns:a16="http://schemas.microsoft.com/office/drawing/2014/main" id="{A20926DB-9E00-B9B9-F01D-C6F157A1D202}"/>
                </a:ext>
              </a:extLst>
            </p:cNvPr>
            <p:cNvSpPr/>
            <p:nvPr/>
          </p:nvSpPr>
          <p:spPr>
            <a:xfrm>
              <a:off x="355818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75" name="Freeform: Shape 574">
              <a:extLst>
                <a:ext uri="{FF2B5EF4-FFF2-40B4-BE49-F238E27FC236}">
                  <a16:creationId xmlns:a16="http://schemas.microsoft.com/office/drawing/2014/main" id="{D52E6507-00AC-2E76-71F9-B1A63D3F7D0C}"/>
                </a:ext>
              </a:extLst>
            </p:cNvPr>
            <p:cNvSpPr/>
            <p:nvPr/>
          </p:nvSpPr>
          <p:spPr>
            <a:xfrm>
              <a:off x="334887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6" name="Freeform: Shape 575">
              <a:extLst>
                <a:ext uri="{FF2B5EF4-FFF2-40B4-BE49-F238E27FC236}">
                  <a16:creationId xmlns:a16="http://schemas.microsoft.com/office/drawing/2014/main" id="{7A08A0E0-5B2B-3497-B2EB-A7DE6760CD6E}"/>
                </a:ext>
              </a:extLst>
            </p:cNvPr>
            <p:cNvSpPr/>
            <p:nvPr/>
          </p:nvSpPr>
          <p:spPr>
            <a:xfrm>
              <a:off x="230235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7" name="Freeform: Shape 576">
              <a:extLst>
                <a:ext uri="{FF2B5EF4-FFF2-40B4-BE49-F238E27FC236}">
                  <a16:creationId xmlns:a16="http://schemas.microsoft.com/office/drawing/2014/main" id="{1CE67EDE-43DF-9484-81AA-2C79E7492BC0}"/>
                </a:ext>
              </a:extLst>
            </p:cNvPr>
            <p:cNvSpPr/>
            <p:nvPr/>
          </p:nvSpPr>
          <p:spPr>
            <a:xfrm>
              <a:off x="209304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8" name="Freeform: Shape 577">
              <a:extLst>
                <a:ext uri="{FF2B5EF4-FFF2-40B4-BE49-F238E27FC236}">
                  <a16:creationId xmlns:a16="http://schemas.microsoft.com/office/drawing/2014/main" id="{A1632227-1CB5-121F-14A4-FA4587877999}"/>
                </a:ext>
              </a:extLst>
            </p:cNvPr>
            <p:cNvSpPr/>
            <p:nvPr/>
          </p:nvSpPr>
          <p:spPr>
            <a:xfrm>
              <a:off x="41860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9" name="Freeform: Shape 578">
              <a:extLst>
                <a:ext uri="{FF2B5EF4-FFF2-40B4-BE49-F238E27FC236}">
                  <a16:creationId xmlns:a16="http://schemas.microsoft.com/office/drawing/2014/main" id="{C9AA2E3C-82DF-F970-529F-8B1A7D515B3C}"/>
                </a:ext>
              </a:extLst>
            </p:cNvPr>
            <p:cNvSpPr/>
            <p:nvPr/>
          </p:nvSpPr>
          <p:spPr>
            <a:xfrm>
              <a:off x="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80" name="Freeform: Shape 579">
              <a:extLst>
                <a:ext uri="{FF2B5EF4-FFF2-40B4-BE49-F238E27FC236}">
                  <a16:creationId xmlns:a16="http://schemas.microsoft.com/office/drawing/2014/main" id="{4B741ADC-A7C0-BB78-7F15-6B24DBE9894F}"/>
                </a:ext>
              </a:extLst>
            </p:cNvPr>
            <p:cNvSpPr/>
            <p:nvPr/>
          </p:nvSpPr>
          <p:spPr>
            <a:xfrm>
              <a:off x="4709356" y="261794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1" name="Freeform: Shape 580">
              <a:extLst>
                <a:ext uri="{FF2B5EF4-FFF2-40B4-BE49-F238E27FC236}">
                  <a16:creationId xmlns:a16="http://schemas.microsoft.com/office/drawing/2014/main" id="{35668A7A-7DA7-4230-F78C-B03AE4459578}"/>
                </a:ext>
              </a:extLst>
            </p:cNvPr>
            <p:cNvSpPr/>
            <p:nvPr/>
          </p:nvSpPr>
          <p:spPr>
            <a:xfrm>
              <a:off x="4290746" y="4606338"/>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51629 w 52326"/>
                <a:gd name="connsiteY4" fmla="*/ 20930 h 52326"/>
                <a:gd name="connsiteX5" fmla="*/ 26163 w 52326"/>
                <a:gd name="connsiteY5" fmla="*/ 0 h 52326"/>
                <a:gd name="connsiteX6" fmla="*/ 0 w 52326"/>
                <a:gd name="connsiteY6" fmla="*/ 26163 h 52326"/>
                <a:gd name="connsiteX7" fmla="*/ 0 w 52326"/>
                <a:gd name="connsiteY7" fmla="*/ 26163 h 52326"/>
                <a:gd name="connsiteX8" fmla="*/ 1047 w 52326"/>
                <a:gd name="connsiteY8" fmla="*/ 33838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721"/>
                    <a:pt x="3140" y="38373"/>
                  </a:cubicBezTo>
                  <a:cubicBezTo>
                    <a:pt x="7674" y="46745"/>
                    <a:pt x="16395" y="52326"/>
                    <a:pt x="26163" y="52326"/>
                  </a:cubicBez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28954"/>
                    <a:pt x="349" y="31396"/>
                    <a:pt x="1047" y="33838"/>
                  </a:cubicBezTo>
                  <a:cubicBezTo>
                    <a:pt x="1744" y="35582"/>
                    <a:pt x="2442" y="36977"/>
                    <a:pt x="3140" y="38373"/>
                  </a:cubicBezTo>
                  <a:close/>
                </a:path>
              </a:pathLst>
            </a:custGeom>
            <a:grpFill/>
            <a:ln w="3488" cap="flat">
              <a:noFill/>
              <a:prstDash val="solid"/>
              <a:miter/>
            </a:ln>
          </p:spPr>
          <p:txBody>
            <a:bodyPr rtlCol="0" anchor="ctr"/>
            <a:lstStyle/>
            <a:p>
              <a:endParaRPr lang="en-ID"/>
            </a:p>
          </p:txBody>
        </p:sp>
        <p:sp>
          <p:nvSpPr>
            <p:cNvPr id="582" name="Freeform: Shape 581">
              <a:extLst>
                <a:ext uri="{FF2B5EF4-FFF2-40B4-BE49-F238E27FC236}">
                  <a16:creationId xmlns:a16="http://schemas.microsoft.com/office/drawing/2014/main" id="{B63A43F9-FBF3-06EA-C1D1-37C932B19E96}"/>
                </a:ext>
              </a:extLst>
            </p:cNvPr>
            <p:cNvSpPr/>
            <p:nvPr/>
          </p:nvSpPr>
          <p:spPr>
            <a:xfrm>
              <a:off x="4081442" y="4397034"/>
              <a:ext cx="52326" cy="52326"/>
            </a:xfrm>
            <a:custGeom>
              <a:avLst/>
              <a:gdLst>
                <a:gd name="connsiteX0" fmla="*/ 36977 w 52326"/>
                <a:gd name="connsiteY0" fmla="*/ 2442 h 52326"/>
                <a:gd name="connsiteX1" fmla="*/ 29303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7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7" y="2442"/>
                  </a:moveTo>
                  <a:cubicBezTo>
                    <a:pt x="34535" y="1395"/>
                    <a:pt x="31744" y="698"/>
                    <a:pt x="29303" y="349"/>
                  </a:cubicBezTo>
                  <a:cubicBezTo>
                    <a:pt x="28256" y="349"/>
                    <a:pt x="27210" y="0"/>
                    <a:pt x="26163" y="0"/>
                  </a:cubicBez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5698"/>
                    <a:pt x="46047" y="6628"/>
                    <a:pt x="36977" y="2442"/>
                  </a:cubicBezTo>
                  <a:close/>
                </a:path>
              </a:pathLst>
            </a:custGeom>
            <a:grpFill/>
            <a:ln w="3488" cap="flat">
              <a:noFill/>
              <a:prstDash val="solid"/>
              <a:miter/>
            </a:ln>
          </p:spPr>
          <p:txBody>
            <a:bodyPr rtlCol="0" anchor="ctr"/>
            <a:lstStyle/>
            <a:p>
              <a:endParaRPr lang="en-ID"/>
            </a:p>
          </p:txBody>
        </p:sp>
        <p:sp>
          <p:nvSpPr>
            <p:cNvPr id="583" name="Freeform: Shape 582">
              <a:extLst>
                <a:ext uri="{FF2B5EF4-FFF2-40B4-BE49-F238E27FC236}">
                  <a16:creationId xmlns:a16="http://schemas.microsoft.com/office/drawing/2014/main" id="{F960D246-AD8B-F4A5-A5A0-1ECE453DD976}"/>
                </a:ext>
              </a:extLst>
            </p:cNvPr>
            <p:cNvSpPr/>
            <p:nvPr/>
          </p:nvSpPr>
          <p:spPr>
            <a:xfrm>
              <a:off x="533727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84" name="Freeform: Shape 583">
              <a:extLst>
                <a:ext uri="{FF2B5EF4-FFF2-40B4-BE49-F238E27FC236}">
                  <a16:creationId xmlns:a16="http://schemas.microsoft.com/office/drawing/2014/main" id="{4B376CCF-5A76-3D4C-0B95-C415F96DBAE7}"/>
                </a:ext>
              </a:extLst>
            </p:cNvPr>
            <p:cNvSpPr/>
            <p:nvPr/>
          </p:nvSpPr>
          <p:spPr>
            <a:xfrm>
              <a:off x="5546575"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85" name="Freeform: Shape 584">
              <a:extLst>
                <a:ext uri="{FF2B5EF4-FFF2-40B4-BE49-F238E27FC236}">
                  <a16:creationId xmlns:a16="http://schemas.microsoft.com/office/drawing/2014/main" id="{A6DD57D8-EEF4-011D-3BE0-DE60237ADB8B}"/>
                </a:ext>
              </a:extLst>
            </p:cNvPr>
            <p:cNvSpPr/>
            <p:nvPr/>
          </p:nvSpPr>
          <p:spPr>
            <a:xfrm>
              <a:off x="37674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6" name="Freeform: Shape 585">
              <a:extLst>
                <a:ext uri="{FF2B5EF4-FFF2-40B4-BE49-F238E27FC236}">
                  <a16:creationId xmlns:a16="http://schemas.microsoft.com/office/drawing/2014/main" id="{39B62CBA-6A10-E656-DA42-DD08FDA227A7}"/>
                </a:ext>
              </a:extLst>
            </p:cNvPr>
            <p:cNvSpPr/>
            <p:nvPr/>
          </p:nvSpPr>
          <p:spPr>
            <a:xfrm>
              <a:off x="544192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7" name="Freeform: Shape 586">
              <a:extLst>
                <a:ext uri="{FF2B5EF4-FFF2-40B4-BE49-F238E27FC236}">
                  <a16:creationId xmlns:a16="http://schemas.microsoft.com/office/drawing/2014/main" id="{7D60783B-A21F-0506-E8F9-889DAA1F9834}"/>
                </a:ext>
              </a:extLst>
            </p:cNvPr>
            <p:cNvSpPr/>
            <p:nvPr/>
          </p:nvSpPr>
          <p:spPr>
            <a:xfrm>
              <a:off x="5127965" y="3141206"/>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1628 w 52326"/>
                <a:gd name="connsiteY8" fmla="*/ 349 h 52326"/>
                <a:gd name="connsiteX9" fmla="*/ 20930 w 52326"/>
                <a:gd name="connsiteY9" fmla="*/ 349 h 52326"/>
                <a:gd name="connsiteX10" fmla="*/ 0 w 52326"/>
                <a:gd name="connsiteY10" fmla="*/ 25814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lnTo>
                    <a:pt x="26163" y="52326"/>
                  </a:lnTo>
                  <a:cubicBezTo>
                    <a:pt x="40465" y="52326"/>
                    <a:pt x="52326" y="40465"/>
                    <a:pt x="52326" y="26163"/>
                  </a:cubicBezTo>
                  <a:lnTo>
                    <a:pt x="52326" y="26163"/>
                  </a:lnTo>
                  <a:cubicBezTo>
                    <a:pt x="52326" y="11861"/>
                    <a:pt x="40465" y="0"/>
                    <a:pt x="26163" y="0"/>
                  </a:cubicBezTo>
                  <a:lnTo>
                    <a:pt x="26163" y="0"/>
                  </a:lnTo>
                  <a:lnTo>
                    <a:pt x="26163" y="0"/>
                  </a:lnTo>
                  <a:cubicBezTo>
                    <a:pt x="24419" y="0"/>
                    <a:pt x="23023" y="0"/>
                    <a:pt x="21628" y="349"/>
                  </a:cubicBezTo>
                  <a:cubicBezTo>
                    <a:pt x="21279" y="349"/>
                    <a:pt x="21279" y="349"/>
                    <a:pt x="20930" y="349"/>
                  </a:cubicBezTo>
                  <a:cubicBezTo>
                    <a:pt x="9070" y="2791"/>
                    <a:pt x="0" y="13256"/>
                    <a:pt x="0" y="25814"/>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88" name="Freeform: Shape 587">
              <a:extLst>
                <a:ext uri="{FF2B5EF4-FFF2-40B4-BE49-F238E27FC236}">
                  <a16:creationId xmlns:a16="http://schemas.microsoft.com/office/drawing/2014/main" id="{2E7A219C-807D-0BA4-A2F6-8BCFD2B710A4}"/>
                </a:ext>
              </a:extLst>
            </p:cNvPr>
            <p:cNvSpPr/>
            <p:nvPr/>
          </p:nvSpPr>
          <p:spPr>
            <a:xfrm>
              <a:off x="408144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9" name="Freeform: Shape 588">
              <a:extLst>
                <a:ext uri="{FF2B5EF4-FFF2-40B4-BE49-F238E27FC236}">
                  <a16:creationId xmlns:a16="http://schemas.microsoft.com/office/drawing/2014/main" id="{D9691B77-D77D-13AE-B4D9-2BE4A8E96CF0}"/>
                </a:ext>
              </a:extLst>
            </p:cNvPr>
            <p:cNvSpPr/>
            <p:nvPr/>
          </p:nvSpPr>
          <p:spPr>
            <a:xfrm>
              <a:off x="387213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0" name="Freeform: Shape 589">
              <a:extLst>
                <a:ext uri="{FF2B5EF4-FFF2-40B4-BE49-F238E27FC236}">
                  <a16:creationId xmlns:a16="http://schemas.microsoft.com/office/drawing/2014/main" id="{34C1F275-4C9F-515C-1F6F-249F56B8E7F1}"/>
                </a:ext>
              </a:extLst>
            </p:cNvPr>
            <p:cNvSpPr/>
            <p:nvPr/>
          </p:nvSpPr>
          <p:spPr>
            <a:xfrm>
              <a:off x="387213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1" name="Freeform: Shape 590">
              <a:extLst>
                <a:ext uri="{FF2B5EF4-FFF2-40B4-BE49-F238E27FC236}">
                  <a16:creationId xmlns:a16="http://schemas.microsoft.com/office/drawing/2014/main" id="{99B50322-FCF6-314B-32A1-AF309BF3F8A8}"/>
                </a:ext>
              </a:extLst>
            </p:cNvPr>
            <p:cNvSpPr/>
            <p:nvPr/>
          </p:nvSpPr>
          <p:spPr>
            <a:xfrm>
              <a:off x="293026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2" name="Freeform: Shape 591">
              <a:extLst>
                <a:ext uri="{FF2B5EF4-FFF2-40B4-BE49-F238E27FC236}">
                  <a16:creationId xmlns:a16="http://schemas.microsoft.com/office/drawing/2014/main" id="{E4DDE789-D2A0-5580-F514-43989D1029A3}"/>
                </a:ext>
              </a:extLst>
            </p:cNvPr>
            <p:cNvSpPr/>
            <p:nvPr/>
          </p:nvSpPr>
          <p:spPr>
            <a:xfrm>
              <a:off x="28256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3" name="Freeform: Shape 592">
              <a:extLst>
                <a:ext uri="{FF2B5EF4-FFF2-40B4-BE49-F238E27FC236}">
                  <a16:creationId xmlns:a16="http://schemas.microsoft.com/office/drawing/2014/main" id="{83B2B251-E932-AC35-B689-DD8DF0DF448D}"/>
                </a:ext>
              </a:extLst>
            </p:cNvPr>
            <p:cNvSpPr/>
            <p:nvPr/>
          </p:nvSpPr>
          <p:spPr>
            <a:xfrm>
              <a:off x="251165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4" name="Freeform: Shape 593">
              <a:extLst>
                <a:ext uri="{FF2B5EF4-FFF2-40B4-BE49-F238E27FC236}">
                  <a16:creationId xmlns:a16="http://schemas.microsoft.com/office/drawing/2014/main" id="{1DBA6955-B771-2D58-2AEB-57ADC8D4B5E9}"/>
                </a:ext>
              </a:extLst>
            </p:cNvPr>
            <p:cNvSpPr/>
            <p:nvPr/>
          </p:nvSpPr>
          <p:spPr>
            <a:xfrm>
              <a:off x="25116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5" name="Freeform: Shape 594">
              <a:extLst>
                <a:ext uri="{FF2B5EF4-FFF2-40B4-BE49-F238E27FC236}">
                  <a16:creationId xmlns:a16="http://schemas.microsoft.com/office/drawing/2014/main" id="{C9F4CF19-91A8-89FA-6F17-94F9C82D9115}"/>
                </a:ext>
              </a:extLst>
            </p:cNvPr>
            <p:cNvSpPr/>
            <p:nvPr/>
          </p:nvSpPr>
          <p:spPr>
            <a:xfrm>
              <a:off x="240700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6" name="Freeform: Shape 595">
              <a:extLst>
                <a:ext uri="{FF2B5EF4-FFF2-40B4-BE49-F238E27FC236}">
                  <a16:creationId xmlns:a16="http://schemas.microsoft.com/office/drawing/2014/main" id="{37574CE3-F531-AE53-2A9B-14F6441BEC72}"/>
                </a:ext>
              </a:extLst>
            </p:cNvPr>
            <p:cNvSpPr/>
            <p:nvPr/>
          </p:nvSpPr>
          <p:spPr>
            <a:xfrm>
              <a:off x="167443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7" name="Freeform: Shape 596">
              <a:extLst>
                <a:ext uri="{FF2B5EF4-FFF2-40B4-BE49-F238E27FC236}">
                  <a16:creationId xmlns:a16="http://schemas.microsoft.com/office/drawing/2014/main" id="{FDC02E5F-6F45-C747-98B7-B7D4F6D58EDE}"/>
                </a:ext>
              </a:extLst>
            </p:cNvPr>
            <p:cNvSpPr/>
            <p:nvPr/>
          </p:nvSpPr>
          <p:spPr>
            <a:xfrm>
              <a:off x="125582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8" name="Freeform: Shape 597">
              <a:extLst>
                <a:ext uri="{FF2B5EF4-FFF2-40B4-BE49-F238E27FC236}">
                  <a16:creationId xmlns:a16="http://schemas.microsoft.com/office/drawing/2014/main" id="{CAD2C188-571C-5DFE-ADBC-517A37C6C456}"/>
                </a:ext>
              </a:extLst>
            </p:cNvPr>
            <p:cNvSpPr/>
            <p:nvPr/>
          </p:nvSpPr>
          <p:spPr>
            <a:xfrm>
              <a:off x="627914"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9" name="Freeform: Shape 598">
              <a:extLst>
                <a:ext uri="{FF2B5EF4-FFF2-40B4-BE49-F238E27FC236}">
                  <a16:creationId xmlns:a16="http://schemas.microsoft.com/office/drawing/2014/main" id="{EA47CA98-B83D-E06A-24D5-BFAE62623A5C}"/>
                </a:ext>
              </a:extLst>
            </p:cNvPr>
            <p:cNvSpPr/>
            <p:nvPr/>
          </p:nvSpPr>
          <p:spPr>
            <a:xfrm>
              <a:off x="57558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0" name="Freeform: Shape 599">
              <a:extLst>
                <a:ext uri="{FF2B5EF4-FFF2-40B4-BE49-F238E27FC236}">
                  <a16:creationId xmlns:a16="http://schemas.microsoft.com/office/drawing/2014/main" id="{B479C793-D820-BBF1-BAF3-B925DF18407B}"/>
                </a:ext>
              </a:extLst>
            </p:cNvPr>
            <p:cNvSpPr/>
            <p:nvPr/>
          </p:nvSpPr>
          <p:spPr>
            <a:xfrm>
              <a:off x="4709356" y="3873772"/>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1861 w 52326"/>
                <a:gd name="connsiteY4" fmla="*/ 47094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5"/>
                  </a:cubicBezTo>
                  <a:cubicBezTo>
                    <a:pt x="2791" y="12558"/>
                    <a:pt x="0" y="18838"/>
                    <a:pt x="0" y="26163"/>
                  </a:cubicBezTo>
                  <a:cubicBezTo>
                    <a:pt x="0" y="40465"/>
                    <a:pt x="11861" y="52326"/>
                    <a:pt x="26163" y="52326"/>
                  </a:cubicBezTo>
                  <a:cubicBezTo>
                    <a:pt x="32093" y="52326"/>
                    <a:pt x="37326" y="50233"/>
                    <a:pt x="41861" y="47094"/>
                  </a:cubicBezTo>
                  <a:cubicBezTo>
                    <a:pt x="48140" y="42210"/>
                    <a:pt x="52326" y="3488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01" name="Freeform: Shape 600">
              <a:extLst>
                <a:ext uri="{FF2B5EF4-FFF2-40B4-BE49-F238E27FC236}">
                  <a16:creationId xmlns:a16="http://schemas.microsoft.com/office/drawing/2014/main" id="{D1335C16-1541-B609-C50E-51C08D7C49CE}"/>
                </a:ext>
              </a:extLst>
            </p:cNvPr>
            <p:cNvSpPr/>
            <p:nvPr/>
          </p:nvSpPr>
          <p:spPr>
            <a:xfrm>
              <a:off x="2093047" y="5024948"/>
              <a:ext cx="51987" cy="52326"/>
            </a:xfrm>
            <a:custGeom>
              <a:avLst/>
              <a:gdLst>
                <a:gd name="connsiteX0" fmla="*/ 31396 w 51987"/>
                <a:gd name="connsiteY0" fmla="*/ 698 h 52326"/>
                <a:gd name="connsiteX1" fmla="*/ 26163 w 51987"/>
                <a:gd name="connsiteY1" fmla="*/ 0 h 52326"/>
                <a:gd name="connsiteX2" fmla="*/ 26163 w 51987"/>
                <a:gd name="connsiteY2" fmla="*/ 0 h 52326"/>
                <a:gd name="connsiteX3" fmla="*/ 26163 w 51987"/>
                <a:gd name="connsiteY3" fmla="*/ 0 h 52326"/>
                <a:gd name="connsiteX4" fmla="*/ 0 w 51987"/>
                <a:gd name="connsiteY4" fmla="*/ 26163 h 52326"/>
                <a:gd name="connsiteX5" fmla="*/ 13605 w 51987"/>
                <a:gd name="connsiteY5" fmla="*/ 49187 h 52326"/>
                <a:gd name="connsiteX6" fmla="*/ 13954 w 51987"/>
                <a:gd name="connsiteY6" fmla="*/ 49535 h 52326"/>
                <a:gd name="connsiteX7" fmla="*/ 15698 w 51987"/>
                <a:gd name="connsiteY7" fmla="*/ 50233 h 52326"/>
                <a:gd name="connsiteX8" fmla="*/ 25814 w 51987"/>
                <a:gd name="connsiteY8" fmla="*/ 52326 h 52326"/>
                <a:gd name="connsiteX9" fmla="*/ 31047 w 51987"/>
                <a:gd name="connsiteY9" fmla="*/ 51629 h 52326"/>
                <a:gd name="connsiteX10" fmla="*/ 38024 w 51987"/>
                <a:gd name="connsiteY10" fmla="*/ 49187 h 52326"/>
                <a:gd name="connsiteX11" fmla="*/ 38373 w 51987"/>
                <a:gd name="connsiteY11" fmla="*/ 49187 h 52326"/>
                <a:gd name="connsiteX12" fmla="*/ 51977 w 51987"/>
                <a:gd name="connsiteY12" fmla="*/ 26163 h 52326"/>
                <a:gd name="connsiteX13" fmla="*/ 51977 w 51987"/>
                <a:gd name="connsiteY13" fmla="*/ 26163 h 52326"/>
                <a:gd name="connsiteX14" fmla="*/ 31396 w 51987"/>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7" h="52326">
                  <a:moveTo>
                    <a:pt x="31396" y="698"/>
                  </a:moveTo>
                  <a:cubicBezTo>
                    <a:pt x="29652" y="349"/>
                    <a:pt x="27907" y="0"/>
                    <a:pt x="26163" y="0"/>
                  </a:cubicBezTo>
                  <a:cubicBezTo>
                    <a:pt x="26163" y="0"/>
                    <a:pt x="26163" y="0"/>
                    <a:pt x="26163" y="0"/>
                  </a:cubicBezTo>
                  <a:cubicBezTo>
                    <a:pt x="26163" y="0"/>
                    <a:pt x="26163" y="0"/>
                    <a:pt x="26163" y="0"/>
                  </a:cubicBezTo>
                  <a:cubicBezTo>
                    <a:pt x="11861" y="0"/>
                    <a:pt x="0" y="11861"/>
                    <a:pt x="0" y="26163"/>
                  </a:cubicBezTo>
                  <a:cubicBezTo>
                    <a:pt x="0" y="35931"/>
                    <a:pt x="5581" y="44652"/>
                    <a:pt x="13605" y="49187"/>
                  </a:cubicBezTo>
                  <a:cubicBezTo>
                    <a:pt x="13605" y="49187"/>
                    <a:pt x="13954" y="49187"/>
                    <a:pt x="13954" y="49535"/>
                  </a:cubicBezTo>
                  <a:cubicBezTo>
                    <a:pt x="14651" y="49884"/>
                    <a:pt x="15000" y="50233"/>
                    <a:pt x="15698" y="50233"/>
                  </a:cubicBezTo>
                  <a:cubicBezTo>
                    <a:pt x="18838" y="51629"/>
                    <a:pt x="22326" y="52326"/>
                    <a:pt x="25814" y="52326"/>
                  </a:cubicBezTo>
                  <a:cubicBezTo>
                    <a:pt x="27559" y="52326"/>
                    <a:pt x="29303" y="51977"/>
                    <a:pt x="31047" y="51629"/>
                  </a:cubicBezTo>
                  <a:cubicBezTo>
                    <a:pt x="33489" y="51279"/>
                    <a:pt x="35931" y="50233"/>
                    <a:pt x="38024" y="49187"/>
                  </a:cubicBezTo>
                  <a:cubicBezTo>
                    <a:pt x="38024"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602" name="Freeform: Shape 601">
              <a:extLst>
                <a:ext uri="{FF2B5EF4-FFF2-40B4-BE49-F238E27FC236}">
                  <a16:creationId xmlns:a16="http://schemas.microsoft.com/office/drawing/2014/main" id="{03E6369E-8615-F9FB-B82B-DF72C321852B}"/>
                </a:ext>
              </a:extLst>
            </p:cNvPr>
            <p:cNvSpPr/>
            <p:nvPr/>
          </p:nvSpPr>
          <p:spPr>
            <a:xfrm>
              <a:off x="35581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03" name="Freeform: Shape 602">
              <a:extLst>
                <a:ext uri="{FF2B5EF4-FFF2-40B4-BE49-F238E27FC236}">
                  <a16:creationId xmlns:a16="http://schemas.microsoft.com/office/drawing/2014/main" id="{46E20545-6CC3-7060-7236-E861466EE246}"/>
                </a:ext>
              </a:extLst>
            </p:cNvPr>
            <p:cNvSpPr/>
            <p:nvPr/>
          </p:nvSpPr>
          <p:spPr>
            <a:xfrm>
              <a:off x="376748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4" name="Freeform: Shape 603">
              <a:extLst>
                <a:ext uri="{FF2B5EF4-FFF2-40B4-BE49-F238E27FC236}">
                  <a16:creationId xmlns:a16="http://schemas.microsoft.com/office/drawing/2014/main" id="{B6DFD52E-A7A0-A1C5-FE15-9A98B098E211}"/>
                </a:ext>
              </a:extLst>
            </p:cNvPr>
            <p:cNvSpPr/>
            <p:nvPr/>
          </p:nvSpPr>
          <p:spPr>
            <a:xfrm>
              <a:off x="3348875"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5" name="Freeform: Shape 604">
              <a:extLst>
                <a:ext uri="{FF2B5EF4-FFF2-40B4-BE49-F238E27FC236}">
                  <a16:creationId xmlns:a16="http://schemas.microsoft.com/office/drawing/2014/main" id="{0E008583-9DFF-AE11-BAFB-50B33244C308}"/>
                </a:ext>
              </a:extLst>
            </p:cNvPr>
            <p:cNvSpPr/>
            <p:nvPr/>
          </p:nvSpPr>
          <p:spPr>
            <a:xfrm>
              <a:off x="324422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6" name="Freeform: Shape 605">
              <a:extLst>
                <a:ext uri="{FF2B5EF4-FFF2-40B4-BE49-F238E27FC236}">
                  <a16:creationId xmlns:a16="http://schemas.microsoft.com/office/drawing/2014/main" id="{6A37F88E-091A-4877-BD2A-C085BE323D4F}"/>
                </a:ext>
              </a:extLst>
            </p:cNvPr>
            <p:cNvSpPr/>
            <p:nvPr/>
          </p:nvSpPr>
          <p:spPr>
            <a:xfrm>
              <a:off x="3034918"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7" name="Freeform: Shape 606">
              <a:extLst>
                <a:ext uri="{FF2B5EF4-FFF2-40B4-BE49-F238E27FC236}">
                  <a16:creationId xmlns:a16="http://schemas.microsoft.com/office/drawing/2014/main" id="{00B54782-EE9F-0A89-58E0-84DCD029C631}"/>
                </a:ext>
              </a:extLst>
            </p:cNvPr>
            <p:cNvSpPr/>
            <p:nvPr/>
          </p:nvSpPr>
          <p:spPr>
            <a:xfrm>
              <a:off x="261630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8" name="Freeform: Shape 607">
              <a:extLst>
                <a:ext uri="{FF2B5EF4-FFF2-40B4-BE49-F238E27FC236}">
                  <a16:creationId xmlns:a16="http://schemas.microsoft.com/office/drawing/2014/main" id="{8C6D8A48-8B56-FBF8-A057-4BA70403864D}"/>
                </a:ext>
              </a:extLst>
            </p:cNvPr>
            <p:cNvSpPr/>
            <p:nvPr/>
          </p:nvSpPr>
          <p:spPr>
            <a:xfrm>
              <a:off x="2511307" y="3350510"/>
              <a:ext cx="52326" cy="52326"/>
            </a:xfrm>
            <a:custGeom>
              <a:avLst/>
              <a:gdLst>
                <a:gd name="connsiteX0" fmla="*/ 13256 w 52326"/>
                <a:gd name="connsiteY0" fmla="*/ 48838 h 52326"/>
                <a:gd name="connsiteX1" fmla="*/ 14651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1 w 52326"/>
                <a:gd name="connsiteY6" fmla="*/ 3140 h 52326"/>
                <a:gd name="connsiteX7" fmla="*/ 38373 w 52326"/>
                <a:gd name="connsiteY7" fmla="*/ 3140 h 52326"/>
                <a:gd name="connsiteX8" fmla="*/ 36279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2" y="49535"/>
                    <a:pt x="14651" y="49535"/>
                  </a:cubicBezTo>
                  <a:cubicBezTo>
                    <a:pt x="16744" y="50582"/>
                    <a:pt x="18837" y="51280"/>
                    <a:pt x="20930" y="51628"/>
                  </a:cubicBezTo>
                  <a:cubicBezTo>
                    <a:pt x="22675" y="51977"/>
                    <a:pt x="24419" y="52326"/>
                    <a:pt x="26163" y="52326"/>
                  </a:cubicBezTo>
                  <a:lnTo>
                    <a:pt x="26163" y="52326"/>
                  </a:lnTo>
                  <a:cubicBezTo>
                    <a:pt x="40465" y="52326"/>
                    <a:pt x="52326" y="40465"/>
                    <a:pt x="52326" y="26163"/>
                  </a:cubicBezTo>
                  <a:cubicBezTo>
                    <a:pt x="52326" y="16396"/>
                    <a:pt x="46745" y="7675"/>
                    <a:pt x="38721" y="3140"/>
                  </a:cubicBezTo>
                  <a:cubicBezTo>
                    <a:pt x="38721" y="3140"/>
                    <a:pt x="38373" y="3140"/>
                    <a:pt x="38373" y="3140"/>
                  </a:cubicBezTo>
                  <a:cubicBezTo>
                    <a:pt x="37675" y="2791"/>
                    <a:pt x="36977" y="2442"/>
                    <a:pt x="36279" y="2093"/>
                  </a:cubicBezTo>
                  <a:cubicBezTo>
                    <a:pt x="33140" y="698"/>
                    <a:pt x="29652" y="0"/>
                    <a:pt x="26163" y="0"/>
                  </a:cubicBezTo>
                  <a:cubicBezTo>
                    <a:pt x="11860" y="0"/>
                    <a:pt x="0" y="11861"/>
                    <a:pt x="0" y="26163"/>
                  </a:cubicBezTo>
                  <a:cubicBezTo>
                    <a:pt x="349" y="35931"/>
                    <a:pt x="5581" y="44303"/>
                    <a:pt x="13256" y="48838"/>
                  </a:cubicBezTo>
                  <a:close/>
                </a:path>
              </a:pathLst>
            </a:custGeom>
            <a:grpFill/>
            <a:ln w="3488" cap="flat">
              <a:noFill/>
              <a:prstDash val="solid"/>
              <a:miter/>
            </a:ln>
          </p:spPr>
          <p:txBody>
            <a:bodyPr rtlCol="0" anchor="ctr"/>
            <a:lstStyle/>
            <a:p>
              <a:endParaRPr lang="en-ID"/>
            </a:p>
          </p:txBody>
        </p:sp>
        <p:sp>
          <p:nvSpPr>
            <p:cNvPr id="609" name="Freeform: Shape 608">
              <a:extLst>
                <a:ext uri="{FF2B5EF4-FFF2-40B4-BE49-F238E27FC236}">
                  <a16:creationId xmlns:a16="http://schemas.microsoft.com/office/drawing/2014/main" id="{0DA8271E-941A-B446-181F-949F20B3B7DB}"/>
                </a:ext>
              </a:extLst>
            </p:cNvPr>
            <p:cNvSpPr/>
            <p:nvPr/>
          </p:nvSpPr>
          <p:spPr>
            <a:xfrm>
              <a:off x="240700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0" name="Freeform: Shape 609">
              <a:extLst>
                <a:ext uri="{FF2B5EF4-FFF2-40B4-BE49-F238E27FC236}">
                  <a16:creationId xmlns:a16="http://schemas.microsoft.com/office/drawing/2014/main" id="{ED0C9626-3D4A-D9C6-D289-6F147963C0A8}"/>
                </a:ext>
              </a:extLst>
            </p:cNvPr>
            <p:cNvSpPr/>
            <p:nvPr/>
          </p:nvSpPr>
          <p:spPr>
            <a:xfrm>
              <a:off x="240700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1" name="Freeform: Shape 610">
              <a:extLst>
                <a:ext uri="{FF2B5EF4-FFF2-40B4-BE49-F238E27FC236}">
                  <a16:creationId xmlns:a16="http://schemas.microsoft.com/office/drawing/2014/main" id="{9209351D-C9E0-C1A5-EADF-0D6FA169A16A}"/>
                </a:ext>
              </a:extLst>
            </p:cNvPr>
            <p:cNvSpPr/>
            <p:nvPr/>
          </p:nvSpPr>
          <p:spPr>
            <a:xfrm>
              <a:off x="2302351"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1" y="0"/>
                    <a:pt x="0" y="11861"/>
                    <a:pt x="0" y="26163"/>
                  </a:cubicBezTo>
                  <a:cubicBezTo>
                    <a:pt x="0" y="31744"/>
                    <a:pt x="1744" y="36628"/>
                    <a:pt x="4535" y="40814"/>
                  </a:cubicBezTo>
                  <a:cubicBezTo>
                    <a:pt x="9070" y="47791"/>
                    <a:pt x="17093" y="52326"/>
                    <a:pt x="26163" y="52326"/>
                  </a:cubicBezTo>
                  <a:cubicBezTo>
                    <a:pt x="40465" y="52326"/>
                    <a:pt x="52326" y="40465"/>
                    <a:pt x="52326" y="26163"/>
                  </a:cubicBezTo>
                  <a:lnTo>
                    <a:pt x="52326" y="26163"/>
                  </a:ln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612" name="Freeform: Shape 611">
              <a:extLst>
                <a:ext uri="{FF2B5EF4-FFF2-40B4-BE49-F238E27FC236}">
                  <a16:creationId xmlns:a16="http://schemas.microsoft.com/office/drawing/2014/main" id="{E4DB5B72-9354-B5AF-667C-FFD4FE11B2BA}"/>
                </a:ext>
              </a:extLst>
            </p:cNvPr>
            <p:cNvSpPr/>
            <p:nvPr/>
          </p:nvSpPr>
          <p:spPr>
            <a:xfrm>
              <a:off x="230235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3" name="Freeform: Shape 612">
              <a:extLst>
                <a:ext uri="{FF2B5EF4-FFF2-40B4-BE49-F238E27FC236}">
                  <a16:creationId xmlns:a16="http://schemas.microsoft.com/office/drawing/2014/main" id="{576A6EAF-BEF1-BDB0-109D-D14748C5CAA4}"/>
                </a:ext>
              </a:extLst>
            </p:cNvPr>
            <p:cNvSpPr/>
            <p:nvPr/>
          </p:nvSpPr>
          <p:spPr>
            <a:xfrm>
              <a:off x="94187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4" name="Freeform: Shape 613">
              <a:extLst>
                <a:ext uri="{FF2B5EF4-FFF2-40B4-BE49-F238E27FC236}">
                  <a16:creationId xmlns:a16="http://schemas.microsoft.com/office/drawing/2014/main" id="{3CE56526-05D7-F6AF-2BE3-67C903A9CD76}"/>
                </a:ext>
              </a:extLst>
            </p:cNvPr>
            <p:cNvSpPr/>
            <p:nvPr/>
          </p:nvSpPr>
          <p:spPr>
            <a:xfrm>
              <a:off x="837218"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5" name="Freeform: Shape 614">
              <a:extLst>
                <a:ext uri="{FF2B5EF4-FFF2-40B4-BE49-F238E27FC236}">
                  <a16:creationId xmlns:a16="http://schemas.microsoft.com/office/drawing/2014/main" id="{02EFBC76-26FC-9F6F-EDFC-93BD121F62D9}"/>
                </a:ext>
              </a:extLst>
            </p:cNvPr>
            <p:cNvSpPr/>
            <p:nvPr/>
          </p:nvSpPr>
          <p:spPr>
            <a:xfrm>
              <a:off x="62791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6" name="Freeform: Shape 615">
              <a:extLst>
                <a:ext uri="{FF2B5EF4-FFF2-40B4-BE49-F238E27FC236}">
                  <a16:creationId xmlns:a16="http://schemas.microsoft.com/office/drawing/2014/main" id="{26ACEA67-BA07-EE11-CA97-26BD2DE977E8}"/>
                </a:ext>
              </a:extLst>
            </p:cNvPr>
            <p:cNvSpPr/>
            <p:nvPr/>
          </p:nvSpPr>
          <p:spPr>
            <a:xfrm>
              <a:off x="418609"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7" name="Freeform: Shape 616">
              <a:extLst>
                <a:ext uri="{FF2B5EF4-FFF2-40B4-BE49-F238E27FC236}">
                  <a16:creationId xmlns:a16="http://schemas.microsoft.com/office/drawing/2014/main" id="{88255354-2766-CCB6-5F6F-09A73BE4AF34}"/>
                </a:ext>
              </a:extLst>
            </p:cNvPr>
            <p:cNvSpPr/>
            <p:nvPr/>
          </p:nvSpPr>
          <p:spPr>
            <a:xfrm>
              <a:off x="3453527"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7"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2326"/>
                    <a:pt x="51628" y="18838"/>
                    <a:pt x="50233" y="15698"/>
                  </a:cubicBezTo>
                  <a:close/>
                </a:path>
              </a:pathLst>
            </a:custGeom>
            <a:grpFill/>
            <a:ln w="3488" cap="flat">
              <a:noFill/>
              <a:prstDash val="solid"/>
              <a:miter/>
            </a:ln>
          </p:spPr>
          <p:txBody>
            <a:bodyPr rtlCol="0" anchor="ctr"/>
            <a:lstStyle/>
            <a:p>
              <a:endParaRPr lang="en-ID"/>
            </a:p>
          </p:txBody>
        </p:sp>
        <p:sp>
          <p:nvSpPr>
            <p:cNvPr id="618" name="Freeform: Shape 617">
              <a:extLst>
                <a:ext uri="{FF2B5EF4-FFF2-40B4-BE49-F238E27FC236}">
                  <a16:creationId xmlns:a16="http://schemas.microsoft.com/office/drawing/2014/main" id="{FB1C61F5-0439-9C15-76C1-F80174CADF0D}"/>
                </a:ext>
              </a:extLst>
            </p:cNvPr>
            <p:cNvSpPr/>
            <p:nvPr/>
          </p:nvSpPr>
          <p:spPr>
            <a:xfrm>
              <a:off x="4709356"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19" name="Freeform: Shape 618">
              <a:extLst>
                <a:ext uri="{FF2B5EF4-FFF2-40B4-BE49-F238E27FC236}">
                  <a16:creationId xmlns:a16="http://schemas.microsoft.com/office/drawing/2014/main" id="{A66B73CC-D1DD-6A03-E3F3-C49834FBCD9E}"/>
                </a:ext>
              </a:extLst>
            </p:cNvPr>
            <p:cNvSpPr/>
            <p:nvPr/>
          </p:nvSpPr>
          <p:spPr>
            <a:xfrm>
              <a:off x="2093047" y="5129252"/>
              <a:ext cx="52326" cy="52326"/>
            </a:xfrm>
            <a:custGeom>
              <a:avLst/>
              <a:gdLst>
                <a:gd name="connsiteX0" fmla="*/ 38721 w 52326"/>
                <a:gd name="connsiteY0" fmla="*/ 3488 h 52326"/>
                <a:gd name="connsiteX1" fmla="*/ 38721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5 w 52326"/>
                <a:gd name="connsiteY5" fmla="*/ 49187 h 52326"/>
                <a:gd name="connsiteX6" fmla="*/ 26163 w 52326"/>
                <a:gd name="connsiteY6" fmla="*/ 52326 h 52326"/>
                <a:gd name="connsiteX7" fmla="*/ 52326 w 52326"/>
                <a:gd name="connsiteY7" fmla="*/ 26163 h 52326"/>
                <a:gd name="connsiteX8" fmla="*/ 38721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1" y="3488"/>
                  </a:moveTo>
                  <a:cubicBezTo>
                    <a:pt x="38373" y="3488"/>
                    <a:pt x="38373" y="3488"/>
                    <a:pt x="38721" y="3488"/>
                  </a:cubicBezTo>
                  <a:cubicBezTo>
                    <a:pt x="36280" y="2093"/>
                    <a:pt x="33838" y="1395"/>
                    <a:pt x="31396" y="698"/>
                  </a:cubicBezTo>
                  <a:cubicBezTo>
                    <a:pt x="29652" y="349"/>
                    <a:pt x="27907" y="0"/>
                    <a:pt x="26163" y="0"/>
                  </a:cubicBezTo>
                  <a:cubicBezTo>
                    <a:pt x="11861" y="0"/>
                    <a:pt x="0" y="11861"/>
                    <a:pt x="0" y="26163"/>
                  </a:cubicBezTo>
                  <a:cubicBezTo>
                    <a:pt x="0" y="35930"/>
                    <a:pt x="5581" y="44651"/>
                    <a:pt x="13605" y="49187"/>
                  </a:cubicBezTo>
                  <a:cubicBezTo>
                    <a:pt x="17442" y="51279"/>
                    <a:pt x="21628" y="52326"/>
                    <a:pt x="26163" y="52326"/>
                  </a:cubicBezTo>
                  <a:cubicBezTo>
                    <a:pt x="40465" y="52326"/>
                    <a:pt x="52326" y="40465"/>
                    <a:pt x="52326" y="26163"/>
                  </a:cubicBezTo>
                  <a:cubicBezTo>
                    <a:pt x="52326" y="16744"/>
                    <a:pt x="46745" y="8023"/>
                    <a:pt x="38721" y="3488"/>
                  </a:cubicBezTo>
                  <a:close/>
                </a:path>
              </a:pathLst>
            </a:custGeom>
            <a:grpFill/>
            <a:ln w="3488" cap="flat">
              <a:noFill/>
              <a:prstDash val="solid"/>
              <a:miter/>
            </a:ln>
          </p:spPr>
          <p:txBody>
            <a:bodyPr rtlCol="0" anchor="ctr"/>
            <a:lstStyle/>
            <a:p>
              <a:endParaRPr lang="en-ID"/>
            </a:p>
          </p:txBody>
        </p:sp>
        <p:sp>
          <p:nvSpPr>
            <p:cNvPr id="620" name="Freeform: Shape 619">
              <a:extLst>
                <a:ext uri="{FF2B5EF4-FFF2-40B4-BE49-F238E27FC236}">
                  <a16:creationId xmlns:a16="http://schemas.microsoft.com/office/drawing/2014/main" id="{0B3D714A-C1E7-F020-6FC7-F59B91AEFB06}"/>
                </a:ext>
              </a:extLst>
            </p:cNvPr>
            <p:cNvSpPr/>
            <p:nvPr/>
          </p:nvSpPr>
          <p:spPr>
            <a:xfrm>
              <a:off x="334887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cubicBezTo>
                    <a:pt x="52326" y="26163"/>
                    <a:pt x="52326" y="26163"/>
                    <a:pt x="52326" y="26163"/>
                  </a:cubicBezTo>
                  <a:lnTo>
                    <a:pt x="52326" y="26163"/>
                  </a:lnTo>
                  <a:cubicBezTo>
                    <a:pt x="52326" y="11861"/>
                    <a:pt x="40465" y="0"/>
                    <a:pt x="26163" y="0"/>
                  </a:cubicBez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1" name="Freeform: Shape 620">
              <a:extLst>
                <a:ext uri="{FF2B5EF4-FFF2-40B4-BE49-F238E27FC236}">
                  <a16:creationId xmlns:a16="http://schemas.microsoft.com/office/drawing/2014/main" id="{AAD2032F-1F7C-6143-043B-6BBF627A63DD}"/>
                </a:ext>
              </a:extLst>
            </p:cNvPr>
            <p:cNvSpPr/>
            <p:nvPr/>
          </p:nvSpPr>
          <p:spPr>
            <a:xfrm>
              <a:off x="4081442"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1"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2" y="52326"/>
                    <a:pt x="26163" y="52326"/>
                  </a:cubicBezTo>
                  <a:cubicBezTo>
                    <a:pt x="40465"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622" name="Freeform: Shape 621">
              <a:extLst>
                <a:ext uri="{FF2B5EF4-FFF2-40B4-BE49-F238E27FC236}">
                  <a16:creationId xmlns:a16="http://schemas.microsoft.com/office/drawing/2014/main" id="{AC2977D4-4245-20A1-24C7-214EFBA98452}"/>
                </a:ext>
              </a:extLst>
            </p:cNvPr>
            <p:cNvSpPr/>
            <p:nvPr/>
          </p:nvSpPr>
          <p:spPr>
            <a:xfrm>
              <a:off x="533727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3" name="Freeform: Shape 622">
              <a:extLst>
                <a:ext uri="{FF2B5EF4-FFF2-40B4-BE49-F238E27FC236}">
                  <a16:creationId xmlns:a16="http://schemas.microsoft.com/office/drawing/2014/main" id="{B2135BA8-E078-EEF7-0706-E64456625108}"/>
                </a:ext>
              </a:extLst>
            </p:cNvPr>
            <p:cNvSpPr/>
            <p:nvPr/>
          </p:nvSpPr>
          <p:spPr>
            <a:xfrm>
              <a:off x="5965184"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5" y="0"/>
                    <a:pt x="26163" y="0"/>
                  </a:cubicBezTo>
                  <a:cubicBezTo>
                    <a:pt x="18838" y="0"/>
                    <a:pt x="12558" y="2791"/>
                    <a:pt x="7674"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4" name="Freeform: Shape 623">
              <a:extLst>
                <a:ext uri="{FF2B5EF4-FFF2-40B4-BE49-F238E27FC236}">
                  <a16:creationId xmlns:a16="http://schemas.microsoft.com/office/drawing/2014/main" id="{CC295B3F-368E-A3A6-8F38-6A52B762C67D}"/>
                </a:ext>
              </a:extLst>
            </p:cNvPr>
            <p:cNvSpPr/>
            <p:nvPr/>
          </p:nvSpPr>
          <p:spPr>
            <a:xfrm>
              <a:off x="596518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5" name="Freeform: Shape 624">
              <a:extLst>
                <a:ext uri="{FF2B5EF4-FFF2-40B4-BE49-F238E27FC236}">
                  <a16:creationId xmlns:a16="http://schemas.microsoft.com/office/drawing/2014/main" id="{75B9082B-0EDC-4271-8EF2-43087226D9A4}"/>
                </a:ext>
              </a:extLst>
            </p:cNvPr>
            <p:cNvSpPr/>
            <p:nvPr/>
          </p:nvSpPr>
          <p:spPr>
            <a:xfrm>
              <a:off x="523261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6" name="Freeform: Shape 625">
              <a:extLst>
                <a:ext uri="{FF2B5EF4-FFF2-40B4-BE49-F238E27FC236}">
                  <a16:creationId xmlns:a16="http://schemas.microsoft.com/office/drawing/2014/main" id="{4537CEE3-EEDE-4107-0D26-57829D86C6AB}"/>
                </a:ext>
              </a:extLst>
            </p:cNvPr>
            <p:cNvSpPr/>
            <p:nvPr/>
          </p:nvSpPr>
          <p:spPr>
            <a:xfrm>
              <a:off x="523261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7" name="Freeform: Shape 626">
              <a:extLst>
                <a:ext uri="{FF2B5EF4-FFF2-40B4-BE49-F238E27FC236}">
                  <a16:creationId xmlns:a16="http://schemas.microsoft.com/office/drawing/2014/main" id="{7DE5570B-9312-E16B-E349-B11B0BAD2A50}"/>
                </a:ext>
              </a:extLst>
            </p:cNvPr>
            <p:cNvSpPr/>
            <p:nvPr/>
          </p:nvSpPr>
          <p:spPr>
            <a:xfrm>
              <a:off x="502331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8" name="Freeform: Shape 627">
              <a:extLst>
                <a:ext uri="{FF2B5EF4-FFF2-40B4-BE49-F238E27FC236}">
                  <a16:creationId xmlns:a16="http://schemas.microsoft.com/office/drawing/2014/main" id="{0C7DE46B-420C-C5C0-9205-1AE533FBD3F2}"/>
                </a:ext>
              </a:extLst>
            </p:cNvPr>
            <p:cNvSpPr/>
            <p:nvPr/>
          </p:nvSpPr>
          <p:spPr>
            <a:xfrm>
              <a:off x="481400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9" name="Freeform: Shape 628">
              <a:extLst>
                <a:ext uri="{FF2B5EF4-FFF2-40B4-BE49-F238E27FC236}">
                  <a16:creationId xmlns:a16="http://schemas.microsoft.com/office/drawing/2014/main" id="{A02600A4-F1D2-01BB-1580-6076AAA38732}"/>
                </a:ext>
              </a:extLst>
            </p:cNvPr>
            <p:cNvSpPr/>
            <p:nvPr/>
          </p:nvSpPr>
          <p:spPr>
            <a:xfrm>
              <a:off x="460470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0" name="Freeform: Shape 629">
              <a:extLst>
                <a:ext uri="{FF2B5EF4-FFF2-40B4-BE49-F238E27FC236}">
                  <a16:creationId xmlns:a16="http://schemas.microsoft.com/office/drawing/2014/main" id="{B3208FA4-26D9-557E-5A70-489A76C9474A}"/>
                </a:ext>
              </a:extLst>
            </p:cNvPr>
            <p:cNvSpPr/>
            <p:nvPr/>
          </p:nvSpPr>
          <p:spPr>
            <a:xfrm>
              <a:off x="4395399"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1" name="Freeform: Shape 630">
              <a:extLst>
                <a:ext uri="{FF2B5EF4-FFF2-40B4-BE49-F238E27FC236}">
                  <a16:creationId xmlns:a16="http://schemas.microsoft.com/office/drawing/2014/main" id="{A0FB3D59-245E-93E1-5EFC-B4F89721ED38}"/>
                </a:ext>
              </a:extLst>
            </p:cNvPr>
            <p:cNvSpPr/>
            <p:nvPr/>
          </p:nvSpPr>
          <p:spPr>
            <a:xfrm>
              <a:off x="4395399"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2" name="Freeform: Shape 631">
              <a:extLst>
                <a:ext uri="{FF2B5EF4-FFF2-40B4-BE49-F238E27FC236}">
                  <a16:creationId xmlns:a16="http://schemas.microsoft.com/office/drawing/2014/main" id="{1C66A4A5-3103-B257-67CB-BFC82D8182BD}"/>
                </a:ext>
              </a:extLst>
            </p:cNvPr>
            <p:cNvSpPr/>
            <p:nvPr/>
          </p:nvSpPr>
          <p:spPr>
            <a:xfrm>
              <a:off x="4186094" y="4606338"/>
              <a:ext cx="52326" cy="52326"/>
            </a:xfrm>
            <a:custGeom>
              <a:avLst/>
              <a:gdLst>
                <a:gd name="connsiteX0" fmla="*/ 50233 w 52326"/>
                <a:gd name="connsiteY0" fmla="*/ 16047 h 52326"/>
                <a:gd name="connsiteX1" fmla="*/ 26163 w 52326"/>
                <a:gd name="connsiteY1" fmla="*/ 0 h 52326"/>
                <a:gd name="connsiteX2" fmla="*/ 2093 w 52326"/>
                <a:gd name="connsiteY2" fmla="*/ 16047 h 52326"/>
                <a:gd name="connsiteX3" fmla="*/ 349 w 52326"/>
                <a:gd name="connsiteY3" fmla="*/ 22675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0233 w 52326"/>
                <a:gd name="connsiteY8" fmla="*/ 16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0233" y="16047"/>
                  </a:moveTo>
                  <a:cubicBezTo>
                    <a:pt x="46396" y="6628"/>
                    <a:pt x="36977" y="0"/>
                    <a:pt x="26163" y="0"/>
                  </a:cubicBezTo>
                  <a:cubicBezTo>
                    <a:pt x="15349" y="0"/>
                    <a:pt x="5930" y="6628"/>
                    <a:pt x="2093" y="16047"/>
                  </a:cubicBezTo>
                  <a:cubicBezTo>
                    <a:pt x="1047" y="18140"/>
                    <a:pt x="698" y="20582"/>
                    <a:pt x="349" y="22675"/>
                  </a:cubicBezTo>
                  <a:cubicBezTo>
                    <a:pt x="349" y="23721"/>
                    <a:pt x="0" y="25117"/>
                    <a:pt x="0" y="26163"/>
                  </a:cubicBezTo>
                  <a:lnTo>
                    <a:pt x="0" y="26163"/>
                  </a:lnTo>
                  <a:cubicBezTo>
                    <a:pt x="0" y="40465"/>
                    <a:pt x="11861" y="52326"/>
                    <a:pt x="26163" y="52326"/>
                  </a:cubicBezTo>
                  <a:cubicBezTo>
                    <a:pt x="40465" y="52326"/>
                    <a:pt x="52326" y="40465"/>
                    <a:pt x="52326" y="26163"/>
                  </a:cubicBezTo>
                  <a:cubicBezTo>
                    <a:pt x="52326" y="22675"/>
                    <a:pt x="51629" y="19186"/>
                    <a:pt x="50233" y="16047"/>
                  </a:cubicBezTo>
                  <a:close/>
                </a:path>
              </a:pathLst>
            </a:custGeom>
            <a:grpFill/>
            <a:ln w="3488" cap="flat">
              <a:noFill/>
              <a:prstDash val="solid"/>
              <a:miter/>
            </a:ln>
          </p:spPr>
          <p:txBody>
            <a:bodyPr rtlCol="0" anchor="ctr"/>
            <a:lstStyle/>
            <a:p>
              <a:endParaRPr lang="en-ID"/>
            </a:p>
          </p:txBody>
        </p:sp>
        <p:sp>
          <p:nvSpPr>
            <p:cNvPr id="633" name="Freeform: Shape 632">
              <a:extLst>
                <a:ext uri="{FF2B5EF4-FFF2-40B4-BE49-F238E27FC236}">
                  <a16:creationId xmlns:a16="http://schemas.microsoft.com/office/drawing/2014/main" id="{82ACA614-4EC4-C914-53CE-D516BCD5089F}"/>
                </a:ext>
              </a:extLst>
            </p:cNvPr>
            <p:cNvSpPr/>
            <p:nvPr/>
          </p:nvSpPr>
          <p:spPr>
            <a:xfrm>
              <a:off x="544192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4" name="Freeform: Shape 633">
              <a:extLst>
                <a:ext uri="{FF2B5EF4-FFF2-40B4-BE49-F238E27FC236}">
                  <a16:creationId xmlns:a16="http://schemas.microsoft.com/office/drawing/2014/main" id="{76CEB526-451C-5A81-42B2-D073B5E62EDC}"/>
                </a:ext>
              </a:extLst>
            </p:cNvPr>
            <p:cNvSpPr/>
            <p:nvPr/>
          </p:nvSpPr>
          <p:spPr>
            <a:xfrm>
              <a:off x="544192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5" name="Freeform: Shape 634">
              <a:extLst>
                <a:ext uri="{FF2B5EF4-FFF2-40B4-BE49-F238E27FC236}">
                  <a16:creationId xmlns:a16="http://schemas.microsoft.com/office/drawing/2014/main" id="{20427023-2422-0F2D-9ED0-3C79E7A27675}"/>
                </a:ext>
              </a:extLst>
            </p:cNvPr>
            <p:cNvSpPr/>
            <p:nvPr/>
          </p:nvSpPr>
          <p:spPr>
            <a:xfrm>
              <a:off x="512796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36" name="Freeform: Shape 635">
              <a:extLst>
                <a:ext uri="{FF2B5EF4-FFF2-40B4-BE49-F238E27FC236}">
                  <a16:creationId xmlns:a16="http://schemas.microsoft.com/office/drawing/2014/main" id="{911091EB-701D-B94B-79EB-32BC9D9BF59B}"/>
                </a:ext>
              </a:extLst>
            </p:cNvPr>
            <p:cNvSpPr/>
            <p:nvPr/>
          </p:nvSpPr>
          <p:spPr>
            <a:xfrm>
              <a:off x="512796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7" name="Freeform: Shape 636">
              <a:extLst>
                <a:ext uri="{FF2B5EF4-FFF2-40B4-BE49-F238E27FC236}">
                  <a16:creationId xmlns:a16="http://schemas.microsoft.com/office/drawing/2014/main" id="{5F5F7689-D5B0-2825-A558-B145EA983DC6}"/>
                </a:ext>
              </a:extLst>
            </p:cNvPr>
            <p:cNvSpPr/>
            <p:nvPr/>
          </p:nvSpPr>
          <p:spPr>
            <a:xfrm>
              <a:off x="4081442"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38" name="Freeform: Shape 637">
              <a:extLst>
                <a:ext uri="{FF2B5EF4-FFF2-40B4-BE49-F238E27FC236}">
                  <a16:creationId xmlns:a16="http://schemas.microsoft.com/office/drawing/2014/main" id="{B805AA76-62FA-9CFA-FFAF-B10100DDE97D}"/>
                </a:ext>
              </a:extLst>
            </p:cNvPr>
            <p:cNvSpPr/>
            <p:nvPr/>
          </p:nvSpPr>
          <p:spPr>
            <a:xfrm>
              <a:off x="272096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9" name="Freeform: Shape 638">
              <a:extLst>
                <a:ext uri="{FF2B5EF4-FFF2-40B4-BE49-F238E27FC236}">
                  <a16:creationId xmlns:a16="http://schemas.microsoft.com/office/drawing/2014/main" id="{07B03108-3A5E-8B39-DE6A-657EDF469C5D}"/>
                </a:ext>
              </a:extLst>
            </p:cNvPr>
            <p:cNvSpPr/>
            <p:nvPr/>
          </p:nvSpPr>
          <p:spPr>
            <a:xfrm>
              <a:off x="240700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0" name="Freeform: Shape 639">
              <a:extLst>
                <a:ext uri="{FF2B5EF4-FFF2-40B4-BE49-F238E27FC236}">
                  <a16:creationId xmlns:a16="http://schemas.microsoft.com/office/drawing/2014/main" id="{1E88427A-C2F5-BDEC-519B-8E156B007010}"/>
                </a:ext>
              </a:extLst>
            </p:cNvPr>
            <p:cNvSpPr/>
            <p:nvPr/>
          </p:nvSpPr>
          <p:spPr>
            <a:xfrm>
              <a:off x="209304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1" name="Freeform: Shape 640">
              <a:extLst>
                <a:ext uri="{FF2B5EF4-FFF2-40B4-BE49-F238E27FC236}">
                  <a16:creationId xmlns:a16="http://schemas.microsoft.com/office/drawing/2014/main" id="{A1D60405-DB17-9980-DEB3-1D4F9474609F}"/>
                </a:ext>
              </a:extLst>
            </p:cNvPr>
            <p:cNvSpPr/>
            <p:nvPr/>
          </p:nvSpPr>
          <p:spPr>
            <a:xfrm>
              <a:off x="18837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2" name="Freeform: Shape 641">
              <a:extLst>
                <a:ext uri="{FF2B5EF4-FFF2-40B4-BE49-F238E27FC236}">
                  <a16:creationId xmlns:a16="http://schemas.microsoft.com/office/drawing/2014/main" id="{156B7103-9802-73A0-5E99-26E7AD9174B2}"/>
                </a:ext>
              </a:extLst>
            </p:cNvPr>
            <p:cNvSpPr/>
            <p:nvPr/>
          </p:nvSpPr>
          <p:spPr>
            <a:xfrm>
              <a:off x="16744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3" name="Freeform: Shape 642">
              <a:extLst>
                <a:ext uri="{FF2B5EF4-FFF2-40B4-BE49-F238E27FC236}">
                  <a16:creationId xmlns:a16="http://schemas.microsoft.com/office/drawing/2014/main" id="{C9483CD9-53AA-2335-AB97-9B901AC23D09}"/>
                </a:ext>
              </a:extLst>
            </p:cNvPr>
            <p:cNvSpPr/>
            <p:nvPr/>
          </p:nvSpPr>
          <p:spPr>
            <a:xfrm>
              <a:off x="13604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4" name="Freeform: Shape 643">
              <a:extLst>
                <a:ext uri="{FF2B5EF4-FFF2-40B4-BE49-F238E27FC236}">
                  <a16:creationId xmlns:a16="http://schemas.microsoft.com/office/drawing/2014/main" id="{DE71A92C-2D17-CAE2-7FB6-B176543064FB}"/>
                </a:ext>
              </a:extLst>
            </p:cNvPr>
            <p:cNvSpPr/>
            <p:nvPr/>
          </p:nvSpPr>
          <p:spPr>
            <a:xfrm>
              <a:off x="941871"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5" name="Freeform: Shape 644">
              <a:extLst>
                <a:ext uri="{FF2B5EF4-FFF2-40B4-BE49-F238E27FC236}">
                  <a16:creationId xmlns:a16="http://schemas.microsoft.com/office/drawing/2014/main" id="{B0CBF23B-C53B-459F-4467-87D247AC7AFF}"/>
                </a:ext>
              </a:extLst>
            </p:cNvPr>
            <p:cNvSpPr/>
            <p:nvPr/>
          </p:nvSpPr>
          <p:spPr>
            <a:xfrm>
              <a:off x="94187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6" name="Freeform: Shape 645">
              <a:extLst>
                <a:ext uri="{FF2B5EF4-FFF2-40B4-BE49-F238E27FC236}">
                  <a16:creationId xmlns:a16="http://schemas.microsoft.com/office/drawing/2014/main" id="{F5189F54-0301-4674-1B02-B7EBE198867B}"/>
                </a:ext>
              </a:extLst>
            </p:cNvPr>
            <p:cNvSpPr/>
            <p:nvPr/>
          </p:nvSpPr>
          <p:spPr>
            <a:xfrm>
              <a:off x="837218"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6"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47" name="Freeform: Shape 646">
              <a:extLst>
                <a:ext uri="{FF2B5EF4-FFF2-40B4-BE49-F238E27FC236}">
                  <a16:creationId xmlns:a16="http://schemas.microsoft.com/office/drawing/2014/main" id="{68FCD2D9-9522-57AD-52F4-92171E0BD305}"/>
                </a:ext>
              </a:extLst>
            </p:cNvPr>
            <p:cNvSpPr/>
            <p:nvPr/>
          </p:nvSpPr>
          <p:spPr>
            <a:xfrm>
              <a:off x="0"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48" name="Freeform: Shape 647">
              <a:extLst>
                <a:ext uri="{FF2B5EF4-FFF2-40B4-BE49-F238E27FC236}">
                  <a16:creationId xmlns:a16="http://schemas.microsoft.com/office/drawing/2014/main" id="{5909BE89-3312-B19A-07FD-546CEF84380F}"/>
                </a:ext>
              </a:extLst>
            </p:cNvPr>
            <p:cNvSpPr/>
            <p:nvPr/>
          </p:nvSpPr>
          <p:spPr>
            <a:xfrm>
              <a:off x="2616309" y="4292381"/>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8" y="52326"/>
                    <a:pt x="26163" y="52326"/>
                  </a:cubicBezTo>
                  <a:cubicBezTo>
                    <a:pt x="40465"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649" name="Freeform: Shape 648">
              <a:extLst>
                <a:ext uri="{FF2B5EF4-FFF2-40B4-BE49-F238E27FC236}">
                  <a16:creationId xmlns:a16="http://schemas.microsoft.com/office/drawing/2014/main" id="{732CBF82-FC3F-F44D-F7FD-90DADFD2530F}"/>
                </a:ext>
              </a:extLst>
            </p:cNvPr>
            <p:cNvSpPr/>
            <p:nvPr/>
          </p:nvSpPr>
          <p:spPr>
            <a:xfrm>
              <a:off x="5441922"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1" y="52326"/>
                    <a:pt x="26163" y="52326"/>
                  </a:cubicBez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650" name="Freeform: Shape 649">
              <a:extLst>
                <a:ext uri="{FF2B5EF4-FFF2-40B4-BE49-F238E27FC236}">
                  <a16:creationId xmlns:a16="http://schemas.microsoft.com/office/drawing/2014/main" id="{256FF92B-D38C-DFE5-93B8-7088729C0AF3}"/>
                </a:ext>
              </a:extLst>
            </p:cNvPr>
            <p:cNvSpPr/>
            <p:nvPr/>
          </p:nvSpPr>
          <p:spPr>
            <a:xfrm>
              <a:off x="5860532" y="4920296"/>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20930 w 52326"/>
                <a:gd name="connsiteY5" fmla="*/ 51629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1" y="0"/>
                    <a:pt x="0" y="11861"/>
                    <a:pt x="0" y="26163"/>
                  </a:cubicBezTo>
                  <a:lnTo>
                    <a:pt x="0" y="26163"/>
                  </a:lnTo>
                  <a:cubicBezTo>
                    <a:pt x="0" y="38721"/>
                    <a:pt x="9070" y="49187"/>
                    <a:pt x="20930" y="51629"/>
                  </a:cubicBezTo>
                  <a:cubicBezTo>
                    <a:pt x="22675" y="51977"/>
                    <a:pt x="24419"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1" name="Freeform: Shape 650">
              <a:extLst>
                <a:ext uri="{FF2B5EF4-FFF2-40B4-BE49-F238E27FC236}">
                  <a16:creationId xmlns:a16="http://schemas.microsoft.com/office/drawing/2014/main" id="{4FE16C5C-9063-CEB0-3C98-A477A7E462E7}"/>
                </a:ext>
              </a:extLst>
            </p:cNvPr>
            <p:cNvSpPr/>
            <p:nvPr/>
          </p:nvSpPr>
          <p:spPr>
            <a:xfrm>
              <a:off x="4081442"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52" name="Freeform: Shape 651">
              <a:extLst>
                <a:ext uri="{FF2B5EF4-FFF2-40B4-BE49-F238E27FC236}">
                  <a16:creationId xmlns:a16="http://schemas.microsoft.com/office/drawing/2014/main" id="{63F25C69-422A-A01A-AB5E-A5CA9E745B60}"/>
                </a:ext>
              </a:extLst>
            </p:cNvPr>
            <p:cNvSpPr/>
            <p:nvPr/>
          </p:nvSpPr>
          <p:spPr>
            <a:xfrm>
              <a:off x="575587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3" name="Freeform: Shape 652">
              <a:extLst>
                <a:ext uri="{FF2B5EF4-FFF2-40B4-BE49-F238E27FC236}">
                  <a16:creationId xmlns:a16="http://schemas.microsoft.com/office/drawing/2014/main" id="{8E29CB2E-D5D2-FEB1-CE66-CFC726406562}"/>
                </a:ext>
              </a:extLst>
            </p:cNvPr>
            <p:cNvSpPr/>
            <p:nvPr/>
          </p:nvSpPr>
          <p:spPr>
            <a:xfrm>
              <a:off x="596518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4" name="Freeform: Shape 653">
              <a:extLst>
                <a:ext uri="{FF2B5EF4-FFF2-40B4-BE49-F238E27FC236}">
                  <a16:creationId xmlns:a16="http://schemas.microsoft.com/office/drawing/2014/main" id="{E565427C-0BF7-E043-ADFE-5853ECECBDDB}"/>
                </a:ext>
              </a:extLst>
            </p:cNvPr>
            <p:cNvSpPr/>
            <p:nvPr/>
          </p:nvSpPr>
          <p:spPr>
            <a:xfrm>
              <a:off x="554657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5" name="Freeform: Shape 654">
              <a:extLst>
                <a:ext uri="{FF2B5EF4-FFF2-40B4-BE49-F238E27FC236}">
                  <a16:creationId xmlns:a16="http://schemas.microsoft.com/office/drawing/2014/main" id="{07D7D5B3-765B-92DE-2560-01F6BF6A4113}"/>
                </a:ext>
              </a:extLst>
            </p:cNvPr>
            <p:cNvSpPr/>
            <p:nvPr/>
          </p:nvSpPr>
          <p:spPr>
            <a:xfrm>
              <a:off x="56512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6" name="Freeform: Shape 655">
              <a:extLst>
                <a:ext uri="{FF2B5EF4-FFF2-40B4-BE49-F238E27FC236}">
                  <a16:creationId xmlns:a16="http://schemas.microsoft.com/office/drawing/2014/main" id="{86E045FA-B46B-4556-FFC0-ABDC38A311CF}"/>
                </a:ext>
              </a:extLst>
            </p:cNvPr>
            <p:cNvSpPr/>
            <p:nvPr/>
          </p:nvSpPr>
          <p:spPr>
            <a:xfrm>
              <a:off x="5232618"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7" name="Freeform: Shape 656">
              <a:extLst>
                <a:ext uri="{FF2B5EF4-FFF2-40B4-BE49-F238E27FC236}">
                  <a16:creationId xmlns:a16="http://schemas.microsoft.com/office/drawing/2014/main" id="{4A1B0FBE-8587-03DE-50F2-276FE118B307}"/>
                </a:ext>
              </a:extLst>
            </p:cNvPr>
            <p:cNvSpPr/>
            <p:nvPr/>
          </p:nvSpPr>
          <p:spPr>
            <a:xfrm>
              <a:off x="418609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8" name="Freeform: Shape 657">
              <a:extLst>
                <a:ext uri="{FF2B5EF4-FFF2-40B4-BE49-F238E27FC236}">
                  <a16:creationId xmlns:a16="http://schemas.microsoft.com/office/drawing/2014/main" id="{7AC5F03B-63E3-97C6-66C3-1AB77155FC0C}"/>
                </a:ext>
              </a:extLst>
            </p:cNvPr>
            <p:cNvSpPr/>
            <p:nvPr/>
          </p:nvSpPr>
          <p:spPr>
            <a:xfrm>
              <a:off x="544192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9" name="Freeform: Shape 658">
              <a:extLst>
                <a:ext uri="{FF2B5EF4-FFF2-40B4-BE49-F238E27FC236}">
                  <a16:creationId xmlns:a16="http://schemas.microsoft.com/office/drawing/2014/main" id="{8E4E2B66-5533-7815-C057-DCC94A556105}"/>
                </a:ext>
              </a:extLst>
            </p:cNvPr>
            <p:cNvSpPr/>
            <p:nvPr/>
          </p:nvSpPr>
          <p:spPr>
            <a:xfrm>
              <a:off x="470935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60" name="Freeform: Shape 659">
              <a:extLst>
                <a:ext uri="{FF2B5EF4-FFF2-40B4-BE49-F238E27FC236}">
                  <a16:creationId xmlns:a16="http://schemas.microsoft.com/office/drawing/2014/main" id="{6588CEEA-ADBF-1B1E-7791-EF1A551EE289}"/>
                </a:ext>
              </a:extLst>
            </p:cNvPr>
            <p:cNvSpPr/>
            <p:nvPr/>
          </p:nvSpPr>
          <p:spPr>
            <a:xfrm>
              <a:off x="4290746" y="4920296"/>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26163 w 52326"/>
                <a:gd name="connsiteY8"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61" name="Freeform: Shape 660">
              <a:extLst>
                <a:ext uri="{FF2B5EF4-FFF2-40B4-BE49-F238E27FC236}">
                  <a16:creationId xmlns:a16="http://schemas.microsoft.com/office/drawing/2014/main" id="{8FD97EA3-B319-237E-7EB8-032D68424EB3}"/>
                </a:ext>
              </a:extLst>
            </p:cNvPr>
            <p:cNvSpPr/>
            <p:nvPr/>
          </p:nvSpPr>
          <p:spPr>
            <a:xfrm>
              <a:off x="282561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2" name="Freeform: Shape 661">
              <a:extLst>
                <a:ext uri="{FF2B5EF4-FFF2-40B4-BE49-F238E27FC236}">
                  <a16:creationId xmlns:a16="http://schemas.microsoft.com/office/drawing/2014/main" id="{7A722024-FE9F-3AFF-35B6-640A6CD62B7E}"/>
                </a:ext>
              </a:extLst>
            </p:cNvPr>
            <p:cNvSpPr/>
            <p:nvPr/>
          </p:nvSpPr>
          <p:spPr>
            <a:xfrm>
              <a:off x="272096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3" name="Freeform: Shape 662">
              <a:extLst>
                <a:ext uri="{FF2B5EF4-FFF2-40B4-BE49-F238E27FC236}">
                  <a16:creationId xmlns:a16="http://schemas.microsoft.com/office/drawing/2014/main" id="{0619339F-BF81-5372-A483-D2B1AA617EED}"/>
                </a:ext>
              </a:extLst>
            </p:cNvPr>
            <p:cNvSpPr/>
            <p:nvPr/>
          </p:nvSpPr>
          <p:spPr>
            <a:xfrm>
              <a:off x="251165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4" name="Freeform: Shape 663">
              <a:extLst>
                <a:ext uri="{FF2B5EF4-FFF2-40B4-BE49-F238E27FC236}">
                  <a16:creationId xmlns:a16="http://schemas.microsoft.com/office/drawing/2014/main" id="{AC7C41E5-8E8F-7DE1-6891-AD81074DD9C8}"/>
                </a:ext>
              </a:extLst>
            </p:cNvPr>
            <p:cNvSpPr/>
            <p:nvPr/>
          </p:nvSpPr>
          <p:spPr>
            <a:xfrm>
              <a:off x="19883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5" name="Freeform: Shape 664">
              <a:extLst>
                <a:ext uri="{FF2B5EF4-FFF2-40B4-BE49-F238E27FC236}">
                  <a16:creationId xmlns:a16="http://schemas.microsoft.com/office/drawing/2014/main" id="{59F28A5B-8925-2E52-67DB-34D35F717F5F}"/>
                </a:ext>
              </a:extLst>
            </p:cNvPr>
            <p:cNvSpPr/>
            <p:nvPr/>
          </p:nvSpPr>
          <p:spPr>
            <a:xfrm>
              <a:off x="1255828" y="4187729"/>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6" name="Freeform: Shape 665">
              <a:extLst>
                <a:ext uri="{FF2B5EF4-FFF2-40B4-BE49-F238E27FC236}">
                  <a16:creationId xmlns:a16="http://schemas.microsoft.com/office/drawing/2014/main" id="{C0346D38-B967-8394-6DFD-AC796DE52244}"/>
                </a:ext>
              </a:extLst>
            </p:cNvPr>
            <p:cNvSpPr/>
            <p:nvPr/>
          </p:nvSpPr>
          <p:spPr>
            <a:xfrm>
              <a:off x="104652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7" name="Freeform: Shape 666">
              <a:extLst>
                <a:ext uri="{FF2B5EF4-FFF2-40B4-BE49-F238E27FC236}">
                  <a16:creationId xmlns:a16="http://schemas.microsoft.com/office/drawing/2014/main" id="{FAE1BDB9-7F56-D828-5FF0-D08A10763621}"/>
                </a:ext>
              </a:extLst>
            </p:cNvPr>
            <p:cNvSpPr/>
            <p:nvPr/>
          </p:nvSpPr>
          <p:spPr>
            <a:xfrm>
              <a:off x="313957"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8" name="Freeform: Shape 667">
              <a:extLst>
                <a:ext uri="{FF2B5EF4-FFF2-40B4-BE49-F238E27FC236}">
                  <a16:creationId xmlns:a16="http://schemas.microsoft.com/office/drawing/2014/main" id="{0E9E7170-A9C6-B041-E6CF-39A07C4DE92D}"/>
                </a:ext>
              </a:extLst>
            </p:cNvPr>
            <p:cNvSpPr/>
            <p:nvPr/>
          </p:nvSpPr>
          <p:spPr>
            <a:xfrm>
              <a:off x="20930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69" name="Freeform: Shape 668">
              <a:extLst>
                <a:ext uri="{FF2B5EF4-FFF2-40B4-BE49-F238E27FC236}">
                  <a16:creationId xmlns:a16="http://schemas.microsoft.com/office/drawing/2014/main" id="{5BFF8625-073B-9D0E-A4AD-41DC78EAB818}"/>
                </a:ext>
              </a:extLst>
            </p:cNvPr>
            <p:cNvSpPr/>
            <p:nvPr/>
          </p:nvSpPr>
          <p:spPr>
            <a:xfrm>
              <a:off x="104652"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0" name="Freeform: Shape 669">
              <a:extLst>
                <a:ext uri="{FF2B5EF4-FFF2-40B4-BE49-F238E27FC236}">
                  <a16:creationId xmlns:a16="http://schemas.microsoft.com/office/drawing/2014/main" id="{5144AB71-E27E-C669-627F-8299C7F37571}"/>
                </a:ext>
              </a:extLst>
            </p:cNvPr>
            <p:cNvSpPr/>
            <p:nvPr/>
          </p:nvSpPr>
          <p:spPr>
            <a:xfrm>
              <a:off x="56512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1" name="Freeform: Shape 670">
              <a:extLst>
                <a:ext uri="{FF2B5EF4-FFF2-40B4-BE49-F238E27FC236}">
                  <a16:creationId xmlns:a16="http://schemas.microsoft.com/office/drawing/2014/main" id="{6127B2CF-049A-A476-DCE6-B0ABEA3350BD}"/>
                </a:ext>
              </a:extLst>
            </p:cNvPr>
            <p:cNvSpPr/>
            <p:nvPr/>
          </p:nvSpPr>
          <p:spPr>
            <a:xfrm>
              <a:off x="2825613" y="4920296"/>
              <a:ext cx="52326" cy="52326"/>
            </a:xfrm>
            <a:custGeom>
              <a:avLst/>
              <a:gdLst>
                <a:gd name="connsiteX0" fmla="*/ 26163 w 52326"/>
                <a:gd name="connsiteY0" fmla="*/ 52326 h 52326"/>
                <a:gd name="connsiteX1" fmla="*/ 51280 w 52326"/>
                <a:gd name="connsiteY1" fmla="*/ 33837 h 52326"/>
                <a:gd name="connsiteX2" fmla="*/ 52326 w 52326"/>
                <a:gd name="connsiteY2" fmla="*/ 26163 h 52326"/>
                <a:gd name="connsiteX3" fmla="*/ 26163 w 52326"/>
                <a:gd name="connsiteY3" fmla="*/ 0 h 52326"/>
                <a:gd name="connsiteX4" fmla="*/ 1046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4" y="52326"/>
                    <a:pt x="47791" y="44652"/>
                    <a:pt x="51280" y="33837"/>
                  </a:cubicBezTo>
                  <a:cubicBezTo>
                    <a:pt x="51977" y="31396"/>
                    <a:pt x="52326" y="28605"/>
                    <a:pt x="52326" y="26163"/>
                  </a:cubicBez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2" name="Freeform: Shape 671">
              <a:extLst>
                <a:ext uri="{FF2B5EF4-FFF2-40B4-BE49-F238E27FC236}">
                  <a16:creationId xmlns:a16="http://schemas.microsoft.com/office/drawing/2014/main" id="{E5EF9733-B15E-0A77-C0F3-C4B03026B6CB}"/>
                </a:ext>
              </a:extLst>
            </p:cNvPr>
            <p:cNvSpPr/>
            <p:nvPr/>
          </p:nvSpPr>
          <p:spPr>
            <a:xfrm>
              <a:off x="6069488" y="4606338"/>
              <a:ext cx="52674" cy="52326"/>
            </a:xfrm>
            <a:custGeom>
              <a:avLst/>
              <a:gdLst>
                <a:gd name="connsiteX0" fmla="*/ 26512 w 52674"/>
                <a:gd name="connsiteY0" fmla="*/ 52326 h 52326"/>
                <a:gd name="connsiteX1" fmla="*/ 26512 w 52674"/>
                <a:gd name="connsiteY1" fmla="*/ 52326 h 52326"/>
                <a:gd name="connsiteX2" fmla="*/ 45001 w 52674"/>
                <a:gd name="connsiteY2" fmla="*/ 44652 h 52326"/>
                <a:gd name="connsiteX3" fmla="*/ 51628 w 52674"/>
                <a:gd name="connsiteY3" fmla="*/ 33838 h 52326"/>
                <a:gd name="connsiteX4" fmla="*/ 52675 w 52674"/>
                <a:gd name="connsiteY4" fmla="*/ 26163 h 52326"/>
                <a:gd name="connsiteX5" fmla="*/ 52675 w 52674"/>
                <a:gd name="connsiteY5" fmla="*/ 23372 h 52326"/>
                <a:gd name="connsiteX6" fmla="*/ 29303 w 52674"/>
                <a:gd name="connsiteY6" fmla="*/ 0 h 52326"/>
                <a:gd name="connsiteX7" fmla="*/ 26512 w 52674"/>
                <a:gd name="connsiteY7" fmla="*/ 0 h 52326"/>
                <a:gd name="connsiteX8" fmla="*/ 23023 w 52674"/>
                <a:gd name="connsiteY8" fmla="*/ 349 h 52326"/>
                <a:gd name="connsiteX9" fmla="*/ 22326 w 52674"/>
                <a:gd name="connsiteY9" fmla="*/ 349 h 52326"/>
                <a:gd name="connsiteX10" fmla="*/ 15698 w 52674"/>
                <a:gd name="connsiteY10" fmla="*/ 2442 h 52326"/>
                <a:gd name="connsiteX11" fmla="*/ 15000 w 52674"/>
                <a:gd name="connsiteY11" fmla="*/ 2791 h 52326"/>
                <a:gd name="connsiteX12" fmla="*/ 9767 w 52674"/>
                <a:gd name="connsiteY12" fmla="*/ 6279 h 52326"/>
                <a:gd name="connsiteX13" fmla="*/ 9070 w 52674"/>
                <a:gd name="connsiteY13" fmla="*/ 6977 h 52326"/>
                <a:gd name="connsiteX14" fmla="*/ 7674 w 52674"/>
                <a:gd name="connsiteY14" fmla="*/ 8372 h 52326"/>
                <a:gd name="connsiteX15" fmla="*/ 6977 w 52674"/>
                <a:gd name="connsiteY15" fmla="*/ 9070 h 52326"/>
                <a:gd name="connsiteX16" fmla="*/ 5581 w 52674"/>
                <a:gd name="connsiteY16" fmla="*/ 10465 h 52326"/>
                <a:gd name="connsiteX17" fmla="*/ 4884 w 52674"/>
                <a:gd name="connsiteY17" fmla="*/ 11163 h 52326"/>
                <a:gd name="connsiteX18" fmla="*/ 3488 w 52674"/>
                <a:gd name="connsiteY18" fmla="*/ 13605 h 52326"/>
                <a:gd name="connsiteX19" fmla="*/ 3488 w 52674"/>
                <a:gd name="connsiteY19" fmla="*/ 13605 h 52326"/>
                <a:gd name="connsiteX20" fmla="*/ 2093 w 52674"/>
                <a:gd name="connsiteY20" fmla="*/ 16396 h 52326"/>
                <a:gd name="connsiteX21" fmla="*/ 1744 w 52674"/>
                <a:gd name="connsiteY21" fmla="*/ 17093 h 52326"/>
                <a:gd name="connsiteX22" fmla="*/ 1046 w 52674"/>
                <a:gd name="connsiteY22" fmla="*/ 19186 h 52326"/>
                <a:gd name="connsiteX23" fmla="*/ 698 w 52674"/>
                <a:gd name="connsiteY23" fmla="*/ 20233 h 52326"/>
                <a:gd name="connsiteX24" fmla="*/ 349 w 52674"/>
                <a:gd name="connsiteY24" fmla="*/ 22326 h 52326"/>
                <a:gd name="connsiteX25" fmla="*/ 349 w 52674"/>
                <a:gd name="connsiteY25" fmla="*/ 23372 h 52326"/>
                <a:gd name="connsiteX26" fmla="*/ 0 w 52674"/>
                <a:gd name="connsiteY26" fmla="*/ 26512 h 52326"/>
                <a:gd name="connsiteX27" fmla="*/ 0 w 52674"/>
                <a:gd name="connsiteY27" fmla="*/ 26512 h 52326"/>
                <a:gd name="connsiteX28" fmla="*/ 26512 w 52674"/>
                <a:gd name="connsiteY2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674" h="52326">
                  <a:moveTo>
                    <a:pt x="26512" y="52326"/>
                  </a:moveTo>
                  <a:lnTo>
                    <a:pt x="26512" y="52326"/>
                  </a:lnTo>
                  <a:cubicBezTo>
                    <a:pt x="33837" y="52326"/>
                    <a:pt x="40117" y="49535"/>
                    <a:pt x="45001" y="44652"/>
                  </a:cubicBezTo>
                  <a:cubicBezTo>
                    <a:pt x="47791" y="41861"/>
                    <a:pt x="50233" y="38024"/>
                    <a:pt x="51628" y="33838"/>
                  </a:cubicBezTo>
                  <a:cubicBezTo>
                    <a:pt x="52326" y="31396"/>
                    <a:pt x="52675" y="28605"/>
                    <a:pt x="52675" y="26163"/>
                  </a:cubicBezTo>
                  <a:cubicBezTo>
                    <a:pt x="52675" y="25117"/>
                    <a:pt x="52675" y="24419"/>
                    <a:pt x="52675" y="23372"/>
                  </a:cubicBezTo>
                  <a:cubicBezTo>
                    <a:pt x="51279" y="11163"/>
                    <a:pt x="41512" y="1395"/>
                    <a:pt x="29303" y="0"/>
                  </a:cubicBezTo>
                  <a:cubicBezTo>
                    <a:pt x="28256" y="0"/>
                    <a:pt x="27559" y="0"/>
                    <a:pt x="26512" y="0"/>
                  </a:cubicBezTo>
                  <a:cubicBezTo>
                    <a:pt x="25465" y="0"/>
                    <a:pt x="24070" y="0"/>
                    <a:pt x="23023" y="349"/>
                  </a:cubicBezTo>
                  <a:cubicBezTo>
                    <a:pt x="22675" y="349"/>
                    <a:pt x="22326" y="349"/>
                    <a:pt x="22326" y="349"/>
                  </a:cubicBezTo>
                  <a:cubicBezTo>
                    <a:pt x="19884" y="698"/>
                    <a:pt x="17791" y="1395"/>
                    <a:pt x="15698" y="2442"/>
                  </a:cubicBezTo>
                  <a:cubicBezTo>
                    <a:pt x="15349" y="2442"/>
                    <a:pt x="15349" y="2791"/>
                    <a:pt x="15000" y="2791"/>
                  </a:cubicBezTo>
                  <a:cubicBezTo>
                    <a:pt x="13256" y="3837"/>
                    <a:pt x="11512" y="4884"/>
                    <a:pt x="9767" y="6279"/>
                  </a:cubicBezTo>
                  <a:cubicBezTo>
                    <a:pt x="9419" y="6628"/>
                    <a:pt x="9419" y="6628"/>
                    <a:pt x="9070" y="6977"/>
                  </a:cubicBezTo>
                  <a:cubicBezTo>
                    <a:pt x="8721" y="7326"/>
                    <a:pt x="8023" y="8023"/>
                    <a:pt x="7674" y="8372"/>
                  </a:cubicBezTo>
                  <a:cubicBezTo>
                    <a:pt x="7326" y="8721"/>
                    <a:pt x="7326" y="8721"/>
                    <a:pt x="6977" y="9070"/>
                  </a:cubicBezTo>
                  <a:cubicBezTo>
                    <a:pt x="6628" y="9419"/>
                    <a:pt x="6279" y="10116"/>
                    <a:pt x="5581" y="10465"/>
                  </a:cubicBezTo>
                  <a:cubicBezTo>
                    <a:pt x="5233" y="10814"/>
                    <a:pt x="5233" y="10814"/>
                    <a:pt x="4884" y="11163"/>
                  </a:cubicBezTo>
                  <a:cubicBezTo>
                    <a:pt x="4186" y="11861"/>
                    <a:pt x="3837" y="12907"/>
                    <a:pt x="3488" y="13605"/>
                  </a:cubicBezTo>
                  <a:cubicBezTo>
                    <a:pt x="3488" y="13605"/>
                    <a:pt x="3488" y="13605"/>
                    <a:pt x="3488" y="13605"/>
                  </a:cubicBezTo>
                  <a:cubicBezTo>
                    <a:pt x="3140" y="14302"/>
                    <a:pt x="2790" y="15349"/>
                    <a:pt x="2093" y="16396"/>
                  </a:cubicBezTo>
                  <a:cubicBezTo>
                    <a:pt x="2093" y="16744"/>
                    <a:pt x="1744" y="17093"/>
                    <a:pt x="1744" y="17093"/>
                  </a:cubicBezTo>
                  <a:cubicBezTo>
                    <a:pt x="1395" y="17791"/>
                    <a:pt x="1395" y="18489"/>
                    <a:pt x="1046" y="19186"/>
                  </a:cubicBezTo>
                  <a:cubicBezTo>
                    <a:pt x="1046" y="19535"/>
                    <a:pt x="698" y="19884"/>
                    <a:pt x="698" y="20233"/>
                  </a:cubicBezTo>
                  <a:cubicBezTo>
                    <a:pt x="698" y="20930"/>
                    <a:pt x="349" y="21628"/>
                    <a:pt x="349" y="22326"/>
                  </a:cubicBezTo>
                  <a:cubicBezTo>
                    <a:pt x="349" y="22675"/>
                    <a:pt x="349" y="23023"/>
                    <a:pt x="349" y="23372"/>
                  </a:cubicBezTo>
                  <a:cubicBezTo>
                    <a:pt x="349" y="24419"/>
                    <a:pt x="0" y="25465"/>
                    <a:pt x="0" y="26512"/>
                  </a:cubicBezTo>
                  <a:cubicBezTo>
                    <a:pt x="0" y="26512"/>
                    <a:pt x="0" y="26512"/>
                    <a:pt x="0" y="26512"/>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673" name="Freeform: Shape 672">
              <a:extLst>
                <a:ext uri="{FF2B5EF4-FFF2-40B4-BE49-F238E27FC236}">
                  <a16:creationId xmlns:a16="http://schemas.microsoft.com/office/drawing/2014/main" id="{21B032DA-4995-E73F-3CF5-10E965822945}"/>
                </a:ext>
              </a:extLst>
            </p:cNvPr>
            <p:cNvSpPr/>
            <p:nvPr/>
          </p:nvSpPr>
          <p:spPr>
            <a:xfrm>
              <a:off x="4709356"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4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5" y="52326"/>
                    <a:pt x="52326" y="40465"/>
                    <a:pt x="52326" y="26163"/>
                  </a:cubicBezTo>
                  <a:cubicBezTo>
                    <a:pt x="52326" y="16047"/>
                    <a:pt x="46396" y="7326"/>
                    <a:pt x="38024" y="2791"/>
                  </a:cubicBezTo>
                  <a:cubicBezTo>
                    <a:pt x="34535" y="1046"/>
                    <a:pt x="30349" y="0"/>
                    <a:pt x="26163" y="0"/>
                  </a:cubicBezTo>
                  <a:lnTo>
                    <a:pt x="26163" y="0"/>
                  </a:lnTo>
                  <a:cubicBezTo>
                    <a:pt x="11861"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4" name="Freeform: Shape 673">
              <a:extLst>
                <a:ext uri="{FF2B5EF4-FFF2-40B4-BE49-F238E27FC236}">
                  <a16:creationId xmlns:a16="http://schemas.microsoft.com/office/drawing/2014/main" id="{CE1A3822-A198-E3C3-15D1-967BB630A58A}"/>
                </a:ext>
              </a:extLst>
            </p:cNvPr>
            <p:cNvSpPr/>
            <p:nvPr/>
          </p:nvSpPr>
          <p:spPr>
            <a:xfrm>
              <a:off x="533727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5" name="Freeform: Shape 674">
              <a:extLst>
                <a:ext uri="{FF2B5EF4-FFF2-40B4-BE49-F238E27FC236}">
                  <a16:creationId xmlns:a16="http://schemas.microsoft.com/office/drawing/2014/main" id="{A7A94D59-51D8-7E1A-BAD1-31FD7231290F}"/>
                </a:ext>
              </a:extLst>
            </p:cNvPr>
            <p:cNvSpPr/>
            <p:nvPr/>
          </p:nvSpPr>
          <p:spPr>
            <a:xfrm>
              <a:off x="50233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6" name="Freeform: Shape 675">
              <a:extLst>
                <a:ext uri="{FF2B5EF4-FFF2-40B4-BE49-F238E27FC236}">
                  <a16:creationId xmlns:a16="http://schemas.microsoft.com/office/drawing/2014/main" id="{7B49E6A0-160B-3165-1407-007FFF0E9D67}"/>
                </a:ext>
              </a:extLst>
            </p:cNvPr>
            <p:cNvSpPr/>
            <p:nvPr/>
          </p:nvSpPr>
          <p:spPr>
            <a:xfrm>
              <a:off x="481400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7" name="Freeform: Shape 676">
              <a:extLst>
                <a:ext uri="{FF2B5EF4-FFF2-40B4-BE49-F238E27FC236}">
                  <a16:creationId xmlns:a16="http://schemas.microsoft.com/office/drawing/2014/main" id="{ECC06289-019F-7AEE-C7D1-B5FFC9D1A0BE}"/>
                </a:ext>
              </a:extLst>
            </p:cNvPr>
            <p:cNvSpPr/>
            <p:nvPr/>
          </p:nvSpPr>
          <p:spPr>
            <a:xfrm>
              <a:off x="4395399"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78" name="Freeform: Shape 677">
              <a:extLst>
                <a:ext uri="{FF2B5EF4-FFF2-40B4-BE49-F238E27FC236}">
                  <a16:creationId xmlns:a16="http://schemas.microsoft.com/office/drawing/2014/main" id="{5E79B092-24D0-5F65-7F4D-6078570354D2}"/>
                </a:ext>
              </a:extLst>
            </p:cNvPr>
            <p:cNvSpPr/>
            <p:nvPr/>
          </p:nvSpPr>
          <p:spPr>
            <a:xfrm>
              <a:off x="3872137"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5"/>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9" name="Freeform: Shape 678">
              <a:extLst>
                <a:ext uri="{FF2B5EF4-FFF2-40B4-BE49-F238E27FC236}">
                  <a16:creationId xmlns:a16="http://schemas.microsoft.com/office/drawing/2014/main" id="{B9EFE784-774E-D574-2771-015EDD9D562E}"/>
                </a:ext>
              </a:extLst>
            </p:cNvPr>
            <p:cNvSpPr/>
            <p:nvPr/>
          </p:nvSpPr>
          <p:spPr>
            <a:xfrm>
              <a:off x="355818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80" name="Freeform: Shape 679">
              <a:extLst>
                <a:ext uri="{FF2B5EF4-FFF2-40B4-BE49-F238E27FC236}">
                  <a16:creationId xmlns:a16="http://schemas.microsoft.com/office/drawing/2014/main" id="{5AF64A2E-70D1-4435-05D8-DDEB3D1A4641}"/>
                </a:ext>
              </a:extLst>
            </p:cNvPr>
            <p:cNvSpPr/>
            <p:nvPr/>
          </p:nvSpPr>
          <p:spPr>
            <a:xfrm>
              <a:off x="35581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1" name="Freeform: Shape 680">
              <a:extLst>
                <a:ext uri="{FF2B5EF4-FFF2-40B4-BE49-F238E27FC236}">
                  <a16:creationId xmlns:a16="http://schemas.microsoft.com/office/drawing/2014/main" id="{AE2296C7-A14F-73E2-304A-D571899D59AF}"/>
                </a:ext>
              </a:extLst>
            </p:cNvPr>
            <p:cNvSpPr/>
            <p:nvPr/>
          </p:nvSpPr>
          <p:spPr>
            <a:xfrm>
              <a:off x="324422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2" name="Freeform: Shape 681">
              <a:extLst>
                <a:ext uri="{FF2B5EF4-FFF2-40B4-BE49-F238E27FC236}">
                  <a16:creationId xmlns:a16="http://schemas.microsoft.com/office/drawing/2014/main" id="{9DD12266-CB08-7073-BB07-5540B6DA01EB}"/>
                </a:ext>
              </a:extLst>
            </p:cNvPr>
            <p:cNvSpPr/>
            <p:nvPr/>
          </p:nvSpPr>
          <p:spPr>
            <a:xfrm>
              <a:off x="272096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3" name="Freeform: Shape 682">
              <a:extLst>
                <a:ext uri="{FF2B5EF4-FFF2-40B4-BE49-F238E27FC236}">
                  <a16:creationId xmlns:a16="http://schemas.microsoft.com/office/drawing/2014/main" id="{69143EEF-0447-C3DE-5AF6-BAA0F462BC24}"/>
                </a:ext>
              </a:extLst>
            </p:cNvPr>
            <p:cNvSpPr/>
            <p:nvPr/>
          </p:nvSpPr>
          <p:spPr>
            <a:xfrm>
              <a:off x="167443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4" name="Freeform: Shape 683">
              <a:extLst>
                <a:ext uri="{FF2B5EF4-FFF2-40B4-BE49-F238E27FC236}">
                  <a16:creationId xmlns:a16="http://schemas.microsoft.com/office/drawing/2014/main" id="{912F0C2F-007C-D272-71A0-FAE767FD07B8}"/>
                </a:ext>
              </a:extLst>
            </p:cNvPr>
            <p:cNvSpPr/>
            <p:nvPr/>
          </p:nvSpPr>
          <p:spPr>
            <a:xfrm rot="17550026">
              <a:off x="1151257" y="4501713"/>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685" name="Freeform: Shape 684">
              <a:extLst>
                <a:ext uri="{FF2B5EF4-FFF2-40B4-BE49-F238E27FC236}">
                  <a16:creationId xmlns:a16="http://schemas.microsoft.com/office/drawing/2014/main" id="{9D8DA9A6-E191-F930-F63E-F5CB7E7D06B1}"/>
                </a:ext>
              </a:extLst>
            </p:cNvPr>
            <p:cNvSpPr/>
            <p:nvPr/>
          </p:nvSpPr>
          <p:spPr>
            <a:xfrm>
              <a:off x="837218"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6" name="Freeform: Shape 685">
              <a:extLst>
                <a:ext uri="{FF2B5EF4-FFF2-40B4-BE49-F238E27FC236}">
                  <a16:creationId xmlns:a16="http://schemas.microsoft.com/office/drawing/2014/main" id="{A5C01C71-537F-446F-F7F1-9AA40613BE86}"/>
                </a:ext>
              </a:extLst>
            </p:cNvPr>
            <p:cNvSpPr/>
            <p:nvPr/>
          </p:nvSpPr>
          <p:spPr>
            <a:xfrm>
              <a:off x="418609"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8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6" y="52326"/>
                    <a:pt x="52326" y="40465"/>
                    <a:pt x="52326" y="26163"/>
                  </a:cubicBezTo>
                  <a:cubicBezTo>
                    <a:pt x="52326" y="14302"/>
                    <a:pt x="44652" y="4535"/>
                    <a:pt x="33838" y="1047"/>
                  </a:cubicBezTo>
                  <a:cubicBezTo>
                    <a:pt x="32442" y="698"/>
                    <a:pt x="31396" y="349"/>
                    <a:pt x="30000" y="349"/>
                  </a:cubicBezTo>
                  <a:cubicBezTo>
                    <a:pt x="28605" y="0"/>
                    <a:pt x="27558"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7" name="Freeform: Shape 686">
              <a:extLst>
                <a:ext uri="{FF2B5EF4-FFF2-40B4-BE49-F238E27FC236}">
                  <a16:creationId xmlns:a16="http://schemas.microsoft.com/office/drawing/2014/main" id="{53F47BCB-26D3-8333-02EF-88604147B473}"/>
                </a:ext>
              </a:extLst>
            </p:cNvPr>
            <p:cNvSpPr/>
            <p:nvPr/>
          </p:nvSpPr>
          <p:spPr>
            <a:xfrm>
              <a:off x="1674437"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5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1" y="0"/>
                    <a:pt x="0" y="11861"/>
                    <a:pt x="0" y="26163"/>
                  </a:cubicBezTo>
                  <a:cubicBezTo>
                    <a:pt x="0" y="33489"/>
                    <a:pt x="2791" y="39768"/>
                    <a:pt x="7675"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688" name="Freeform: Shape 687">
              <a:extLst>
                <a:ext uri="{FF2B5EF4-FFF2-40B4-BE49-F238E27FC236}">
                  <a16:creationId xmlns:a16="http://schemas.microsoft.com/office/drawing/2014/main" id="{CBB3578D-E857-9A71-FB82-297D195FD416}"/>
                </a:ext>
              </a:extLst>
            </p:cNvPr>
            <p:cNvSpPr/>
            <p:nvPr/>
          </p:nvSpPr>
          <p:spPr>
            <a:xfrm>
              <a:off x="4395399"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89" name="Freeform: Shape 688">
              <a:extLst>
                <a:ext uri="{FF2B5EF4-FFF2-40B4-BE49-F238E27FC236}">
                  <a16:creationId xmlns:a16="http://schemas.microsoft.com/office/drawing/2014/main" id="{4FA314F4-4FF0-2557-E75F-9AC782C1663F}"/>
                </a:ext>
              </a:extLst>
            </p:cNvPr>
            <p:cNvSpPr/>
            <p:nvPr/>
          </p:nvSpPr>
          <p:spPr>
            <a:xfrm>
              <a:off x="1182571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0" name="Freeform: Shape 689">
              <a:extLst>
                <a:ext uri="{FF2B5EF4-FFF2-40B4-BE49-F238E27FC236}">
                  <a16:creationId xmlns:a16="http://schemas.microsoft.com/office/drawing/2014/main" id="{FE91C72C-7DED-624D-2EF3-346B28752C70}"/>
                </a:ext>
              </a:extLst>
            </p:cNvPr>
            <p:cNvSpPr/>
            <p:nvPr/>
          </p:nvSpPr>
          <p:spPr>
            <a:xfrm>
              <a:off x="117210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1" name="Freeform: Shape 690">
              <a:extLst>
                <a:ext uri="{FF2B5EF4-FFF2-40B4-BE49-F238E27FC236}">
                  <a16:creationId xmlns:a16="http://schemas.microsoft.com/office/drawing/2014/main" id="{E56FF3DF-7F69-D5A1-D8B3-27340566823E}"/>
                </a:ext>
              </a:extLst>
            </p:cNvPr>
            <p:cNvSpPr/>
            <p:nvPr/>
          </p:nvSpPr>
          <p:spPr>
            <a:xfrm>
              <a:off x="1109315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2" name="Freeform: Shape 691">
              <a:extLst>
                <a:ext uri="{FF2B5EF4-FFF2-40B4-BE49-F238E27FC236}">
                  <a16:creationId xmlns:a16="http://schemas.microsoft.com/office/drawing/2014/main" id="{832D4AA5-C215-93D1-6833-3D43573966D6}"/>
                </a:ext>
              </a:extLst>
            </p:cNvPr>
            <p:cNvSpPr/>
            <p:nvPr/>
          </p:nvSpPr>
          <p:spPr>
            <a:xfrm>
              <a:off x="10465236"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93" name="Freeform: Shape 692">
              <a:extLst>
                <a:ext uri="{FF2B5EF4-FFF2-40B4-BE49-F238E27FC236}">
                  <a16:creationId xmlns:a16="http://schemas.microsoft.com/office/drawing/2014/main" id="{68BB0D23-23C1-241D-B748-7380A822BC3F}"/>
                </a:ext>
              </a:extLst>
            </p:cNvPr>
            <p:cNvSpPr/>
            <p:nvPr/>
          </p:nvSpPr>
          <p:spPr>
            <a:xfrm>
              <a:off x="1098849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4" name="Freeform: Shape 693">
              <a:extLst>
                <a:ext uri="{FF2B5EF4-FFF2-40B4-BE49-F238E27FC236}">
                  <a16:creationId xmlns:a16="http://schemas.microsoft.com/office/drawing/2014/main" id="{D0185AA4-AFD9-91E3-25BE-8BD33C661023}"/>
                </a:ext>
              </a:extLst>
            </p:cNvPr>
            <p:cNvSpPr/>
            <p:nvPr/>
          </p:nvSpPr>
          <p:spPr>
            <a:xfrm>
              <a:off x="93140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5" name="Freeform: Shape 694">
              <a:extLst>
                <a:ext uri="{FF2B5EF4-FFF2-40B4-BE49-F238E27FC236}">
                  <a16:creationId xmlns:a16="http://schemas.microsoft.com/office/drawing/2014/main" id="{4FF69CDF-5A9A-F5DD-AC88-388089540EC6}"/>
                </a:ext>
              </a:extLst>
            </p:cNvPr>
            <p:cNvSpPr/>
            <p:nvPr/>
          </p:nvSpPr>
          <p:spPr>
            <a:xfrm>
              <a:off x="910475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6" name="Freeform: Shape 695">
              <a:extLst>
                <a:ext uri="{FF2B5EF4-FFF2-40B4-BE49-F238E27FC236}">
                  <a16:creationId xmlns:a16="http://schemas.microsoft.com/office/drawing/2014/main" id="{1DD25AF5-7855-34A3-B464-D1149B49E2C7}"/>
                </a:ext>
              </a:extLst>
            </p:cNvPr>
            <p:cNvSpPr/>
            <p:nvPr/>
          </p:nvSpPr>
          <p:spPr>
            <a:xfrm>
              <a:off x="91047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7" name="Freeform: Shape 696">
              <a:extLst>
                <a:ext uri="{FF2B5EF4-FFF2-40B4-BE49-F238E27FC236}">
                  <a16:creationId xmlns:a16="http://schemas.microsoft.com/office/drawing/2014/main" id="{DD3BD681-9413-9746-EF33-D69DC81AC6B8}"/>
                </a:ext>
              </a:extLst>
            </p:cNvPr>
            <p:cNvSpPr/>
            <p:nvPr/>
          </p:nvSpPr>
          <p:spPr>
            <a:xfrm>
              <a:off x="8895450"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698" name="Freeform: Shape 697">
              <a:extLst>
                <a:ext uri="{FF2B5EF4-FFF2-40B4-BE49-F238E27FC236}">
                  <a16:creationId xmlns:a16="http://schemas.microsoft.com/office/drawing/2014/main" id="{05F17838-F7C4-C30D-994A-162D9E6BB854}"/>
                </a:ext>
              </a:extLst>
            </p:cNvPr>
            <p:cNvSpPr/>
            <p:nvPr/>
          </p:nvSpPr>
          <p:spPr>
            <a:xfrm rot="21046898">
              <a:off x="8581673" y="5443462"/>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699" name="Freeform: Shape 698">
              <a:extLst>
                <a:ext uri="{FF2B5EF4-FFF2-40B4-BE49-F238E27FC236}">
                  <a16:creationId xmlns:a16="http://schemas.microsoft.com/office/drawing/2014/main" id="{8636424A-4D9C-1146-0FF4-810C3E5F379E}"/>
                </a:ext>
              </a:extLst>
            </p:cNvPr>
            <p:cNvSpPr/>
            <p:nvPr/>
          </p:nvSpPr>
          <p:spPr>
            <a:xfrm>
              <a:off x="858149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0" name="Freeform: Shape 699">
              <a:extLst>
                <a:ext uri="{FF2B5EF4-FFF2-40B4-BE49-F238E27FC236}">
                  <a16:creationId xmlns:a16="http://schemas.microsoft.com/office/drawing/2014/main" id="{9A2B448A-DCA9-CDD2-785A-161595BB2967}"/>
                </a:ext>
              </a:extLst>
            </p:cNvPr>
            <p:cNvSpPr/>
            <p:nvPr/>
          </p:nvSpPr>
          <p:spPr>
            <a:xfrm>
              <a:off x="8162884"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701" name="Freeform: Shape 700">
              <a:extLst>
                <a:ext uri="{FF2B5EF4-FFF2-40B4-BE49-F238E27FC236}">
                  <a16:creationId xmlns:a16="http://schemas.microsoft.com/office/drawing/2014/main" id="{2775A05D-3E66-59AC-BAF5-F0E7B019CE30}"/>
                </a:ext>
              </a:extLst>
            </p:cNvPr>
            <p:cNvSpPr/>
            <p:nvPr/>
          </p:nvSpPr>
          <p:spPr>
            <a:xfrm>
              <a:off x="6907055"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02" name="Freeform: Shape 701">
              <a:extLst>
                <a:ext uri="{FF2B5EF4-FFF2-40B4-BE49-F238E27FC236}">
                  <a16:creationId xmlns:a16="http://schemas.microsoft.com/office/drawing/2014/main" id="{8D9F2876-C934-F75D-AAEC-A05CC6DA6A66}"/>
                </a:ext>
              </a:extLst>
            </p:cNvPr>
            <p:cNvSpPr/>
            <p:nvPr/>
          </p:nvSpPr>
          <p:spPr>
            <a:xfrm>
              <a:off x="648844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3" name="Freeform: Shape 702">
              <a:extLst>
                <a:ext uri="{FF2B5EF4-FFF2-40B4-BE49-F238E27FC236}">
                  <a16:creationId xmlns:a16="http://schemas.microsoft.com/office/drawing/2014/main" id="{D86BB094-6886-834A-7347-73D74C5D79DC}"/>
                </a:ext>
              </a:extLst>
            </p:cNvPr>
            <p:cNvSpPr/>
            <p:nvPr/>
          </p:nvSpPr>
          <p:spPr>
            <a:xfrm>
              <a:off x="61744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4" name="Freeform: Shape 703">
              <a:extLst>
                <a:ext uri="{FF2B5EF4-FFF2-40B4-BE49-F238E27FC236}">
                  <a16:creationId xmlns:a16="http://schemas.microsoft.com/office/drawing/2014/main" id="{A87AA5F6-6FCD-78E8-17FE-F9C65526B949}"/>
                </a:ext>
              </a:extLst>
            </p:cNvPr>
            <p:cNvSpPr/>
            <p:nvPr/>
          </p:nvSpPr>
          <p:spPr>
            <a:xfrm>
              <a:off x="8162884" y="5234601"/>
              <a:ext cx="52006" cy="52326"/>
            </a:xfrm>
            <a:custGeom>
              <a:avLst/>
              <a:gdLst>
                <a:gd name="connsiteX0" fmla="*/ 44652 w 52006"/>
                <a:gd name="connsiteY0" fmla="*/ 7326 h 52326"/>
                <a:gd name="connsiteX1" fmla="*/ 31396 w 52006"/>
                <a:gd name="connsiteY1" fmla="*/ 349 h 52326"/>
                <a:gd name="connsiteX2" fmla="*/ 30698 w 52006"/>
                <a:gd name="connsiteY2" fmla="*/ 349 h 52326"/>
                <a:gd name="connsiteX3" fmla="*/ 26163 w 52006"/>
                <a:gd name="connsiteY3" fmla="*/ 0 h 52326"/>
                <a:gd name="connsiteX4" fmla="*/ 26163 w 52006"/>
                <a:gd name="connsiteY4" fmla="*/ 0 h 52326"/>
                <a:gd name="connsiteX5" fmla="*/ 26163 w 52006"/>
                <a:gd name="connsiteY5" fmla="*/ 0 h 52326"/>
                <a:gd name="connsiteX6" fmla="*/ 0 w 52006"/>
                <a:gd name="connsiteY6" fmla="*/ 26163 h 52326"/>
                <a:gd name="connsiteX7" fmla="*/ 13604 w 52006"/>
                <a:gd name="connsiteY7" fmla="*/ 49187 h 52326"/>
                <a:gd name="connsiteX8" fmla="*/ 13954 w 52006"/>
                <a:gd name="connsiteY8" fmla="*/ 49536 h 52326"/>
                <a:gd name="connsiteX9" fmla="*/ 15698 w 52006"/>
                <a:gd name="connsiteY9" fmla="*/ 50233 h 52326"/>
                <a:gd name="connsiteX10" fmla="*/ 25814 w 52006"/>
                <a:gd name="connsiteY10" fmla="*/ 52326 h 52326"/>
                <a:gd name="connsiteX11" fmla="*/ 51977 w 52006"/>
                <a:gd name="connsiteY11" fmla="*/ 26163 h 52326"/>
                <a:gd name="connsiteX12" fmla="*/ 44652 w 52006"/>
                <a:gd name="connsiteY12" fmla="*/ 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006" h="52326">
                  <a:moveTo>
                    <a:pt x="44652" y="7326"/>
                  </a:moveTo>
                  <a:cubicBezTo>
                    <a:pt x="41163" y="3837"/>
                    <a:pt x="36628" y="1395"/>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35931"/>
                    <a:pt x="5582" y="44652"/>
                    <a:pt x="13604" y="49187"/>
                  </a:cubicBezTo>
                  <a:cubicBezTo>
                    <a:pt x="13604" y="49187"/>
                    <a:pt x="13954" y="49187"/>
                    <a:pt x="13954" y="49536"/>
                  </a:cubicBezTo>
                  <a:cubicBezTo>
                    <a:pt x="14651" y="49884"/>
                    <a:pt x="15000" y="50233"/>
                    <a:pt x="15698" y="50233"/>
                  </a:cubicBezTo>
                  <a:cubicBezTo>
                    <a:pt x="18837" y="51629"/>
                    <a:pt x="22325" y="52326"/>
                    <a:pt x="25814" y="52326"/>
                  </a:cubicBezTo>
                  <a:cubicBezTo>
                    <a:pt x="40117" y="52326"/>
                    <a:pt x="51977" y="40465"/>
                    <a:pt x="51977" y="26163"/>
                  </a:cubicBezTo>
                  <a:cubicBezTo>
                    <a:pt x="52326" y="18489"/>
                    <a:pt x="49535" y="12209"/>
                    <a:pt x="44652" y="7326"/>
                  </a:cubicBezTo>
                  <a:close/>
                </a:path>
              </a:pathLst>
            </a:custGeom>
            <a:grpFill/>
            <a:ln w="3488" cap="flat">
              <a:noFill/>
              <a:prstDash val="solid"/>
              <a:miter/>
            </a:ln>
          </p:spPr>
          <p:txBody>
            <a:bodyPr rtlCol="0" anchor="ctr"/>
            <a:lstStyle/>
            <a:p>
              <a:endParaRPr lang="en-ID"/>
            </a:p>
          </p:txBody>
        </p:sp>
        <p:sp>
          <p:nvSpPr>
            <p:cNvPr id="705" name="Freeform: Shape 704">
              <a:extLst>
                <a:ext uri="{FF2B5EF4-FFF2-40B4-BE49-F238E27FC236}">
                  <a16:creationId xmlns:a16="http://schemas.microsoft.com/office/drawing/2014/main" id="{6803D51B-7876-7066-A03C-A1012D03B6BF}"/>
                </a:ext>
              </a:extLst>
            </p:cNvPr>
            <p:cNvSpPr/>
            <p:nvPr/>
          </p:nvSpPr>
          <p:spPr>
            <a:xfrm>
              <a:off x="11616412" y="5443557"/>
              <a:ext cx="52326" cy="52326"/>
            </a:xfrm>
            <a:custGeom>
              <a:avLst/>
              <a:gdLst>
                <a:gd name="connsiteX0" fmla="*/ 26163 w 52326"/>
                <a:gd name="connsiteY0" fmla="*/ 52326 h 52326"/>
                <a:gd name="connsiteX1" fmla="*/ 26163 w 52326"/>
                <a:gd name="connsiteY1" fmla="*/ 52326 h 52326"/>
                <a:gd name="connsiteX2" fmla="*/ 30001 w 52326"/>
                <a:gd name="connsiteY2" fmla="*/ 51977 h 52326"/>
                <a:gd name="connsiteX3" fmla="*/ 33837 w 52326"/>
                <a:gd name="connsiteY3" fmla="*/ 51279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7558" y="52326"/>
                    <a:pt x="28605" y="52326"/>
                    <a:pt x="30001" y="51977"/>
                  </a:cubicBezTo>
                  <a:cubicBezTo>
                    <a:pt x="31396" y="51629"/>
                    <a:pt x="32791" y="51629"/>
                    <a:pt x="33837" y="51279"/>
                  </a:cubicBezTo>
                  <a:cubicBezTo>
                    <a:pt x="44652" y="48140"/>
                    <a:pt x="52326" y="38024"/>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6" name="Freeform: Shape 705">
              <a:extLst>
                <a:ext uri="{FF2B5EF4-FFF2-40B4-BE49-F238E27FC236}">
                  <a16:creationId xmlns:a16="http://schemas.microsoft.com/office/drawing/2014/main" id="{D0AED97E-354F-E774-6E5C-518D178E74CE}"/>
                </a:ext>
              </a:extLst>
            </p:cNvPr>
            <p:cNvSpPr/>
            <p:nvPr/>
          </p:nvSpPr>
          <p:spPr>
            <a:xfrm>
              <a:off x="1182571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7" name="Freeform: Shape 706">
              <a:extLst>
                <a:ext uri="{FF2B5EF4-FFF2-40B4-BE49-F238E27FC236}">
                  <a16:creationId xmlns:a16="http://schemas.microsoft.com/office/drawing/2014/main" id="{91BBE7BF-7310-091C-1C5B-DC1259558903}"/>
                </a:ext>
              </a:extLst>
            </p:cNvPr>
            <p:cNvSpPr/>
            <p:nvPr/>
          </p:nvSpPr>
          <p:spPr>
            <a:xfrm>
              <a:off x="1140710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8" name="Freeform: Shape 707">
              <a:extLst>
                <a:ext uri="{FF2B5EF4-FFF2-40B4-BE49-F238E27FC236}">
                  <a16:creationId xmlns:a16="http://schemas.microsoft.com/office/drawing/2014/main" id="{6347BB14-D9B1-4F9C-41FB-2DBEAF8109C7}"/>
                </a:ext>
              </a:extLst>
            </p:cNvPr>
            <p:cNvSpPr/>
            <p:nvPr/>
          </p:nvSpPr>
          <p:spPr>
            <a:xfrm>
              <a:off x="12035021"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9" name="Freeform: Shape 708">
              <a:extLst>
                <a:ext uri="{FF2B5EF4-FFF2-40B4-BE49-F238E27FC236}">
                  <a16:creationId xmlns:a16="http://schemas.microsoft.com/office/drawing/2014/main" id="{72851448-7520-EA11-A69E-0D38E54D64DF}"/>
                </a:ext>
              </a:extLst>
            </p:cNvPr>
            <p:cNvSpPr/>
            <p:nvPr/>
          </p:nvSpPr>
          <p:spPr>
            <a:xfrm>
              <a:off x="1172106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10" name="Freeform: Shape 709">
              <a:extLst>
                <a:ext uri="{FF2B5EF4-FFF2-40B4-BE49-F238E27FC236}">
                  <a16:creationId xmlns:a16="http://schemas.microsoft.com/office/drawing/2014/main" id="{8B5C8DAC-6154-2795-8023-51FB3B15A872}"/>
                </a:ext>
              </a:extLst>
            </p:cNvPr>
            <p:cNvSpPr/>
            <p:nvPr/>
          </p:nvSpPr>
          <p:spPr>
            <a:xfrm>
              <a:off x="110931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1" name="Freeform: Shape 710">
              <a:extLst>
                <a:ext uri="{FF2B5EF4-FFF2-40B4-BE49-F238E27FC236}">
                  <a16:creationId xmlns:a16="http://schemas.microsoft.com/office/drawing/2014/main" id="{C2FB162B-5164-DEF4-3CFF-F063E9E4C832}"/>
                </a:ext>
              </a:extLst>
            </p:cNvPr>
            <p:cNvSpPr/>
            <p:nvPr/>
          </p:nvSpPr>
          <p:spPr>
            <a:xfrm>
              <a:off x="1109315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12" name="Freeform: Shape 711">
              <a:extLst>
                <a:ext uri="{FF2B5EF4-FFF2-40B4-BE49-F238E27FC236}">
                  <a16:creationId xmlns:a16="http://schemas.microsoft.com/office/drawing/2014/main" id="{C8E112C0-730A-71DD-974E-9140DF854B61}"/>
                </a:ext>
              </a:extLst>
            </p:cNvPr>
            <p:cNvSpPr/>
            <p:nvPr/>
          </p:nvSpPr>
          <p:spPr>
            <a:xfrm>
              <a:off x="1025593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3" name="Freeform: Shape 712">
              <a:extLst>
                <a:ext uri="{FF2B5EF4-FFF2-40B4-BE49-F238E27FC236}">
                  <a16:creationId xmlns:a16="http://schemas.microsoft.com/office/drawing/2014/main" id="{36509726-A2DC-C3F4-ACED-B515A8D2210E}"/>
                </a:ext>
              </a:extLst>
            </p:cNvPr>
            <p:cNvSpPr/>
            <p:nvPr/>
          </p:nvSpPr>
          <p:spPr>
            <a:xfrm>
              <a:off x="1151175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14" name="Freeform: Shape 713">
              <a:extLst>
                <a:ext uri="{FF2B5EF4-FFF2-40B4-BE49-F238E27FC236}">
                  <a16:creationId xmlns:a16="http://schemas.microsoft.com/office/drawing/2014/main" id="{D55D3608-0B3F-F791-23A6-8D7ECB8EB4E2}"/>
                </a:ext>
              </a:extLst>
            </p:cNvPr>
            <p:cNvSpPr/>
            <p:nvPr/>
          </p:nvSpPr>
          <p:spPr>
            <a:xfrm>
              <a:off x="1151175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5" name="Freeform: Shape 714">
              <a:extLst>
                <a:ext uri="{FF2B5EF4-FFF2-40B4-BE49-F238E27FC236}">
                  <a16:creationId xmlns:a16="http://schemas.microsoft.com/office/drawing/2014/main" id="{924A8A32-EFA1-5893-E22D-8B7EC32E7989}"/>
                </a:ext>
              </a:extLst>
            </p:cNvPr>
            <p:cNvSpPr/>
            <p:nvPr/>
          </p:nvSpPr>
          <p:spPr>
            <a:xfrm>
              <a:off x="994197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6" name="Freeform: Shape 715">
              <a:extLst>
                <a:ext uri="{FF2B5EF4-FFF2-40B4-BE49-F238E27FC236}">
                  <a16:creationId xmlns:a16="http://schemas.microsoft.com/office/drawing/2014/main" id="{D2D940A4-C6C1-2219-CD0A-FE736C2A105A}"/>
                </a:ext>
              </a:extLst>
            </p:cNvPr>
            <p:cNvSpPr/>
            <p:nvPr/>
          </p:nvSpPr>
          <p:spPr>
            <a:xfrm>
              <a:off x="8790798"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7" name="Freeform: Shape 716">
              <a:extLst>
                <a:ext uri="{FF2B5EF4-FFF2-40B4-BE49-F238E27FC236}">
                  <a16:creationId xmlns:a16="http://schemas.microsoft.com/office/drawing/2014/main" id="{6F3A8C13-6BEC-9A8D-0ECF-6E1A19D6C9F5}"/>
                </a:ext>
              </a:extLst>
            </p:cNvPr>
            <p:cNvSpPr/>
            <p:nvPr/>
          </p:nvSpPr>
          <p:spPr>
            <a:xfrm rot="21046898">
              <a:off x="8581645" y="3873656"/>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18" name="Freeform: Shape 717">
              <a:extLst>
                <a:ext uri="{FF2B5EF4-FFF2-40B4-BE49-F238E27FC236}">
                  <a16:creationId xmlns:a16="http://schemas.microsoft.com/office/drawing/2014/main" id="{DFD0DC4F-4EC5-A4BC-285F-28E3F5397030}"/>
                </a:ext>
              </a:extLst>
            </p:cNvPr>
            <p:cNvSpPr/>
            <p:nvPr/>
          </p:nvSpPr>
          <p:spPr>
            <a:xfrm>
              <a:off x="847684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9" name="Freeform: Shape 718">
              <a:extLst>
                <a:ext uri="{FF2B5EF4-FFF2-40B4-BE49-F238E27FC236}">
                  <a16:creationId xmlns:a16="http://schemas.microsoft.com/office/drawing/2014/main" id="{18CC9DEB-AAF1-D82E-BA36-93F47844B66F}"/>
                </a:ext>
              </a:extLst>
            </p:cNvPr>
            <p:cNvSpPr/>
            <p:nvPr/>
          </p:nvSpPr>
          <p:spPr>
            <a:xfrm>
              <a:off x="7953579"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20" name="Freeform: Shape 719">
              <a:extLst>
                <a:ext uri="{FF2B5EF4-FFF2-40B4-BE49-F238E27FC236}">
                  <a16:creationId xmlns:a16="http://schemas.microsoft.com/office/drawing/2014/main" id="{9D92CBE8-BA24-0352-15B5-0A32CB49EDD4}"/>
                </a:ext>
              </a:extLst>
            </p:cNvPr>
            <p:cNvSpPr/>
            <p:nvPr/>
          </p:nvSpPr>
          <p:spPr>
            <a:xfrm>
              <a:off x="743031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1" name="Freeform: Shape 720">
              <a:extLst>
                <a:ext uri="{FF2B5EF4-FFF2-40B4-BE49-F238E27FC236}">
                  <a16:creationId xmlns:a16="http://schemas.microsoft.com/office/drawing/2014/main" id="{C5C6FE7C-300A-1F5C-D206-7D9ED5F85594}"/>
                </a:ext>
              </a:extLst>
            </p:cNvPr>
            <p:cNvSpPr/>
            <p:nvPr/>
          </p:nvSpPr>
          <p:spPr>
            <a:xfrm>
              <a:off x="743031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2" name="Freeform: Shape 721">
              <a:extLst>
                <a:ext uri="{FF2B5EF4-FFF2-40B4-BE49-F238E27FC236}">
                  <a16:creationId xmlns:a16="http://schemas.microsoft.com/office/drawing/2014/main" id="{7B6A4F4E-1B4D-D721-3DE9-33C772F15431}"/>
                </a:ext>
              </a:extLst>
            </p:cNvPr>
            <p:cNvSpPr/>
            <p:nvPr/>
          </p:nvSpPr>
          <p:spPr>
            <a:xfrm>
              <a:off x="7430317"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3" name="Freeform: Shape 722">
              <a:extLst>
                <a:ext uri="{FF2B5EF4-FFF2-40B4-BE49-F238E27FC236}">
                  <a16:creationId xmlns:a16="http://schemas.microsoft.com/office/drawing/2014/main" id="{7CD8303D-2BCA-0533-2F5C-B89AA2D618B7}"/>
                </a:ext>
              </a:extLst>
            </p:cNvPr>
            <p:cNvSpPr/>
            <p:nvPr/>
          </p:nvSpPr>
          <p:spPr>
            <a:xfrm>
              <a:off x="732566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4" name="Freeform: Shape 723">
              <a:extLst>
                <a:ext uri="{FF2B5EF4-FFF2-40B4-BE49-F238E27FC236}">
                  <a16:creationId xmlns:a16="http://schemas.microsoft.com/office/drawing/2014/main" id="{083288CA-5C6E-90A9-6753-29C601811690}"/>
                </a:ext>
              </a:extLst>
            </p:cNvPr>
            <p:cNvSpPr/>
            <p:nvPr/>
          </p:nvSpPr>
          <p:spPr>
            <a:xfrm>
              <a:off x="711636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25" name="Freeform: Shape 724">
              <a:extLst>
                <a:ext uri="{FF2B5EF4-FFF2-40B4-BE49-F238E27FC236}">
                  <a16:creationId xmlns:a16="http://schemas.microsoft.com/office/drawing/2014/main" id="{33148DDC-FC29-7129-75A3-35880949A81D}"/>
                </a:ext>
              </a:extLst>
            </p:cNvPr>
            <p:cNvSpPr/>
            <p:nvPr/>
          </p:nvSpPr>
          <p:spPr>
            <a:xfrm>
              <a:off x="10883845" y="4292381"/>
              <a:ext cx="52326" cy="52326"/>
            </a:xfrm>
            <a:custGeom>
              <a:avLst/>
              <a:gdLst>
                <a:gd name="connsiteX0" fmla="*/ 26163 w 52326"/>
                <a:gd name="connsiteY0" fmla="*/ 52326 h 52326"/>
                <a:gd name="connsiteX1" fmla="*/ 52326 w 52326"/>
                <a:gd name="connsiteY1" fmla="*/ 26163 h 52326"/>
                <a:gd name="connsiteX2" fmla="*/ 52326 w 52326"/>
                <a:gd name="connsiteY2" fmla="*/ 23372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5117"/>
                    <a:pt x="52326" y="24419"/>
                    <a:pt x="52326" y="23372"/>
                  </a:cubicBezTo>
                  <a:cubicBezTo>
                    <a:pt x="50931" y="10116"/>
                    <a:pt x="39768" y="0"/>
                    <a:pt x="26163" y="0"/>
                  </a:cubicBezTo>
                  <a:cubicBezTo>
                    <a:pt x="11860" y="0"/>
                    <a:pt x="0" y="11861"/>
                    <a:pt x="0" y="26163"/>
                  </a:cubicBezTo>
                  <a:cubicBezTo>
                    <a:pt x="0" y="27210"/>
                    <a:pt x="0" y="27907"/>
                    <a:pt x="0" y="28954"/>
                  </a:cubicBezTo>
                  <a:cubicBezTo>
                    <a:pt x="1395" y="41861"/>
                    <a:pt x="12559" y="52326"/>
                    <a:pt x="26163" y="52326"/>
                  </a:cubicBezTo>
                  <a:close/>
                </a:path>
              </a:pathLst>
            </a:custGeom>
            <a:grpFill/>
            <a:ln w="3488" cap="flat">
              <a:noFill/>
              <a:prstDash val="solid"/>
              <a:miter/>
            </a:ln>
          </p:spPr>
          <p:txBody>
            <a:bodyPr rtlCol="0" anchor="ctr"/>
            <a:lstStyle/>
            <a:p>
              <a:endParaRPr lang="en-ID"/>
            </a:p>
          </p:txBody>
        </p:sp>
        <p:sp>
          <p:nvSpPr>
            <p:cNvPr id="726" name="Freeform: Shape 725">
              <a:extLst>
                <a:ext uri="{FF2B5EF4-FFF2-40B4-BE49-F238E27FC236}">
                  <a16:creationId xmlns:a16="http://schemas.microsoft.com/office/drawing/2014/main" id="{92E548F2-8BD2-B9EB-EDFB-1340B3F2CF7B}"/>
                </a:ext>
              </a:extLst>
            </p:cNvPr>
            <p:cNvSpPr/>
            <p:nvPr/>
          </p:nvSpPr>
          <p:spPr>
            <a:xfrm>
              <a:off x="910475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7" name="Freeform: Shape 726">
              <a:extLst>
                <a:ext uri="{FF2B5EF4-FFF2-40B4-BE49-F238E27FC236}">
                  <a16:creationId xmlns:a16="http://schemas.microsoft.com/office/drawing/2014/main" id="{876B7330-9181-D41F-F52F-547439C0545D}"/>
                </a:ext>
              </a:extLst>
            </p:cNvPr>
            <p:cNvSpPr/>
            <p:nvPr/>
          </p:nvSpPr>
          <p:spPr>
            <a:xfrm>
              <a:off x="9941974"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8" name="Freeform: Shape 727">
              <a:extLst>
                <a:ext uri="{FF2B5EF4-FFF2-40B4-BE49-F238E27FC236}">
                  <a16:creationId xmlns:a16="http://schemas.microsoft.com/office/drawing/2014/main" id="{F329FE82-820A-F7F5-9685-0CA230E5E891}"/>
                </a:ext>
              </a:extLst>
            </p:cNvPr>
            <p:cNvSpPr/>
            <p:nvPr/>
          </p:nvSpPr>
          <p:spPr>
            <a:xfrm>
              <a:off x="1182571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9" name="Freeform: Shape 728">
              <a:extLst>
                <a:ext uri="{FF2B5EF4-FFF2-40B4-BE49-F238E27FC236}">
                  <a16:creationId xmlns:a16="http://schemas.microsoft.com/office/drawing/2014/main" id="{7B4B89A1-B00C-56BA-BE88-42C904F206BF}"/>
                </a:ext>
              </a:extLst>
            </p:cNvPr>
            <p:cNvSpPr/>
            <p:nvPr/>
          </p:nvSpPr>
          <p:spPr>
            <a:xfrm>
              <a:off x="11407107" y="5129600"/>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7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7"/>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0" name="Freeform: Shape 729">
              <a:extLst>
                <a:ext uri="{FF2B5EF4-FFF2-40B4-BE49-F238E27FC236}">
                  <a16:creationId xmlns:a16="http://schemas.microsoft.com/office/drawing/2014/main" id="{9C1D218E-2085-AA27-3D55-B984D1ABB175}"/>
                </a:ext>
              </a:extLst>
            </p:cNvPr>
            <p:cNvSpPr/>
            <p:nvPr/>
          </p:nvSpPr>
          <p:spPr>
            <a:xfrm>
              <a:off x="120350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1" name="Freeform: Shape 730">
              <a:extLst>
                <a:ext uri="{FF2B5EF4-FFF2-40B4-BE49-F238E27FC236}">
                  <a16:creationId xmlns:a16="http://schemas.microsoft.com/office/drawing/2014/main" id="{2113E5FD-83CF-DEC3-2ED6-778FAEF6F0A9}"/>
                </a:ext>
              </a:extLst>
            </p:cNvPr>
            <p:cNvSpPr/>
            <p:nvPr/>
          </p:nvSpPr>
          <p:spPr>
            <a:xfrm>
              <a:off x="11616412"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32" name="Freeform: Shape 731">
              <a:extLst>
                <a:ext uri="{FF2B5EF4-FFF2-40B4-BE49-F238E27FC236}">
                  <a16:creationId xmlns:a16="http://schemas.microsoft.com/office/drawing/2014/main" id="{7F67C329-01DC-91CD-6474-1FBF132DF95E}"/>
                </a:ext>
              </a:extLst>
            </p:cNvPr>
            <p:cNvSpPr/>
            <p:nvPr/>
          </p:nvSpPr>
          <p:spPr>
            <a:xfrm>
              <a:off x="1213967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3" name="Freeform: Shape 732">
              <a:extLst>
                <a:ext uri="{FF2B5EF4-FFF2-40B4-BE49-F238E27FC236}">
                  <a16:creationId xmlns:a16="http://schemas.microsoft.com/office/drawing/2014/main" id="{7FC5A13B-1B4E-562A-20FC-2973C1903066}"/>
                </a:ext>
              </a:extLst>
            </p:cNvPr>
            <p:cNvSpPr/>
            <p:nvPr/>
          </p:nvSpPr>
          <p:spPr>
            <a:xfrm>
              <a:off x="1109315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4" name="Freeform: Shape 733">
              <a:extLst>
                <a:ext uri="{FF2B5EF4-FFF2-40B4-BE49-F238E27FC236}">
                  <a16:creationId xmlns:a16="http://schemas.microsoft.com/office/drawing/2014/main" id="{28FA7679-A3DE-8800-E74C-048DC3C60CE0}"/>
                </a:ext>
              </a:extLst>
            </p:cNvPr>
            <p:cNvSpPr/>
            <p:nvPr/>
          </p:nvSpPr>
          <p:spPr>
            <a:xfrm>
              <a:off x="10465236"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5" name="Freeform: Shape 734">
              <a:extLst>
                <a:ext uri="{FF2B5EF4-FFF2-40B4-BE49-F238E27FC236}">
                  <a16:creationId xmlns:a16="http://schemas.microsoft.com/office/drawing/2014/main" id="{1D33A68D-480C-0D24-0EE8-28100FB7A11B}"/>
                </a:ext>
              </a:extLst>
            </p:cNvPr>
            <p:cNvSpPr/>
            <p:nvPr/>
          </p:nvSpPr>
          <p:spPr>
            <a:xfrm>
              <a:off x="10465236" y="533890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6" name="Freeform: Shape 735">
              <a:extLst>
                <a:ext uri="{FF2B5EF4-FFF2-40B4-BE49-F238E27FC236}">
                  <a16:creationId xmlns:a16="http://schemas.microsoft.com/office/drawing/2014/main" id="{EC0ADC9C-22A2-5683-D790-10D8AC42D9BE}"/>
                </a:ext>
              </a:extLst>
            </p:cNvPr>
            <p:cNvSpPr/>
            <p:nvPr/>
          </p:nvSpPr>
          <p:spPr>
            <a:xfrm>
              <a:off x="11197802" y="5443557"/>
              <a:ext cx="52675" cy="52326"/>
            </a:xfrm>
            <a:custGeom>
              <a:avLst/>
              <a:gdLst>
                <a:gd name="connsiteX0" fmla="*/ 26163 w 52675"/>
                <a:gd name="connsiteY0" fmla="*/ 0 h 52326"/>
                <a:gd name="connsiteX1" fmla="*/ 0 w 52675"/>
                <a:gd name="connsiteY1" fmla="*/ 26163 h 52326"/>
                <a:gd name="connsiteX2" fmla="*/ 26163 w 52675"/>
                <a:gd name="connsiteY2" fmla="*/ 52326 h 52326"/>
                <a:gd name="connsiteX3" fmla="*/ 29652 w 52675"/>
                <a:gd name="connsiteY3" fmla="*/ 51977 h 52326"/>
                <a:gd name="connsiteX4" fmla="*/ 36628 w 52675"/>
                <a:gd name="connsiteY4" fmla="*/ 50233 h 52326"/>
                <a:gd name="connsiteX5" fmla="*/ 42558 w 52675"/>
                <a:gd name="connsiteY5" fmla="*/ 46745 h 52326"/>
                <a:gd name="connsiteX6" fmla="*/ 45000 w 52675"/>
                <a:gd name="connsiteY6" fmla="*/ 44652 h 52326"/>
                <a:gd name="connsiteX7" fmla="*/ 52675 w 52675"/>
                <a:gd name="connsiteY7" fmla="*/ 26163 h 52326"/>
                <a:gd name="connsiteX8" fmla="*/ 26163 w 52675"/>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5" h="52326">
                  <a:moveTo>
                    <a:pt x="26163" y="0"/>
                  </a:moveTo>
                  <a:cubicBezTo>
                    <a:pt x="11860" y="0"/>
                    <a:pt x="0" y="11861"/>
                    <a:pt x="0" y="26163"/>
                  </a:cubicBezTo>
                  <a:cubicBezTo>
                    <a:pt x="0" y="40465"/>
                    <a:pt x="11860" y="52326"/>
                    <a:pt x="26163" y="52326"/>
                  </a:cubicBezTo>
                  <a:cubicBezTo>
                    <a:pt x="27210" y="52326"/>
                    <a:pt x="28256" y="52326"/>
                    <a:pt x="29652" y="51977"/>
                  </a:cubicBezTo>
                  <a:cubicBezTo>
                    <a:pt x="32093" y="51629"/>
                    <a:pt x="34535" y="50931"/>
                    <a:pt x="36628" y="50233"/>
                  </a:cubicBezTo>
                  <a:cubicBezTo>
                    <a:pt x="38722" y="49187"/>
                    <a:pt x="40814" y="48140"/>
                    <a:pt x="42558" y="46745"/>
                  </a:cubicBezTo>
                  <a:cubicBezTo>
                    <a:pt x="43256" y="46047"/>
                    <a:pt x="44303" y="45349"/>
                    <a:pt x="45000" y="44652"/>
                  </a:cubicBezTo>
                  <a:cubicBezTo>
                    <a:pt x="49884" y="39768"/>
                    <a:pt x="52675" y="33489"/>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7" name="Freeform: Shape 736">
              <a:extLst>
                <a:ext uri="{FF2B5EF4-FFF2-40B4-BE49-F238E27FC236}">
                  <a16:creationId xmlns:a16="http://schemas.microsoft.com/office/drawing/2014/main" id="{CB7D7FD3-D718-AA4D-2D9F-7C010309D4CC}"/>
                </a:ext>
              </a:extLst>
            </p:cNvPr>
            <p:cNvSpPr/>
            <p:nvPr/>
          </p:nvSpPr>
          <p:spPr>
            <a:xfrm>
              <a:off x="1098849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8" name="Freeform: Shape 737">
              <a:extLst>
                <a:ext uri="{FF2B5EF4-FFF2-40B4-BE49-F238E27FC236}">
                  <a16:creationId xmlns:a16="http://schemas.microsoft.com/office/drawing/2014/main" id="{1FFB6E64-5C96-1975-FD2C-904473AC8F3C}"/>
                </a:ext>
              </a:extLst>
            </p:cNvPr>
            <p:cNvSpPr/>
            <p:nvPr/>
          </p:nvSpPr>
          <p:spPr>
            <a:xfrm>
              <a:off x="9941974"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739" name="Freeform: Shape 738">
              <a:extLst>
                <a:ext uri="{FF2B5EF4-FFF2-40B4-BE49-F238E27FC236}">
                  <a16:creationId xmlns:a16="http://schemas.microsoft.com/office/drawing/2014/main" id="{F301C904-0471-710F-B917-1904B80187E8}"/>
                </a:ext>
              </a:extLst>
            </p:cNvPr>
            <p:cNvSpPr/>
            <p:nvPr/>
          </p:nvSpPr>
          <p:spPr>
            <a:xfrm>
              <a:off x="95233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0" name="Freeform: Shape 739">
              <a:extLst>
                <a:ext uri="{FF2B5EF4-FFF2-40B4-BE49-F238E27FC236}">
                  <a16:creationId xmlns:a16="http://schemas.microsoft.com/office/drawing/2014/main" id="{065CD7E8-1287-63C0-B078-3E73BB938719}"/>
                </a:ext>
              </a:extLst>
            </p:cNvPr>
            <p:cNvSpPr/>
            <p:nvPr/>
          </p:nvSpPr>
          <p:spPr>
            <a:xfrm>
              <a:off x="931406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41" name="Freeform: Shape 740">
              <a:extLst>
                <a:ext uri="{FF2B5EF4-FFF2-40B4-BE49-F238E27FC236}">
                  <a16:creationId xmlns:a16="http://schemas.microsoft.com/office/drawing/2014/main" id="{5FC05F9C-AF52-D0D9-450F-66EE140F5461}"/>
                </a:ext>
              </a:extLst>
            </p:cNvPr>
            <p:cNvSpPr/>
            <p:nvPr/>
          </p:nvSpPr>
          <p:spPr>
            <a:xfrm>
              <a:off x="837218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2" name="Freeform: Shape 741">
              <a:extLst>
                <a:ext uri="{FF2B5EF4-FFF2-40B4-BE49-F238E27FC236}">
                  <a16:creationId xmlns:a16="http://schemas.microsoft.com/office/drawing/2014/main" id="{491FC5FD-88C2-1FEA-1CAE-73FBE1EDDDDF}"/>
                </a:ext>
              </a:extLst>
            </p:cNvPr>
            <p:cNvSpPr/>
            <p:nvPr/>
          </p:nvSpPr>
          <p:spPr>
            <a:xfrm>
              <a:off x="753496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3" name="Freeform: Shape 742">
              <a:extLst>
                <a:ext uri="{FF2B5EF4-FFF2-40B4-BE49-F238E27FC236}">
                  <a16:creationId xmlns:a16="http://schemas.microsoft.com/office/drawing/2014/main" id="{6E7EF260-C99A-67FA-6CB0-5EC075C8E71C}"/>
                </a:ext>
              </a:extLst>
            </p:cNvPr>
            <p:cNvSpPr/>
            <p:nvPr/>
          </p:nvSpPr>
          <p:spPr>
            <a:xfrm>
              <a:off x="701170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44" name="Freeform: Shape 743">
              <a:extLst>
                <a:ext uri="{FF2B5EF4-FFF2-40B4-BE49-F238E27FC236}">
                  <a16:creationId xmlns:a16="http://schemas.microsoft.com/office/drawing/2014/main" id="{E5DAC53F-6617-FE71-8FCE-7D1505172D15}"/>
                </a:ext>
              </a:extLst>
            </p:cNvPr>
            <p:cNvSpPr/>
            <p:nvPr/>
          </p:nvSpPr>
          <p:spPr>
            <a:xfrm>
              <a:off x="7430317" y="3873772"/>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745" name="Freeform: Shape 744">
              <a:extLst>
                <a:ext uri="{FF2B5EF4-FFF2-40B4-BE49-F238E27FC236}">
                  <a16:creationId xmlns:a16="http://schemas.microsoft.com/office/drawing/2014/main" id="{0F02CAE6-A030-D333-0394-62E51F8AE2AC}"/>
                </a:ext>
              </a:extLst>
            </p:cNvPr>
            <p:cNvSpPr/>
            <p:nvPr/>
          </p:nvSpPr>
          <p:spPr>
            <a:xfrm>
              <a:off x="86861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6" name="Freeform: Shape 745">
              <a:extLst>
                <a:ext uri="{FF2B5EF4-FFF2-40B4-BE49-F238E27FC236}">
                  <a16:creationId xmlns:a16="http://schemas.microsoft.com/office/drawing/2014/main" id="{A6E8FBEA-1568-0917-EC51-15227669F3B1}"/>
                </a:ext>
              </a:extLst>
            </p:cNvPr>
            <p:cNvSpPr/>
            <p:nvPr/>
          </p:nvSpPr>
          <p:spPr>
            <a:xfrm>
              <a:off x="12139324" y="3769120"/>
              <a:ext cx="52326" cy="52326"/>
            </a:xfrm>
            <a:custGeom>
              <a:avLst/>
              <a:gdLst>
                <a:gd name="connsiteX0" fmla="*/ 26512 w 52326"/>
                <a:gd name="connsiteY0" fmla="*/ 52326 h 52326"/>
                <a:gd name="connsiteX1" fmla="*/ 41163 w 52326"/>
                <a:gd name="connsiteY1" fmla="*/ 47791 h 52326"/>
                <a:gd name="connsiteX2" fmla="*/ 41513 w 52326"/>
                <a:gd name="connsiteY2" fmla="*/ 47442 h 52326"/>
                <a:gd name="connsiteX3" fmla="*/ 42908 w 52326"/>
                <a:gd name="connsiteY3" fmla="*/ 46396 h 52326"/>
                <a:gd name="connsiteX4" fmla="*/ 52326 w 52326"/>
                <a:gd name="connsiteY4" fmla="*/ 26163 h 52326"/>
                <a:gd name="connsiteX5" fmla="*/ 26163 w 52326"/>
                <a:gd name="connsiteY5" fmla="*/ 0 h 52326"/>
                <a:gd name="connsiteX6" fmla="*/ 11512 w 52326"/>
                <a:gd name="connsiteY6" fmla="*/ 4535 h 52326"/>
                <a:gd name="connsiteX7" fmla="*/ 0 w 52326"/>
                <a:gd name="connsiteY7" fmla="*/ 26163 h 52326"/>
                <a:gd name="connsiteX8" fmla="*/ 26512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512" y="52326"/>
                  </a:moveTo>
                  <a:cubicBezTo>
                    <a:pt x="32094" y="52326"/>
                    <a:pt x="36978" y="50582"/>
                    <a:pt x="41163" y="47791"/>
                  </a:cubicBezTo>
                  <a:cubicBezTo>
                    <a:pt x="41163" y="47791"/>
                    <a:pt x="41513" y="47442"/>
                    <a:pt x="41513" y="47442"/>
                  </a:cubicBezTo>
                  <a:cubicBezTo>
                    <a:pt x="42210" y="47094"/>
                    <a:pt x="42559" y="46745"/>
                    <a:pt x="42908" y="46396"/>
                  </a:cubicBezTo>
                  <a:cubicBezTo>
                    <a:pt x="48838" y="41512"/>
                    <a:pt x="52326" y="34186"/>
                    <a:pt x="52326" y="26163"/>
                  </a:cubicBezTo>
                  <a:cubicBezTo>
                    <a:pt x="52326" y="11861"/>
                    <a:pt x="40466" y="0"/>
                    <a:pt x="26163" y="0"/>
                  </a:cubicBezTo>
                  <a:cubicBezTo>
                    <a:pt x="20582" y="0"/>
                    <a:pt x="15698" y="1744"/>
                    <a:pt x="11512" y="4535"/>
                  </a:cubicBezTo>
                  <a:cubicBezTo>
                    <a:pt x="4535" y="9070"/>
                    <a:pt x="0" y="17093"/>
                    <a:pt x="0" y="26163"/>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747" name="Freeform: Shape 746">
              <a:extLst>
                <a:ext uri="{FF2B5EF4-FFF2-40B4-BE49-F238E27FC236}">
                  <a16:creationId xmlns:a16="http://schemas.microsoft.com/office/drawing/2014/main" id="{8434F677-FD9C-32C3-4469-E2D364D21C87}"/>
                </a:ext>
              </a:extLst>
            </p:cNvPr>
            <p:cNvSpPr/>
            <p:nvPr/>
          </p:nvSpPr>
          <p:spPr>
            <a:xfrm>
              <a:off x="1098849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48" name="Freeform: Shape 747">
              <a:extLst>
                <a:ext uri="{FF2B5EF4-FFF2-40B4-BE49-F238E27FC236}">
                  <a16:creationId xmlns:a16="http://schemas.microsoft.com/office/drawing/2014/main" id="{B039B484-039A-E56D-23D0-29955F713F54}"/>
                </a:ext>
              </a:extLst>
            </p:cNvPr>
            <p:cNvSpPr/>
            <p:nvPr/>
          </p:nvSpPr>
          <p:spPr>
            <a:xfrm>
              <a:off x="8895450"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49" name="Freeform: Shape 748">
              <a:extLst>
                <a:ext uri="{FF2B5EF4-FFF2-40B4-BE49-F238E27FC236}">
                  <a16:creationId xmlns:a16="http://schemas.microsoft.com/office/drawing/2014/main" id="{83622BF4-A337-086E-E66E-7141E72EFB3F}"/>
                </a:ext>
              </a:extLst>
            </p:cNvPr>
            <p:cNvSpPr/>
            <p:nvPr/>
          </p:nvSpPr>
          <p:spPr>
            <a:xfrm>
              <a:off x="837218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50" name="Freeform: Shape 749">
              <a:extLst>
                <a:ext uri="{FF2B5EF4-FFF2-40B4-BE49-F238E27FC236}">
                  <a16:creationId xmlns:a16="http://schemas.microsoft.com/office/drawing/2014/main" id="{9E8954AE-1CAA-8D60-C028-A0D60BBCC5DB}"/>
                </a:ext>
              </a:extLst>
            </p:cNvPr>
            <p:cNvSpPr/>
            <p:nvPr/>
          </p:nvSpPr>
          <p:spPr>
            <a:xfrm>
              <a:off x="8162884"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1" name="Freeform: Shape 750">
              <a:extLst>
                <a:ext uri="{FF2B5EF4-FFF2-40B4-BE49-F238E27FC236}">
                  <a16:creationId xmlns:a16="http://schemas.microsoft.com/office/drawing/2014/main" id="{0A18BF26-F130-D3A5-2ED5-925BF50C708A}"/>
                </a:ext>
              </a:extLst>
            </p:cNvPr>
            <p:cNvSpPr/>
            <p:nvPr/>
          </p:nvSpPr>
          <p:spPr>
            <a:xfrm>
              <a:off x="743031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2" name="Freeform: Shape 751">
              <a:extLst>
                <a:ext uri="{FF2B5EF4-FFF2-40B4-BE49-F238E27FC236}">
                  <a16:creationId xmlns:a16="http://schemas.microsoft.com/office/drawing/2014/main" id="{4E5E1BE0-6EA4-CDF6-DF98-30B847150C1A}"/>
                </a:ext>
              </a:extLst>
            </p:cNvPr>
            <p:cNvSpPr/>
            <p:nvPr/>
          </p:nvSpPr>
          <p:spPr>
            <a:xfrm>
              <a:off x="7011708"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3" name="Freeform: Shape 752">
              <a:extLst>
                <a:ext uri="{FF2B5EF4-FFF2-40B4-BE49-F238E27FC236}">
                  <a16:creationId xmlns:a16="http://schemas.microsoft.com/office/drawing/2014/main" id="{3F4E389B-26CF-2137-1868-1AB3F5472AD0}"/>
                </a:ext>
              </a:extLst>
            </p:cNvPr>
            <p:cNvSpPr/>
            <p:nvPr/>
          </p:nvSpPr>
          <p:spPr>
            <a:xfrm>
              <a:off x="690705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4" name="Freeform: Shape 753">
              <a:extLst>
                <a:ext uri="{FF2B5EF4-FFF2-40B4-BE49-F238E27FC236}">
                  <a16:creationId xmlns:a16="http://schemas.microsoft.com/office/drawing/2014/main" id="{C980C3CD-C2B8-9EB6-CDAF-B3B51F3D6415}"/>
                </a:ext>
              </a:extLst>
            </p:cNvPr>
            <p:cNvSpPr/>
            <p:nvPr/>
          </p:nvSpPr>
          <p:spPr>
            <a:xfrm>
              <a:off x="6697751"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5" name="Freeform: Shape 754">
              <a:extLst>
                <a:ext uri="{FF2B5EF4-FFF2-40B4-BE49-F238E27FC236}">
                  <a16:creationId xmlns:a16="http://schemas.microsoft.com/office/drawing/2014/main" id="{B4981EEB-44BA-4313-7397-8AC69E008869}"/>
                </a:ext>
              </a:extLst>
            </p:cNvPr>
            <p:cNvSpPr/>
            <p:nvPr/>
          </p:nvSpPr>
          <p:spPr>
            <a:xfrm>
              <a:off x="648844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56" name="Freeform: Shape 755">
              <a:extLst>
                <a:ext uri="{FF2B5EF4-FFF2-40B4-BE49-F238E27FC236}">
                  <a16:creationId xmlns:a16="http://schemas.microsoft.com/office/drawing/2014/main" id="{6DF6BE8B-AC4B-8001-59A5-2FD484D02285}"/>
                </a:ext>
              </a:extLst>
            </p:cNvPr>
            <p:cNvSpPr/>
            <p:nvPr/>
          </p:nvSpPr>
          <p:spPr>
            <a:xfrm>
              <a:off x="6383793"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7" name="Freeform: Shape 756">
              <a:extLst>
                <a:ext uri="{FF2B5EF4-FFF2-40B4-BE49-F238E27FC236}">
                  <a16:creationId xmlns:a16="http://schemas.microsoft.com/office/drawing/2014/main" id="{DE12D185-81D9-BA91-AC65-3851370E0DB7}"/>
                </a:ext>
              </a:extLst>
            </p:cNvPr>
            <p:cNvSpPr/>
            <p:nvPr/>
          </p:nvSpPr>
          <p:spPr>
            <a:xfrm>
              <a:off x="6383793"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8" name="Freeform: Shape 757">
              <a:extLst>
                <a:ext uri="{FF2B5EF4-FFF2-40B4-BE49-F238E27FC236}">
                  <a16:creationId xmlns:a16="http://schemas.microsoft.com/office/drawing/2014/main" id="{9F14BF55-72ED-4F55-A75C-C85F83828F8F}"/>
                </a:ext>
              </a:extLst>
            </p:cNvPr>
            <p:cNvSpPr/>
            <p:nvPr/>
          </p:nvSpPr>
          <p:spPr>
            <a:xfrm>
              <a:off x="6070534" y="4188078"/>
              <a:ext cx="52326" cy="52675"/>
            </a:xfrm>
            <a:custGeom>
              <a:avLst/>
              <a:gdLst>
                <a:gd name="connsiteX0" fmla="*/ 50582 w 52326"/>
                <a:gd name="connsiteY0" fmla="*/ 18140 h 52675"/>
                <a:gd name="connsiteX1" fmla="*/ 50582 w 52326"/>
                <a:gd name="connsiteY1" fmla="*/ 18140 h 52675"/>
                <a:gd name="connsiteX2" fmla="*/ 50233 w 52326"/>
                <a:gd name="connsiteY2" fmla="*/ 17093 h 52675"/>
                <a:gd name="connsiteX3" fmla="*/ 48838 w 52326"/>
                <a:gd name="connsiteY3" fmla="*/ 13605 h 52675"/>
                <a:gd name="connsiteX4" fmla="*/ 48838 w 52326"/>
                <a:gd name="connsiteY4" fmla="*/ 13605 h 52675"/>
                <a:gd name="connsiteX5" fmla="*/ 48838 w 52326"/>
                <a:gd name="connsiteY5" fmla="*/ 13605 h 52675"/>
                <a:gd name="connsiteX6" fmla="*/ 47094 w 52326"/>
                <a:gd name="connsiteY6" fmla="*/ 10814 h 52675"/>
                <a:gd name="connsiteX7" fmla="*/ 46396 w 52326"/>
                <a:gd name="connsiteY7" fmla="*/ 10116 h 52675"/>
                <a:gd name="connsiteX8" fmla="*/ 45001 w 52326"/>
                <a:gd name="connsiteY8" fmla="*/ 8372 h 52675"/>
                <a:gd name="connsiteX9" fmla="*/ 44303 w 52326"/>
                <a:gd name="connsiteY9" fmla="*/ 7675 h 52675"/>
                <a:gd name="connsiteX10" fmla="*/ 42210 w 52326"/>
                <a:gd name="connsiteY10" fmla="*/ 5582 h 52675"/>
                <a:gd name="connsiteX11" fmla="*/ 41861 w 52326"/>
                <a:gd name="connsiteY11" fmla="*/ 5233 h 52675"/>
                <a:gd name="connsiteX12" fmla="*/ 39768 w 52326"/>
                <a:gd name="connsiteY12" fmla="*/ 3837 h 52675"/>
                <a:gd name="connsiteX13" fmla="*/ 39070 w 52326"/>
                <a:gd name="connsiteY13" fmla="*/ 3488 h 52675"/>
                <a:gd name="connsiteX14" fmla="*/ 36628 w 52326"/>
                <a:gd name="connsiteY14" fmla="*/ 2442 h 52675"/>
                <a:gd name="connsiteX15" fmla="*/ 36280 w 52326"/>
                <a:gd name="connsiteY15" fmla="*/ 2093 h 52675"/>
                <a:gd name="connsiteX16" fmla="*/ 33489 w 52326"/>
                <a:gd name="connsiteY16" fmla="*/ 1047 h 52675"/>
                <a:gd name="connsiteX17" fmla="*/ 32791 w 52326"/>
                <a:gd name="connsiteY17" fmla="*/ 698 h 52675"/>
                <a:gd name="connsiteX18" fmla="*/ 30349 w 52326"/>
                <a:gd name="connsiteY18" fmla="*/ 349 h 52675"/>
                <a:gd name="connsiteX19" fmla="*/ 29303 w 52326"/>
                <a:gd name="connsiteY19" fmla="*/ 349 h 52675"/>
                <a:gd name="connsiteX20" fmla="*/ 26163 w 52326"/>
                <a:gd name="connsiteY20" fmla="*/ 0 h 52675"/>
                <a:gd name="connsiteX21" fmla="*/ 7675 w 52326"/>
                <a:gd name="connsiteY21" fmla="*/ 7675 h 52675"/>
                <a:gd name="connsiteX22" fmla="*/ 3140 w 52326"/>
                <a:gd name="connsiteY22" fmla="*/ 13605 h 52675"/>
                <a:gd name="connsiteX23" fmla="*/ 0 w 52326"/>
                <a:gd name="connsiteY23" fmla="*/ 23372 h 52675"/>
                <a:gd name="connsiteX24" fmla="*/ 0 w 52326"/>
                <a:gd name="connsiteY24" fmla="*/ 26163 h 52675"/>
                <a:gd name="connsiteX25" fmla="*/ 0 w 52326"/>
                <a:gd name="connsiteY25" fmla="*/ 28954 h 52675"/>
                <a:gd name="connsiteX26" fmla="*/ 2093 w 52326"/>
                <a:gd name="connsiteY26" fmla="*/ 36628 h 52675"/>
                <a:gd name="connsiteX27" fmla="*/ 23024 w 52326"/>
                <a:gd name="connsiteY27" fmla="*/ 52326 h 52675"/>
                <a:gd name="connsiteX28" fmla="*/ 26163 w 52326"/>
                <a:gd name="connsiteY28" fmla="*/ 52675 h 52675"/>
                <a:gd name="connsiteX29" fmla="*/ 28954 w 52326"/>
                <a:gd name="connsiteY29" fmla="*/ 52675 h 52675"/>
                <a:gd name="connsiteX30" fmla="*/ 50233 w 52326"/>
                <a:gd name="connsiteY30" fmla="*/ 36977 h 52675"/>
                <a:gd name="connsiteX31" fmla="*/ 52326 w 52326"/>
                <a:gd name="connsiteY31" fmla="*/ 29303 h 52675"/>
                <a:gd name="connsiteX32" fmla="*/ 52326 w 52326"/>
                <a:gd name="connsiteY32" fmla="*/ 26512 h 52675"/>
                <a:gd name="connsiteX33" fmla="*/ 51977 w 52326"/>
                <a:gd name="connsiteY33" fmla="*/ 23024 h 52675"/>
                <a:gd name="connsiteX34" fmla="*/ 51977 w 52326"/>
                <a:gd name="connsiteY34" fmla="*/ 22326 h 52675"/>
                <a:gd name="connsiteX35" fmla="*/ 50582 w 52326"/>
                <a:gd name="connsiteY35" fmla="*/ 18140 h 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326" h="52675">
                  <a:moveTo>
                    <a:pt x="50582" y="18140"/>
                  </a:moveTo>
                  <a:cubicBezTo>
                    <a:pt x="50582" y="18140"/>
                    <a:pt x="50582" y="18140"/>
                    <a:pt x="50582" y="18140"/>
                  </a:cubicBezTo>
                  <a:cubicBezTo>
                    <a:pt x="50582" y="17791"/>
                    <a:pt x="50233" y="17442"/>
                    <a:pt x="50233" y="17093"/>
                  </a:cubicBezTo>
                  <a:cubicBezTo>
                    <a:pt x="49884" y="16047"/>
                    <a:pt x="49187" y="14651"/>
                    <a:pt x="48838" y="13605"/>
                  </a:cubicBezTo>
                  <a:cubicBezTo>
                    <a:pt x="48838" y="13605"/>
                    <a:pt x="48838" y="13605"/>
                    <a:pt x="48838" y="13605"/>
                  </a:cubicBezTo>
                  <a:cubicBezTo>
                    <a:pt x="48838" y="13605"/>
                    <a:pt x="48838" y="13605"/>
                    <a:pt x="48838" y="13605"/>
                  </a:cubicBezTo>
                  <a:cubicBezTo>
                    <a:pt x="48489" y="12558"/>
                    <a:pt x="47792" y="11861"/>
                    <a:pt x="47094" y="10814"/>
                  </a:cubicBezTo>
                  <a:cubicBezTo>
                    <a:pt x="47094" y="10465"/>
                    <a:pt x="46745" y="10465"/>
                    <a:pt x="46396" y="10116"/>
                  </a:cubicBezTo>
                  <a:cubicBezTo>
                    <a:pt x="46047" y="9419"/>
                    <a:pt x="45349" y="8721"/>
                    <a:pt x="45001" y="8372"/>
                  </a:cubicBezTo>
                  <a:cubicBezTo>
                    <a:pt x="44652" y="8024"/>
                    <a:pt x="44652" y="8024"/>
                    <a:pt x="44303" y="7675"/>
                  </a:cubicBezTo>
                  <a:cubicBezTo>
                    <a:pt x="43605" y="6977"/>
                    <a:pt x="42908" y="6279"/>
                    <a:pt x="42210" y="5582"/>
                  </a:cubicBezTo>
                  <a:cubicBezTo>
                    <a:pt x="42210" y="5582"/>
                    <a:pt x="41861" y="5233"/>
                    <a:pt x="41861" y="5233"/>
                  </a:cubicBezTo>
                  <a:cubicBezTo>
                    <a:pt x="41163" y="4535"/>
                    <a:pt x="40466" y="4186"/>
                    <a:pt x="39768" y="3837"/>
                  </a:cubicBezTo>
                  <a:cubicBezTo>
                    <a:pt x="39419" y="3837"/>
                    <a:pt x="39419" y="3488"/>
                    <a:pt x="39070" y="3488"/>
                  </a:cubicBezTo>
                  <a:cubicBezTo>
                    <a:pt x="38373" y="3140"/>
                    <a:pt x="37675" y="2791"/>
                    <a:pt x="36628" y="2442"/>
                  </a:cubicBezTo>
                  <a:cubicBezTo>
                    <a:pt x="36628" y="2442"/>
                    <a:pt x="36280" y="2442"/>
                    <a:pt x="36280" y="2093"/>
                  </a:cubicBezTo>
                  <a:cubicBezTo>
                    <a:pt x="35233" y="1744"/>
                    <a:pt x="34187" y="1395"/>
                    <a:pt x="33489" y="1047"/>
                  </a:cubicBezTo>
                  <a:cubicBezTo>
                    <a:pt x="33140" y="1047"/>
                    <a:pt x="33140" y="1047"/>
                    <a:pt x="32791" y="698"/>
                  </a:cubicBezTo>
                  <a:cubicBezTo>
                    <a:pt x="32094" y="349"/>
                    <a:pt x="31047" y="349"/>
                    <a:pt x="30349" y="349"/>
                  </a:cubicBezTo>
                  <a:cubicBezTo>
                    <a:pt x="30001" y="349"/>
                    <a:pt x="29652" y="349"/>
                    <a:pt x="29303" y="349"/>
                  </a:cubicBezTo>
                  <a:cubicBezTo>
                    <a:pt x="28256" y="349"/>
                    <a:pt x="27210" y="0"/>
                    <a:pt x="26163" y="0"/>
                  </a:cubicBezTo>
                  <a:cubicBezTo>
                    <a:pt x="18838" y="0"/>
                    <a:pt x="12559" y="2791"/>
                    <a:pt x="7675" y="7675"/>
                  </a:cubicBezTo>
                  <a:cubicBezTo>
                    <a:pt x="5931"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047" y="34187"/>
                    <a:pt x="2093" y="36628"/>
                  </a:cubicBezTo>
                  <a:cubicBezTo>
                    <a:pt x="5582" y="45001"/>
                    <a:pt x="13605" y="51280"/>
                    <a:pt x="23024" y="52326"/>
                  </a:cubicBezTo>
                  <a:cubicBezTo>
                    <a:pt x="24070" y="52326"/>
                    <a:pt x="25117" y="52675"/>
                    <a:pt x="26163" y="52675"/>
                  </a:cubicBezTo>
                  <a:cubicBezTo>
                    <a:pt x="27210" y="52675"/>
                    <a:pt x="27907" y="52675"/>
                    <a:pt x="28954" y="52675"/>
                  </a:cubicBezTo>
                  <a:cubicBezTo>
                    <a:pt x="38722" y="51629"/>
                    <a:pt x="46745" y="45349"/>
                    <a:pt x="50233" y="36977"/>
                  </a:cubicBezTo>
                  <a:cubicBezTo>
                    <a:pt x="51280" y="34535"/>
                    <a:pt x="51977" y="32093"/>
                    <a:pt x="52326" y="29303"/>
                  </a:cubicBezTo>
                  <a:cubicBezTo>
                    <a:pt x="52326" y="28256"/>
                    <a:pt x="52326" y="27559"/>
                    <a:pt x="52326" y="26512"/>
                  </a:cubicBezTo>
                  <a:cubicBezTo>
                    <a:pt x="52326" y="25466"/>
                    <a:pt x="52326" y="24070"/>
                    <a:pt x="51977" y="23024"/>
                  </a:cubicBezTo>
                  <a:cubicBezTo>
                    <a:pt x="51977" y="22675"/>
                    <a:pt x="51977" y="22326"/>
                    <a:pt x="51977" y="22326"/>
                  </a:cubicBezTo>
                  <a:cubicBezTo>
                    <a:pt x="50931" y="20233"/>
                    <a:pt x="50931" y="19186"/>
                    <a:pt x="50582" y="18140"/>
                  </a:cubicBezTo>
                  <a:close/>
                </a:path>
              </a:pathLst>
            </a:custGeom>
            <a:grpFill/>
            <a:ln w="3488" cap="flat">
              <a:noFill/>
              <a:prstDash val="solid"/>
              <a:miter/>
            </a:ln>
          </p:spPr>
          <p:txBody>
            <a:bodyPr rtlCol="0" anchor="ctr"/>
            <a:lstStyle/>
            <a:p>
              <a:endParaRPr lang="en-ID"/>
            </a:p>
          </p:txBody>
        </p:sp>
        <p:sp>
          <p:nvSpPr>
            <p:cNvPr id="759" name="Freeform: Shape 758">
              <a:extLst>
                <a:ext uri="{FF2B5EF4-FFF2-40B4-BE49-F238E27FC236}">
                  <a16:creationId xmlns:a16="http://schemas.microsoft.com/office/drawing/2014/main" id="{ED174031-0AE0-EF77-09E7-32F7B024869C}"/>
                </a:ext>
              </a:extLst>
            </p:cNvPr>
            <p:cNvSpPr/>
            <p:nvPr/>
          </p:nvSpPr>
          <p:spPr>
            <a:xfrm>
              <a:off x="9104057" y="2513291"/>
              <a:ext cx="53023" cy="52326"/>
            </a:xfrm>
            <a:custGeom>
              <a:avLst/>
              <a:gdLst>
                <a:gd name="connsiteX0" fmla="*/ 12209 w 53023"/>
                <a:gd name="connsiteY0" fmla="*/ 47791 h 52326"/>
                <a:gd name="connsiteX1" fmla="*/ 26861 w 53023"/>
                <a:gd name="connsiteY1" fmla="*/ 52326 h 52326"/>
                <a:gd name="connsiteX2" fmla="*/ 26861 w 53023"/>
                <a:gd name="connsiteY2" fmla="*/ 52326 h 52326"/>
                <a:gd name="connsiteX3" fmla="*/ 41512 w 53023"/>
                <a:gd name="connsiteY3" fmla="*/ 47791 h 52326"/>
                <a:gd name="connsiteX4" fmla="*/ 53024 w 53023"/>
                <a:gd name="connsiteY4" fmla="*/ 26163 h 52326"/>
                <a:gd name="connsiteX5" fmla="*/ 53024 w 53023"/>
                <a:gd name="connsiteY5" fmla="*/ 26163 h 52326"/>
                <a:gd name="connsiteX6" fmla="*/ 52675 w 53023"/>
                <a:gd name="connsiteY6" fmla="*/ 23024 h 52326"/>
                <a:gd name="connsiteX7" fmla="*/ 49884 w 53023"/>
                <a:gd name="connsiteY7" fmla="*/ 13605 h 52326"/>
                <a:gd name="connsiteX8" fmla="*/ 47791 w 53023"/>
                <a:gd name="connsiteY8" fmla="*/ 10465 h 52326"/>
                <a:gd name="connsiteX9" fmla="*/ 36977 w 53023"/>
                <a:gd name="connsiteY9" fmla="*/ 2093 h 52326"/>
                <a:gd name="connsiteX10" fmla="*/ 30000 w 53023"/>
                <a:gd name="connsiteY10" fmla="*/ 349 h 52326"/>
                <a:gd name="connsiteX11" fmla="*/ 26511 w 53023"/>
                <a:gd name="connsiteY11" fmla="*/ 0 h 52326"/>
                <a:gd name="connsiteX12" fmla="*/ 26511 w 53023"/>
                <a:gd name="connsiteY12" fmla="*/ 0 h 52326"/>
                <a:gd name="connsiteX13" fmla="*/ 23721 w 53023"/>
                <a:gd name="connsiteY13" fmla="*/ 0 h 52326"/>
                <a:gd name="connsiteX14" fmla="*/ 4535 w 53023"/>
                <a:gd name="connsiteY14" fmla="*/ 11512 h 52326"/>
                <a:gd name="connsiteX15" fmla="*/ 3139 w 53023"/>
                <a:gd name="connsiteY15" fmla="*/ 13605 h 52326"/>
                <a:gd name="connsiteX16" fmla="*/ 0 w 53023"/>
                <a:gd name="connsiteY16" fmla="*/ 23372 h 52326"/>
                <a:gd name="connsiteX17" fmla="*/ 0 w 53023"/>
                <a:gd name="connsiteY17" fmla="*/ 26163 h 52326"/>
                <a:gd name="connsiteX18" fmla="*/ 12209 w 53023"/>
                <a:gd name="connsiteY18" fmla="*/ 4779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23" h="52326">
                  <a:moveTo>
                    <a:pt x="12209" y="47791"/>
                  </a:moveTo>
                  <a:cubicBezTo>
                    <a:pt x="16395" y="50582"/>
                    <a:pt x="21279" y="52326"/>
                    <a:pt x="26861" y="52326"/>
                  </a:cubicBezTo>
                  <a:lnTo>
                    <a:pt x="26861" y="52326"/>
                  </a:lnTo>
                  <a:cubicBezTo>
                    <a:pt x="32442" y="52326"/>
                    <a:pt x="37326" y="50582"/>
                    <a:pt x="41512" y="47791"/>
                  </a:cubicBezTo>
                  <a:cubicBezTo>
                    <a:pt x="48489" y="43256"/>
                    <a:pt x="53024" y="35233"/>
                    <a:pt x="53024" y="26163"/>
                  </a:cubicBezTo>
                  <a:lnTo>
                    <a:pt x="53024" y="26163"/>
                  </a:lnTo>
                  <a:cubicBezTo>
                    <a:pt x="53024" y="25117"/>
                    <a:pt x="53024" y="24070"/>
                    <a:pt x="52675" y="23024"/>
                  </a:cubicBezTo>
                  <a:cubicBezTo>
                    <a:pt x="52326" y="19535"/>
                    <a:pt x="51279" y="16396"/>
                    <a:pt x="49884" y="13605"/>
                  </a:cubicBezTo>
                  <a:cubicBezTo>
                    <a:pt x="49186" y="12558"/>
                    <a:pt x="48489" y="11512"/>
                    <a:pt x="47791" y="10465"/>
                  </a:cubicBezTo>
                  <a:cubicBezTo>
                    <a:pt x="45000" y="6628"/>
                    <a:pt x="41512" y="3837"/>
                    <a:pt x="36977" y="2093"/>
                  </a:cubicBezTo>
                  <a:cubicBezTo>
                    <a:pt x="34884" y="1046"/>
                    <a:pt x="32442" y="698"/>
                    <a:pt x="30000" y="349"/>
                  </a:cubicBezTo>
                  <a:cubicBezTo>
                    <a:pt x="28954" y="349"/>
                    <a:pt x="27558" y="0"/>
                    <a:pt x="26511" y="0"/>
                  </a:cubicBezTo>
                  <a:lnTo>
                    <a:pt x="26511" y="0"/>
                  </a:lnTo>
                  <a:cubicBezTo>
                    <a:pt x="25466" y="0"/>
                    <a:pt x="24767" y="0"/>
                    <a:pt x="23721" y="0"/>
                  </a:cubicBezTo>
                  <a:cubicBezTo>
                    <a:pt x="15698" y="698"/>
                    <a:pt x="9069" y="5233"/>
                    <a:pt x="4535" y="11512"/>
                  </a:cubicBezTo>
                  <a:cubicBezTo>
                    <a:pt x="4186" y="12209"/>
                    <a:pt x="3488" y="12907"/>
                    <a:pt x="3139" y="13605"/>
                  </a:cubicBezTo>
                  <a:cubicBezTo>
                    <a:pt x="1395" y="16744"/>
                    <a:pt x="348" y="19884"/>
                    <a:pt x="0" y="23372"/>
                  </a:cubicBezTo>
                  <a:cubicBezTo>
                    <a:pt x="0" y="24419"/>
                    <a:pt x="0" y="25117"/>
                    <a:pt x="0" y="26163"/>
                  </a:cubicBezTo>
                  <a:cubicBezTo>
                    <a:pt x="698" y="35233"/>
                    <a:pt x="5233" y="43256"/>
                    <a:pt x="12209" y="47791"/>
                  </a:cubicBezTo>
                  <a:close/>
                </a:path>
              </a:pathLst>
            </a:custGeom>
            <a:grpFill/>
            <a:ln w="3488" cap="flat">
              <a:noFill/>
              <a:prstDash val="solid"/>
              <a:miter/>
            </a:ln>
          </p:spPr>
          <p:txBody>
            <a:bodyPr rtlCol="0" anchor="ctr"/>
            <a:lstStyle/>
            <a:p>
              <a:endParaRPr lang="en-ID"/>
            </a:p>
          </p:txBody>
        </p:sp>
        <p:sp>
          <p:nvSpPr>
            <p:cNvPr id="760" name="Freeform: Shape 759">
              <a:extLst>
                <a:ext uri="{FF2B5EF4-FFF2-40B4-BE49-F238E27FC236}">
                  <a16:creationId xmlns:a16="http://schemas.microsoft.com/office/drawing/2014/main" id="{17347C35-6F28-9726-CC77-B9380EE14CCB}"/>
                </a:ext>
              </a:extLst>
            </p:cNvPr>
            <p:cNvSpPr/>
            <p:nvPr/>
          </p:nvSpPr>
          <p:spPr>
            <a:xfrm>
              <a:off x="9314060" y="4292381"/>
              <a:ext cx="52326" cy="52326"/>
            </a:xfrm>
            <a:custGeom>
              <a:avLst/>
              <a:gdLst>
                <a:gd name="connsiteX0" fmla="*/ 26163 w 52326"/>
                <a:gd name="connsiteY0" fmla="*/ 0 h 52326"/>
                <a:gd name="connsiteX1" fmla="*/ 26163 w 52326"/>
                <a:gd name="connsiteY1" fmla="*/ 0 h 52326"/>
                <a:gd name="connsiteX2" fmla="*/ 22675 w 52326"/>
                <a:gd name="connsiteY2" fmla="*/ 349 h 52326"/>
                <a:gd name="connsiteX3" fmla="*/ 16047 w 52326"/>
                <a:gd name="connsiteY3" fmla="*/ 2093 h 52326"/>
                <a:gd name="connsiteX4" fmla="*/ 7674 w 52326"/>
                <a:gd name="connsiteY4" fmla="*/ 7675 h 52326"/>
                <a:gd name="connsiteX5" fmla="*/ 0 w 52326"/>
                <a:gd name="connsiteY5" fmla="*/ 26163 h 52326"/>
                <a:gd name="connsiteX6" fmla="*/ 26163 w 52326"/>
                <a:gd name="connsiteY6" fmla="*/ 52326 h 52326"/>
                <a:gd name="connsiteX7" fmla="*/ 36628 w 52326"/>
                <a:gd name="connsiteY7" fmla="*/ 50233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5116" y="0"/>
                    <a:pt x="23721" y="0"/>
                    <a:pt x="22675" y="349"/>
                  </a:cubicBezTo>
                  <a:cubicBezTo>
                    <a:pt x="20233" y="698"/>
                    <a:pt x="18140" y="1395"/>
                    <a:pt x="16047" y="2093"/>
                  </a:cubicBezTo>
                  <a:cubicBezTo>
                    <a:pt x="12907" y="3488"/>
                    <a:pt x="10116" y="5233"/>
                    <a:pt x="7674" y="7675"/>
                  </a:cubicBezTo>
                  <a:cubicBezTo>
                    <a:pt x="2791" y="12558"/>
                    <a:pt x="0" y="18838"/>
                    <a:pt x="0" y="26163"/>
                  </a:cubicBezTo>
                  <a:cubicBezTo>
                    <a:pt x="0" y="40465"/>
                    <a:pt x="11860" y="52326"/>
                    <a:pt x="26163" y="52326"/>
                  </a:cubicBezTo>
                  <a:cubicBezTo>
                    <a:pt x="30001" y="52326"/>
                    <a:pt x="33489" y="51628"/>
                    <a:pt x="36628" y="50233"/>
                  </a:cubicBezTo>
                  <a:cubicBezTo>
                    <a:pt x="45699" y="46047"/>
                    <a:pt x="52326" y="3697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1" name="Freeform: Shape 760">
              <a:extLst>
                <a:ext uri="{FF2B5EF4-FFF2-40B4-BE49-F238E27FC236}">
                  <a16:creationId xmlns:a16="http://schemas.microsoft.com/office/drawing/2014/main" id="{3CDE6018-F2F7-3234-BA9D-C8C42CD2012D}"/>
                </a:ext>
              </a:extLst>
            </p:cNvPr>
            <p:cNvSpPr/>
            <p:nvPr/>
          </p:nvSpPr>
          <p:spPr>
            <a:xfrm>
              <a:off x="9314397" y="3978424"/>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762" name="Freeform: Shape 761">
              <a:extLst>
                <a:ext uri="{FF2B5EF4-FFF2-40B4-BE49-F238E27FC236}">
                  <a16:creationId xmlns:a16="http://schemas.microsoft.com/office/drawing/2014/main" id="{B9C138A0-BA8E-A3F1-6D1B-42D232EB8ED3}"/>
                </a:ext>
              </a:extLst>
            </p:cNvPr>
            <p:cNvSpPr/>
            <p:nvPr/>
          </p:nvSpPr>
          <p:spPr>
            <a:xfrm>
              <a:off x="11197802" y="5338905"/>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3139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3139" y="13605"/>
                    <a:pt x="3139" y="13954"/>
                    <a:pt x="3139" y="13954"/>
                  </a:cubicBezTo>
                  <a:cubicBezTo>
                    <a:pt x="2791" y="14651"/>
                    <a:pt x="2442" y="15349"/>
                    <a:pt x="2093" y="16047"/>
                  </a:cubicBezTo>
                  <a:cubicBezTo>
                    <a:pt x="698" y="19186"/>
                    <a:pt x="0" y="22675"/>
                    <a:pt x="0" y="26163"/>
                  </a:cubicBezTo>
                  <a:cubicBezTo>
                    <a:pt x="0" y="40465"/>
                    <a:pt x="11860" y="52326"/>
                    <a:pt x="26163" y="52326"/>
                  </a:cubicBez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3" name="Freeform: Shape 762">
              <a:extLst>
                <a:ext uri="{FF2B5EF4-FFF2-40B4-BE49-F238E27FC236}">
                  <a16:creationId xmlns:a16="http://schemas.microsoft.com/office/drawing/2014/main" id="{E2B1BFE5-7A0F-2764-D1FA-AB0C989ACDA3}"/>
                </a:ext>
              </a:extLst>
            </p:cNvPr>
            <p:cNvSpPr/>
            <p:nvPr/>
          </p:nvSpPr>
          <p:spPr>
            <a:xfrm>
              <a:off x="8162884"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4" name="Freeform: Shape 763">
              <a:extLst>
                <a:ext uri="{FF2B5EF4-FFF2-40B4-BE49-F238E27FC236}">
                  <a16:creationId xmlns:a16="http://schemas.microsoft.com/office/drawing/2014/main" id="{11AD668C-334B-59B5-60B4-C8894FE96037}"/>
                </a:ext>
              </a:extLst>
            </p:cNvPr>
            <p:cNvSpPr/>
            <p:nvPr/>
          </p:nvSpPr>
          <p:spPr>
            <a:xfrm>
              <a:off x="1213967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5" name="Freeform: Shape 764">
              <a:extLst>
                <a:ext uri="{FF2B5EF4-FFF2-40B4-BE49-F238E27FC236}">
                  <a16:creationId xmlns:a16="http://schemas.microsoft.com/office/drawing/2014/main" id="{B91CABDC-75B2-C8BB-2E88-C368ADA442BD}"/>
                </a:ext>
              </a:extLst>
            </p:cNvPr>
            <p:cNvSpPr/>
            <p:nvPr/>
          </p:nvSpPr>
          <p:spPr>
            <a:xfrm>
              <a:off x="10674540" y="4187729"/>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6" name="Freeform: Shape 765">
              <a:extLst>
                <a:ext uri="{FF2B5EF4-FFF2-40B4-BE49-F238E27FC236}">
                  <a16:creationId xmlns:a16="http://schemas.microsoft.com/office/drawing/2014/main" id="{AFA8EE64-2AF6-6006-79DD-E83CFB2915E3}"/>
                </a:ext>
              </a:extLst>
            </p:cNvPr>
            <p:cNvSpPr/>
            <p:nvPr/>
          </p:nvSpPr>
          <p:spPr>
            <a:xfrm>
              <a:off x="11930369" y="5338905"/>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67" name="Freeform: Shape 766">
              <a:extLst>
                <a:ext uri="{FF2B5EF4-FFF2-40B4-BE49-F238E27FC236}">
                  <a16:creationId xmlns:a16="http://schemas.microsoft.com/office/drawing/2014/main" id="{CBE7381E-F614-FC04-3FF2-AE236D2119B9}"/>
                </a:ext>
              </a:extLst>
            </p:cNvPr>
            <p:cNvSpPr/>
            <p:nvPr/>
          </p:nvSpPr>
          <p:spPr>
            <a:xfrm>
              <a:off x="1151175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8" name="Freeform: Shape 767">
              <a:extLst>
                <a:ext uri="{FF2B5EF4-FFF2-40B4-BE49-F238E27FC236}">
                  <a16:creationId xmlns:a16="http://schemas.microsoft.com/office/drawing/2014/main" id="{E4BC11D7-9643-2023-03CA-A14323908D13}"/>
                </a:ext>
              </a:extLst>
            </p:cNvPr>
            <p:cNvSpPr/>
            <p:nvPr/>
          </p:nvSpPr>
          <p:spPr>
            <a:xfrm>
              <a:off x="11197802" y="3036553"/>
              <a:ext cx="52326" cy="52326"/>
            </a:xfrm>
            <a:custGeom>
              <a:avLst/>
              <a:gdLst>
                <a:gd name="connsiteX0" fmla="*/ 18489 w 52326"/>
                <a:gd name="connsiteY0" fmla="*/ 51280 h 52326"/>
                <a:gd name="connsiteX1" fmla="*/ 22325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5" y="51977"/>
                  </a:cubicBezTo>
                  <a:cubicBezTo>
                    <a:pt x="23721" y="52326"/>
                    <a:pt x="24768" y="52326"/>
                    <a:pt x="26163" y="52326"/>
                  </a:cubicBez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69" name="Freeform: Shape 768">
              <a:extLst>
                <a:ext uri="{FF2B5EF4-FFF2-40B4-BE49-F238E27FC236}">
                  <a16:creationId xmlns:a16="http://schemas.microsoft.com/office/drawing/2014/main" id="{A21E73A1-FA89-AEC3-FBB2-1A329B2EE011}"/>
                </a:ext>
              </a:extLst>
            </p:cNvPr>
            <p:cNvSpPr/>
            <p:nvPr/>
          </p:nvSpPr>
          <p:spPr>
            <a:xfrm>
              <a:off x="1119780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70" name="Freeform: Shape 769">
              <a:extLst>
                <a:ext uri="{FF2B5EF4-FFF2-40B4-BE49-F238E27FC236}">
                  <a16:creationId xmlns:a16="http://schemas.microsoft.com/office/drawing/2014/main" id="{18B1B1BB-4AC0-E55F-AA61-B15EA840AD61}"/>
                </a:ext>
              </a:extLst>
            </p:cNvPr>
            <p:cNvSpPr/>
            <p:nvPr/>
          </p:nvSpPr>
          <p:spPr>
            <a:xfrm>
              <a:off x="931406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1" name="Freeform: Shape 770">
              <a:extLst>
                <a:ext uri="{FF2B5EF4-FFF2-40B4-BE49-F238E27FC236}">
                  <a16:creationId xmlns:a16="http://schemas.microsoft.com/office/drawing/2014/main" id="{6571EE7B-0CE7-979A-5405-9CBAA1E14149}"/>
                </a:ext>
              </a:extLst>
            </p:cNvPr>
            <p:cNvSpPr/>
            <p:nvPr/>
          </p:nvSpPr>
          <p:spPr>
            <a:xfrm rot="21046898">
              <a:off x="8581643" y="376900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72" name="Freeform: Shape 771">
              <a:extLst>
                <a:ext uri="{FF2B5EF4-FFF2-40B4-BE49-F238E27FC236}">
                  <a16:creationId xmlns:a16="http://schemas.microsoft.com/office/drawing/2014/main" id="{999F2D24-92B6-C91D-000F-B05600A8BE16}"/>
                </a:ext>
              </a:extLst>
            </p:cNvPr>
            <p:cNvSpPr/>
            <p:nvPr/>
          </p:nvSpPr>
          <p:spPr>
            <a:xfrm>
              <a:off x="7744274" y="3978773"/>
              <a:ext cx="52326" cy="52326"/>
            </a:xfrm>
            <a:custGeom>
              <a:avLst/>
              <a:gdLst>
                <a:gd name="connsiteX0" fmla="*/ 40814 w 52326"/>
                <a:gd name="connsiteY0" fmla="*/ 4186 h 52326"/>
                <a:gd name="connsiteX1" fmla="*/ 37675 w 52326"/>
                <a:gd name="connsiteY1" fmla="*/ 2442 h 52326"/>
                <a:gd name="connsiteX2" fmla="*/ 33837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2" y="3140"/>
                    <a:pt x="37675" y="2442"/>
                  </a:cubicBezTo>
                  <a:cubicBezTo>
                    <a:pt x="36279" y="1744"/>
                    <a:pt x="35233" y="1395"/>
                    <a:pt x="33837" y="1047"/>
                  </a:cubicBezTo>
                  <a:cubicBezTo>
                    <a:pt x="31396" y="349"/>
                    <a:pt x="2860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773" name="Freeform: Shape 772">
              <a:extLst>
                <a:ext uri="{FF2B5EF4-FFF2-40B4-BE49-F238E27FC236}">
                  <a16:creationId xmlns:a16="http://schemas.microsoft.com/office/drawing/2014/main" id="{327A1E5C-EF70-3BDA-318D-27E8DC52D6E8}"/>
                </a:ext>
              </a:extLst>
            </p:cNvPr>
            <p:cNvSpPr/>
            <p:nvPr/>
          </p:nvSpPr>
          <p:spPr>
            <a:xfrm>
              <a:off x="701170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4" name="Freeform: Shape 773">
              <a:extLst>
                <a:ext uri="{FF2B5EF4-FFF2-40B4-BE49-F238E27FC236}">
                  <a16:creationId xmlns:a16="http://schemas.microsoft.com/office/drawing/2014/main" id="{DFC9E606-6215-072D-0C05-FDCCF47D4DED}"/>
                </a:ext>
              </a:extLst>
            </p:cNvPr>
            <p:cNvSpPr/>
            <p:nvPr/>
          </p:nvSpPr>
          <p:spPr>
            <a:xfrm>
              <a:off x="680240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75" name="Freeform: Shape 774">
              <a:extLst>
                <a:ext uri="{FF2B5EF4-FFF2-40B4-BE49-F238E27FC236}">
                  <a16:creationId xmlns:a16="http://schemas.microsoft.com/office/drawing/2014/main" id="{265ECD5F-FBA6-81D1-BC5A-0E9B520F1E62}"/>
                </a:ext>
              </a:extLst>
            </p:cNvPr>
            <p:cNvSpPr/>
            <p:nvPr/>
          </p:nvSpPr>
          <p:spPr>
            <a:xfrm>
              <a:off x="6069836" y="3873772"/>
              <a:ext cx="52326" cy="52674"/>
            </a:xfrm>
            <a:custGeom>
              <a:avLst/>
              <a:gdLst>
                <a:gd name="connsiteX0" fmla="*/ 52326 w 52326"/>
                <a:gd name="connsiteY0" fmla="*/ 23372 h 52674"/>
                <a:gd name="connsiteX1" fmla="*/ 49187 w 52326"/>
                <a:gd name="connsiteY1" fmla="*/ 13605 h 52674"/>
                <a:gd name="connsiteX2" fmla="*/ 38721 w 52326"/>
                <a:gd name="connsiteY2" fmla="*/ 3140 h 52674"/>
                <a:gd name="connsiteX3" fmla="*/ 28954 w 52326"/>
                <a:gd name="connsiteY3" fmla="*/ 0 h 52674"/>
                <a:gd name="connsiteX4" fmla="*/ 26163 w 52326"/>
                <a:gd name="connsiteY4" fmla="*/ 0 h 52674"/>
                <a:gd name="connsiteX5" fmla="*/ 7674 w 52326"/>
                <a:gd name="connsiteY5" fmla="*/ 7675 h 52674"/>
                <a:gd name="connsiteX6" fmla="*/ 3140 w 52326"/>
                <a:gd name="connsiteY6" fmla="*/ 13605 h 52674"/>
                <a:gd name="connsiteX7" fmla="*/ 0 w 52326"/>
                <a:gd name="connsiteY7" fmla="*/ 23372 h 52674"/>
                <a:gd name="connsiteX8" fmla="*/ 0 w 52326"/>
                <a:gd name="connsiteY8" fmla="*/ 26163 h 52674"/>
                <a:gd name="connsiteX9" fmla="*/ 0 w 52326"/>
                <a:gd name="connsiteY9" fmla="*/ 28954 h 52674"/>
                <a:gd name="connsiteX10" fmla="*/ 2093 w 52326"/>
                <a:gd name="connsiteY10" fmla="*/ 36628 h 52674"/>
                <a:gd name="connsiteX11" fmla="*/ 23023 w 52326"/>
                <a:gd name="connsiteY11" fmla="*/ 52326 h 52674"/>
                <a:gd name="connsiteX12" fmla="*/ 26163 w 52326"/>
                <a:gd name="connsiteY12" fmla="*/ 52675 h 52674"/>
                <a:gd name="connsiteX13" fmla="*/ 28954 w 52326"/>
                <a:gd name="connsiteY13" fmla="*/ 52675 h 52674"/>
                <a:gd name="connsiteX14" fmla="*/ 50233 w 52326"/>
                <a:gd name="connsiteY14" fmla="*/ 36977 h 52674"/>
                <a:gd name="connsiteX15" fmla="*/ 52326 w 52326"/>
                <a:gd name="connsiteY15" fmla="*/ 29303 h 52674"/>
                <a:gd name="connsiteX16" fmla="*/ 52326 w 52326"/>
                <a:gd name="connsiteY16" fmla="*/ 26512 h 52674"/>
                <a:gd name="connsiteX17" fmla="*/ 52326 w 52326"/>
                <a:gd name="connsiteY17" fmla="*/ 23372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326" h="52674">
                  <a:moveTo>
                    <a:pt x="52326" y="23372"/>
                  </a:moveTo>
                  <a:cubicBezTo>
                    <a:pt x="51977" y="19884"/>
                    <a:pt x="50931" y="16396"/>
                    <a:pt x="49187" y="13605"/>
                  </a:cubicBezTo>
                  <a:cubicBezTo>
                    <a:pt x="46745" y="9070"/>
                    <a:pt x="43256" y="5581"/>
                    <a:pt x="38721" y="3140"/>
                  </a:cubicBezTo>
                  <a:cubicBezTo>
                    <a:pt x="35582" y="1395"/>
                    <a:pt x="32442" y="349"/>
                    <a:pt x="28954" y="0"/>
                  </a:cubicBezTo>
                  <a:cubicBezTo>
                    <a:pt x="27907" y="0"/>
                    <a:pt x="27210" y="0"/>
                    <a:pt x="26163" y="0"/>
                  </a:cubicBezTo>
                  <a:cubicBezTo>
                    <a:pt x="18838" y="0"/>
                    <a:pt x="12558" y="2791"/>
                    <a:pt x="7674" y="7675"/>
                  </a:cubicBezTo>
                  <a:cubicBezTo>
                    <a:pt x="5930" y="9419"/>
                    <a:pt x="4535" y="11512"/>
                    <a:pt x="3140" y="13605"/>
                  </a:cubicBezTo>
                  <a:cubicBezTo>
                    <a:pt x="1395" y="16744"/>
                    <a:pt x="349" y="19884"/>
                    <a:pt x="0" y="23372"/>
                  </a:cubicBezTo>
                  <a:cubicBezTo>
                    <a:pt x="0" y="24419"/>
                    <a:pt x="0" y="25117"/>
                    <a:pt x="0" y="26163"/>
                  </a:cubicBezTo>
                  <a:cubicBezTo>
                    <a:pt x="0" y="27210"/>
                    <a:pt x="0" y="27907"/>
                    <a:pt x="0" y="28954"/>
                  </a:cubicBezTo>
                  <a:cubicBezTo>
                    <a:pt x="349" y="31744"/>
                    <a:pt x="1047" y="34186"/>
                    <a:pt x="2093" y="36628"/>
                  </a:cubicBezTo>
                  <a:cubicBezTo>
                    <a:pt x="5581" y="45001"/>
                    <a:pt x="13605" y="51280"/>
                    <a:pt x="23023" y="52326"/>
                  </a:cubicBezTo>
                  <a:cubicBezTo>
                    <a:pt x="24070" y="52326"/>
                    <a:pt x="25116" y="52675"/>
                    <a:pt x="26163" y="52675"/>
                  </a:cubicBezTo>
                  <a:cubicBezTo>
                    <a:pt x="27210" y="52675"/>
                    <a:pt x="27907" y="52675"/>
                    <a:pt x="28954" y="52675"/>
                  </a:cubicBezTo>
                  <a:cubicBezTo>
                    <a:pt x="38721" y="51628"/>
                    <a:pt x="46745" y="45349"/>
                    <a:pt x="50233" y="36977"/>
                  </a:cubicBezTo>
                  <a:cubicBezTo>
                    <a:pt x="51279" y="34535"/>
                    <a:pt x="51977" y="32093"/>
                    <a:pt x="52326" y="29303"/>
                  </a:cubicBezTo>
                  <a:cubicBezTo>
                    <a:pt x="52326" y="28256"/>
                    <a:pt x="52326" y="27559"/>
                    <a:pt x="52326" y="26512"/>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776" name="Freeform: Shape 775">
              <a:extLst>
                <a:ext uri="{FF2B5EF4-FFF2-40B4-BE49-F238E27FC236}">
                  <a16:creationId xmlns:a16="http://schemas.microsoft.com/office/drawing/2014/main" id="{3848F858-FF6D-1ADE-08F6-2D2EA938B9FC}"/>
                </a:ext>
              </a:extLst>
            </p:cNvPr>
            <p:cNvSpPr/>
            <p:nvPr/>
          </p:nvSpPr>
          <p:spPr>
            <a:xfrm>
              <a:off x="6069836" y="3664467"/>
              <a:ext cx="51977" cy="52326"/>
            </a:xfrm>
            <a:custGeom>
              <a:avLst/>
              <a:gdLst>
                <a:gd name="connsiteX0" fmla="*/ 38721 w 51977"/>
                <a:gd name="connsiteY0" fmla="*/ 3140 h 52326"/>
                <a:gd name="connsiteX1" fmla="*/ 28954 w 51977"/>
                <a:gd name="connsiteY1" fmla="*/ 0 h 52326"/>
                <a:gd name="connsiteX2" fmla="*/ 26163 w 51977"/>
                <a:gd name="connsiteY2" fmla="*/ 0 h 52326"/>
                <a:gd name="connsiteX3" fmla="*/ 22675 w 51977"/>
                <a:gd name="connsiteY3" fmla="*/ 349 h 52326"/>
                <a:gd name="connsiteX4" fmla="*/ 21977 w 51977"/>
                <a:gd name="connsiteY4" fmla="*/ 349 h 52326"/>
                <a:gd name="connsiteX5" fmla="*/ 15000 w 51977"/>
                <a:gd name="connsiteY5" fmla="*/ 2442 h 52326"/>
                <a:gd name="connsiteX6" fmla="*/ 14302 w 51977"/>
                <a:gd name="connsiteY6" fmla="*/ 2791 h 52326"/>
                <a:gd name="connsiteX7" fmla="*/ 11163 w 51977"/>
                <a:gd name="connsiteY7" fmla="*/ 4535 h 52326"/>
                <a:gd name="connsiteX8" fmla="*/ 10814 w 51977"/>
                <a:gd name="connsiteY8" fmla="*/ 4884 h 52326"/>
                <a:gd name="connsiteX9" fmla="*/ 8372 w 51977"/>
                <a:gd name="connsiteY9" fmla="*/ 6977 h 52326"/>
                <a:gd name="connsiteX10" fmla="*/ 8024 w 51977"/>
                <a:gd name="connsiteY10" fmla="*/ 7326 h 52326"/>
                <a:gd name="connsiteX11" fmla="*/ 5581 w 51977"/>
                <a:gd name="connsiteY11" fmla="*/ 10116 h 52326"/>
                <a:gd name="connsiteX12" fmla="*/ 5233 w 51977"/>
                <a:gd name="connsiteY12" fmla="*/ 10814 h 52326"/>
                <a:gd name="connsiteX13" fmla="*/ 3488 w 51977"/>
                <a:gd name="connsiteY13" fmla="*/ 13954 h 52326"/>
                <a:gd name="connsiteX14" fmla="*/ 3140 w 51977"/>
                <a:gd name="connsiteY14" fmla="*/ 14302 h 52326"/>
                <a:gd name="connsiteX15" fmla="*/ 1744 w 51977"/>
                <a:gd name="connsiteY15" fmla="*/ 17442 h 52326"/>
                <a:gd name="connsiteX16" fmla="*/ 1395 w 51977"/>
                <a:gd name="connsiteY16" fmla="*/ 18140 h 52326"/>
                <a:gd name="connsiteX17" fmla="*/ 349 w 51977"/>
                <a:gd name="connsiteY17" fmla="*/ 21628 h 52326"/>
                <a:gd name="connsiteX18" fmla="*/ 349 w 51977"/>
                <a:gd name="connsiteY18" fmla="*/ 22326 h 52326"/>
                <a:gd name="connsiteX19" fmla="*/ 0 w 51977"/>
                <a:gd name="connsiteY19" fmla="*/ 26163 h 52326"/>
                <a:gd name="connsiteX20" fmla="*/ 0 w 51977"/>
                <a:gd name="connsiteY20" fmla="*/ 26163 h 52326"/>
                <a:gd name="connsiteX21" fmla="*/ 26163 w 51977"/>
                <a:gd name="connsiteY21" fmla="*/ 52326 h 52326"/>
                <a:gd name="connsiteX22" fmla="*/ 31396 w 51977"/>
                <a:gd name="connsiteY22" fmla="*/ 51628 h 52326"/>
                <a:gd name="connsiteX23" fmla="*/ 33837 w 51977"/>
                <a:gd name="connsiteY23" fmla="*/ 50931 h 52326"/>
                <a:gd name="connsiteX24" fmla="*/ 34535 w 51977"/>
                <a:gd name="connsiteY24" fmla="*/ 50582 h 52326"/>
                <a:gd name="connsiteX25" fmla="*/ 36280 w 51977"/>
                <a:gd name="connsiteY25" fmla="*/ 49884 h 52326"/>
                <a:gd name="connsiteX26" fmla="*/ 36977 w 51977"/>
                <a:gd name="connsiteY26" fmla="*/ 49535 h 52326"/>
                <a:gd name="connsiteX27" fmla="*/ 38373 w 51977"/>
                <a:gd name="connsiteY27" fmla="*/ 48838 h 52326"/>
                <a:gd name="connsiteX28" fmla="*/ 39070 w 51977"/>
                <a:gd name="connsiteY28" fmla="*/ 48489 h 52326"/>
                <a:gd name="connsiteX29" fmla="*/ 40465 w 51977"/>
                <a:gd name="connsiteY29" fmla="*/ 47791 h 52326"/>
                <a:gd name="connsiteX30" fmla="*/ 41163 w 51977"/>
                <a:gd name="connsiteY30" fmla="*/ 47442 h 52326"/>
                <a:gd name="connsiteX31" fmla="*/ 42210 w 51977"/>
                <a:gd name="connsiteY31" fmla="*/ 46396 h 52326"/>
                <a:gd name="connsiteX32" fmla="*/ 42908 w 51977"/>
                <a:gd name="connsiteY32" fmla="*/ 45698 h 52326"/>
                <a:gd name="connsiteX33" fmla="*/ 43954 w 51977"/>
                <a:gd name="connsiteY33" fmla="*/ 44652 h 52326"/>
                <a:gd name="connsiteX34" fmla="*/ 44652 w 51977"/>
                <a:gd name="connsiteY34" fmla="*/ 44303 h 52326"/>
                <a:gd name="connsiteX35" fmla="*/ 47791 w 51977"/>
                <a:gd name="connsiteY35" fmla="*/ 40814 h 52326"/>
                <a:gd name="connsiteX36" fmla="*/ 48140 w 51977"/>
                <a:gd name="connsiteY36" fmla="*/ 40117 h 52326"/>
                <a:gd name="connsiteX37" fmla="*/ 48838 w 51977"/>
                <a:gd name="connsiteY37" fmla="*/ 38721 h 52326"/>
                <a:gd name="connsiteX38" fmla="*/ 49187 w 51977"/>
                <a:gd name="connsiteY38" fmla="*/ 38024 h 52326"/>
                <a:gd name="connsiteX39" fmla="*/ 49884 w 51977"/>
                <a:gd name="connsiteY39" fmla="*/ 36628 h 52326"/>
                <a:gd name="connsiteX40" fmla="*/ 50233 w 51977"/>
                <a:gd name="connsiteY40" fmla="*/ 35582 h 52326"/>
                <a:gd name="connsiteX41" fmla="*/ 50582 w 51977"/>
                <a:gd name="connsiteY41" fmla="*/ 34186 h 52326"/>
                <a:gd name="connsiteX42" fmla="*/ 50931 w 51977"/>
                <a:gd name="connsiteY42" fmla="*/ 33140 h 52326"/>
                <a:gd name="connsiteX43" fmla="*/ 51279 w 51977"/>
                <a:gd name="connsiteY43" fmla="*/ 31744 h 52326"/>
                <a:gd name="connsiteX44" fmla="*/ 51629 w 51977"/>
                <a:gd name="connsiteY44" fmla="*/ 30698 h 52326"/>
                <a:gd name="connsiteX45" fmla="*/ 51977 w 51977"/>
                <a:gd name="connsiteY45" fmla="*/ 28954 h 52326"/>
                <a:gd name="connsiteX46" fmla="*/ 51977 w 51977"/>
                <a:gd name="connsiteY46" fmla="*/ 28256 h 52326"/>
                <a:gd name="connsiteX47" fmla="*/ 51977 w 51977"/>
                <a:gd name="connsiteY47" fmla="*/ 25814 h 52326"/>
                <a:gd name="connsiteX48" fmla="*/ 51977 w 51977"/>
                <a:gd name="connsiteY48" fmla="*/ 23023 h 52326"/>
                <a:gd name="connsiteX49" fmla="*/ 48838 w 51977"/>
                <a:gd name="connsiteY49" fmla="*/ 13256 h 52326"/>
                <a:gd name="connsiteX50" fmla="*/ 38721 w 51977"/>
                <a:gd name="connsiteY50"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977" h="52326">
                  <a:moveTo>
                    <a:pt x="38721" y="3140"/>
                  </a:moveTo>
                  <a:cubicBezTo>
                    <a:pt x="35582" y="1395"/>
                    <a:pt x="32442" y="349"/>
                    <a:pt x="28954" y="0"/>
                  </a:cubicBezTo>
                  <a:cubicBezTo>
                    <a:pt x="27907" y="0"/>
                    <a:pt x="27210" y="0"/>
                    <a:pt x="26163" y="0"/>
                  </a:cubicBezTo>
                  <a:cubicBezTo>
                    <a:pt x="25116" y="0"/>
                    <a:pt x="23721" y="0"/>
                    <a:pt x="22675" y="349"/>
                  </a:cubicBezTo>
                  <a:cubicBezTo>
                    <a:pt x="22326" y="349"/>
                    <a:pt x="21977" y="349"/>
                    <a:pt x="21977" y="349"/>
                  </a:cubicBezTo>
                  <a:cubicBezTo>
                    <a:pt x="19535" y="698"/>
                    <a:pt x="17442" y="1395"/>
                    <a:pt x="15000" y="2442"/>
                  </a:cubicBezTo>
                  <a:cubicBezTo>
                    <a:pt x="14651" y="2442"/>
                    <a:pt x="14651" y="2791"/>
                    <a:pt x="14302" y="2791"/>
                  </a:cubicBezTo>
                  <a:cubicBezTo>
                    <a:pt x="13256" y="3488"/>
                    <a:pt x="12209" y="3837"/>
                    <a:pt x="11163" y="4535"/>
                  </a:cubicBezTo>
                  <a:cubicBezTo>
                    <a:pt x="11163" y="4535"/>
                    <a:pt x="10814" y="4884"/>
                    <a:pt x="10814" y="4884"/>
                  </a:cubicBezTo>
                  <a:cubicBezTo>
                    <a:pt x="9768" y="5581"/>
                    <a:pt x="9070" y="6279"/>
                    <a:pt x="8372" y="6977"/>
                  </a:cubicBezTo>
                  <a:cubicBezTo>
                    <a:pt x="8372" y="6977"/>
                    <a:pt x="8024" y="7326"/>
                    <a:pt x="8024" y="7326"/>
                  </a:cubicBezTo>
                  <a:cubicBezTo>
                    <a:pt x="7326" y="8023"/>
                    <a:pt x="6279" y="9070"/>
                    <a:pt x="5581" y="10116"/>
                  </a:cubicBezTo>
                  <a:cubicBezTo>
                    <a:pt x="5581" y="10465"/>
                    <a:pt x="5233" y="10465"/>
                    <a:pt x="5233" y="10814"/>
                  </a:cubicBezTo>
                  <a:cubicBezTo>
                    <a:pt x="4535" y="11861"/>
                    <a:pt x="3837" y="12907"/>
                    <a:pt x="3488" y="13954"/>
                  </a:cubicBezTo>
                  <a:cubicBezTo>
                    <a:pt x="3488" y="13954"/>
                    <a:pt x="3488" y="14302"/>
                    <a:pt x="3140" y="14302"/>
                  </a:cubicBezTo>
                  <a:cubicBezTo>
                    <a:pt x="2791" y="15349"/>
                    <a:pt x="2093" y="16396"/>
                    <a:pt x="1744" y="17442"/>
                  </a:cubicBezTo>
                  <a:cubicBezTo>
                    <a:pt x="1744" y="17791"/>
                    <a:pt x="1744" y="17791"/>
                    <a:pt x="1395" y="18140"/>
                  </a:cubicBezTo>
                  <a:cubicBezTo>
                    <a:pt x="1047" y="19186"/>
                    <a:pt x="698" y="20582"/>
                    <a:pt x="349" y="21628"/>
                  </a:cubicBezTo>
                  <a:cubicBezTo>
                    <a:pt x="349" y="21977"/>
                    <a:pt x="349" y="22326"/>
                    <a:pt x="349" y="22326"/>
                  </a:cubicBezTo>
                  <a:cubicBezTo>
                    <a:pt x="0" y="23721"/>
                    <a:pt x="0" y="24768"/>
                    <a:pt x="0" y="26163"/>
                  </a:cubicBezTo>
                  <a:cubicBezTo>
                    <a:pt x="0" y="26163"/>
                    <a:pt x="0" y="26163"/>
                    <a:pt x="0" y="26163"/>
                  </a:cubicBezTo>
                  <a:cubicBezTo>
                    <a:pt x="0" y="40465"/>
                    <a:pt x="11861" y="52326"/>
                    <a:pt x="26163" y="52326"/>
                  </a:cubicBezTo>
                  <a:cubicBezTo>
                    <a:pt x="27907" y="52326"/>
                    <a:pt x="29652" y="51977"/>
                    <a:pt x="31396" y="51628"/>
                  </a:cubicBezTo>
                  <a:cubicBezTo>
                    <a:pt x="32093" y="51628"/>
                    <a:pt x="33140" y="51280"/>
                    <a:pt x="33837" y="50931"/>
                  </a:cubicBezTo>
                  <a:cubicBezTo>
                    <a:pt x="34187" y="50931"/>
                    <a:pt x="34187" y="50931"/>
                    <a:pt x="34535" y="50582"/>
                  </a:cubicBezTo>
                  <a:cubicBezTo>
                    <a:pt x="35233" y="50233"/>
                    <a:pt x="35582" y="50233"/>
                    <a:pt x="36280" y="49884"/>
                  </a:cubicBezTo>
                  <a:cubicBezTo>
                    <a:pt x="36628" y="49884"/>
                    <a:pt x="36977" y="49535"/>
                    <a:pt x="36977" y="49535"/>
                  </a:cubicBezTo>
                  <a:cubicBezTo>
                    <a:pt x="37326" y="49187"/>
                    <a:pt x="38024" y="49187"/>
                    <a:pt x="38373" y="48838"/>
                  </a:cubicBezTo>
                  <a:cubicBezTo>
                    <a:pt x="38721" y="48838"/>
                    <a:pt x="39070" y="48489"/>
                    <a:pt x="39070" y="48489"/>
                  </a:cubicBezTo>
                  <a:cubicBezTo>
                    <a:pt x="39419" y="48140"/>
                    <a:pt x="39768" y="48140"/>
                    <a:pt x="40465" y="47791"/>
                  </a:cubicBezTo>
                  <a:cubicBezTo>
                    <a:pt x="40814" y="47791"/>
                    <a:pt x="40814" y="47442"/>
                    <a:pt x="41163" y="47442"/>
                  </a:cubicBezTo>
                  <a:cubicBezTo>
                    <a:pt x="41512" y="47094"/>
                    <a:pt x="41861" y="46745"/>
                    <a:pt x="42210" y="46396"/>
                  </a:cubicBezTo>
                  <a:cubicBezTo>
                    <a:pt x="42558" y="46047"/>
                    <a:pt x="42558" y="46047"/>
                    <a:pt x="42908" y="45698"/>
                  </a:cubicBezTo>
                  <a:cubicBezTo>
                    <a:pt x="43256" y="45349"/>
                    <a:pt x="43605" y="45001"/>
                    <a:pt x="43954" y="44652"/>
                  </a:cubicBezTo>
                  <a:cubicBezTo>
                    <a:pt x="44303" y="44652"/>
                    <a:pt x="44303" y="44303"/>
                    <a:pt x="44652" y="44303"/>
                  </a:cubicBezTo>
                  <a:cubicBezTo>
                    <a:pt x="45698" y="43256"/>
                    <a:pt x="46745" y="41861"/>
                    <a:pt x="47791" y="40814"/>
                  </a:cubicBezTo>
                  <a:cubicBezTo>
                    <a:pt x="47791" y="40465"/>
                    <a:pt x="48140" y="40465"/>
                    <a:pt x="48140" y="40117"/>
                  </a:cubicBezTo>
                  <a:cubicBezTo>
                    <a:pt x="48489" y="39768"/>
                    <a:pt x="48838" y="39070"/>
                    <a:pt x="48838" y="38721"/>
                  </a:cubicBezTo>
                  <a:cubicBezTo>
                    <a:pt x="48838" y="38373"/>
                    <a:pt x="49187" y="38024"/>
                    <a:pt x="49187" y="38024"/>
                  </a:cubicBezTo>
                  <a:cubicBezTo>
                    <a:pt x="49535" y="37675"/>
                    <a:pt x="49535" y="36977"/>
                    <a:pt x="49884" y="36628"/>
                  </a:cubicBezTo>
                  <a:cubicBezTo>
                    <a:pt x="49884" y="36280"/>
                    <a:pt x="50233" y="35931"/>
                    <a:pt x="50233" y="35582"/>
                  </a:cubicBezTo>
                  <a:cubicBezTo>
                    <a:pt x="50582" y="35233"/>
                    <a:pt x="50582" y="34535"/>
                    <a:pt x="50582" y="34186"/>
                  </a:cubicBezTo>
                  <a:cubicBezTo>
                    <a:pt x="50582" y="33838"/>
                    <a:pt x="50931" y="33489"/>
                    <a:pt x="50931" y="33140"/>
                  </a:cubicBezTo>
                  <a:cubicBezTo>
                    <a:pt x="50931" y="32791"/>
                    <a:pt x="51279" y="32093"/>
                    <a:pt x="51279" y="31744"/>
                  </a:cubicBezTo>
                  <a:cubicBezTo>
                    <a:pt x="51279" y="31396"/>
                    <a:pt x="51279" y="31047"/>
                    <a:pt x="51629" y="30698"/>
                  </a:cubicBezTo>
                  <a:cubicBezTo>
                    <a:pt x="51629" y="30000"/>
                    <a:pt x="51977" y="29652"/>
                    <a:pt x="51977" y="28954"/>
                  </a:cubicBezTo>
                  <a:cubicBezTo>
                    <a:pt x="51977" y="28605"/>
                    <a:pt x="51977" y="28256"/>
                    <a:pt x="51977" y="28256"/>
                  </a:cubicBezTo>
                  <a:cubicBezTo>
                    <a:pt x="51977" y="27559"/>
                    <a:pt x="51977" y="26512"/>
                    <a:pt x="51977" y="25814"/>
                  </a:cubicBezTo>
                  <a:cubicBezTo>
                    <a:pt x="51977" y="24768"/>
                    <a:pt x="51977" y="24070"/>
                    <a:pt x="51977" y="23023"/>
                  </a:cubicBezTo>
                  <a:cubicBezTo>
                    <a:pt x="51629" y="19535"/>
                    <a:pt x="50582" y="16047"/>
                    <a:pt x="48838" y="13256"/>
                  </a:cubicBezTo>
                  <a:cubicBezTo>
                    <a:pt x="46745" y="9419"/>
                    <a:pt x="43256" y="5581"/>
                    <a:pt x="38721" y="3140"/>
                  </a:cubicBezTo>
                  <a:close/>
                </a:path>
              </a:pathLst>
            </a:custGeom>
            <a:grpFill/>
            <a:ln w="3488" cap="flat">
              <a:noFill/>
              <a:prstDash val="solid"/>
              <a:miter/>
            </a:ln>
          </p:spPr>
          <p:txBody>
            <a:bodyPr rtlCol="0" anchor="ctr"/>
            <a:lstStyle/>
            <a:p>
              <a:endParaRPr lang="en-ID"/>
            </a:p>
          </p:txBody>
        </p:sp>
        <p:sp>
          <p:nvSpPr>
            <p:cNvPr id="777" name="Freeform: Shape 776">
              <a:extLst>
                <a:ext uri="{FF2B5EF4-FFF2-40B4-BE49-F238E27FC236}">
                  <a16:creationId xmlns:a16="http://schemas.microsoft.com/office/drawing/2014/main" id="{862697DE-8463-9649-06AA-D3CA87FDC422}"/>
                </a:ext>
              </a:extLst>
            </p:cNvPr>
            <p:cNvSpPr/>
            <p:nvPr/>
          </p:nvSpPr>
          <p:spPr>
            <a:xfrm>
              <a:off x="9837321" y="5234253"/>
              <a:ext cx="52326" cy="52326"/>
            </a:xfrm>
            <a:custGeom>
              <a:avLst/>
              <a:gdLst>
                <a:gd name="connsiteX0" fmla="*/ 26163 w 52326"/>
                <a:gd name="connsiteY0" fmla="*/ 0 h 52326"/>
                <a:gd name="connsiteX1" fmla="*/ 0 w 52326"/>
                <a:gd name="connsiteY1" fmla="*/ 26163 h 52326"/>
                <a:gd name="connsiteX2" fmla="*/ 5930 w 52326"/>
                <a:gd name="connsiteY2" fmla="*/ 42908 h 52326"/>
                <a:gd name="connsiteX3" fmla="*/ 26163 w 52326"/>
                <a:gd name="connsiteY3" fmla="*/ 52326 h 52326"/>
                <a:gd name="connsiteX4" fmla="*/ 52326 w 52326"/>
                <a:gd name="connsiteY4" fmla="*/ 26163 h 52326"/>
                <a:gd name="connsiteX5" fmla="*/ 46396 w 52326"/>
                <a:gd name="connsiteY5" fmla="*/ 9419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778" name="Freeform: Shape 777">
              <a:extLst>
                <a:ext uri="{FF2B5EF4-FFF2-40B4-BE49-F238E27FC236}">
                  <a16:creationId xmlns:a16="http://schemas.microsoft.com/office/drawing/2014/main" id="{DE010820-90A4-1685-E483-89F7581748D1}"/>
                </a:ext>
              </a:extLst>
            </p:cNvPr>
            <p:cNvSpPr/>
            <p:nvPr/>
          </p:nvSpPr>
          <p:spPr>
            <a:xfrm>
              <a:off x="11721064"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79" name="Freeform: Shape 778">
              <a:extLst>
                <a:ext uri="{FF2B5EF4-FFF2-40B4-BE49-F238E27FC236}">
                  <a16:creationId xmlns:a16="http://schemas.microsoft.com/office/drawing/2014/main" id="{A0313E09-C2DC-C135-6D7F-63DDFD3C553A}"/>
                </a:ext>
              </a:extLst>
            </p:cNvPr>
            <p:cNvSpPr/>
            <p:nvPr/>
          </p:nvSpPr>
          <p:spPr>
            <a:xfrm>
              <a:off x="1130245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0" name="Freeform: Shape 779">
              <a:extLst>
                <a:ext uri="{FF2B5EF4-FFF2-40B4-BE49-F238E27FC236}">
                  <a16:creationId xmlns:a16="http://schemas.microsoft.com/office/drawing/2014/main" id="{4EDE2156-F3A7-1CB5-9AB2-82651E0FCE94}"/>
                </a:ext>
              </a:extLst>
            </p:cNvPr>
            <p:cNvSpPr/>
            <p:nvPr/>
          </p:nvSpPr>
          <p:spPr>
            <a:xfrm>
              <a:off x="9314060" y="5234253"/>
              <a:ext cx="52326" cy="52326"/>
            </a:xfrm>
            <a:custGeom>
              <a:avLst/>
              <a:gdLst>
                <a:gd name="connsiteX0" fmla="*/ 44652 w 52326"/>
                <a:gd name="connsiteY0" fmla="*/ 7674 h 52326"/>
                <a:gd name="connsiteX1" fmla="*/ 26163 w 52326"/>
                <a:gd name="connsiteY1" fmla="*/ 0 h 52326"/>
                <a:gd name="connsiteX2" fmla="*/ 3139 w 52326"/>
                <a:gd name="connsiteY2" fmla="*/ 13605 h 52326"/>
                <a:gd name="connsiteX3" fmla="*/ 0 w 52326"/>
                <a:gd name="connsiteY3" fmla="*/ 26163 h 52326"/>
                <a:gd name="connsiteX4" fmla="*/ 26163 w 52326"/>
                <a:gd name="connsiteY4" fmla="*/ 52326 h 52326"/>
                <a:gd name="connsiteX5" fmla="*/ 26163 w 52326"/>
                <a:gd name="connsiteY5" fmla="*/ 52326 h 52326"/>
                <a:gd name="connsiteX6" fmla="*/ 42908 w 52326"/>
                <a:gd name="connsiteY6" fmla="*/ 46396 h 52326"/>
                <a:gd name="connsiteX7" fmla="*/ 52326 w 52326"/>
                <a:gd name="connsiteY7" fmla="*/ 26163 h 52326"/>
                <a:gd name="connsiteX8" fmla="*/ 44652 w 52326"/>
                <a:gd name="connsiteY8" fmla="*/ 7674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4652" y="7674"/>
                  </a:moveTo>
                  <a:cubicBezTo>
                    <a:pt x="39768" y="2791"/>
                    <a:pt x="33489" y="0"/>
                    <a:pt x="26163" y="0"/>
                  </a:cubicBezTo>
                  <a:cubicBezTo>
                    <a:pt x="16395" y="0"/>
                    <a:pt x="7674" y="5581"/>
                    <a:pt x="3139" y="13605"/>
                  </a:cubicBezTo>
                  <a:cubicBezTo>
                    <a:pt x="1047" y="17442"/>
                    <a:pt x="0" y="21628"/>
                    <a:pt x="0" y="26163"/>
                  </a:cubicBezTo>
                  <a:cubicBezTo>
                    <a:pt x="0" y="40465"/>
                    <a:pt x="11860" y="52326"/>
                    <a:pt x="26163" y="52326"/>
                  </a:cubicBezTo>
                  <a:lnTo>
                    <a:pt x="26163" y="52326"/>
                  </a:lnTo>
                  <a:cubicBezTo>
                    <a:pt x="32442" y="52326"/>
                    <a:pt x="38373" y="50233"/>
                    <a:pt x="42908" y="46396"/>
                  </a:cubicBezTo>
                  <a:cubicBezTo>
                    <a:pt x="48838" y="41512"/>
                    <a:pt x="52326" y="34187"/>
                    <a:pt x="52326" y="26163"/>
                  </a:cubicBezTo>
                  <a:cubicBezTo>
                    <a:pt x="52326" y="18838"/>
                    <a:pt x="49535" y="12558"/>
                    <a:pt x="44652" y="7674"/>
                  </a:cubicBezTo>
                  <a:close/>
                </a:path>
              </a:pathLst>
            </a:custGeom>
            <a:grpFill/>
            <a:ln w="3488" cap="flat">
              <a:noFill/>
              <a:prstDash val="solid"/>
              <a:miter/>
            </a:ln>
          </p:spPr>
          <p:txBody>
            <a:bodyPr rtlCol="0" anchor="ctr"/>
            <a:lstStyle/>
            <a:p>
              <a:endParaRPr lang="en-ID"/>
            </a:p>
          </p:txBody>
        </p:sp>
        <p:sp>
          <p:nvSpPr>
            <p:cNvPr id="781" name="Freeform: Shape 780">
              <a:extLst>
                <a:ext uri="{FF2B5EF4-FFF2-40B4-BE49-F238E27FC236}">
                  <a16:creationId xmlns:a16="http://schemas.microsoft.com/office/drawing/2014/main" id="{23768606-BA4F-2002-BE7D-C9B18A9ADF9A}"/>
                </a:ext>
              </a:extLst>
            </p:cNvPr>
            <p:cNvSpPr/>
            <p:nvPr/>
          </p:nvSpPr>
          <p:spPr>
            <a:xfrm>
              <a:off x="1140710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2" name="Freeform: Shape 781">
              <a:extLst>
                <a:ext uri="{FF2B5EF4-FFF2-40B4-BE49-F238E27FC236}">
                  <a16:creationId xmlns:a16="http://schemas.microsoft.com/office/drawing/2014/main" id="{956973FE-6F1E-9AC2-47CF-8FA84830F3DB}"/>
                </a:ext>
              </a:extLst>
            </p:cNvPr>
            <p:cNvSpPr/>
            <p:nvPr/>
          </p:nvSpPr>
          <p:spPr>
            <a:xfrm>
              <a:off x="1140710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3" name="Freeform: Shape 782">
              <a:extLst>
                <a:ext uri="{FF2B5EF4-FFF2-40B4-BE49-F238E27FC236}">
                  <a16:creationId xmlns:a16="http://schemas.microsoft.com/office/drawing/2014/main" id="{1D784F46-FC47-F85F-C9E2-0FD29C9E1F57}"/>
                </a:ext>
              </a:extLst>
            </p:cNvPr>
            <p:cNvSpPr/>
            <p:nvPr/>
          </p:nvSpPr>
          <p:spPr>
            <a:xfrm>
              <a:off x="1140710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84" name="Freeform: Shape 783">
              <a:extLst>
                <a:ext uri="{FF2B5EF4-FFF2-40B4-BE49-F238E27FC236}">
                  <a16:creationId xmlns:a16="http://schemas.microsoft.com/office/drawing/2014/main" id="{707A0103-265C-22BA-FDE9-AA7A2EC7AC0A}"/>
                </a:ext>
              </a:extLst>
            </p:cNvPr>
            <p:cNvSpPr/>
            <p:nvPr/>
          </p:nvSpPr>
          <p:spPr>
            <a:xfrm>
              <a:off x="11616412"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85" name="Freeform: Shape 784">
              <a:extLst>
                <a:ext uri="{FF2B5EF4-FFF2-40B4-BE49-F238E27FC236}">
                  <a16:creationId xmlns:a16="http://schemas.microsoft.com/office/drawing/2014/main" id="{789EC149-084A-C91E-88B3-1AFE7BF58C0C}"/>
                </a:ext>
              </a:extLst>
            </p:cNvPr>
            <p:cNvSpPr/>
            <p:nvPr/>
          </p:nvSpPr>
          <p:spPr>
            <a:xfrm>
              <a:off x="1130245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6" name="Freeform: Shape 785">
              <a:extLst>
                <a:ext uri="{FF2B5EF4-FFF2-40B4-BE49-F238E27FC236}">
                  <a16:creationId xmlns:a16="http://schemas.microsoft.com/office/drawing/2014/main" id="{5FB79113-19D3-B9A5-83A9-AC2D9E35258C}"/>
                </a:ext>
              </a:extLst>
            </p:cNvPr>
            <p:cNvSpPr/>
            <p:nvPr/>
          </p:nvSpPr>
          <p:spPr>
            <a:xfrm>
              <a:off x="10674540" y="4083077"/>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87" name="Freeform: Shape 786">
              <a:extLst>
                <a:ext uri="{FF2B5EF4-FFF2-40B4-BE49-F238E27FC236}">
                  <a16:creationId xmlns:a16="http://schemas.microsoft.com/office/drawing/2014/main" id="{6F419C38-9B76-A928-89F0-82F460703579}"/>
                </a:ext>
              </a:extLst>
            </p:cNvPr>
            <p:cNvSpPr/>
            <p:nvPr/>
          </p:nvSpPr>
          <p:spPr>
            <a:xfrm>
              <a:off x="1067454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8" name="Freeform: Shape 787">
              <a:extLst>
                <a:ext uri="{FF2B5EF4-FFF2-40B4-BE49-F238E27FC236}">
                  <a16:creationId xmlns:a16="http://schemas.microsoft.com/office/drawing/2014/main" id="{5F30A074-C688-92B5-EA3C-55CC50E810F1}"/>
                </a:ext>
              </a:extLst>
            </p:cNvPr>
            <p:cNvSpPr/>
            <p:nvPr/>
          </p:nvSpPr>
          <p:spPr>
            <a:xfrm>
              <a:off x="1046523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89" name="Freeform: Shape 788">
              <a:extLst>
                <a:ext uri="{FF2B5EF4-FFF2-40B4-BE49-F238E27FC236}">
                  <a16:creationId xmlns:a16="http://schemas.microsoft.com/office/drawing/2014/main" id="{E4ECA2E4-E1A0-D7FA-80BE-EBFEC62005F8}"/>
                </a:ext>
              </a:extLst>
            </p:cNvPr>
            <p:cNvSpPr/>
            <p:nvPr/>
          </p:nvSpPr>
          <p:spPr>
            <a:xfrm>
              <a:off x="1046523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0" name="Freeform: Shape 789">
              <a:extLst>
                <a:ext uri="{FF2B5EF4-FFF2-40B4-BE49-F238E27FC236}">
                  <a16:creationId xmlns:a16="http://schemas.microsoft.com/office/drawing/2014/main" id="{110E9124-E269-E675-87C9-49749FB72570}"/>
                </a:ext>
              </a:extLst>
            </p:cNvPr>
            <p:cNvSpPr/>
            <p:nvPr/>
          </p:nvSpPr>
          <p:spPr>
            <a:xfrm>
              <a:off x="1025593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1" name="Freeform: Shape 790">
              <a:extLst>
                <a:ext uri="{FF2B5EF4-FFF2-40B4-BE49-F238E27FC236}">
                  <a16:creationId xmlns:a16="http://schemas.microsoft.com/office/drawing/2014/main" id="{0D97F698-F9DC-34FF-A328-A23335BD43F4}"/>
                </a:ext>
              </a:extLst>
            </p:cNvPr>
            <p:cNvSpPr/>
            <p:nvPr/>
          </p:nvSpPr>
          <p:spPr>
            <a:xfrm>
              <a:off x="1119780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92" name="Freeform: Shape 791">
              <a:extLst>
                <a:ext uri="{FF2B5EF4-FFF2-40B4-BE49-F238E27FC236}">
                  <a16:creationId xmlns:a16="http://schemas.microsoft.com/office/drawing/2014/main" id="{C28C4D48-3795-3E71-E82E-A08811F7D15A}"/>
                </a:ext>
              </a:extLst>
            </p:cNvPr>
            <p:cNvSpPr/>
            <p:nvPr/>
          </p:nvSpPr>
          <p:spPr>
            <a:xfrm>
              <a:off x="99419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3" name="Freeform: Shape 792">
              <a:extLst>
                <a:ext uri="{FF2B5EF4-FFF2-40B4-BE49-F238E27FC236}">
                  <a16:creationId xmlns:a16="http://schemas.microsoft.com/office/drawing/2014/main" id="{BA630752-7679-DD2E-3666-498CD7876608}"/>
                </a:ext>
              </a:extLst>
            </p:cNvPr>
            <p:cNvSpPr/>
            <p:nvPr/>
          </p:nvSpPr>
          <p:spPr>
            <a:xfrm>
              <a:off x="97326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4" name="Freeform: Shape 793">
              <a:extLst>
                <a:ext uri="{FF2B5EF4-FFF2-40B4-BE49-F238E27FC236}">
                  <a16:creationId xmlns:a16="http://schemas.microsoft.com/office/drawing/2014/main" id="{6DAD8C05-7210-4B95-4DD2-BB2628120244}"/>
                </a:ext>
              </a:extLst>
            </p:cNvPr>
            <p:cNvSpPr/>
            <p:nvPr/>
          </p:nvSpPr>
          <p:spPr>
            <a:xfrm>
              <a:off x="900010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5" name="Freeform: Shape 794">
              <a:extLst>
                <a:ext uri="{FF2B5EF4-FFF2-40B4-BE49-F238E27FC236}">
                  <a16:creationId xmlns:a16="http://schemas.microsoft.com/office/drawing/2014/main" id="{553A0C07-D0EA-C949-6A30-A526470B5DB2}"/>
                </a:ext>
              </a:extLst>
            </p:cNvPr>
            <p:cNvSpPr/>
            <p:nvPr/>
          </p:nvSpPr>
          <p:spPr>
            <a:xfrm>
              <a:off x="75349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6" name="Freeform: Shape 795">
              <a:extLst>
                <a:ext uri="{FF2B5EF4-FFF2-40B4-BE49-F238E27FC236}">
                  <a16:creationId xmlns:a16="http://schemas.microsoft.com/office/drawing/2014/main" id="{53F39E60-353A-FF78-274B-CFDBDDBD6F4A}"/>
                </a:ext>
              </a:extLst>
            </p:cNvPr>
            <p:cNvSpPr/>
            <p:nvPr/>
          </p:nvSpPr>
          <p:spPr>
            <a:xfrm>
              <a:off x="75349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7" name="Freeform: Shape 796">
              <a:extLst>
                <a:ext uri="{FF2B5EF4-FFF2-40B4-BE49-F238E27FC236}">
                  <a16:creationId xmlns:a16="http://schemas.microsoft.com/office/drawing/2014/main" id="{990F3724-B26D-86F4-52F6-8FBF08B4072C}"/>
                </a:ext>
              </a:extLst>
            </p:cNvPr>
            <p:cNvSpPr/>
            <p:nvPr/>
          </p:nvSpPr>
          <p:spPr>
            <a:xfrm rot="17550026">
              <a:off x="7221181" y="3978330"/>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798" name="Freeform: Shape 797">
              <a:extLst>
                <a:ext uri="{FF2B5EF4-FFF2-40B4-BE49-F238E27FC236}">
                  <a16:creationId xmlns:a16="http://schemas.microsoft.com/office/drawing/2014/main" id="{AAF29A3B-4236-781D-648C-C4FAD90C7146}"/>
                </a:ext>
              </a:extLst>
            </p:cNvPr>
            <p:cNvSpPr/>
            <p:nvPr/>
          </p:nvSpPr>
          <p:spPr>
            <a:xfrm>
              <a:off x="701170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99" name="Freeform: Shape 798">
              <a:extLst>
                <a:ext uri="{FF2B5EF4-FFF2-40B4-BE49-F238E27FC236}">
                  <a16:creationId xmlns:a16="http://schemas.microsoft.com/office/drawing/2014/main" id="{829A7532-31C7-0DCE-EF5A-EF4DACAAC401}"/>
                </a:ext>
              </a:extLst>
            </p:cNvPr>
            <p:cNvSpPr/>
            <p:nvPr/>
          </p:nvSpPr>
          <p:spPr>
            <a:xfrm>
              <a:off x="6907055"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00" name="Freeform: Shape 799">
              <a:extLst>
                <a:ext uri="{FF2B5EF4-FFF2-40B4-BE49-F238E27FC236}">
                  <a16:creationId xmlns:a16="http://schemas.microsoft.com/office/drawing/2014/main" id="{FA48E21E-3215-204F-09D0-9D17B6C004EC}"/>
                </a:ext>
              </a:extLst>
            </p:cNvPr>
            <p:cNvSpPr/>
            <p:nvPr/>
          </p:nvSpPr>
          <p:spPr>
            <a:xfrm>
              <a:off x="680240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1" name="Freeform: Shape 800">
              <a:extLst>
                <a:ext uri="{FF2B5EF4-FFF2-40B4-BE49-F238E27FC236}">
                  <a16:creationId xmlns:a16="http://schemas.microsoft.com/office/drawing/2014/main" id="{884A9535-1AF8-3029-0A36-CBAC01B315CE}"/>
                </a:ext>
              </a:extLst>
            </p:cNvPr>
            <p:cNvSpPr/>
            <p:nvPr/>
          </p:nvSpPr>
          <p:spPr>
            <a:xfrm>
              <a:off x="617448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2" name="Freeform: Shape 801">
              <a:extLst>
                <a:ext uri="{FF2B5EF4-FFF2-40B4-BE49-F238E27FC236}">
                  <a16:creationId xmlns:a16="http://schemas.microsoft.com/office/drawing/2014/main" id="{250C3031-BD0D-E893-AF33-ED7D02BE89A0}"/>
                </a:ext>
              </a:extLst>
            </p:cNvPr>
            <p:cNvSpPr/>
            <p:nvPr/>
          </p:nvSpPr>
          <p:spPr>
            <a:xfrm>
              <a:off x="9104755" y="3664816"/>
              <a:ext cx="52326" cy="51977"/>
            </a:xfrm>
            <a:custGeom>
              <a:avLst/>
              <a:gdLst>
                <a:gd name="connsiteX0" fmla="*/ 26163 w 52326"/>
                <a:gd name="connsiteY0" fmla="*/ 51977 h 51977"/>
                <a:gd name="connsiteX1" fmla="*/ 33837 w 52326"/>
                <a:gd name="connsiteY1" fmla="*/ 50931 h 51977"/>
                <a:gd name="connsiteX2" fmla="*/ 35931 w 52326"/>
                <a:gd name="connsiteY2" fmla="*/ 50233 h 51977"/>
                <a:gd name="connsiteX3" fmla="*/ 36279 w 52326"/>
                <a:gd name="connsiteY3" fmla="*/ 50233 h 51977"/>
                <a:gd name="connsiteX4" fmla="*/ 52326 w 52326"/>
                <a:gd name="connsiteY4" fmla="*/ 26163 h 51977"/>
                <a:gd name="connsiteX5" fmla="*/ 26163 w 52326"/>
                <a:gd name="connsiteY5" fmla="*/ 0 h 51977"/>
                <a:gd name="connsiteX6" fmla="*/ 18489 w 52326"/>
                <a:gd name="connsiteY6" fmla="*/ 1047 h 51977"/>
                <a:gd name="connsiteX7" fmla="*/ 13954 w 52326"/>
                <a:gd name="connsiteY7" fmla="*/ 2791 h 51977"/>
                <a:gd name="connsiteX8" fmla="*/ 13604 w 52326"/>
                <a:gd name="connsiteY8" fmla="*/ 2791 h 51977"/>
                <a:gd name="connsiteX9" fmla="*/ 0 w 52326"/>
                <a:gd name="connsiteY9" fmla="*/ 25814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8954" y="51977"/>
                    <a:pt x="31396" y="51629"/>
                    <a:pt x="33837" y="50931"/>
                  </a:cubicBezTo>
                  <a:cubicBezTo>
                    <a:pt x="34535" y="50582"/>
                    <a:pt x="35233" y="50582"/>
                    <a:pt x="35931" y="50233"/>
                  </a:cubicBezTo>
                  <a:cubicBezTo>
                    <a:pt x="35931" y="50233"/>
                    <a:pt x="36279" y="50233"/>
                    <a:pt x="36279" y="50233"/>
                  </a:cubicBezTo>
                  <a:cubicBezTo>
                    <a:pt x="45699" y="46396"/>
                    <a:pt x="52326" y="36977"/>
                    <a:pt x="52326" y="26163"/>
                  </a:cubicBezTo>
                  <a:cubicBezTo>
                    <a:pt x="52326" y="11861"/>
                    <a:pt x="40466" y="0"/>
                    <a:pt x="26163" y="0"/>
                  </a:cubicBezTo>
                  <a:cubicBezTo>
                    <a:pt x="23372" y="0"/>
                    <a:pt x="20930" y="349"/>
                    <a:pt x="18489" y="1047"/>
                  </a:cubicBezTo>
                  <a:cubicBezTo>
                    <a:pt x="17093" y="1395"/>
                    <a:pt x="15349" y="2093"/>
                    <a:pt x="13954" y="2791"/>
                  </a:cubicBezTo>
                  <a:cubicBezTo>
                    <a:pt x="13954" y="2791"/>
                    <a:pt x="13954" y="2791"/>
                    <a:pt x="13604" y="2791"/>
                  </a:cubicBezTo>
                  <a:cubicBezTo>
                    <a:pt x="5582" y="7326"/>
                    <a:pt x="0" y="15698"/>
                    <a:pt x="0" y="25814"/>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803" name="Freeform: Shape 802">
              <a:extLst>
                <a:ext uri="{FF2B5EF4-FFF2-40B4-BE49-F238E27FC236}">
                  <a16:creationId xmlns:a16="http://schemas.microsoft.com/office/drawing/2014/main" id="{FFC12396-987C-2CE4-2EBC-7F449D7E8051}"/>
                </a:ext>
              </a:extLst>
            </p:cNvPr>
            <p:cNvSpPr/>
            <p:nvPr/>
          </p:nvSpPr>
          <p:spPr>
            <a:xfrm>
              <a:off x="7848927"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04" name="Freeform: Shape 803">
              <a:extLst>
                <a:ext uri="{FF2B5EF4-FFF2-40B4-BE49-F238E27FC236}">
                  <a16:creationId xmlns:a16="http://schemas.microsoft.com/office/drawing/2014/main" id="{775ADA8F-2BAD-5907-43C1-BBE22C11B5A4}"/>
                </a:ext>
              </a:extLst>
            </p:cNvPr>
            <p:cNvSpPr/>
            <p:nvPr/>
          </p:nvSpPr>
          <p:spPr>
            <a:xfrm>
              <a:off x="7325665" y="4815643"/>
              <a:ext cx="52326" cy="52326"/>
            </a:xfrm>
            <a:custGeom>
              <a:avLst/>
              <a:gdLst>
                <a:gd name="connsiteX0" fmla="*/ 38722 w 52326"/>
                <a:gd name="connsiteY0" fmla="*/ 3140 h 52326"/>
                <a:gd name="connsiteX1" fmla="*/ 26163 w 52326"/>
                <a:gd name="connsiteY1" fmla="*/ 0 h 52326"/>
                <a:gd name="connsiteX2" fmla="*/ 0 w 52326"/>
                <a:gd name="connsiteY2" fmla="*/ 26163 h 52326"/>
                <a:gd name="connsiteX3" fmla="*/ 13604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2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2" y="3140"/>
                  </a:moveTo>
                  <a:cubicBezTo>
                    <a:pt x="34884" y="1046"/>
                    <a:pt x="30698" y="0"/>
                    <a:pt x="26163" y="0"/>
                  </a:cubicBezTo>
                  <a:cubicBezTo>
                    <a:pt x="11860" y="0"/>
                    <a:pt x="0" y="11861"/>
                    <a:pt x="0" y="26163"/>
                  </a:cubicBezTo>
                  <a:cubicBezTo>
                    <a:pt x="0" y="35931"/>
                    <a:pt x="5582" y="44652"/>
                    <a:pt x="13604" y="49187"/>
                  </a:cubicBezTo>
                  <a:cubicBezTo>
                    <a:pt x="17442" y="51280"/>
                    <a:pt x="21628" y="52326"/>
                    <a:pt x="26163" y="52326"/>
                  </a:cubicBezTo>
                  <a:lnTo>
                    <a:pt x="26163" y="52326"/>
                  </a:lnTo>
                  <a:cubicBezTo>
                    <a:pt x="40466" y="52326"/>
                    <a:pt x="52326" y="40465"/>
                    <a:pt x="52326" y="26163"/>
                  </a:cubicBezTo>
                  <a:cubicBezTo>
                    <a:pt x="52326" y="16396"/>
                    <a:pt x="46744" y="7675"/>
                    <a:pt x="38722" y="3140"/>
                  </a:cubicBezTo>
                  <a:close/>
                </a:path>
              </a:pathLst>
            </a:custGeom>
            <a:grpFill/>
            <a:ln w="3488" cap="flat">
              <a:noFill/>
              <a:prstDash val="solid"/>
              <a:miter/>
            </a:ln>
          </p:spPr>
          <p:txBody>
            <a:bodyPr rtlCol="0" anchor="ctr"/>
            <a:lstStyle/>
            <a:p>
              <a:endParaRPr lang="en-ID"/>
            </a:p>
          </p:txBody>
        </p:sp>
        <p:sp>
          <p:nvSpPr>
            <p:cNvPr id="805" name="Freeform: Shape 804">
              <a:extLst>
                <a:ext uri="{FF2B5EF4-FFF2-40B4-BE49-F238E27FC236}">
                  <a16:creationId xmlns:a16="http://schemas.microsoft.com/office/drawing/2014/main" id="{2190739A-2240-F627-ADCA-CC2DA1E650D6}"/>
                </a:ext>
              </a:extLst>
            </p:cNvPr>
            <p:cNvSpPr/>
            <p:nvPr/>
          </p:nvSpPr>
          <p:spPr>
            <a:xfrm>
              <a:off x="1182571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6" name="Freeform: Shape 805">
              <a:extLst>
                <a:ext uri="{FF2B5EF4-FFF2-40B4-BE49-F238E27FC236}">
                  <a16:creationId xmlns:a16="http://schemas.microsoft.com/office/drawing/2014/main" id="{AF761D72-1A76-2B4B-046A-77BAF7FC0ABE}"/>
                </a:ext>
              </a:extLst>
            </p:cNvPr>
            <p:cNvSpPr/>
            <p:nvPr/>
          </p:nvSpPr>
          <p:spPr>
            <a:xfrm>
              <a:off x="1067454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7" name="Freeform: Shape 806">
              <a:extLst>
                <a:ext uri="{FF2B5EF4-FFF2-40B4-BE49-F238E27FC236}">
                  <a16:creationId xmlns:a16="http://schemas.microsoft.com/office/drawing/2014/main" id="{161BCCCE-024B-7BA8-853C-BD24317AD48B}"/>
                </a:ext>
              </a:extLst>
            </p:cNvPr>
            <p:cNvSpPr/>
            <p:nvPr/>
          </p:nvSpPr>
          <p:spPr>
            <a:xfrm>
              <a:off x="11197802"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08" name="Freeform: Shape 807">
              <a:extLst>
                <a:ext uri="{FF2B5EF4-FFF2-40B4-BE49-F238E27FC236}">
                  <a16:creationId xmlns:a16="http://schemas.microsoft.com/office/drawing/2014/main" id="{32A3649E-5240-0E5E-2815-3EF1030A5006}"/>
                </a:ext>
              </a:extLst>
            </p:cNvPr>
            <p:cNvSpPr/>
            <p:nvPr/>
          </p:nvSpPr>
          <p:spPr>
            <a:xfrm>
              <a:off x="1098849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9" name="Freeform: Shape 808">
              <a:extLst>
                <a:ext uri="{FF2B5EF4-FFF2-40B4-BE49-F238E27FC236}">
                  <a16:creationId xmlns:a16="http://schemas.microsoft.com/office/drawing/2014/main" id="{82C6ECFC-00FB-B5EF-A63C-0AEFC2166608}"/>
                </a:ext>
              </a:extLst>
            </p:cNvPr>
            <p:cNvSpPr/>
            <p:nvPr/>
          </p:nvSpPr>
          <p:spPr>
            <a:xfrm>
              <a:off x="1077919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0" name="Freeform: Shape 809">
              <a:extLst>
                <a:ext uri="{FF2B5EF4-FFF2-40B4-BE49-F238E27FC236}">
                  <a16:creationId xmlns:a16="http://schemas.microsoft.com/office/drawing/2014/main" id="{5167E934-B8B2-B88B-DA5D-C94FD0BE1F68}"/>
                </a:ext>
              </a:extLst>
            </p:cNvPr>
            <p:cNvSpPr/>
            <p:nvPr/>
          </p:nvSpPr>
          <p:spPr>
            <a:xfrm>
              <a:off x="9941974" y="230398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11" name="Freeform: Shape 810">
              <a:extLst>
                <a:ext uri="{FF2B5EF4-FFF2-40B4-BE49-F238E27FC236}">
                  <a16:creationId xmlns:a16="http://schemas.microsoft.com/office/drawing/2014/main" id="{862DF0C6-D092-BE88-06A9-BC232D4A6B74}"/>
                </a:ext>
              </a:extLst>
            </p:cNvPr>
            <p:cNvSpPr/>
            <p:nvPr/>
          </p:nvSpPr>
          <p:spPr>
            <a:xfrm>
              <a:off x="9104755"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9" y="46396"/>
                    <a:pt x="49884" y="37326"/>
                  </a:cubicBezTo>
                  <a:cubicBezTo>
                    <a:pt x="50931" y="34884"/>
                    <a:pt x="51629" y="32442"/>
                    <a:pt x="51977" y="29652"/>
                  </a:cubicBezTo>
                  <a:cubicBezTo>
                    <a:pt x="51977" y="28605"/>
                    <a:pt x="52326" y="27558"/>
                    <a:pt x="52326" y="26163"/>
                  </a:cubicBezTo>
                  <a:cubicBezTo>
                    <a:pt x="52326" y="11860"/>
                    <a:pt x="40466" y="0"/>
                    <a:pt x="26163" y="0"/>
                  </a:cubicBezTo>
                  <a:lnTo>
                    <a:pt x="26163" y="0"/>
                  </a:lnTo>
                  <a:cubicBezTo>
                    <a:pt x="15349" y="0"/>
                    <a:pt x="5930" y="6628"/>
                    <a:pt x="2093" y="16047"/>
                  </a:cubicBezTo>
                  <a:cubicBezTo>
                    <a:pt x="1047" y="18140"/>
                    <a:pt x="698" y="20582"/>
                    <a:pt x="349" y="22675"/>
                  </a:cubicBezTo>
                  <a:cubicBezTo>
                    <a:pt x="349" y="23721"/>
                    <a:pt x="0" y="25116"/>
                    <a:pt x="0" y="26163"/>
                  </a:cubicBezTo>
                  <a:cubicBezTo>
                    <a:pt x="0" y="40814"/>
                    <a:pt x="11860" y="52675"/>
                    <a:pt x="26163" y="52675"/>
                  </a:cubicBezTo>
                  <a:close/>
                </a:path>
              </a:pathLst>
            </a:custGeom>
            <a:grpFill/>
            <a:ln w="3488" cap="flat">
              <a:noFill/>
              <a:prstDash val="solid"/>
              <a:miter/>
            </a:ln>
          </p:spPr>
          <p:txBody>
            <a:bodyPr rtlCol="0" anchor="ctr"/>
            <a:lstStyle/>
            <a:p>
              <a:endParaRPr lang="en-ID"/>
            </a:p>
          </p:txBody>
        </p:sp>
        <p:sp>
          <p:nvSpPr>
            <p:cNvPr id="812" name="Freeform: Shape 811">
              <a:extLst>
                <a:ext uri="{FF2B5EF4-FFF2-40B4-BE49-F238E27FC236}">
                  <a16:creationId xmlns:a16="http://schemas.microsoft.com/office/drawing/2014/main" id="{DCCA2A4C-3B4C-B463-84B9-FE3A68BD5E30}"/>
                </a:ext>
              </a:extLst>
            </p:cNvPr>
            <p:cNvSpPr/>
            <p:nvPr/>
          </p:nvSpPr>
          <p:spPr>
            <a:xfrm>
              <a:off x="88954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3" name="Freeform: Shape 812">
              <a:extLst>
                <a:ext uri="{FF2B5EF4-FFF2-40B4-BE49-F238E27FC236}">
                  <a16:creationId xmlns:a16="http://schemas.microsoft.com/office/drawing/2014/main" id="{6719A969-613A-2247-7FDF-84F6C5DE1835}"/>
                </a:ext>
              </a:extLst>
            </p:cNvPr>
            <p:cNvSpPr/>
            <p:nvPr/>
          </p:nvSpPr>
          <p:spPr>
            <a:xfrm>
              <a:off x="837218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14" name="Freeform: Shape 813">
              <a:extLst>
                <a:ext uri="{FF2B5EF4-FFF2-40B4-BE49-F238E27FC236}">
                  <a16:creationId xmlns:a16="http://schemas.microsoft.com/office/drawing/2014/main" id="{9B8BD7AD-53C0-D186-7E6A-E7FE1BDE933B}"/>
                </a:ext>
              </a:extLst>
            </p:cNvPr>
            <p:cNvSpPr/>
            <p:nvPr/>
          </p:nvSpPr>
          <p:spPr>
            <a:xfrm>
              <a:off x="78489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5" name="Freeform: Shape 814">
              <a:extLst>
                <a:ext uri="{FF2B5EF4-FFF2-40B4-BE49-F238E27FC236}">
                  <a16:creationId xmlns:a16="http://schemas.microsoft.com/office/drawing/2014/main" id="{C68FA28E-B889-47D8-8BE4-9913746F7D82}"/>
                </a:ext>
              </a:extLst>
            </p:cNvPr>
            <p:cNvSpPr/>
            <p:nvPr/>
          </p:nvSpPr>
          <p:spPr>
            <a:xfrm>
              <a:off x="627914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16" name="Freeform: Shape 815">
              <a:extLst>
                <a:ext uri="{FF2B5EF4-FFF2-40B4-BE49-F238E27FC236}">
                  <a16:creationId xmlns:a16="http://schemas.microsoft.com/office/drawing/2014/main" id="{68CDFB6A-4788-13CA-AA39-B0BC3D7C0087}"/>
                </a:ext>
              </a:extLst>
            </p:cNvPr>
            <p:cNvSpPr/>
            <p:nvPr/>
          </p:nvSpPr>
          <p:spPr>
            <a:xfrm>
              <a:off x="6069139" y="2932250"/>
              <a:ext cx="52326" cy="52326"/>
            </a:xfrm>
            <a:custGeom>
              <a:avLst/>
              <a:gdLst>
                <a:gd name="connsiteX0" fmla="*/ 698 w 52326"/>
                <a:gd name="connsiteY0" fmla="*/ 28605 h 52326"/>
                <a:gd name="connsiteX1" fmla="*/ 18837 w 52326"/>
                <a:gd name="connsiteY1" fmla="*/ 50931 h 52326"/>
                <a:gd name="connsiteX2" fmla="*/ 21279 w 52326"/>
                <a:gd name="connsiteY2" fmla="*/ 51628 h 52326"/>
                <a:gd name="connsiteX3" fmla="*/ 26512 w 52326"/>
                <a:gd name="connsiteY3" fmla="*/ 52326 h 52326"/>
                <a:gd name="connsiteX4" fmla="*/ 26512 w 52326"/>
                <a:gd name="connsiteY4" fmla="*/ 52326 h 52326"/>
                <a:gd name="connsiteX5" fmla="*/ 36628 w 52326"/>
                <a:gd name="connsiteY5" fmla="*/ 50233 h 52326"/>
                <a:gd name="connsiteX6" fmla="*/ 52326 w 52326"/>
                <a:gd name="connsiteY6" fmla="*/ 28954 h 52326"/>
                <a:gd name="connsiteX7" fmla="*/ 52326 w 52326"/>
                <a:gd name="connsiteY7" fmla="*/ 26163 h 52326"/>
                <a:gd name="connsiteX8" fmla="*/ 26163 w 52326"/>
                <a:gd name="connsiteY8" fmla="*/ 0 h 52326"/>
                <a:gd name="connsiteX9" fmla="*/ 26163 w 52326"/>
                <a:gd name="connsiteY9" fmla="*/ 0 h 52326"/>
                <a:gd name="connsiteX10" fmla="*/ 20930 w 52326"/>
                <a:gd name="connsiteY10" fmla="*/ 698 h 52326"/>
                <a:gd name="connsiteX11" fmla="*/ 18488 w 52326"/>
                <a:gd name="connsiteY11" fmla="*/ 1395 h 52326"/>
                <a:gd name="connsiteX12" fmla="*/ 2093 w 52326"/>
                <a:gd name="connsiteY12" fmla="*/ 16047 h 52326"/>
                <a:gd name="connsiteX13" fmla="*/ 0 w 52326"/>
                <a:gd name="connsiteY13" fmla="*/ 26163 h 52326"/>
                <a:gd name="connsiteX14" fmla="*/ 698 w 52326"/>
                <a:gd name="connsiteY14"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326" h="52326">
                  <a:moveTo>
                    <a:pt x="698" y="28605"/>
                  </a:moveTo>
                  <a:cubicBezTo>
                    <a:pt x="1744" y="39070"/>
                    <a:pt x="9070" y="47791"/>
                    <a:pt x="18837" y="50931"/>
                  </a:cubicBezTo>
                  <a:cubicBezTo>
                    <a:pt x="19535" y="51280"/>
                    <a:pt x="20581" y="51280"/>
                    <a:pt x="21279" y="51628"/>
                  </a:cubicBezTo>
                  <a:cubicBezTo>
                    <a:pt x="23023" y="51977"/>
                    <a:pt x="24768" y="52326"/>
                    <a:pt x="26512" y="52326"/>
                  </a:cubicBezTo>
                  <a:lnTo>
                    <a:pt x="26512" y="52326"/>
                  </a:lnTo>
                  <a:cubicBezTo>
                    <a:pt x="30000" y="52326"/>
                    <a:pt x="33489" y="51628"/>
                    <a:pt x="36628" y="50233"/>
                  </a:cubicBezTo>
                  <a:cubicBezTo>
                    <a:pt x="45349" y="46745"/>
                    <a:pt x="51628" y="38373"/>
                    <a:pt x="52326" y="28954"/>
                  </a:cubicBezTo>
                  <a:cubicBezTo>
                    <a:pt x="52326" y="27907"/>
                    <a:pt x="52326" y="27210"/>
                    <a:pt x="52326" y="26163"/>
                  </a:cubicBezTo>
                  <a:cubicBezTo>
                    <a:pt x="52326" y="11861"/>
                    <a:pt x="40465" y="0"/>
                    <a:pt x="26163" y="0"/>
                  </a:cubicBezTo>
                  <a:lnTo>
                    <a:pt x="26163" y="0"/>
                  </a:lnTo>
                  <a:cubicBezTo>
                    <a:pt x="24419" y="0"/>
                    <a:pt x="22675" y="349"/>
                    <a:pt x="20930" y="698"/>
                  </a:cubicBezTo>
                  <a:cubicBezTo>
                    <a:pt x="20233" y="698"/>
                    <a:pt x="19186" y="1046"/>
                    <a:pt x="18488" y="1395"/>
                  </a:cubicBezTo>
                  <a:cubicBezTo>
                    <a:pt x="11163" y="3837"/>
                    <a:pt x="5233" y="9070"/>
                    <a:pt x="2093" y="16047"/>
                  </a:cubicBezTo>
                  <a:cubicBezTo>
                    <a:pt x="698" y="19186"/>
                    <a:pt x="0" y="22675"/>
                    <a:pt x="0" y="26163"/>
                  </a:cubicBezTo>
                  <a:cubicBezTo>
                    <a:pt x="698" y="26861"/>
                    <a:pt x="698" y="27558"/>
                    <a:pt x="698" y="28605"/>
                  </a:cubicBezTo>
                  <a:close/>
                </a:path>
              </a:pathLst>
            </a:custGeom>
            <a:grpFill/>
            <a:ln w="3488" cap="flat">
              <a:noFill/>
              <a:prstDash val="solid"/>
              <a:miter/>
            </a:ln>
          </p:spPr>
          <p:txBody>
            <a:bodyPr rtlCol="0" anchor="ctr"/>
            <a:lstStyle/>
            <a:p>
              <a:endParaRPr lang="en-ID"/>
            </a:p>
          </p:txBody>
        </p:sp>
        <p:sp>
          <p:nvSpPr>
            <p:cNvPr id="817" name="Freeform: Shape 816">
              <a:extLst>
                <a:ext uri="{FF2B5EF4-FFF2-40B4-BE49-F238E27FC236}">
                  <a16:creationId xmlns:a16="http://schemas.microsoft.com/office/drawing/2014/main" id="{42C0A0CF-37B4-467A-8BDC-2C53B8847E88}"/>
                </a:ext>
              </a:extLst>
            </p:cNvPr>
            <p:cNvSpPr/>
            <p:nvPr/>
          </p:nvSpPr>
          <p:spPr>
            <a:xfrm>
              <a:off x="1119780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8" name="Freeform: Shape 817">
              <a:extLst>
                <a:ext uri="{FF2B5EF4-FFF2-40B4-BE49-F238E27FC236}">
                  <a16:creationId xmlns:a16="http://schemas.microsoft.com/office/drawing/2014/main" id="{DF078B06-E837-05C4-1B98-026E6CBB3E97}"/>
                </a:ext>
              </a:extLst>
            </p:cNvPr>
            <p:cNvSpPr/>
            <p:nvPr/>
          </p:nvSpPr>
          <p:spPr>
            <a:xfrm>
              <a:off x="11197802"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2" y="0"/>
                    <a:pt x="26163" y="0"/>
                  </a:cubicBezTo>
                  <a:cubicBezTo>
                    <a:pt x="11860" y="0"/>
                    <a:pt x="0" y="11861"/>
                    <a:pt x="0" y="26163"/>
                  </a:cubicBezTo>
                  <a:cubicBezTo>
                    <a:pt x="0" y="27210"/>
                    <a:pt x="0" y="27907"/>
                    <a:pt x="0" y="28954"/>
                  </a:cubicBezTo>
                  <a:cubicBezTo>
                    <a:pt x="1395" y="42210"/>
                    <a:pt x="12559" y="52326"/>
                    <a:pt x="26163" y="52326"/>
                  </a:cubicBezTo>
                  <a:cubicBezTo>
                    <a:pt x="40466"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819" name="Freeform: Shape 818">
              <a:extLst>
                <a:ext uri="{FF2B5EF4-FFF2-40B4-BE49-F238E27FC236}">
                  <a16:creationId xmlns:a16="http://schemas.microsoft.com/office/drawing/2014/main" id="{8DDBB2F9-371E-3B53-F1B6-62402A58432F}"/>
                </a:ext>
              </a:extLst>
            </p:cNvPr>
            <p:cNvSpPr/>
            <p:nvPr/>
          </p:nvSpPr>
          <p:spPr>
            <a:xfrm>
              <a:off x="8581493"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6" y="0"/>
                    <a:pt x="26163" y="0"/>
                  </a:cubicBezTo>
                  <a:cubicBezTo>
                    <a:pt x="11860" y="0"/>
                    <a:pt x="0" y="11861"/>
                    <a:pt x="0" y="26163"/>
                  </a:cubicBezTo>
                  <a:cubicBezTo>
                    <a:pt x="0" y="26163"/>
                    <a:pt x="0" y="26163"/>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20" name="Freeform: Shape 819">
              <a:extLst>
                <a:ext uri="{FF2B5EF4-FFF2-40B4-BE49-F238E27FC236}">
                  <a16:creationId xmlns:a16="http://schemas.microsoft.com/office/drawing/2014/main" id="{782CDB57-ABB1-E997-C52D-55422768089D}"/>
                </a:ext>
              </a:extLst>
            </p:cNvPr>
            <p:cNvSpPr/>
            <p:nvPr/>
          </p:nvSpPr>
          <p:spPr>
            <a:xfrm>
              <a:off x="1130245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1" name="Freeform: Shape 820">
              <a:extLst>
                <a:ext uri="{FF2B5EF4-FFF2-40B4-BE49-F238E27FC236}">
                  <a16:creationId xmlns:a16="http://schemas.microsoft.com/office/drawing/2014/main" id="{D1032CCC-C083-3854-F0A6-BF8267DD1245}"/>
                </a:ext>
              </a:extLst>
            </p:cNvPr>
            <p:cNvSpPr/>
            <p:nvPr/>
          </p:nvSpPr>
          <p:spPr>
            <a:xfrm>
              <a:off x="1025593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22" name="Freeform: Shape 821">
              <a:extLst>
                <a:ext uri="{FF2B5EF4-FFF2-40B4-BE49-F238E27FC236}">
                  <a16:creationId xmlns:a16="http://schemas.microsoft.com/office/drawing/2014/main" id="{AB661A33-7A8A-543B-E653-04AC682934A2}"/>
                </a:ext>
              </a:extLst>
            </p:cNvPr>
            <p:cNvSpPr/>
            <p:nvPr/>
          </p:nvSpPr>
          <p:spPr>
            <a:xfrm>
              <a:off x="11930369" y="544355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23" name="Freeform: Shape 822">
              <a:extLst>
                <a:ext uri="{FF2B5EF4-FFF2-40B4-BE49-F238E27FC236}">
                  <a16:creationId xmlns:a16="http://schemas.microsoft.com/office/drawing/2014/main" id="{027FCC81-D74E-8659-24B0-95DC818B4032}"/>
                </a:ext>
              </a:extLst>
            </p:cNvPr>
            <p:cNvSpPr/>
            <p:nvPr/>
          </p:nvSpPr>
          <p:spPr>
            <a:xfrm>
              <a:off x="10151278"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824" name="Freeform: Shape 823">
              <a:extLst>
                <a:ext uri="{FF2B5EF4-FFF2-40B4-BE49-F238E27FC236}">
                  <a16:creationId xmlns:a16="http://schemas.microsoft.com/office/drawing/2014/main" id="{C67DD6AE-61FF-73D5-D70A-0A3CE56E055D}"/>
                </a:ext>
              </a:extLst>
            </p:cNvPr>
            <p:cNvSpPr/>
            <p:nvPr/>
          </p:nvSpPr>
          <p:spPr>
            <a:xfrm>
              <a:off x="97326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5" name="Freeform: Shape 824">
              <a:extLst>
                <a:ext uri="{FF2B5EF4-FFF2-40B4-BE49-F238E27FC236}">
                  <a16:creationId xmlns:a16="http://schemas.microsoft.com/office/drawing/2014/main" id="{70071CF7-DD68-8FB4-F7AE-5932339978DA}"/>
                </a:ext>
              </a:extLst>
            </p:cNvPr>
            <p:cNvSpPr/>
            <p:nvPr/>
          </p:nvSpPr>
          <p:spPr>
            <a:xfrm>
              <a:off x="879079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6" name="Freeform: Shape 825">
              <a:extLst>
                <a:ext uri="{FF2B5EF4-FFF2-40B4-BE49-F238E27FC236}">
                  <a16:creationId xmlns:a16="http://schemas.microsoft.com/office/drawing/2014/main" id="{58706BB5-11DC-E4F3-ABBA-AC173C2945EE}"/>
                </a:ext>
              </a:extLst>
            </p:cNvPr>
            <p:cNvSpPr/>
            <p:nvPr/>
          </p:nvSpPr>
          <p:spPr>
            <a:xfrm>
              <a:off x="8162884" y="5443557"/>
              <a:ext cx="52326" cy="52326"/>
            </a:xfrm>
            <a:custGeom>
              <a:avLst/>
              <a:gdLst>
                <a:gd name="connsiteX0" fmla="*/ 33837 w 52326"/>
                <a:gd name="connsiteY0" fmla="*/ 1047 h 52326"/>
                <a:gd name="connsiteX1" fmla="*/ 30001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1" y="349"/>
                  </a:cubicBezTo>
                  <a:cubicBezTo>
                    <a:pt x="28605" y="0"/>
                    <a:pt x="27558" y="0"/>
                    <a:pt x="26163" y="0"/>
                  </a:cubicBezTo>
                  <a:cubicBezTo>
                    <a:pt x="11860" y="0"/>
                    <a:pt x="0" y="11861"/>
                    <a:pt x="0" y="26163"/>
                  </a:cubicBezTo>
                  <a:cubicBezTo>
                    <a:pt x="0" y="40465"/>
                    <a:pt x="11860" y="52326"/>
                    <a:pt x="26163" y="52326"/>
                  </a:cubicBezTo>
                  <a:cubicBezTo>
                    <a:pt x="40466"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827" name="Freeform: Shape 826">
              <a:extLst>
                <a:ext uri="{FF2B5EF4-FFF2-40B4-BE49-F238E27FC236}">
                  <a16:creationId xmlns:a16="http://schemas.microsoft.com/office/drawing/2014/main" id="{5D0F44C0-8B85-02FC-BA59-958A8DC97888}"/>
                </a:ext>
              </a:extLst>
            </p:cNvPr>
            <p:cNvSpPr/>
            <p:nvPr/>
          </p:nvSpPr>
          <p:spPr>
            <a:xfrm>
              <a:off x="7953579" y="4606338"/>
              <a:ext cx="51990" cy="52326"/>
            </a:xfrm>
            <a:custGeom>
              <a:avLst/>
              <a:gdLst>
                <a:gd name="connsiteX0" fmla="*/ 36628 w 51990"/>
                <a:gd name="connsiteY0" fmla="*/ 2093 h 52326"/>
                <a:gd name="connsiteX1" fmla="*/ 26163 w 51990"/>
                <a:gd name="connsiteY1" fmla="*/ 0 h 52326"/>
                <a:gd name="connsiteX2" fmla="*/ 0 w 51990"/>
                <a:gd name="connsiteY2" fmla="*/ 26163 h 52326"/>
                <a:gd name="connsiteX3" fmla="*/ 0 w 51990"/>
                <a:gd name="connsiteY3" fmla="*/ 26163 h 52326"/>
                <a:gd name="connsiteX4" fmla="*/ 13604 w 51990"/>
                <a:gd name="connsiteY4" fmla="*/ 49187 h 52326"/>
                <a:gd name="connsiteX5" fmla="*/ 13604 w 51990"/>
                <a:gd name="connsiteY5" fmla="*/ 49187 h 52326"/>
                <a:gd name="connsiteX6" fmla="*/ 20581 w 51990"/>
                <a:gd name="connsiteY6" fmla="*/ 51628 h 52326"/>
                <a:gd name="connsiteX7" fmla="*/ 25814 w 51990"/>
                <a:gd name="connsiteY7" fmla="*/ 52326 h 52326"/>
                <a:gd name="connsiteX8" fmla="*/ 51977 w 51990"/>
                <a:gd name="connsiteY8" fmla="*/ 26163 h 52326"/>
                <a:gd name="connsiteX9" fmla="*/ 36628 w 51990"/>
                <a:gd name="connsiteY9"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90" h="52326">
                  <a:moveTo>
                    <a:pt x="36628" y="2093"/>
                  </a:moveTo>
                  <a:cubicBezTo>
                    <a:pt x="33489" y="698"/>
                    <a:pt x="30001" y="0"/>
                    <a:pt x="26163" y="0"/>
                  </a:cubicBezTo>
                  <a:cubicBezTo>
                    <a:pt x="11860" y="0"/>
                    <a:pt x="0" y="11861"/>
                    <a:pt x="0" y="26163"/>
                  </a:cubicBezTo>
                  <a:lnTo>
                    <a:pt x="0" y="26163"/>
                  </a:lnTo>
                  <a:cubicBezTo>
                    <a:pt x="0" y="35931"/>
                    <a:pt x="5582" y="44652"/>
                    <a:pt x="13604" y="49187"/>
                  </a:cubicBezTo>
                  <a:cubicBezTo>
                    <a:pt x="13604" y="49187"/>
                    <a:pt x="13604" y="49187"/>
                    <a:pt x="13604" y="49187"/>
                  </a:cubicBezTo>
                  <a:cubicBezTo>
                    <a:pt x="15698" y="50233"/>
                    <a:pt x="18140" y="51280"/>
                    <a:pt x="20581" y="51628"/>
                  </a:cubicBezTo>
                  <a:cubicBezTo>
                    <a:pt x="22325" y="51977"/>
                    <a:pt x="24070" y="52326"/>
                    <a:pt x="25814" y="52326"/>
                  </a:cubicBezTo>
                  <a:cubicBezTo>
                    <a:pt x="40117" y="52326"/>
                    <a:pt x="51977" y="40465"/>
                    <a:pt x="51977" y="26163"/>
                  </a:cubicBezTo>
                  <a:cubicBezTo>
                    <a:pt x="52326" y="15349"/>
                    <a:pt x="46047" y="6279"/>
                    <a:pt x="36628" y="2093"/>
                  </a:cubicBezTo>
                  <a:close/>
                </a:path>
              </a:pathLst>
            </a:custGeom>
            <a:grpFill/>
            <a:ln w="3488" cap="flat">
              <a:noFill/>
              <a:prstDash val="solid"/>
              <a:miter/>
            </a:ln>
          </p:spPr>
          <p:txBody>
            <a:bodyPr rtlCol="0" anchor="ctr"/>
            <a:lstStyle/>
            <a:p>
              <a:endParaRPr lang="en-ID"/>
            </a:p>
          </p:txBody>
        </p:sp>
        <p:sp>
          <p:nvSpPr>
            <p:cNvPr id="828" name="Freeform: Shape 827">
              <a:extLst>
                <a:ext uri="{FF2B5EF4-FFF2-40B4-BE49-F238E27FC236}">
                  <a16:creationId xmlns:a16="http://schemas.microsoft.com/office/drawing/2014/main" id="{D101AF2B-BEBB-0D61-5DBD-571F25328240}"/>
                </a:ext>
              </a:extLst>
            </p:cNvPr>
            <p:cNvSpPr/>
            <p:nvPr/>
          </p:nvSpPr>
          <p:spPr>
            <a:xfrm>
              <a:off x="6383793"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9" name="Freeform: Shape 828">
              <a:extLst>
                <a:ext uri="{FF2B5EF4-FFF2-40B4-BE49-F238E27FC236}">
                  <a16:creationId xmlns:a16="http://schemas.microsoft.com/office/drawing/2014/main" id="{0B62DDBD-EA12-2E61-CF6B-A97339F5BF48}"/>
                </a:ext>
              </a:extLst>
            </p:cNvPr>
            <p:cNvSpPr/>
            <p:nvPr/>
          </p:nvSpPr>
          <p:spPr>
            <a:xfrm>
              <a:off x="6174489"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0" name="Freeform: Shape 829">
              <a:extLst>
                <a:ext uri="{FF2B5EF4-FFF2-40B4-BE49-F238E27FC236}">
                  <a16:creationId xmlns:a16="http://schemas.microsoft.com/office/drawing/2014/main" id="{88E2502D-BA1D-CC22-D553-DBB14C95BB88}"/>
                </a:ext>
              </a:extLst>
            </p:cNvPr>
            <p:cNvSpPr/>
            <p:nvPr/>
          </p:nvSpPr>
          <p:spPr>
            <a:xfrm>
              <a:off x="606983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1" name="Freeform: Shape 830">
              <a:extLst>
                <a:ext uri="{FF2B5EF4-FFF2-40B4-BE49-F238E27FC236}">
                  <a16:creationId xmlns:a16="http://schemas.microsoft.com/office/drawing/2014/main" id="{DF82B4DD-9A3E-46AD-DD1A-5B63EB2BE8B9}"/>
                </a:ext>
              </a:extLst>
            </p:cNvPr>
            <p:cNvSpPr/>
            <p:nvPr/>
          </p:nvSpPr>
          <p:spPr>
            <a:xfrm>
              <a:off x="6069488" y="4815992"/>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2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2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5"/>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832" name="Freeform: Shape 831">
              <a:extLst>
                <a:ext uri="{FF2B5EF4-FFF2-40B4-BE49-F238E27FC236}">
                  <a16:creationId xmlns:a16="http://schemas.microsoft.com/office/drawing/2014/main" id="{7E302B84-E206-1973-3239-E2958D2338E2}"/>
                </a:ext>
              </a:extLst>
            </p:cNvPr>
            <p:cNvSpPr/>
            <p:nvPr/>
          </p:nvSpPr>
          <p:spPr>
            <a:xfrm>
              <a:off x="11093150" y="3664467"/>
              <a:ext cx="52675" cy="52326"/>
            </a:xfrm>
            <a:custGeom>
              <a:avLst/>
              <a:gdLst>
                <a:gd name="connsiteX0" fmla="*/ 26163 w 52675"/>
                <a:gd name="connsiteY0" fmla="*/ 0 h 52326"/>
                <a:gd name="connsiteX1" fmla="*/ 0 w 52675"/>
                <a:gd name="connsiteY1" fmla="*/ 26163 h 52326"/>
                <a:gd name="connsiteX2" fmla="*/ 15349 w 52675"/>
                <a:gd name="connsiteY2" fmla="*/ 49884 h 52326"/>
                <a:gd name="connsiteX3" fmla="*/ 23372 w 52675"/>
                <a:gd name="connsiteY3" fmla="*/ 51977 h 52326"/>
                <a:gd name="connsiteX4" fmla="*/ 26512 w 52675"/>
                <a:gd name="connsiteY4" fmla="*/ 52326 h 52326"/>
                <a:gd name="connsiteX5" fmla="*/ 52675 w 52675"/>
                <a:gd name="connsiteY5" fmla="*/ 26163 h 52326"/>
                <a:gd name="connsiteX6" fmla="*/ 26163 w 52675"/>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5" h="52326">
                  <a:moveTo>
                    <a:pt x="26163" y="0"/>
                  </a:move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814" y="52326"/>
                    <a:pt x="52675" y="40465"/>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33" name="Freeform: Shape 832">
              <a:extLst>
                <a:ext uri="{FF2B5EF4-FFF2-40B4-BE49-F238E27FC236}">
                  <a16:creationId xmlns:a16="http://schemas.microsoft.com/office/drawing/2014/main" id="{1CFADE3E-8BF7-82CD-DEC7-3B0A7AED02A7}"/>
                </a:ext>
              </a:extLst>
            </p:cNvPr>
            <p:cNvSpPr/>
            <p:nvPr/>
          </p:nvSpPr>
          <p:spPr>
            <a:xfrm>
              <a:off x="9941974"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34" name="Freeform: Shape 833">
              <a:extLst>
                <a:ext uri="{FF2B5EF4-FFF2-40B4-BE49-F238E27FC236}">
                  <a16:creationId xmlns:a16="http://schemas.microsoft.com/office/drawing/2014/main" id="{A7169CA4-C404-7E44-E39C-D04D1A314BEA}"/>
                </a:ext>
              </a:extLst>
            </p:cNvPr>
            <p:cNvSpPr/>
            <p:nvPr/>
          </p:nvSpPr>
          <p:spPr>
            <a:xfrm>
              <a:off x="9628017" y="2199334"/>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835" name="Freeform: Shape 834">
              <a:extLst>
                <a:ext uri="{FF2B5EF4-FFF2-40B4-BE49-F238E27FC236}">
                  <a16:creationId xmlns:a16="http://schemas.microsoft.com/office/drawing/2014/main" id="{F1AE2E48-2F62-366A-5DA1-752FF7118077}"/>
                </a:ext>
              </a:extLst>
            </p:cNvPr>
            <p:cNvSpPr/>
            <p:nvPr/>
          </p:nvSpPr>
          <p:spPr>
            <a:xfrm>
              <a:off x="9314060"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4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6" y="0"/>
                    <a:pt x="26163" y="0"/>
                  </a:cubicBez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6" name="Freeform: Shape 835">
              <a:extLst>
                <a:ext uri="{FF2B5EF4-FFF2-40B4-BE49-F238E27FC236}">
                  <a16:creationId xmlns:a16="http://schemas.microsoft.com/office/drawing/2014/main" id="{1701FA4C-5897-3C92-482E-A8C24297F345}"/>
                </a:ext>
              </a:extLst>
            </p:cNvPr>
            <p:cNvSpPr/>
            <p:nvPr/>
          </p:nvSpPr>
          <p:spPr>
            <a:xfrm>
              <a:off x="8162884"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37" name="Freeform: Shape 836">
              <a:extLst>
                <a:ext uri="{FF2B5EF4-FFF2-40B4-BE49-F238E27FC236}">
                  <a16:creationId xmlns:a16="http://schemas.microsoft.com/office/drawing/2014/main" id="{F8EFBCD0-3EA5-2099-0432-1F8F89920597}"/>
                </a:ext>
              </a:extLst>
            </p:cNvPr>
            <p:cNvSpPr/>
            <p:nvPr/>
          </p:nvSpPr>
          <p:spPr>
            <a:xfrm>
              <a:off x="11825716"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8" name="Freeform: Shape 837">
              <a:extLst>
                <a:ext uri="{FF2B5EF4-FFF2-40B4-BE49-F238E27FC236}">
                  <a16:creationId xmlns:a16="http://schemas.microsoft.com/office/drawing/2014/main" id="{FC43503D-2418-FAAE-8B9E-DF22FA88DA71}"/>
                </a:ext>
              </a:extLst>
            </p:cNvPr>
            <p:cNvSpPr/>
            <p:nvPr/>
          </p:nvSpPr>
          <p:spPr>
            <a:xfrm>
              <a:off x="1140710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9" name="Freeform: Shape 838">
              <a:extLst>
                <a:ext uri="{FF2B5EF4-FFF2-40B4-BE49-F238E27FC236}">
                  <a16:creationId xmlns:a16="http://schemas.microsoft.com/office/drawing/2014/main" id="{30F21C6E-EB2C-4657-15A0-A98DBB739E09}"/>
                </a:ext>
              </a:extLst>
            </p:cNvPr>
            <p:cNvSpPr/>
            <p:nvPr/>
          </p:nvSpPr>
          <p:spPr>
            <a:xfrm>
              <a:off x="11616412"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8 w 52326"/>
                <a:gd name="connsiteY3" fmla="*/ 2442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6" y="52326"/>
                    <a:pt x="52326" y="40465"/>
                    <a:pt x="52326" y="26163"/>
                  </a:cubicBezTo>
                  <a:cubicBezTo>
                    <a:pt x="52326" y="15698"/>
                    <a:pt x="46047" y="6628"/>
                    <a:pt x="36978" y="2442"/>
                  </a:cubicBezTo>
                  <a:cubicBezTo>
                    <a:pt x="34535" y="1395"/>
                    <a:pt x="31745" y="698"/>
                    <a:pt x="29302" y="349"/>
                  </a:cubicBezTo>
                  <a:cubicBezTo>
                    <a:pt x="28256" y="349"/>
                    <a:pt x="27210"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0" name="Freeform: Shape 839">
              <a:extLst>
                <a:ext uri="{FF2B5EF4-FFF2-40B4-BE49-F238E27FC236}">
                  <a16:creationId xmlns:a16="http://schemas.microsoft.com/office/drawing/2014/main" id="{11767A65-AB4A-7E7E-A738-DCCA23642D69}"/>
                </a:ext>
              </a:extLst>
            </p:cNvPr>
            <p:cNvSpPr/>
            <p:nvPr/>
          </p:nvSpPr>
          <p:spPr>
            <a:xfrm>
              <a:off x="1161641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1" name="Freeform: Shape 840">
              <a:extLst>
                <a:ext uri="{FF2B5EF4-FFF2-40B4-BE49-F238E27FC236}">
                  <a16:creationId xmlns:a16="http://schemas.microsoft.com/office/drawing/2014/main" id="{C4D38508-53ED-7D4C-345D-630446E0D662}"/>
                </a:ext>
              </a:extLst>
            </p:cNvPr>
            <p:cNvSpPr/>
            <p:nvPr/>
          </p:nvSpPr>
          <p:spPr>
            <a:xfrm>
              <a:off x="116164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2" name="Freeform: Shape 841">
              <a:extLst>
                <a:ext uri="{FF2B5EF4-FFF2-40B4-BE49-F238E27FC236}">
                  <a16:creationId xmlns:a16="http://schemas.microsoft.com/office/drawing/2014/main" id="{7FF63F2D-C655-A8A6-307A-0C89D19424BA}"/>
                </a:ext>
              </a:extLst>
            </p:cNvPr>
            <p:cNvSpPr/>
            <p:nvPr/>
          </p:nvSpPr>
          <p:spPr>
            <a:xfrm>
              <a:off x="11093150" y="3769120"/>
              <a:ext cx="52326" cy="52326"/>
            </a:xfrm>
            <a:custGeom>
              <a:avLst/>
              <a:gdLst>
                <a:gd name="connsiteX0" fmla="*/ 52326 w 52326"/>
                <a:gd name="connsiteY0" fmla="*/ 26163 h 52326"/>
                <a:gd name="connsiteX1" fmla="*/ 26163 w 52326"/>
                <a:gd name="connsiteY1" fmla="*/ 0 h 52326"/>
                <a:gd name="connsiteX2" fmla="*/ 26163 w 52326"/>
                <a:gd name="connsiteY2" fmla="*/ 0 h 52326"/>
                <a:gd name="connsiteX3" fmla="*/ 22325 w 52326"/>
                <a:gd name="connsiteY3" fmla="*/ 349 h 52326"/>
                <a:gd name="connsiteX4" fmla="*/ 18489 w 52326"/>
                <a:gd name="connsiteY4" fmla="*/ 1046 h 52326"/>
                <a:gd name="connsiteX5" fmla="*/ 0 w 52326"/>
                <a:gd name="connsiteY5" fmla="*/ 26163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52326" y="26163"/>
                  </a:moveTo>
                  <a:cubicBezTo>
                    <a:pt x="52326" y="11861"/>
                    <a:pt x="40466" y="0"/>
                    <a:pt x="26163" y="0"/>
                  </a:cubicBezTo>
                  <a:lnTo>
                    <a:pt x="26163" y="0"/>
                  </a:lnTo>
                  <a:cubicBezTo>
                    <a:pt x="24768" y="0"/>
                    <a:pt x="23721" y="0"/>
                    <a:pt x="22325" y="349"/>
                  </a:cubicBezTo>
                  <a:cubicBezTo>
                    <a:pt x="20930" y="698"/>
                    <a:pt x="19535" y="698"/>
                    <a:pt x="18489" y="1046"/>
                  </a:cubicBezTo>
                  <a:cubicBezTo>
                    <a:pt x="7674" y="4186"/>
                    <a:pt x="0" y="14302"/>
                    <a:pt x="0" y="26163"/>
                  </a:cubicBezTo>
                  <a:cubicBezTo>
                    <a:pt x="0" y="40465"/>
                    <a:pt x="11860" y="52326"/>
                    <a:pt x="26163" y="52326"/>
                  </a:cubicBezTo>
                  <a:lnTo>
                    <a:pt x="26163" y="52326"/>
                  </a:ln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43" name="Freeform: Shape 842">
              <a:extLst>
                <a:ext uri="{FF2B5EF4-FFF2-40B4-BE49-F238E27FC236}">
                  <a16:creationId xmlns:a16="http://schemas.microsoft.com/office/drawing/2014/main" id="{21D37B62-0650-FE69-7291-D9E6D105E2BB}"/>
                </a:ext>
              </a:extLst>
            </p:cNvPr>
            <p:cNvSpPr/>
            <p:nvPr/>
          </p:nvSpPr>
          <p:spPr>
            <a:xfrm>
              <a:off x="1067454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4" name="Freeform: Shape 843">
              <a:extLst>
                <a:ext uri="{FF2B5EF4-FFF2-40B4-BE49-F238E27FC236}">
                  <a16:creationId xmlns:a16="http://schemas.microsoft.com/office/drawing/2014/main" id="{16FE9E41-C724-FA64-9770-F6D99D6BA4F0}"/>
                </a:ext>
              </a:extLst>
            </p:cNvPr>
            <p:cNvSpPr/>
            <p:nvPr/>
          </p:nvSpPr>
          <p:spPr>
            <a:xfrm>
              <a:off x="10465236" y="4083077"/>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45" name="Freeform: Shape 844">
              <a:extLst>
                <a:ext uri="{FF2B5EF4-FFF2-40B4-BE49-F238E27FC236}">
                  <a16:creationId xmlns:a16="http://schemas.microsoft.com/office/drawing/2014/main" id="{318BFF9D-0F2F-7872-54C3-79B5D42D79BF}"/>
                </a:ext>
              </a:extLst>
            </p:cNvPr>
            <p:cNvSpPr/>
            <p:nvPr/>
          </p:nvSpPr>
          <p:spPr>
            <a:xfrm>
              <a:off x="10779193"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6" name="Freeform: Shape 845">
              <a:extLst>
                <a:ext uri="{FF2B5EF4-FFF2-40B4-BE49-F238E27FC236}">
                  <a16:creationId xmlns:a16="http://schemas.microsoft.com/office/drawing/2014/main" id="{3F720ADA-D0B8-EB65-19FC-FC9754BA7758}"/>
                </a:ext>
              </a:extLst>
            </p:cNvPr>
            <p:cNvSpPr/>
            <p:nvPr/>
          </p:nvSpPr>
          <p:spPr>
            <a:xfrm>
              <a:off x="1015127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7" name="Freeform: Shape 846">
              <a:extLst>
                <a:ext uri="{FF2B5EF4-FFF2-40B4-BE49-F238E27FC236}">
                  <a16:creationId xmlns:a16="http://schemas.microsoft.com/office/drawing/2014/main" id="{73F26F4E-0122-56AC-6E27-AECF2B252517}"/>
                </a:ext>
              </a:extLst>
            </p:cNvPr>
            <p:cNvSpPr/>
            <p:nvPr/>
          </p:nvSpPr>
          <p:spPr>
            <a:xfrm>
              <a:off x="973266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8" name="Freeform: Shape 847">
              <a:extLst>
                <a:ext uri="{FF2B5EF4-FFF2-40B4-BE49-F238E27FC236}">
                  <a16:creationId xmlns:a16="http://schemas.microsoft.com/office/drawing/2014/main" id="{B49C211E-553B-52EA-0AA2-FADAAC4C0271}"/>
                </a:ext>
              </a:extLst>
            </p:cNvPr>
            <p:cNvSpPr/>
            <p:nvPr/>
          </p:nvSpPr>
          <p:spPr>
            <a:xfrm>
              <a:off x="8581493"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49" name="Freeform: Shape 848">
              <a:extLst>
                <a:ext uri="{FF2B5EF4-FFF2-40B4-BE49-F238E27FC236}">
                  <a16:creationId xmlns:a16="http://schemas.microsoft.com/office/drawing/2014/main" id="{F666EC37-FB64-E707-FAC4-D3B11533D75C}"/>
                </a:ext>
              </a:extLst>
            </p:cNvPr>
            <p:cNvSpPr/>
            <p:nvPr/>
          </p:nvSpPr>
          <p:spPr>
            <a:xfrm>
              <a:off x="7011708"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50" name="Freeform: Shape 849">
              <a:extLst>
                <a:ext uri="{FF2B5EF4-FFF2-40B4-BE49-F238E27FC236}">
                  <a16:creationId xmlns:a16="http://schemas.microsoft.com/office/drawing/2014/main" id="{CAC3106C-BE0B-D2C9-94AB-251B81FA63C8}"/>
                </a:ext>
              </a:extLst>
            </p:cNvPr>
            <p:cNvSpPr/>
            <p:nvPr/>
          </p:nvSpPr>
          <p:spPr>
            <a:xfrm>
              <a:off x="6907055"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51" name="Freeform: Shape 850">
              <a:extLst>
                <a:ext uri="{FF2B5EF4-FFF2-40B4-BE49-F238E27FC236}">
                  <a16:creationId xmlns:a16="http://schemas.microsoft.com/office/drawing/2014/main" id="{4E726F58-F475-7C6D-5B4D-870CB32C576A}"/>
                </a:ext>
              </a:extLst>
            </p:cNvPr>
            <p:cNvSpPr/>
            <p:nvPr/>
          </p:nvSpPr>
          <p:spPr>
            <a:xfrm rot="17550026">
              <a:off x="6593284" y="5338828"/>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3" y="52327"/>
                    <a:pt x="26164" y="52327"/>
                  </a:cubicBezTo>
                  <a:cubicBezTo>
                    <a:pt x="11714" y="52327"/>
                    <a:pt x="0" y="40613"/>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852" name="Freeform: Shape 851">
              <a:extLst>
                <a:ext uri="{FF2B5EF4-FFF2-40B4-BE49-F238E27FC236}">
                  <a16:creationId xmlns:a16="http://schemas.microsoft.com/office/drawing/2014/main" id="{DE69D9F5-E571-56A3-95BF-695C0E7EF6ED}"/>
                </a:ext>
              </a:extLst>
            </p:cNvPr>
            <p:cNvSpPr/>
            <p:nvPr/>
          </p:nvSpPr>
          <p:spPr>
            <a:xfrm>
              <a:off x="8581493"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853" name="Freeform: Shape 852">
              <a:extLst>
                <a:ext uri="{FF2B5EF4-FFF2-40B4-BE49-F238E27FC236}">
                  <a16:creationId xmlns:a16="http://schemas.microsoft.com/office/drawing/2014/main" id="{F1ADB3CB-ED66-0D79-5C38-AA264C71BC98}"/>
                </a:ext>
              </a:extLst>
            </p:cNvPr>
            <p:cNvSpPr/>
            <p:nvPr/>
          </p:nvSpPr>
          <p:spPr>
            <a:xfrm>
              <a:off x="931406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4" name="Freeform: Shape 853">
              <a:extLst>
                <a:ext uri="{FF2B5EF4-FFF2-40B4-BE49-F238E27FC236}">
                  <a16:creationId xmlns:a16="http://schemas.microsoft.com/office/drawing/2014/main" id="{F90C416E-9E1E-827B-9E51-C744F9DE73CA}"/>
                </a:ext>
              </a:extLst>
            </p:cNvPr>
            <p:cNvSpPr/>
            <p:nvPr/>
          </p:nvSpPr>
          <p:spPr>
            <a:xfrm>
              <a:off x="8581835" y="3455163"/>
              <a:ext cx="51984" cy="52326"/>
            </a:xfrm>
            <a:custGeom>
              <a:avLst/>
              <a:gdLst>
                <a:gd name="connsiteX0" fmla="*/ 25821 w 51984"/>
                <a:gd name="connsiteY0" fmla="*/ 52326 h 52326"/>
                <a:gd name="connsiteX1" fmla="*/ 35937 w 51984"/>
                <a:gd name="connsiteY1" fmla="*/ 50233 h 52326"/>
                <a:gd name="connsiteX2" fmla="*/ 38031 w 51984"/>
                <a:gd name="connsiteY2" fmla="*/ 49187 h 52326"/>
                <a:gd name="connsiteX3" fmla="*/ 38380 w 51984"/>
                <a:gd name="connsiteY3" fmla="*/ 49187 h 52326"/>
                <a:gd name="connsiteX4" fmla="*/ 51985 w 51984"/>
                <a:gd name="connsiteY4" fmla="*/ 26163 h 52326"/>
                <a:gd name="connsiteX5" fmla="*/ 25821 w 51984"/>
                <a:gd name="connsiteY5" fmla="*/ 0 h 52326"/>
                <a:gd name="connsiteX6" fmla="*/ 25821 w 51984"/>
                <a:gd name="connsiteY6" fmla="*/ 0 h 52326"/>
                <a:gd name="connsiteX7" fmla="*/ 20589 w 51984"/>
                <a:gd name="connsiteY7" fmla="*/ 698 h 52326"/>
                <a:gd name="connsiteX8" fmla="*/ 14309 w 51984"/>
                <a:gd name="connsiteY8" fmla="*/ 2791 h 52326"/>
                <a:gd name="connsiteX9" fmla="*/ 12914 w 51984"/>
                <a:gd name="connsiteY9" fmla="*/ 3488 h 52326"/>
                <a:gd name="connsiteX10" fmla="*/ 8 w 51984"/>
                <a:gd name="connsiteY10" fmla="*/ 26163 h 52326"/>
                <a:gd name="connsiteX11" fmla="*/ 25821 w 51984"/>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984" h="52326">
                  <a:moveTo>
                    <a:pt x="25821" y="52326"/>
                  </a:moveTo>
                  <a:cubicBezTo>
                    <a:pt x="29310" y="52326"/>
                    <a:pt x="32798" y="51628"/>
                    <a:pt x="35937" y="50233"/>
                  </a:cubicBezTo>
                  <a:cubicBezTo>
                    <a:pt x="36636" y="49884"/>
                    <a:pt x="37333" y="49535"/>
                    <a:pt x="38031" y="49187"/>
                  </a:cubicBezTo>
                  <a:cubicBezTo>
                    <a:pt x="38031" y="49187"/>
                    <a:pt x="38380" y="49187"/>
                    <a:pt x="38380" y="49187"/>
                  </a:cubicBezTo>
                  <a:cubicBezTo>
                    <a:pt x="46403" y="44652"/>
                    <a:pt x="51985" y="36280"/>
                    <a:pt x="51985" y="26163"/>
                  </a:cubicBezTo>
                  <a:cubicBezTo>
                    <a:pt x="51985" y="11861"/>
                    <a:pt x="40124" y="0"/>
                    <a:pt x="25821" y="0"/>
                  </a:cubicBezTo>
                  <a:lnTo>
                    <a:pt x="25821" y="0"/>
                  </a:lnTo>
                  <a:cubicBezTo>
                    <a:pt x="24077" y="0"/>
                    <a:pt x="22333" y="349"/>
                    <a:pt x="20589" y="698"/>
                  </a:cubicBezTo>
                  <a:cubicBezTo>
                    <a:pt x="18495" y="1046"/>
                    <a:pt x="16403" y="2093"/>
                    <a:pt x="14309" y="2791"/>
                  </a:cubicBezTo>
                  <a:cubicBezTo>
                    <a:pt x="13961" y="3140"/>
                    <a:pt x="13263" y="3140"/>
                    <a:pt x="12914" y="3488"/>
                  </a:cubicBezTo>
                  <a:cubicBezTo>
                    <a:pt x="5240" y="8023"/>
                    <a:pt x="8" y="16396"/>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55" name="Freeform: Shape 854">
              <a:extLst>
                <a:ext uri="{FF2B5EF4-FFF2-40B4-BE49-F238E27FC236}">
                  <a16:creationId xmlns:a16="http://schemas.microsoft.com/office/drawing/2014/main" id="{DD7622ED-E4E7-0EA8-DD10-8E207CD61381}"/>
                </a:ext>
              </a:extLst>
            </p:cNvPr>
            <p:cNvSpPr/>
            <p:nvPr/>
          </p:nvSpPr>
          <p:spPr>
            <a:xfrm>
              <a:off x="11616412" y="3350510"/>
              <a:ext cx="52326" cy="52326"/>
            </a:xfrm>
            <a:custGeom>
              <a:avLst/>
              <a:gdLst>
                <a:gd name="connsiteX0" fmla="*/ 3139 w 52326"/>
                <a:gd name="connsiteY0" fmla="*/ 38373 h 52326"/>
                <a:gd name="connsiteX1" fmla="*/ 3139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39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39" y="38373"/>
                  </a:moveTo>
                  <a:cubicBezTo>
                    <a:pt x="3139" y="38373"/>
                    <a:pt x="3139" y="38373"/>
                    <a:pt x="3139" y="38373"/>
                  </a:cubicBezTo>
                  <a:cubicBezTo>
                    <a:pt x="7674" y="46745"/>
                    <a:pt x="16395" y="52326"/>
                    <a:pt x="26163" y="52326"/>
                  </a:cubicBezTo>
                  <a:cubicBezTo>
                    <a:pt x="40466" y="52326"/>
                    <a:pt x="52326" y="40465"/>
                    <a:pt x="52326" y="26163"/>
                  </a:cubicBezTo>
                  <a:cubicBezTo>
                    <a:pt x="52326" y="20582"/>
                    <a:pt x="50582" y="15698"/>
                    <a:pt x="47791" y="11512"/>
                  </a:cubicBezTo>
                  <a:cubicBezTo>
                    <a:pt x="43256" y="4535"/>
                    <a:pt x="35233" y="0"/>
                    <a:pt x="26163" y="0"/>
                  </a:cubicBezTo>
                  <a:lnTo>
                    <a:pt x="26163" y="0"/>
                  </a:lnTo>
                  <a:cubicBezTo>
                    <a:pt x="11860" y="0"/>
                    <a:pt x="0" y="11861"/>
                    <a:pt x="0" y="26163"/>
                  </a:cubicBezTo>
                  <a:cubicBezTo>
                    <a:pt x="0" y="29652"/>
                    <a:pt x="698" y="33140"/>
                    <a:pt x="2093" y="36280"/>
                  </a:cubicBezTo>
                  <a:cubicBezTo>
                    <a:pt x="2442" y="36977"/>
                    <a:pt x="2791" y="37675"/>
                    <a:pt x="3139" y="38373"/>
                  </a:cubicBezTo>
                  <a:close/>
                </a:path>
              </a:pathLst>
            </a:custGeom>
            <a:grpFill/>
            <a:ln w="3488" cap="flat">
              <a:noFill/>
              <a:prstDash val="solid"/>
              <a:miter/>
            </a:ln>
          </p:spPr>
          <p:txBody>
            <a:bodyPr rtlCol="0" anchor="ctr"/>
            <a:lstStyle/>
            <a:p>
              <a:endParaRPr lang="en-ID"/>
            </a:p>
          </p:txBody>
        </p:sp>
        <p:sp>
          <p:nvSpPr>
            <p:cNvPr id="856" name="Freeform: Shape 855">
              <a:extLst>
                <a:ext uri="{FF2B5EF4-FFF2-40B4-BE49-F238E27FC236}">
                  <a16:creationId xmlns:a16="http://schemas.microsoft.com/office/drawing/2014/main" id="{3764155F-D41C-9C53-95D1-A1131891F503}"/>
                </a:ext>
              </a:extLst>
            </p:cNvPr>
            <p:cNvSpPr/>
            <p:nvPr/>
          </p:nvSpPr>
          <p:spPr>
            <a:xfrm>
              <a:off x="1046523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7" name="Freeform: Shape 856">
              <a:extLst>
                <a:ext uri="{FF2B5EF4-FFF2-40B4-BE49-F238E27FC236}">
                  <a16:creationId xmlns:a16="http://schemas.microsoft.com/office/drawing/2014/main" id="{F62B57B6-1A53-D472-67E5-22B3838AE2AF}"/>
                </a:ext>
              </a:extLst>
            </p:cNvPr>
            <p:cNvSpPr/>
            <p:nvPr/>
          </p:nvSpPr>
          <p:spPr>
            <a:xfrm>
              <a:off x="1046523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58" name="Freeform: Shape 857">
              <a:extLst>
                <a:ext uri="{FF2B5EF4-FFF2-40B4-BE49-F238E27FC236}">
                  <a16:creationId xmlns:a16="http://schemas.microsoft.com/office/drawing/2014/main" id="{95790B42-D04E-62AB-7CB5-FA5DC5D99C3A}"/>
                </a:ext>
              </a:extLst>
            </p:cNvPr>
            <p:cNvSpPr/>
            <p:nvPr/>
          </p:nvSpPr>
          <p:spPr>
            <a:xfrm>
              <a:off x="1025593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9" name="Freeform: Shape 858">
              <a:extLst>
                <a:ext uri="{FF2B5EF4-FFF2-40B4-BE49-F238E27FC236}">
                  <a16:creationId xmlns:a16="http://schemas.microsoft.com/office/drawing/2014/main" id="{266E8BBC-4FAA-EF6F-D305-B809F47D4E64}"/>
                </a:ext>
              </a:extLst>
            </p:cNvPr>
            <p:cNvSpPr/>
            <p:nvPr/>
          </p:nvSpPr>
          <p:spPr>
            <a:xfrm>
              <a:off x="1119780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0" name="Freeform: Shape 859">
              <a:extLst>
                <a:ext uri="{FF2B5EF4-FFF2-40B4-BE49-F238E27FC236}">
                  <a16:creationId xmlns:a16="http://schemas.microsoft.com/office/drawing/2014/main" id="{91F47034-0CB0-E9F3-8468-EEAA49227B32}"/>
                </a:ext>
              </a:extLst>
            </p:cNvPr>
            <p:cNvSpPr/>
            <p:nvPr/>
          </p:nvSpPr>
          <p:spPr>
            <a:xfrm>
              <a:off x="1077919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1" name="Freeform: Shape 860">
              <a:extLst>
                <a:ext uri="{FF2B5EF4-FFF2-40B4-BE49-F238E27FC236}">
                  <a16:creationId xmlns:a16="http://schemas.microsoft.com/office/drawing/2014/main" id="{7AEEC3AD-AE61-F948-97E6-D3BEC65A960C}"/>
                </a:ext>
              </a:extLst>
            </p:cNvPr>
            <p:cNvSpPr/>
            <p:nvPr/>
          </p:nvSpPr>
          <p:spPr>
            <a:xfrm>
              <a:off x="105698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2" name="Freeform: Shape 861">
              <a:extLst>
                <a:ext uri="{FF2B5EF4-FFF2-40B4-BE49-F238E27FC236}">
                  <a16:creationId xmlns:a16="http://schemas.microsoft.com/office/drawing/2014/main" id="{563A2005-A7A0-E8BF-03C3-60700DFBD632}"/>
                </a:ext>
              </a:extLst>
            </p:cNvPr>
            <p:cNvSpPr/>
            <p:nvPr/>
          </p:nvSpPr>
          <p:spPr>
            <a:xfrm>
              <a:off x="99419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3" name="Freeform: Shape 862">
              <a:extLst>
                <a:ext uri="{FF2B5EF4-FFF2-40B4-BE49-F238E27FC236}">
                  <a16:creationId xmlns:a16="http://schemas.microsoft.com/office/drawing/2014/main" id="{BD3DDAD4-258C-E739-C14E-78988D6E19C6}"/>
                </a:ext>
              </a:extLst>
            </p:cNvPr>
            <p:cNvSpPr/>
            <p:nvPr/>
          </p:nvSpPr>
          <p:spPr>
            <a:xfrm>
              <a:off x="93140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4" name="Freeform: Shape 863">
              <a:extLst>
                <a:ext uri="{FF2B5EF4-FFF2-40B4-BE49-F238E27FC236}">
                  <a16:creationId xmlns:a16="http://schemas.microsoft.com/office/drawing/2014/main" id="{A4A5F6C9-76B6-655B-B7C1-9C5FAEF8C127}"/>
                </a:ext>
              </a:extLst>
            </p:cNvPr>
            <p:cNvSpPr/>
            <p:nvPr/>
          </p:nvSpPr>
          <p:spPr>
            <a:xfrm>
              <a:off x="90001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5" name="Freeform: Shape 864">
              <a:extLst>
                <a:ext uri="{FF2B5EF4-FFF2-40B4-BE49-F238E27FC236}">
                  <a16:creationId xmlns:a16="http://schemas.microsoft.com/office/drawing/2014/main" id="{DC632A5C-0C6B-F47A-2DF4-032A3A421D18}"/>
                </a:ext>
              </a:extLst>
            </p:cNvPr>
            <p:cNvSpPr/>
            <p:nvPr/>
          </p:nvSpPr>
          <p:spPr>
            <a:xfrm>
              <a:off x="837218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6" name="Freeform: Shape 865">
              <a:extLst>
                <a:ext uri="{FF2B5EF4-FFF2-40B4-BE49-F238E27FC236}">
                  <a16:creationId xmlns:a16="http://schemas.microsoft.com/office/drawing/2014/main" id="{6CDF4A3E-4AD8-B8B5-8F2A-52D6E8930B85}"/>
                </a:ext>
              </a:extLst>
            </p:cNvPr>
            <p:cNvSpPr/>
            <p:nvPr/>
          </p:nvSpPr>
          <p:spPr>
            <a:xfrm>
              <a:off x="753496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7" name="Freeform: Shape 866">
              <a:extLst>
                <a:ext uri="{FF2B5EF4-FFF2-40B4-BE49-F238E27FC236}">
                  <a16:creationId xmlns:a16="http://schemas.microsoft.com/office/drawing/2014/main" id="{F13AE3F9-4E21-0B36-977B-D3D532699344}"/>
                </a:ext>
              </a:extLst>
            </p:cNvPr>
            <p:cNvSpPr/>
            <p:nvPr/>
          </p:nvSpPr>
          <p:spPr>
            <a:xfrm>
              <a:off x="743031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8" name="Freeform: Shape 867">
              <a:extLst>
                <a:ext uri="{FF2B5EF4-FFF2-40B4-BE49-F238E27FC236}">
                  <a16:creationId xmlns:a16="http://schemas.microsoft.com/office/drawing/2014/main" id="{C29A212C-C4A2-4F49-691A-D92B8AABFC32}"/>
                </a:ext>
              </a:extLst>
            </p:cNvPr>
            <p:cNvSpPr/>
            <p:nvPr/>
          </p:nvSpPr>
          <p:spPr>
            <a:xfrm>
              <a:off x="72210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9" name="Freeform: Shape 868">
              <a:extLst>
                <a:ext uri="{FF2B5EF4-FFF2-40B4-BE49-F238E27FC236}">
                  <a16:creationId xmlns:a16="http://schemas.microsoft.com/office/drawing/2014/main" id="{66D26AF8-D945-917B-B1E1-9C08FE5AD874}"/>
                </a:ext>
              </a:extLst>
            </p:cNvPr>
            <p:cNvSpPr/>
            <p:nvPr/>
          </p:nvSpPr>
          <p:spPr>
            <a:xfrm>
              <a:off x="1182571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0" name="Freeform: Shape 869">
              <a:extLst>
                <a:ext uri="{FF2B5EF4-FFF2-40B4-BE49-F238E27FC236}">
                  <a16:creationId xmlns:a16="http://schemas.microsoft.com/office/drawing/2014/main" id="{6CE5AAEE-491C-2B2E-162D-BA120DB9B992}"/>
                </a:ext>
              </a:extLst>
            </p:cNvPr>
            <p:cNvSpPr/>
            <p:nvPr/>
          </p:nvSpPr>
          <p:spPr>
            <a:xfrm>
              <a:off x="1203502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1" name="Freeform: Shape 870">
              <a:extLst>
                <a:ext uri="{FF2B5EF4-FFF2-40B4-BE49-F238E27FC236}">
                  <a16:creationId xmlns:a16="http://schemas.microsoft.com/office/drawing/2014/main" id="{D11857D6-8D4C-01EC-2919-17847AEA5DC7}"/>
                </a:ext>
              </a:extLst>
            </p:cNvPr>
            <p:cNvSpPr/>
            <p:nvPr/>
          </p:nvSpPr>
          <p:spPr>
            <a:xfrm>
              <a:off x="1203502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2" name="Freeform: Shape 871">
              <a:extLst>
                <a:ext uri="{FF2B5EF4-FFF2-40B4-BE49-F238E27FC236}">
                  <a16:creationId xmlns:a16="http://schemas.microsoft.com/office/drawing/2014/main" id="{FAB5E7C9-EE98-16ED-5437-FBCC2418D8B2}"/>
                </a:ext>
              </a:extLst>
            </p:cNvPr>
            <p:cNvSpPr/>
            <p:nvPr/>
          </p:nvSpPr>
          <p:spPr>
            <a:xfrm>
              <a:off x="11721406" y="4710991"/>
              <a:ext cx="51984" cy="52326"/>
            </a:xfrm>
            <a:custGeom>
              <a:avLst/>
              <a:gdLst>
                <a:gd name="connsiteX0" fmla="*/ 25821 w 51984"/>
                <a:gd name="connsiteY0" fmla="*/ 52326 h 52326"/>
                <a:gd name="connsiteX1" fmla="*/ 35937 w 51984"/>
                <a:gd name="connsiteY1" fmla="*/ 50233 h 52326"/>
                <a:gd name="connsiteX2" fmla="*/ 51985 w 51984"/>
                <a:gd name="connsiteY2" fmla="*/ 26163 h 52326"/>
                <a:gd name="connsiteX3" fmla="*/ 25821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1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1" y="52326"/>
                  </a:moveTo>
                  <a:cubicBezTo>
                    <a:pt x="29310" y="52326"/>
                    <a:pt x="32798" y="51628"/>
                    <a:pt x="35937" y="50233"/>
                  </a:cubicBezTo>
                  <a:cubicBezTo>
                    <a:pt x="45357" y="46396"/>
                    <a:pt x="51985" y="36977"/>
                    <a:pt x="51985" y="26163"/>
                  </a:cubicBezTo>
                  <a:cubicBezTo>
                    <a:pt x="51985" y="11861"/>
                    <a:pt x="40124" y="0"/>
                    <a:pt x="25821" y="0"/>
                  </a:cubicBezTo>
                  <a:cubicBezTo>
                    <a:pt x="24077" y="0"/>
                    <a:pt x="22333" y="349"/>
                    <a:pt x="20589" y="698"/>
                  </a:cubicBezTo>
                  <a:cubicBezTo>
                    <a:pt x="18147" y="1046"/>
                    <a:pt x="15705" y="2093"/>
                    <a:pt x="13612" y="3140"/>
                  </a:cubicBezTo>
                  <a:cubicBezTo>
                    <a:pt x="13612" y="3140"/>
                    <a:pt x="13612" y="3140"/>
                    <a:pt x="13612" y="3140"/>
                  </a:cubicBezTo>
                  <a:cubicBezTo>
                    <a:pt x="5588" y="7675"/>
                    <a:pt x="8" y="16047"/>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73" name="Freeform: Shape 872">
              <a:extLst>
                <a:ext uri="{FF2B5EF4-FFF2-40B4-BE49-F238E27FC236}">
                  <a16:creationId xmlns:a16="http://schemas.microsoft.com/office/drawing/2014/main" id="{33D45DFC-0024-56CB-4C76-99556368B1F0}"/>
                </a:ext>
              </a:extLst>
            </p:cNvPr>
            <p:cNvSpPr/>
            <p:nvPr/>
          </p:nvSpPr>
          <p:spPr>
            <a:xfrm>
              <a:off x="1046523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4" name="Freeform: Shape 873">
              <a:extLst>
                <a:ext uri="{FF2B5EF4-FFF2-40B4-BE49-F238E27FC236}">
                  <a16:creationId xmlns:a16="http://schemas.microsoft.com/office/drawing/2014/main" id="{D58F15CC-FD31-A84C-12A0-359291F6F734}"/>
                </a:ext>
              </a:extLst>
            </p:cNvPr>
            <p:cNvSpPr/>
            <p:nvPr/>
          </p:nvSpPr>
          <p:spPr>
            <a:xfrm>
              <a:off x="10046626"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75" name="Freeform: Shape 874">
              <a:extLst>
                <a:ext uri="{FF2B5EF4-FFF2-40B4-BE49-F238E27FC236}">
                  <a16:creationId xmlns:a16="http://schemas.microsoft.com/office/drawing/2014/main" id="{C7B8D772-51DC-0B70-77F5-3AB508967504}"/>
                </a:ext>
              </a:extLst>
            </p:cNvPr>
            <p:cNvSpPr/>
            <p:nvPr/>
          </p:nvSpPr>
          <p:spPr>
            <a:xfrm>
              <a:off x="889545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6" name="Freeform: Shape 875">
              <a:extLst>
                <a:ext uri="{FF2B5EF4-FFF2-40B4-BE49-F238E27FC236}">
                  <a16:creationId xmlns:a16="http://schemas.microsoft.com/office/drawing/2014/main" id="{99AABC6E-8C85-9709-2C0D-D01F929E4A62}"/>
                </a:ext>
              </a:extLst>
            </p:cNvPr>
            <p:cNvSpPr/>
            <p:nvPr/>
          </p:nvSpPr>
          <p:spPr>
            <a:xfrm>
              <a:off x="868614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7" name="Freeform: Shape 876">
              <a:extLst>
                <a:ext uri="{FF2B5EF4-FFF2-40B4-BE49-F238E27FC236}">
                  <a16:creationId xmlns:a16="http://schemas.microsoft.com/office/drawing/2014/main" id="{EEBA6F16-0FE1-0FE2-2D5B-287CB5D15603}"/>
                </a:ext>
              </a:extLst>
            </p:cNvPr>
            <p:cNvSpPr/>
            <p:nvPr/>
          </p:nvSpPr>
          <p:spPr>
            <a:xfrm>
              <a:off x="8686145"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cubicBezTo>
                    <a:pt x="26163" y="0"/>
                    <a:pt x="26163"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8" name="Freeform: Shape 877">
              <a:extLst>
                <a:ext uri="{FF2B5EF4-FFF2-40B4-BE49-F238E27FC236}">
                  <a16:creationId xmlns:a16="http://schemas.microsoft.com/office/drawing/2014/main" id="{AE7BDC00-692B-ACA7-23EE-2158282D8EAF}"/>
                </a:ext>
              </a:extLst>
            </p:cNvPr>
            <p:cNvSpPr/>
            <p:nvPr/>
          </p:nvSpPr>
          <p:spPr>
            <a:xfrm>
              <a:off x="8372188"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9" name="Freeform: Shape 878">
              <a:extLst>
                <a:ext uri="{FF2B5EF4-FFF2-40B4-BE49-F238E27FC236}">
                  <a16:creationId xmlns:a16="http://schemas.microsoft.com/office/drawing/2014/main" id="{43FD3AB3-5DF3-41C3-8E23-ECFE7225CA9E}"/>
                </a:ext>
              </a:extLst>
            </p:cNvPr>
            <p:cNvSpPr/>
            <p:nvPr/>
          </p:nvSpPr>
          <p:spPr>
            <a:xfrm>
              <a:off x="79535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0" name="Freeform: Shape 879">
              <a:extLst>
                <a:ext uri="{FF2B5EF4-FFF2-40B4-BE49-F238E27FC236}">
                  <a16:creationId xmlns:a16="http://schemas.microsoft.com/office/drawing/2014/main" id="{433930EA-19ED-65BC-329A-EBF760CEF810}"/>
                </a:ext>
              </a:extLst>
            </p:cNvPr>
            <p:cNvSpPr/>
            <p:nvPr/>
          </p:nvSpPr>
          <p:spPr>
            <a:xfrm>
              <a:off x="690705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81" name="Freeform: Shape 880">
              <a:extLst>
                <a:ext uri="{FF2B5EF4-FFF2-40B4-BE49-F238E27FC236}">
                  <a16:creationId xmlns:a16="http://schemas.microsoft.com/office/drawing/2014/main" id="{F674B36D-8FC8-867F-6E2E-E495E0A9C47E}"/>
                </a:ext>
              </a:extLst>
            </p:cNvPr>
            <p:cNvSpPr/>
            <p:nvPr/>
          </p:nvSpPr>
          <p:spPr>
            <a:xfrm>
              <a:off x="669775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2" name="Freeform: Shape 881">
              <a:extLst>
                <a:ext uri="{FF2B5EF4-FFF2-40B4-BE49-F238E27FC236}">
                  <a16:creationId xmlns:a16="http://schemas.microsoft.com/office/drawing/2014/main" id="{47CD2768-26D8-52CF-D15B-4B2BB18587C5}"/>
                </a:ext>
              </a:extLst>
            </p:cNvPr>
            <p:cNvSpPr/>
            <p:nvPr/>
          </p:nvSpPr>
          <p:spPr>
            <a:xfrm>
              <a:off x="63837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3" name="Freeform: Shape 882">
              <a:extLst>
                <a:ext uri="{FF2B5EF4-FFF2-40B4-BE49-F238E27FC236}">
                  <a16:creationId xmlns:a16="http://schemas.microsoft.com/office/drawing/2014/main" id="{65B81D89-5B2C-FFC5-81D2-7227B0D4541F}"/>
                </a:ext>
              </a:extLst>
            </p:cNvPr>
            <p:cNvSpPr/>
            <p:nvPr/>
          </p:nvSpPr>
          <p:spPr>
            <a:xfrm>
              <a:off x="1025593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84" name="Freeform: Shape 883">
              <a:extLst>
                <a:ext uri="{FF2B5EF4-FFF2-40B4-BE49-F238E27FC236}">
                  <a16:creationId xmlns:a16="http://schemas.microsoft.com/office/drawing/2014/main" id="{6AA1E726-1CE5-07B2-322D-05CC5B2BA146}"/>
                </a:ext>
              </a:extLst>
            </p:cNvPr>
            <p:cNvSpPr/>
            <p:nvPr/>
          </p:nvSpPr>
          <p:spPr>
            <a:xfrm>
              <a:off x="11825716"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80" y="51977"/>
                    <a:pt x="21280" y="51977"/>
                    <a:pt x="21628" y="51977"/>
                  </a:cubicBezTo>
                  <a:cubicBezTo>
                    <a:pt x="23024" y="52326"/>
                    <a:pt x="24768" y="52326"/>
                    <a:pt x="26163" y="52326"/>
                  </a:cubicBezTo>
                  <a:lnTo>
                    <a:pt x="26163" y="52326"/>
                  </a:lnTo>
                  <a:cubicBezTo>
                    <a:pt x="26163" y="52326"/>
                    <a:pt x="26163" y="52326"/>
                    <a:pt x="26163" y="52326"/>
                  </a:cubicBezTo>
                  <a:cubicBezTo>
                    <a:pt x="40466" y="52326"/>
                    <a:pt x="52326" y="40465"/>
                    <a:pt x="52326" y="26163"/>
                  </a:cubicBezTo>
                  <a:lnTo>
                    <a:pt x="52326" y="26163"/>
                  </a:lnTo>
                  <a:cubicBezTo>
                    <a:pt x="52326" y="11860"/>
                    <a:pt x="40466" y="0"/>
                    <a:pt x="26163" y="0"/>
                  </a:cubicBezTo>
                  <a:cubicBezTo>
                    <a:pt x="26163" y="0"/>
                    <a:pt x="26163" y="0"/>
                    <a:pt x="26163" y="0"/>
                  </a:cubicBezTo>
                  <a:lnTo>
                    <a:pt x="26163" y="0"/>
                  </a:lnTo>
                  <a:cubicBezTo>
                    <a:pt x="11860"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885" name="Freeform: Shape 884">
              <a:extLst>
                <a:ext uri="{FF2B5EF4-FFF2-40B4-BE49-F238E27FC236}">
                  <a16:creationId xmlns:a16="http://schemas.microsoft.com/office/drawing/2014/main" id="{514068E1-1FC9-F7C4-DA21-1383741E74DA}"/>
                </a:ext>
              </a:extLst>
            </p:cNvPr>
            <p:cNvSpPr/>
            <p:nvPr/>
          </p:nvSpPr>
          <p:spPr>
            <a:xfrm>
              <a:off x="7325665"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86" name="Freeform: Shape 885">
              <a:extLst>
                <a:ext uri="{FF2B5EF4-FFF2-40B4-BE49-F238E27FC236}">
                  <a16:creationId xmlns:a16="http://schemas.microsoft.com/office/drawing/2014/main" id="{70DFF65E-6F8C-B84E-5568-04664EEA734D}"/>
                </a:ext>
              </a:extLst>
            </p:cNvPr>
            <p:cNvSpPr/>
            <p:nvPr/>
          </p:nvSpPr>
          <p:spPr>
            <a:xfrm>
              <a:off x="837218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7" name="Freeform: Shape 886">
              <a:extLst>
                <a:ext uri="{FF2B5EF4-FFF2-40B4-BE49-F238E27FC236}">
                  <a16:creationId xmlns:a16="http://schemas.microsoft.com/office/drawing/2014/main" id="{6A016212-BCFB-EC23-AA73-7B5418BA7A3B}"/>
                </a:ext>
              </a:extLst>
            </p:cNvPr>
            <p:cNvSpPr/>
            <p:nvPr/>
          </p:nvSpPr>
          <p:spPr>
            <a:xfrm>
              <a:off x="1182571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8" name="Freeform: Shape 887">
              <a:extLst>
                <a:ext uri="{FF2B5EF4-FFF2-40B4-BE49-F238E27FC236}">
                  <a16:creationId xmlns:a16="http://schemas.microsoft.com/office/drawing/2014/main" id="{4789E344-3B66-F3AC-D80C-3BF45C649A3B}"/>
                </a:ext>
              </a:extLst>
            </p:cNvPr>
            <p:cNvSpPr/>
            <p:nvPr/>
          </p:nvSpPr>
          <p:spPr>
            <a:xfrm>
              <a:off x="1004662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9" name="Freeform: Shape 888">
              <a:extLst>
                <a:ext uri="{FF2B5EF4-FFF2-40B4-BE49-F238E27FC236}">
                  <a16:creationId xmlns:a16="http://schemas.microsoft.com/office/drawing/2014/main" id="{1AD08AB6-10F3-6D6C-732A-9D8ACDD59C9F}"/>
                </a:ext>
              </a:extLst>
            </p:cNvPr>
            <p:cNvSpPr/>
            <p:nvPr/>
          </p:nvSpPr>
          <p:spPr>
            <a:xfrm>
              <a:off x="9837321" y="3978424"/>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6"/>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0" name="Freeform: Shape 889">
              <a:extLst>
                <a:ext uri="{FF2B5EF4-FFF2-40B4-BE49-F238E27FC236}">
                  <a16:creationId xmlns:a16="http://schemas.microsoft.com/office/drawing/2014/main" id="{A97061C7-8E71-7062-2103-84C3F05F7414}"/>
                </a:ext>
              </a:extLst>
            </p:cNvPr>
            <p:cNvSpPr/>
            <p:nvPr/>
          </p:nvSpPr>
          <p:spPr>
            <a:xfrm>
              <a:off x="1077919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1" name="Freeform: Shape 890">
              <a:extLst>
                <a:ext uri="{FF2B5EF4-FFF2-40B4-BE49-F238E27FC236}">
                  <a16:creationId xmlns:a16="http://schemas.microsoft.com/office/drawing/2014/main" id="{DC334EED-4FEF-8C61-7FE4-6FFFB3790E6F}"/>
                </a:ext>
              </a:extLst>
            </p:cNvPr>
            <p:cNvSpPr/>
            <p:nvPr/>
          </p:nvSpPr>
          <p:spPr>
            <a:xfrm>
              <a:off x="1015127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2" name="Freeform: Shape 891">
              <a:extLst>
                <a:ext uri="{FF2B5EF4-FFF2-40B4-BE49-F238E27FC236}">
                  <a16:creationId xmlns:a16="http://schemas.microsoft.com/office/drawing/2014/main" id="{A2501CF5-CF91-3D37-84C1-FDDE658781AB}"/>
                </a:ext>
              </a:extLst>
            </p:cNvPr>
            <p:cNvSpPr/>
            <p:nvPr/>
          </p:nvSpPr>
          <p:spPr>
            <a:xfrm>
              <a:off x="1015127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93" name="Freeform: Shape 892">
              <a:extLst>
                <a:ext uri="{FF2B5EF4-FFF2-40B4-BE49-F238E27FC236}">
                  <a16:creationId xmlns:a16="http://schemas.microsoft.com/office/drawing/2014/main" id="{34539EB6-88BF-565B-889A-9CC1E6373487}"/>
                </a:ext>
              </a:extLst>
            </p:cNvPr>
            <p:cNvSpPr/>
            <p:nvPr/>
          </p:nvSpPr>
          <p:spPr>
            <a:xfrm>
              <a:off x="96280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4" name="Freeform: Shape 893">
              <a:extLst>
                <a:ext uri="{FF2B5EF4-FFF2-40B4-BE49-F238E27FC236}">
                  <a16:creationId xmlns:a16="http://schemas.microsoft.com/office/drawing/2014/main" id="{28ABCAB8-E19B-4D99-D602-63943723EAF8}"/>
                </a:ext>
              </a:extLst>
            </p:cNvPr>
            <p:cNvSpPr/>
            <p:nvPr/>
          </p:nvSpPr>
          <p:spPr>
            <a:xfrm>
              <a:off x="931406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5" name="Freeform: Shape 894">
              <a:extLst>
                <a:ext uri="{FF2B5EF4-FFF2-40B4-BE49-F238E27FC236}">
                  <a16:creationId xmlns:a16="http://schemas.microsoft.com/office/drawing/2014/main" id="{0E238150-5F9B-A294-10F0-E47DB8AAFB0D}"/>
                </a:ext>
              </a:extLst>
            </p:cNvPr>
            <p:cNvSpPr/>
            <p:nvPr/>
          </p:nvSpPr>
          <p:spPr>
            <a:xfrm>
              <a:off x="910475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6" name="Freeform: Shape 895">
              <a:extLst>
                <a:ext uri="{FF2B5EF4-FFF2-40B4-BE49-F238E27FC236}">
                  <a16:creationId xmlns:a16="http://schemas.microsoft.com/office/drawing/2014/main" id="{CC6324A9-7E99-1719-CCB2-E84C5CF17009}"/>
                </a:ext>
              </a:extLst>
            </p:cNvPr>
            <p:cNvSpPr/>
            <p:nvPr/>
          </p:nvSpPr>
          <p:spPr>
            <a:xfrm>
              <a:off x="900010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97" name="Freeform: Shape 896">
              <a:extLst>
                <a:ext uri="{FF2B5EF4-FFF2-40B4-BE49-F238E27FC236}">
                  <a16:creationId xmlns:a16="http://schemas.microsoft.com/office/drawing/2014/main" id="{A393CF43-DA2E-4339-F4CB-8998EDEE9E28}"/>
                </a:ext>
              </a:extLst>
            </p:cNvPr>
            <p:cNvSpPr/>
            <p:nvPr/>
          </p:nvSpPr>
          <p:spPr>
            <a:xfrm>
              <a:off x="90001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8" name="Freeform: Shape 897">
              <a:extLst>
                <a:ext uri="{FF2B5EF4-FFF2-40B4-BE49-F238E27FC236}">
                  <a16:creationId xmlns:a16="http://schemas.microsoft.com/office/drawing/2014/main" id="{00DDFF6A-89DA-2D6A-E3E5-89C327F4FC49}"/>
                </a:ext>
              </a:extLst>
            </p:cNvPr>
            <p:cNvSpPr/>
            <p:nvPr/>
          </p:nvSpPr>
          <p:spPr>
            <a:xfrm>
              <a:off x="879079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9" name="Freeform: Shape 898">
              <a:extLst>
                <a:ext uri="{FF2B5EF4-FFF2-40B4-BE49-F238E27FC236}">
                  <a16:creationId xmlns:a16="http://schemas.microsoft.com/office/drawing/2014/main" id="{760FBCCB-C692-59F7-43D5-0F0B8A63F078}"/>
                </a:ext>
              </a:extLst>
            </p:cNvPr>
            <p:cNvSpPr/>
            <p:nvPr/>
          </p:nvSpPr>
          <p:spPr>
            <a:xfrm>
              <a:off x="847684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0" name="Freeform: Shape 899">
              <a:extLst>
                <a:ext uri="{FF2B5EF4-FFF2-40B4-BE49-F238E27FC236}">
                  <a16:creationId xmlns:a16="http://schemas.microsoft.com/office/drawing/2014/main" id="{C6B23B47-0C77-1641-F5C1-8CB7074947A2}"/>
                </a:ext>
              </a:extLst>
            </p:cNvPr>
            <p:cNvSpPr/>
            <p:nvPr/>
          </p:nvSpPr>
          <p:spPr>
            <a:xfrm>
              <a:off x="7848927"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01" name="Freeform: Shape 900">
              <a:extLst>
                <a:ext uri="{FF2B5EF4-FFF2-40B4-BE49-F238E27FC236}">
                  <a16:creationId xmlns:a16="http://schemas.microsoft.com/office/drawing/2014/main" id="{4C137420-3581-6B44-CC18-016C27A228AD}"/>
                </a:ext>
              </a:extLst>
            </p:cNvPr>
            <p:cNvSpPr/>
            <p:nvPr/>
          </p:nvSpPr>
          <p:spPr>
            <a:xfrm>
              <a:off x="77442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2" name="Freeform: Shape 901">
              <a:extLst>
                <a:ext uri="{FF2B5EF4-FFF2-40B4-BE49-F238E27FC236}">
                  <a16:creationId xmlns:a16="http://schemas.microsoft.com/office/drawing/2014/main" id="{22A6035B-9E3C-DC86-8CD6-91EDF14E6DAF}"/>
                </a:ext>
              </a:extLst>
            </p:cNvPr>
            <p:cNvSpPr/>
            <p:nvPr/>
          </p:nvSpPr>
          <p:spPr>
            <a:xfrm>
              <a:off x="774427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3" name="Freeform: Shape 902">
              <a:extLst>
                <a:ext uri="{FF2B5EF4-FFF2-40B4-BE49-F238E27FC236}">
                  <a16:creationId xmlns:a16="http://schemas.microsoft.com/office/drawing/2014/main" id="{DB14D202-63FB-42CA-57EA-59B8A9BF89A6}"/>
                </a:ext>
              </a:extLst>
            </p:cNvPr>
            <p:cNvSpPr/>
            <p:nvPr/>
          </p:nvSpPr>
          <p:spPr>
            <a:xfrm>
              <a:off x="743031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4" name="Freeform: Shape 903">
              <a:extLst>
                <a:ext uri="{FF2B5EF4-FFF2-40B4-BE49-F238E27FC236}">
                  <a16:creationId xmlns:a16="http://schemas.microsoft.com/office/drawing/2014/main" id="{3BED09B5-3286-0CBE-AFEB-637EEE758C99}"/>
                </a:ext>
              </a:extLst>
            </p:cNvPr>
            <p:cNvSpPr/>
            <p:nvPr/>
          </p:nvSpPr>
          <p:spPr>
            <a:xfrm>
              <a:off x="7116360"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05" name="Freeform: Shape 904">
              <a:extLst>
                <a:ext uri="{FF2B5EF4-FFF2-40B4-BE49-F238E27FC236}">
                  <a16:creationId xmlns:a16="http://schemas.microsoft.com/office/drawing/2014/main" id="{BE1445EB-46E3-6680-6B3B-883A366B219D}"/>
                </a:ext>
              </a:extLst>
            </p:cNvPr>
            <p:cNvSpPr/>
            <p:nvPr/>
          </p:nvSpPr>
          <p:spPr>
            <a:xfrm>
              <a:off x="690705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6" name="Freeform: Shape 905">
              <a:extLst>
                <a:ext uri="{FF2B5EF4-FFF2-40B4-BE49-F238E27FC236}">
                  <a16:creationId xmlns:a16="http://schemas.microsoft.com/office/drawing/2014/main" id="{3EFBEC6C-062F-5C8E-575C-61DD42FCE8BB}"/>
                </a:ext>
              </a:extLst>
            </p:cNvPr>
            <p:cNvSpPr/>
            <p:nvPr/>
          </p:nvSpPr>
          <p:spPr>
            <a:xfrm>
              <a:off x="9314060" y="4083077"/>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629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722" y="52326"/>
                    <a:pt x="49187" y="43256"/>
                    <a:pt x="51629" y="31396"/>
                  </a:cubicBezTo>
                  <a:cubicBezTo>
                    <a:pt x="51977" y="29652"/>
                    <a:pt x="52326" y="2790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07" name="Freeform: Shape 906">
              <a:extLst>
                <a:ext uri="{FF2B5EF4-FFF2-40B4-BE49-F238E27FC236}">
                  <a16:creationId xmlns:a16="http://schemas.microsoft.com/office/drawing/2014/main" id="{F8878A29-FABB-65F6-F1BE-EBA7CBAAD140}"/>
                </a:ext>
              </a:extLst>
            </p:cNvPr>
            <p:cNvSpPr/>
            <p:nvPr/>
          </p:nvSpPr>
          <p:spPr>
            <a:xfrm>
              <a:off x="98373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08" name="Freeform: Shape 907">
              <a:extLst>
                <a:ext uri="{FF2B5EF4-FFF2-40B4-BE49-F238E27FC236}">
                  <a16:creationId xmlns:a16="http://schemas.microsoft.com/office/drawing/2014/main" id="{3C3A4408-F5D7-5352-8A70-39FDF21CD608}"/>
                </a:ext>
              </a:extLst>
            </p:cNvPr>
            <p:cNvSpPr/>
            <p:nvPr/>
          </p:nvSpPr>
          <p:spPr>
            <a:xfrm>
              <a:off x="10674540"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9" name="Freeform: Shape 908">
              <a:extLst>
                <a:ext uri="{FF2B5EF4-FFF2-40B4-BE49-F238E27FC236}">
                  <a16:creationId xmlns:a16="http://schemas.microsoft.com/office/drawing/2014/main" id="{C01203CC-E5AC-8085-AD3E-9E93AB6EE5C6}"/>
                </a:ext>
              </a:extLst>
            </p:cNvPr>
            <p:cNvSpPr/>
            <p:nvPr/>
          </p:nvSpPr>
          <p:spPr>
            <a:xfrm>
              <a:off x="1161641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0" name="Freeform: Shape 909">
              <a:extLst>
                <a:ext uri="{FF2B5EF4-FFF2-40B4-BE49-F238E27FC236}">
                  <a16:creationId xmlns:a16="http://schemas.microsoft.com/office/drawing/2014/main" id="{3ECD5A76-4EDC-C01A-9895-2711CC89B783}"/>
                </a:ext>
              </a:extLst>
            </p:cNvPr>
            <p:cNvSpPr/>
            <p:nvPr/>
          </p:nvSpPr>
          <p:spPr>
            <a:xfrm>
              <a:off x="1130245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1" name="Freeform: Shape 910">
              <a:extLst>
                <a:ext uri="{FF2B5EF4-FFF2-40B4-BE49-F238E27FC236}">
                  <a16:creationId xmlns:a16="http://schemas.microsoft.com/office/drawing/2014/main" id="{D509F3DC-BFEE-12DC-5B3C-B763C4F0D76D}"/>
                </a:ext>
              </a:extLst>
            </p:cNvPr>
            <p:cNvSpPr/>
            <p:nvPr/>
          </p:nvSpPr>
          <p:spPr>
            <a:xfrm>
              <a:off x="1130245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2" name="Freeform: Shape 911">
              <a:extLst>
                <a:ext uri="{FF2B5EF4-FFF2-40B4-BE49-F238E27FC236}">
                  <a16:creationId xmlns:a16="http://schemas.microsoft.com/office/drawing/2014/main" id="{B11E6851-93B7-00CC-78DE-9522F0DA4D12}"/>
                </a:ext>
              </a:extLst>
            </p:cNvPr>
            <p:cNvSpPr/>
            <p:nvPr/>
          </p:nvSpPr>
          <p:spPr>
            <a:xfrm>
              <a:off x="11093150" y="4606338"/>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26163 w 52326"/>
                <a:gd name="connsiteY4" fmla="*/ 52326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0" y="0"/>
                    <a:pt x="0" y="11861"/>
                    <a:pt x="0" y="26163"/>
                  </a:cubicBezTo>
                  <a:cubicBezTo>
                    <a:pt x="0" y="40465"/>
                    <a:pt x="11860" y="52326"/>
                    <a:pt x="26163" y="52326"/>
                  </a:cubicBezTo>
                  <a:lnTo>
                    <a:pt x="26163" y="52326"/>
                  </a:ln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13" name="Freeform: Shape 912">
              <a:extLst>
                <a:ext uri="{FF2B5EF4-FFF2-40B4-BE49-F238E27FC236}">
                  <a16:creationId xmlns:a16="http://schemas.microsoft.com/office/drawing/2014/main" id="{657AB7D5-6C28-D243-F5F0-776184F1560C}"/>
                </a:ext>
              </a:extLst>
            </p:cNvPr>
            <p:cNvSpPr/>
            <p:nvPr/>
          </p:nvSpPr>
          <p:spPr>
            <a:xfrm>
              <a:off x="1004662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4" name="Freeform: Shape 913">
              <a:extLst>
                <a:ext uri="{FF2B5EF4-FFF2-40B4-BE49-F238E27FC236}">
                  <a16:creationId xmlns:a16="http://schemas.microsoft.com/office/drawing/2014/main" id="{5AE62414-A28C-5207-FC95-78EE72FA9907}"/>
                </a:ext>
              </a:extLst>
            </p:cNvPr>
            <p:cNvSpPr/>
            <p:nvPr/>
          </p:nvSpPr>
          <p:spPr>
            <a:xfrm>
              <a:off x="983732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5" name="Freeform: Shape 914">
              <a:extLst>
                <a:ext uri="{FF2B5EF4-FFF2-40B4-BE49-F238E27FC236}">
                  <a16:creationId xmlns:a16="http://schemas.microsoft.com/office/drawing/2014/main" id="{241E2EB6-215C-7AC6-C3F9-9C74B23B5558}"/>
                </a:ext>
              </a:extLst>
            </p:cNvPr>
            <p:cNvSpPr/>
            <p:nvPr/>
          </p:nvSpPr>
          <p:spPr>
            <a:xfrm>
              <a:off x="9837321"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1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14302"/>
                    <a:pt x="44652" y="4535"/>
                    <a:pt x="33837" y="1047"/>
                  </a:cubicBezTo>
                  <a:cubicBezTo>
                    <a:pt x="32442" y="698"/>
                    <a:pt x="31396" y="349"/>
                    <a:pt x="30001" y="349"/>
                  </a:cubicBezTo>
                  <a:cubicBezTo>
                    <a:pt x="28605" y="0"/>
                    <a:pt x="27558"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16" name="Freeform: Shape 915">
              <a:extLst>
                <a:ext uri="{FF2B5EF4-FFF2-40B4-BE49-F238E27FC236}">
                  <a16:creationId xmlns:a16="http://schemas.microsoft.com/office/drawing/2014/main" id="{103B9ADF-69A4-DAB6-5180-96249F787F33}"/>
                </a:ext>
              </a:extLst>
            </p:cNvPr>
            <p:cNvSpPr/>
            <p:nvPr/>
          </p:nvSpPr>
          <p:spPr>
            <a:xfrm>
              <a:off x="1119780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7" name="Freeform: Shape 916">
              <a:extLst>
                <a:ext uri="{FF2B5EF4-FFF2-40B4-BE49-F238E27FC236}">
                  <a16:creationId xmlns:a16="http://schemas.microsoft.com/office/drawing/2014/main" id="{189BBA60-08EE-1DE4-813E-68A15327B4F1}"/>
                </a:ext>
              </a:extLst>
            </p:cNvPr>
            <p:cNvSpPr/>
            <p:nvPr/>
          </p:nvSpPr>
          <p:spPr>
            <a:xfrm>
              <a:off x="1119780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8" name="Freeform: Shape 917">
              <a:extLst>
                <a:ext uri="{FF2B5EF4-FFF2-40B4-BE49-F238E27FC236}">
                  <a16:creationId xmlns:a16="http://schemas.microsoft.com/office/drawing/2014/main" id="{6B569F89-2981-9320-0293-5BC8FB40BF81}"/>
                </a:ext>
              </a:extLst>
            </p:cNvPr>
            <p:cNvSpPr/>
            <p:nvPr/>
          </p:nvSpPr>
          <p:spPr>
            <a:xfrm>
              <a:off x="1015127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9" name="Freeform: Shape 918">
              <a:extLst>
                <a:ext uri="{FF2B5EF4-FFF2-40B4-BE49-F238E27FC236}">
                  <a16:creationId xmlns:a16="http://schemas.microsoft.com/office/drawing/2014/main" id="{3745CA4C-12E6-31EC-8744-DD8D0CB7CED7}"/>
                </a:ext>
              </a:extLst>
            </p:cNvPr>
            <p:cNvSpPr/>
            <p:nvPr/>
          </p:nvSpPr>
          <p:spPr>
            <a:xfrm>
              <a:off x="879079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0" name="Freeform: Shape 919">
              <a:extLst>
                <a:ext uri="{FF2B5EF4-FFF2-40B4-BE49-F238E27FC236}">
                  <a16:creationId xmlns:a16="http://schemas.microsoft.com/office/drawing/2014/main" id="{46C86F1A-CBDD-E101-B0AD-EB69896162EA}"/>
                </a:ext>
              </a:extLst>
            </p:cNvPr>
            <p:cNvSpPr/>
            <p:nvPr/>
          </p:nvSpPr>
          <p:spPr>
            <a:xfrm>
              <a:off x="8372188"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21" name="Freeform: Shape 920">
              <a:extLst>
                <a:ext uri="{FF2B5EF4-FFF2-40B4-BE49-F238E27FC236}">
                  <a16:creationId xmlns:a16="http://schemas.microsoft.com/office/drawing/2014/main" id="{42A34B1E-9622-DB34-073A-3B07793EF4F9}"/>
                </a:ext>
              </a:extLst>
            </p:cNvPr>
            <p:cNvSpPr/>
            <p:nvPr/>
          </p:nvSpPr>
          <p:spPr>
            <a:xfrm>
              <a:off x="816288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2" name="Freeform: Shape 921">
              <a:extLst>
                <a:ext uri="{FF2B5EF4-FFF2-40B4-BE49-F238E27FC236}">
                  <a16:creationId xmlns:a16="http://schemas.microsoft.com/office/drawing/2014/main" id="{76F52EEF-4058-5FE8-A37F-1415C6BD8618}"/>
                </a:ext>
              </a:extLst>
            </p:cNvPr>
            <p:cNvSpPr/>
            <p:nvPr/>
          </p:nvSpPr>
          <p:spPr>
            <a:xfrm>
              <a:off x="795357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3" name="Freeform: Shape 922">
              <a:extLst>
                <a:ext uri="{FF2B5EF4-FFF2-40B4-BE49-F238E27FC236}">
                  <a16:creationId xmlns:a16="http://schemas.microsoft.com/office/drawing/2014/main" id="{03A0F939-3E66-FCA9-BB01-0028CE263813}"/>
                </a:ext>
              </a:extLst>
            </p:cNvPr>
            <p:cNvSpPr/>
            <p:nvPr/>
          </p:nvSpPr>
          <p:spPr>
            <a:xfrm>
              <a:off x="6907055"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24" name="Freeform: Shape 923">
              <a:extLst>
                <a:ext uri="{FF2B5EF4-FFF2-40B4-BE49-F238E27FC236}">
                  <a16:creationId xmlns:a16="http://schemas.microsoft.com/office/drawing/2014/main" id="{8C945015-C5D1-A835-BDC2-152D8360C8A3}"/>
                </a:ext>
              </a:extLst>
            </p:cNvPr>
            <p:cNvSpPr/>
            <p:nvPr/>
          </p:nvSpPr>
          <p:spPr>
            <a:xfrm>
              <a:off x="638379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5" name="Freeform: Shape 924">
              <a:extLst>
                <a:ext uri="{FF2B5EF4-FFF2-40B4-BE49-F238E27FC236}">
                  <a16:creationId xmlns:a16="http://schemas.microsoft.com/office/drawing/2014/main" id="{421BBE88-3CAD-C89A-1B03-EA3DE0A71242}"/>
                </a:ext>
              </a:extLst>
            </p:cNvPr>
            <p:cNvSpPr/>
            <p:nvPr/>
          </p:nvSpPr>
          <p:spPr>
            <a:xfrm>
              <a:off x="11407107" y="3245509"/>
              <a:ext cx="52326" cy="52326"/>
            </a:xfrm>
            <a:custGeom>
              <a:avLst/>
              <a:gdLst>
                <a:gd name="connsiteX0" fmla="*/ 2791 w 52326"/>
                <a:gd name="connsiteY0" fmla="*/ 38373 h 52326"/>
                <a:gd name="connsiteX1" fmla="*/ 3139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39" y="38721"/>
                  </a:cubicBezTo>
                  <a:cubicBezTo>
                    <a:pt x="7674" y="46745"/>
                    <a:pt x="16047" y="52326"/>
                    <a:pt x="26163" y="52326"/>
                  </a:cubicBezTo>
                  <a:cubicBezTo>
                    <a:pt x="40466" y="52326"/>
                    <a:pt x="52326" y="40465"/>
                    <a:pt x="52326" y="26163"/>
                  </a:cubicBezTo>
                  <a:lnTo>
                    <a:pt x="52326" y="26163"/>
                  </a:lnTo>
                  <a:cubicBezTo>
                    <a:pt x="52326" y="21628"/>
                    <a:pt x="51279" y="17442"/>
                    <a:pt x="49187" y="13605"/>
                  </a:cubicBezTo>
                  <a:cubicBezTo>
                    <a:pt x="44652" y="5581"/>
                    <a:pt x="36279" y="0"/>
                    <a:pt x="26163" y="0"/>
                  </a:cubicBezTo>
                  <a:lnTo>
                    <a:pt x="26163" y="0"/>
                  </a:lnTo>
                  <a:cubicBezTo>
                    <a:pt x="11860"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926" name="Freeform: Shape 925">
              <a:extLst>
                <a:ext uri="{FF2B5EF4-FFF2-40B4-BE49-F238E27FC236}">
                  <a16:creationId xmlns:a16="http://schemas.microsoft.com/office/drawing/2014/main" id="{DA1A065D-5A34-3EA6-2D1D-B9CD170B5E38}"/>
                </a:ext>
              </a:extLst>
            </p:cNvPr>
            <p:cNvSpPr/>
            <p:nvPr/>
          </p:nvSpPr>
          <p:spPr>
            <a:xfrm>
              <a:off x="10360583"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4419"/>
                    <a:pt x="51977" y="22675"/>
                    <a:pt x="51629" y="20930"/>
                  </a:cubicBezTo>
                  <a:cubicBezTo>
                    <a:pt x="49187" y="9070"/>
                    <a:pt x="38722" y="0"/>
                    <a:pt x="26163" y="0"/>
                  </a:cubicBezTo>
                  <a:cubicBezTo>
                    <a:pt x="11860" y="0"/>
                    <a:pt x="0" y="11861"/>
                    <a:pt x="0" y="26163"/>
                  </a:cubicBezTo>
                  <a:cubicBezTo>
                    <a:pt x="0" y="28954"/>
                    <a:pt x="349" y="31396"/>
                    <a:pt x="1047" y="33838"/>
                  </a:cubicBezTo>
                  <a:cubicBezTo>
                    <a:pt x="4535" y="44652"/>
                    <a:pt x="14303" y="52326"/>
                    <a:pt x="26163" y="52326"/>
                  </a:cubicBezTo>
                  <a:close/>
                </a:path>
              </a:pathLst>
            </a:custGeom>
            <a:grpFill/>
            <a:ln w="3488" cap="flat">
              <a:noFill/>
              <a:prstDash val="solid"/>
              <a:miter/>
            </a:ln>
          </p:spPr>
          <p:txBody>
            <a:bodyPr rtlCol="0" anchor="ctr"/>
            <a:lstStyle/>
            <a:p>
              <a:endParaRPr lang="en-ID"/>
            </a:p>
          </p:txBody>
        </p:sp>
        <p:sp>
          <p:nvSpPr>
            <p:cNvPr id="927" name="Freeform: Shape 926">
              <a:extLst>
                <a:ext uri="{FF2B5EF4-FFF2-40B4-BE49-F238E27FC236}">
                  <a16:creationId xmlns:a16="http://schemas.microsoft.com/office/drawing/2014/main" id="{A252C444-C113-117F-7B36-0D2AC381ECDA}"/>
                </a:ext>
              </a:extLst>
            </p:cNvPr>
            <p:cNvSpPr/>
            <p:nvPr/>
          </p:nvSpPr>
          <p:spPr>
            <a:xfrm>
              <a:off x="7534969" y="3873772"/>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28" name="Freeform: Shape 927">
              <a:extLst>
                <a:ext uri="{FF2B5EF4-FFF2-40B4-BE49-F238E27FC236}">
                  <a16:creationId xmlns:a16="http://schemas.microsoft.com/office/drawing/2014/main" id="{66A7A689-4391-9D84-A899-F91A67FC0962}"/>
                </a:ext>
              </a:extLst>
            </p:cNvPr>
            <p:cNvSpPr/>
            <p:nvPr/>
          </p:nvSpPr>
          <p:spPr>
            <a:xfrm>
              <a:off x="9104406" y="4397034"/>
              <a:ext cx="52675" cy="52674"/>
            </a:xfrm>
            <a:custGeom>
              <a:avLst/>
              <a:gdLst>
                <a:gd name="connsiteX0" fmla="*/ 52675 w 52675"/>
                <a:gd name="connsiteY0" fmla="*/ 26163 h 52674"/>
                <a:gd name="connsiteX1" fmla="*/ 26512 w 52675"/>
                <a:gd name="connsiteY1" fmla="*/ 0 h 52674"/>
                <a:gd name="connsiteX2" fmla="*/ 23721 w 52675"/>
                <a:gd name="connsiteY2" fmla="*/ 0 h 52674"/>
                <a:gd name="connsiteX3" fmla="*/ 4535 w 52675"/>
                <a:gd name="connsiteY3" fmla="*/ 11512 h 52674"/>
                <a:gd name="connsiteX4" fmla="*/ 2791 w 52675"/>
                <a:gd name="connsiteY4" fmla="*/ 14651 h 52674"/>
                <a:gd name="connsiteX5" fmla="*/ 349 w 52675"/>
                <a:gd name="connsiteY5" fmla="*/ 22675 h 52674"/>
                <a:gd name="connsiteX6" fmla="*/ 0 w 52675"/>
                <a:gd name="connsiteY6" fmla="*/ 26163 h 52674"/>
                <a:gd name="connsiteX7" fmla="*/ 0 w 52675"/>
                <a:gd name="connsiteY7" fmla="*/ 26163 h 52674"/>
                <a:gd name="connsiteX8" fmla="*/ 349 w 52675"/>
                <a:gd name="connsiteY8" fmla="*/ 29303 h 52674"/>
                <a:gd name="connsiteX9" fmla="*/ 2443 w 52675"/>
                <a:gd name="connsiteY9" fmla="*/ 36628 h 52674"/>
                <a:gd name="connsiteX10" fmla="*/ 5931 w 52675"/>
                <a:gd name="connsiteY10" fmla="*/ 42559 h 52674"/>
                <a:gd name="connsiteX11" fmla="*/ 8024 w 52675"/>
                <a:gd name="connsiteY11" fmla="*/ 45001 h 52674"/>
                <a:gd name="connsiteX12" fmla="*/ 26512 w 52675"/>
                <a:gd name="connsiteY12" fmla="*/ 52675 h 52674"/>
                <a:gd name="connsiteX13" fmla="*/ 52675 w 52675"/>
                <a:gd name="connsiteY13" fmla="*/ 26163 h 52674"/>
                <a:gd name="connsiteX14" fmla="*/ 52675 w 52675"/>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5" h="52674">
                  <a:moveTo>
                    <a:pt x="52675" y="26163"/>
                  </a:moveTo>
                  <a:cubicBezTo>
                    <a:pt x="52675" y="11861"/>
                    <a:pt x="40815" y="0"/>
                    <a:pt x="26512" y="0"/>
                  </a:cubicBezTo>
                  <a:cubicBezTo>
                    <a:pt x="25466" y="0"/>
                    <a:pt x="24768" y="0"/>
                    <a:pt x="23721" y="0"/>
                  </a:cubicBezTo>
                  <a:cubicBezTo>
                    <a:pt x="15698" y="698"/>
                    <a:pt x="9070" y="5233"/>
                    <a:pt x="4535" y="11512"/>
                  </a:cubicBezTo>
                  <a:cubicBezTo>
                    <a:pt x="3838" y="12558"/>
                    <a:pt x="3140"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6" y="34186"/>
                    <a:pt x="2443" y="36628"/>
                  </a:cubicBezTo>
                  <a:cubicBezTo>
                    <a:pt x="3488" y="38721"/>
                    <a:pt x="4535" y="40814"/>
                    <a:pt x="5931" y="42559"/>
                  </a:cubicBezTo>
                  <a:cubicBezTo>
                    <a:pt x="6628" y="43256"/>
                    <a:pt x="7326" y="44303"/>
                    <a:pt x="8024" y="45001"/>
                  </a:cubicBezTo>
                  <a:cubicBezTo>
                    <a:pt x="12908" y="49884"/>
                    <a:pt x="19186" y="52675"/>
                    <a:pt x="26512" y="52675"/>
                  </a:cubicBezTo>
                  <a:cubicBezTo>
                    <a:pt x="40815"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929" name="Freeform: Shape 928">
              <a:extLst>
                <a:ext uri="{FF2B5EF4-FFF2-40B4-BE49-F238E27FC236}">
                  <a16:creationId xmlns:a16="http://schemas.microsoft.com/office/drawing/2014/main" id="{6659698B-3836-841B-B320-D74716FA48FB}"/>
                </a:ext>
              </a:extLst>
            </p:cNvPr>
            <p:cNvSpPr/>
            <p:nvPr/>
          </p:nvSpPr>
          <p:spPr>
            <a:xfrm>
              <a:off x="1140710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0" name="Freeform: Shape 929">
              <a:extLst>
                <a:ext uri="{FF2B5EF4-FFF2-40B4-BE49-F238E27FC236}">
                  <a16:creationId xmlns:a16="http://schemas.microsoft.com/office/drawing/2014/main" id="{5559596B-A661-6F97-7D3D-9B22320EAF6E}"/>
                </a:ext>
              </a:extLst>
            </p:cNvPr>
            <p:cNvSpPr/>
            <p:nvPr/>
          </p:nvSpPr>
          <p:spPr>
            <a:xfrm>
              <a:off x="1140710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1" name="Freeform: Shape 930">
              <a:extLst>
                <a:ext uri="{FF2B5EF4-FFF2-40B4-BE49-F238E27FC236}">
                  <a16:creationId xmlns:a16="http://schemas.microsoft.com/office/drawing/2014/main" id="{CE285EEC-73A3-FCFE-286D-D6D51F6E7683}"/>
                </a:ext>
              </a:extLst>
            </p:cNvPr>
            <p:cNvSpPr/>
            <p:nvPr/>
          </p:nvSpPr>
          <p:spPr>
            <a:xfrm>
              <a:off x="1130245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2" name="Freeform: Shape 931">
              <a:extLst>
                <a:ext uri="{FF2B5EF4-FFF2-40B4-BE49-F238E27FC236}">
                  <a16:creationId xmlns:a16="http://schemas.microsoft.com/office/drawing/2014/main" id="{053AC2EB-489E-685E-40EE-406CAF8BF29B}"/>
                </a:ext>
              </a:extLst>
            </p:cNvPr>
            <p:cNvSpPr/>
            <p:nvPr/>
          </p:nvSpPr>
          <p:spPr>
            <a:xfrm>
              <a:off x="1109315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3" name="Freeform: Shape 932">
              <a:extLst>
                <a:ext uri="{FF2B5EF4-FFF2-40B4-BE49-F238E27FC236}">
                  <a16:creationId xmlns:a16="http://schemas.microsoft.com/office/drawing/2014/main" id="{2113D997-CEBF-4DA0-91FB-95CDED10B95E}"/>
                </a:ext>
              </a:extLst>
            </p:cNvPr>
            <p:cNvSpPr/>
            <p:nvPr/>
          </p:nvSpPr>
          <p:spPr>
            <a:xfrm>
              <a:off x="1025593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4" name="Freeform: Shape 933">
              <a:extLst>
                <a:ext uri="{FF2B5EF4-FFF2-40B4-BE49-F238E27FC236}">
                  <a16:creationId xmlns:a16="http://schemas.microsoft.com/office/drawing/2014/main" id="{EBE15B11-D149-1503-4B58-FF7915A7288E}"/>
                </a:ext>
              </a:extLst>
            </p:cNvPr>
            <p:cNvSpPr/>
            <p:nvPr/>
          </p:nvSpPr>
          <p:spPr>
            <a:xfrm>
              <a:off x="1025593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5" name="Freeform: Shape 934">
              <a:extLst>
                <a:ext uri="{FF2B5EF4-FFF2-40B4-BE49-F238E27FC236}">
                  <a16:creationId xmlns:a16="http://schemas.microsoft.com/office/drawing/2014/main" id="{86D34B37-A546-1311-FBB6-941CFB16633C}"/>
                </a:ext>
              </a:extLst>
            </p:cNvPr>
            <p:cNvSpPr/>
            <p:nvPr/>
          </p:nvSpPr>
          <p:spPr>
            <a:xfrm>
              <a:off x="11197802"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6" name="Freeform: Shape 935">
              <a:extLst>
                <a:ext uri="{FF2B5EF4-FFF2-40B4-BE49-F238E27FC236}">
                  <a16:creationId xmlns:a16="http://schemas.microsoft.com/office/drawing/2014/main" id="{5987B730-C00A-6B7B-2BF2-AC9E9B86C59E}"/>
                </a:ext>
              </a:extLst>
            </p:cNvPr>
            <p:cNvSpPr/>
            <p:nvPr/>
          </p:nvSpPr>
          <p:spPr>
            <a:xfrm>
              <a:off x="1098849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7" name="Freeform: Shape 936">
              <a:extLst>
                <a:ext uri="{FF2B5EF4-FFF2-40B4-BE49-F238E27FC236}">
                  <a16:creationId xmlns:a16="http://schemas.microsoft.com/office/drawing/2014/main" id="{5DBC3A37-80EE-7135-151C-BE5DF78919F4}"/>
                </a:ext>
              </a:extLst>
            </p:cNvPr>
            <p:cNvSpPr/>
            <p:nvPr/>
          </p:nvSpPr>
          <p:spPr>
            <a:xfrm>
              <a:off x="1015127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8" name="Freeform: Shape 937">
              <a:extLst>
                <a:ext uri="{FF2B5EF4-FFF2-40B4-BE49-F238E27FC236}">
                  <a16:creationId xmlns:a16="http://schemas.microsoft.com/office/drawing/2014/main" id="{5DB9883E-CC5B-7A37-DF90-19AF57043308}"/>
                </a:ext>
              </a:extLst>
            </p:cNvPr>
            <p:cNvSpPr/>
            <p:nvPr/>
          </p:nvSpPr>
          <p:spPr>
            <a:xfrm>
              <a:off x="10151278"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9" name="Freeform: Shape 938">
              <a:extLst>
                <a:ext uri="{FF2B5EF4-FFF2-40B4-BE49-F238E27FC236}">
                  <a16:creationId xmlns:a16="http://schemas.microsoft.com/office/drawing/2014/main" id="{9795B060-2E9A-28DC-9C88-9D5D40215A59}"/>
                </a:ext>
              </a:extLst>
            </p:cNvPr>
            <p:cNvSpPr/>
            <p:nvPr/>
          </p:nvSpPr>
          <p:spPr>
            <a:xfrm>
              <a:off x="962801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0" name="Freeform: Shape 939">
              <a:extLst>
                <a:ext uri="{FF2B5EF4-FFF2-40B4-BE49-F238E27FC236}">
                  <a16:creationId xmlns:a16="http://schemas.microsoft.com/office/drawing/2014/main" id="{446D2BBE-30DF-2DB3-08C5-B43C3AC97601}"/>
                </a:ext>
              </a:extLst>
            </p:cNvPr>
            <p:cNvSpPr/>
            <p:nvPr/>
          </p:nvSpPr>
          <p:spPr>
            <a:xfrm>
              <a:off x="952336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1" name="Freeform: Shape 940">
              <a:extLst>
                <a:ext uri="{FF2B5EF4-FFF2-40B4-BE49-F238E27FC236}">
                  <a16:creationId xmlns:a16="http://schemas.microsoft.com/office/drawing/2014/main" id="{7276D587-CDB2-1FF3-2C90-4975B584FF8C}"/>
                </a:ext>
              </a:extLst>
            </p:cNvPr>
            <p:cNvSpPr/>
            <p:nvPr/>
          </p:nvSpPr>
          <p:spPr>
            <a:xfrm>
              <a:off x="931406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2" name="Freeform: Shape 941">
              <a:extLst>
                <a:ext uri="{FF2B5EF4-FFF2-40B4-BE49-F238E27FC236}">
                  <a16:creationId xmlns:a16="http://schemas.microsoft.com/office/drawing/2014/main" id="{68C54F44-CA56-6C01-FA48-408B99BAA0BC}"/>
                </a:ext>
              </a:extLst>
            </p:cNvPr>
            <p:cNvSpPr/>
            <p:nvPr/>
          </p:nvSpPr>
          <p:spPr>
            <a:xfrm>
              <a:off x="900010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3" name="Freeform: Shape 942">
              <a:extLst>
                <a:ext uri="{FF2B5EF4-FFF2-40B4-BE49-F238E27FC236}">
                  <a16:creationId xmlns:a16="http://schemas.microsoft.com/office/drawing/2014/main" id="{2E120ABE-D142-F20F-F30E-8D00CEBC652F}"/>
                </a:ext>
              </a:extLst>
            </p:cNvPr>
            <p:cNvSpPr/>
            <p:nvPr/>
          </p:nvSpPr>
          <p:spPr>
            <a:xfrm>
              <a:off x="9000103"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4" name="Freeform: Shape 943">
              <a:extLst>
                <a:ext uri="{FF2B5EF4-FFF2-40B4-BE49-F238E27FC236}">
                  <a16:creationId xmlns:a16="http://schemas.microsoft.com/office/drawing/2014/main" id="{EE7EA546-3CF3-6991-AA08-97DCC7F5E161}"/>
                </a:ext>
              </a:extLst>
            </p:cNvPr>
            <p:cNvSpPr/>
            <p:nvPr/>
          </p:nvSpPr>
          <p:spPr>
            <a:xfrm>
              <a:off x="847684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5" name="Freeform: Shape 944">
              <a:extLst>
                <a:ext uri="{FF2B5EF4-FFF2-40B4-BE49-F238E27FC236}">
                  <a16:creationId xmlns:a16="http://schemas.microsoft.com/office/drawing/2014/main" id="{D4A776E6-438A-0D67-3379-2E2BB94BEE64}"/>
                </a:ext>
              </a:extLst>
            </p:cNvPr>
            <p:cNvSpPr/>
            <p:nvPr/>
          </p:nvSpPr>
          <p:spPr>
            <a:xfrm>
              <a:off x="8372188"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46" name="Freeform: Shape 945">
              <a:extLst>
                <a:ext uri="{FF2B5EF4-FFF2-40B4-BE49-F238E27FC236}">
                  <a16:creationId xmlns:a16="http://schemas.microsoft.com/office/drawing/2014/main" id="{F06AFD3D-B505-C427-40F1-53BBB9455B88}"/>
                </a:ext>
              </a:extLst>
            </p:cNvPr>
            <p:cNvSpPr/>
            <p:nvPr/>
          </p:nvSpPr>
          <p:spPr>
            <a:xfrm>
              <a:off x="837218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7" name="Freeform: Shape 946">
              <a:extLst>
                <a:ext uri="{FF2B5EF4-FFF2-40B4-BE49-F238E27FC236}">
                  <a16:creationId xmlns:a16="http://schemas.microsoft.com/office/drawing/2014/main" id="{BC49E5C9-DC0C-4207-E557-0B6BCF0E064C}"/>
                </a:ext>
              </a:extLst>
            </p:cNvPr>
            <p:cNvSpPr/>
            <p:nvPr/>
          </p:nvSpPr>
          <p:spPr>
            <a:xfrm>
              <a:off x="816288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48" name="Freeform: Shape 947">
              <a:extLst>
                <a:ext uri="{FF2B5EF4-FFF2-40B4-BE49-F238E27FC236}">
                  <a16:creationId xmlns:a16="http://schemas.microsoft.com/office/drawing/2014/main" id="{51132372-7EBF-C6E6-899F-63AD62C0E364}"/>
                </a:ext>
              </a:extLst>
            </p:cNvPr>
            <p:cNvSpPr/>
            <p:nvPr/>
          </p:nvSpPr>
          <p:spPr>
            <a:xfrm>
              <a:off x="7744274"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49" name="Freeform: Shape 948">
              <a:extLst>
                <a:ext uri="{FF2B5EF4-FFF2-40B4-BE49-F238E27FC236}">
                  <a16:creationId xmlns:a16="http://schemas.microsoft.com/office/drawing/2014/main" id="{7207A861-2260-61F8-A950-75BF3266907A}"/>
                </a:ext>
              </a:extLst>
            </p:cNvPr>
            <p:cNvSpPr/>
            <p:nvPr/>
          </p:nvSpPr>
          <p:spPr>
            <a:xfrm>
              <a:off x="75349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0" name="Freeform: Shape 949">
              <a:extLst>
                <a:ext uri="{FF2B5EF4-FFF2-40B4-BE49-F238E27FC236}">
                  <a16:creationId xmlns:a16="http://schemas.microsoft.com/office/drawing/2014/main" id="{169653C1-C2AC-B7F7-0EC3-1A73EDF5DA74}"/>
                </a:ext>
              </a:extLst>
            </p:cNvPr>
            <p:cNvSpPr/>
            <p:nvPr/>
          </p:nvSpPr>
          <p:spPr>
            <a:xfrm>
              <a:off x="722101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51" name="Freeform: Shape 950">
              <a:extLst>
                <a:ext uri="{FF2B5EF4-FFF2-40B4-BE49-F238E27FC236}">
                  <a16:creationId xmlns:a16="http://schemas.microsoft.com/office/drawing/2014/main" id="{40F50F8C-6864-3FB5-4157-6519903C4C1B}"/>
                </a:ext>
              </a:extLst>
            </p:cNvPr>
            <p:cNvSpPr/>
            <p:nvPr/>
          </p:nvSpPr>
          <p:spPr>
            <a:xfrm>
              <a:off x="669775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952" name="Freeform: Shape 951">
              <a:extLst>
                <a:ext uri="{FF2B5EF4-FFF2-40B4-BE49-F238E27FC236}">
                  <a16:creationId xmlns:a16="http://schemas.microsoft.com/office/drawing/2014/main" id="{45547B97-D398-3091-2C4D-99208BCAC1B9}"/>
                </a:ext>
              </a:extLst>
            </p:cNvPr>
            <p:cNvSpPr/>
            <p:nvPr/>
          </p:nvSpPr>
          <p:spPr>
            <a:xfrm>
              <a:off x="669775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3" name="Freeform: Shape 952">
              <a:extLst>
                <a:ext uri="{FF2B5EF4-FFF2-40B4-BE49-F238E27FC236}">
                  <a16:creationId xmlns:a16="http://schemas.microsoft.com/office/drawing/2014/main" id="{DED763E6-A0BE-1C55-A655-72438B4FF3F5}"/>
                </a:ext>
              </a:extLst>
            </p:cNvPr>
            <p:cNvSpPr/>
            <p:nvPr/>
          </p:nvSpPr>
          <p:spPr>
            <a:xfrm>
              <a:off x="9314060" y="4187729"/>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2791" y="14302"/>
                    <a:pt x="2442" y="15000"/>
                    <a:pt x="2093" y="16047"/>
                  </a:cubicBezTo>
                  <a:cubicBezTo>
                    <a:pt x="698" y="19186"/>
                    <a:pt x="0" y="22675"/>
                    <a:pt x="0" y="26163"/>
                  </a:cubicBezTo>
                  <a:cubicBezTo>
                    <a:pt x="0" y="40465"/>
                    <a:pt x="11860" y="52326"/>
                    <a:pt x="26163" y="52326"/>
                  </a:cubicBezTo>
                  <a:lnTo>
                    <a:pt x="26163" y="52326"/>
                  </a:ln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54" name="Freeform: Shape 953">
              <a:extLst>
                <a:ext uri="{FF2B5EF4-FFF2-40B4-BE49-F238E27FC236}">
                  <a16:creationId xmlns:a16="http://schemas.microsoft.com/office/drawing/2014/main" id="{79956E21-CCB6-33B9-BA36-711D4F7B13AA}"/>
                </a:ext>
              </a:extLst>
            </p:cNvPr>
            <p:cNvSpPr/>
            <p:nvPr/>
          </p:nvSpPr>
          <p:spPr>
            <a:xfrm>
              <a:off x="1088384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5" name="Freeform: Shape 954">
              <a:extLst>
                <a:ext uri="{FF2B5EF4-FFF2-40B4-BE49-F238E27FC236}">
                  <a16:creationId xmlns:a16="http://schemas.microsoft.com/office/drawing/2014/main" id="{84445FEB-B72D-5F6A-1656-19C2B2C82C74}"/>
                </a:ext>
              </a:extLst>
            </p:cNvPr>
            <p:cNvSpPr/>
            <p:nvPr/>
          </p:nvSpPr>
          <p:spPr>
            <a:xfrm>
              <a:off x="9942315" y="3455511"/>
              <a:ext cx="52333" cy="51977"/>
            </a:xfrm>
            <a:custGeom>
              <a:avLst/>
              <a:gdLst>
                <a:gd name="connsiteX0" fmla="*/ 25821 w 52333"/>
                <a:gd name="connsiteY0" fmla="*/ 51977 h 51977"/>
                <a:gd name="connsiteX1" fmla="*/ 38380 w 52333"/>
                <a:gd name="connsiteY1" fmla="*/ 48838 h 51977"/>
                <a:gd name="connsiteX2" fmla="*/ 39078 w 52333"/>
                <a:gd name="connsiteY2" fmla="*/ 48489 h 51977"/>
                <a:gd name="connsiteX3" fmla="*/ 41170 w 52333"/>
                <a:gd name="connsiteY3" fmla="*/ 47094 h 51977"/>
                <a:gd name="connsiteX4" fmla="*/ 44310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1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1" y="51977"/>
                  </a:moveTo>
                  <a:cubicBezTo>
                    <a:pt x="30357" y="51977"/>
                    <a:pt x="34542" y="50931"/>
                    <a:pt x="38380" y="48838"/>
                  </a:cubicBezTo>
                  <a:cubicBezTo>
                    <a:pt x="38728" y="48838"/>
                    <a:pt x="38728" y="48489"/>
                    <a:pt x="39078" y="48489"/>
                  </a:cubicBezTo>
                  <a:cubicBezTo>
                    <a:pt x="39775" y="48140"/>
                    <a:pt x="40473" y="47791"/>
                    <a:pt x="41170" y="47094"/>
                  </a:cubicBezTo>
                  <a:cubicBezTo>
                    <a:pt x="42217" y="46396"/>
                    <a:pt x="43263" y="45349"/>
                    <a:pt x="44310" y="44652"/>
                  </a:cubicBezTo>
                  <a:cubicBezTo>
                    <a:pt x="44310" y="44652"/>
                    <a:pt x="44310"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1" y="1744"/>
                    <a:pt x="14659" y="2791"/>
                  </a:cubicBezTo>
                  <a:cubicBezTo>
                    <a:pt x="12217" y="4186"/>
                    <a:pt x="9774" y="5582"/>
                    <a:pt x="7682" y="7675"/>
                  </a:cubicBezTo>
                  <a:cubicBezTo>
                    <a:pt x="2798" y="12558"/>
                    <a:pt x="8" y="18838"/>
                    <a:pt x="8" y="26163"/>
                  </a:cubicBezTo>
                  <a:cubicBezTo>
                    <a:pt x="-342" y="40117"/>
                    <a:pt x="11519" y="51977"/>
                    <a:pt x="25821" y="51977"/>
                  </a:cubicBezTo>
                  <a:close/>
                </a:path>
              </a:pathLst>
            </a:custGeom>
            <a:grpFill/>
            <a:ln w="3488" cap="flat">
              <a:noFill/>
              <a:prstDash val="solid"/>
              <a:miter/>
            </a:ln>
          </p:spPr>
          <p:txBody>
            <a:bodyPr rtlCol="0" anchor="ctr"/>
            <a:lstStyle/>
            <a:p>
              <a:endParaRPr lang="en-ID"/>
            </a:p>
          </p:txBody>
        </p:sp>
        <p:sp>
          <p:nvSpPr>
            <p:cNvPr id="956" name="Freeform: Shape 955">
              <a:extLst>
                <a:ext uri="{FF2B5EF4-FFF2-40B4-BE49-F238E27FC236}">
                  <a16:creationId xmlns:a16="http://schemas.microsoft.com/office/drawing/2014/main" id="{ACBABC2B-7B8C-7681-B74F-724D28CB7B92}"/>
                </a:ext>
              </a:extLst>
            </p:cNvPr>
            <p:cNvSpPr/>
            <p:nvPr/>
          </p:nvSpPr>
          <p:spPr>
            <a:xfrm>
              <a:off x="1130245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7" name="Freeform: Shape 956">
              <a:extLst>
                <a:ext uri="{FF2B5EF4-FFF2-40B4-BE49-F238E27FC236}">
                  <a16:creationId xmlns:a16="http://schemas.microsoft.com/office/drawing/2014/main" id="{7DBDBE58-9590-D170-5BDA-371DEB0B29D8}"/>
                </a:ext>
              </a:extLst>
            </p:cNvPr>
            <p:cNvSpPr/>
            <p:nvPr/>
          </p:nvSpPr>
          <p:spPr>
            <a:xfrm>
              <a:off x="1182571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8" name="Freeform: Shape 957">
              <a:extLst>
                <a:ext uri="{FF2B5EF4-FFF2-40B4-BE49-F238E27FC236}">
                  <a16:creationId xmlns:a16="http://schemas.microsoft.com/office/drawing/2014/main" id="{74A0FFC2-E6A9-3D0F-9C7C-E5CF4FB0A8F4}"/>
                </a:ext>
              </a:extLst>
            </p:cNvPr>
            <p:cNvSpPr/>
            <p:nvPr/>
          </p:nvSpPr>
          <p:spPr>
            <a:xfrm>
              <a:off x="1161641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59" name="Freeform: Shape 958">
              <a:extLst>
                <a:ext uri="{FF2B5EF4-FFF2-40B4-BE49-F238E27FC236}">
                  <a16:creationId xmlns:a16="http://schemas.microsoft.com/office/drawing/2014/main" id="{055ECCDE-BBC6-8F22-8566-4027305EBB1D}"/>
                </a:ext>
              </a:extLst>
            </p:cNvPr>
            <p:cNvSpPr/>
            <p:nvPr/>
          </p:nvSpPr>
          <p:spPr>
            <a:xfrm>
              <a:off x="11093150"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6"/>
                    <a:pt x="52326" y="26163"/>
                  </a:cubicBezTo>
                  <a:lnTo>
                    <a:pt x="52326" y="26163"/>
                  </a:lnTo>
                  <a:cubicBezTo>
                    <a:pt x="52326" y="11861"/>
                    <a:pt x="40466" y="0"/>
                    <a:pt x="26163" y="0"/>
                  </a:cubicBezTo>
                  <a:lnTo>
                    <a:pt x="26163" y="0"/>
                  </a:ln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60" name="Freeform: Shape 959">
              <a:extLst>
                <a:ext uri="{FF2B5EF4-FFF2-40B4-BE49-F238E27FC236}">
                  <a16:creationId xmlns:a16="http://schemas.microsoft.com/office/drawing/2014/main" id="{CD86C1EF-0A6C-658F-BB87-4E3905AF6029}"/>
                </a:ext>
              </a:extLst>
            </p:cNvPr>
            <p:cNvSpPr/>
            <p:nvPr/>
          </p:nvSpPr>
          <p:spPr>
            <a:xfrm>
              <a:off x="1067454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1" name="Freeform: Shape 960">
              <a:extLst>
                <a:ext uri="{FF2B5EF4-FFF2-40B4-BE49-F238E27FC236}">
                  <a16:creationId xmlns:a16="http://schemas.microsoft.com/office/drawing/2014/main" id="{72D7E217-5CA0-06F7-1BA4-F41985CC2152}"/>
                </a:ext>
              </a:extLst>
            </p:cNvPr>
            <p:cNvSpPr/>
            <p:nvPr/>
          </p:nvSpPr>
          <p:spPr>
            <a:xfrm>
              <a:off x="1151175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2" name="Freeform: Shape 961">
              <a:extLst>
                <a:ext uri="{FF2B5EF4-FFF2-40B4-BE49-F238E27FC236}">
                  <a16:creationId xmlns:a16="http://schemas.microsoft.com/office/drawing/2014/main" id="{9F0C98A3-EB45-3E4C-1987-6E23449E425F}"/>
                </a:ext>
              </a:extLst>
            </p:cNvPr>
            <p:cNvSpPr/>
            <p:nvPr/>
          </p:nvSpPr>
          <p:spPr>
            <a:xfrm>
              <a:off x="1119780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3" name="Freeform: Shape 962">
              <a:extLst>
                <a:ext uri="{FF2B5EF4-FFF2-40B4-BE49-F238E27FC236}">
                  <a16:creationId xmlns:a16="http://schemas.microsoft.com/office/drawing/2014/main" id="{41BC0EF6-49E3-5708-104B-8A480D693773}"/>
                </a:ext>
              </a:extLst>
            </p:cNvPr>
            <p:cNvSpPr/>
            <p:nvPr/>
          </p:nvSpPr>
          <p:spPr>
            <a:xfrm>
              <a:off x="837218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4" name="Freeform: Shape 963">
              <a:extLst>
                <a:ext uri="{FF2B5EF4-FFF2-40B4-BE49-F238E27FC236}">
                  <a16:creationId xmlns:a16="http://schemas.microsoft.com/office/drawing/2014/main" id="{4D6C7C7E-F94E-96C4-7D1A-7DB98AB38386}"/>
                </a:ext>
              </a:extLst>
            </p:cNvPr>
            <p:cNvSpPr/>
            <p:nvPr/>
          </p:nvSpPr>
          <p:spPr>
            <a:xfrm>
              <a:off x="78489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5" name="Freeform: Shape 964">
              <a:extLst>
                <a:ext uri="{FF2B5EF4-FFF2-40B4-BE49-F238E27FC236}">
                  <a16:creationId xmlns:a16="http://schemas.microsoft.com/office/drawing/2014/main" id="{7A99F90A-E23E-6839-C45A-B4EBCCEF6E65}"/>
                </a:ext>
              </a:extLst>
            </p:cNvPr>
            <p:cNvSpPr/>
            <p:nvPr/>
          </p:nvSpPr>
          <p:spPr>
            <a:xfrm>
              <a:off x="77442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6" name="Freeform: Shape 965">
              <a:extLst>
                <a:ext uri="{FF2B5EF4-FFF2-40B4-BE49-F238E27FC236}">
                  <a16:creationId xmlns:a16="http://schemas.microsoft.com/office/drawing/2014/main" id="{27E2CDA6-D1EA-5EBA-619B-F417813C956F}"/>
                </a:ext>
              </a:extLst>
            </p:cNvPr>
            <p:cNvSpPr/>
            <p:nvPr/>
          </p:nvSpPr>
          <p:spPr>
            <a:xfrm>
              <a:off x="66977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67" name="Freeform: Shape 966">
              <a:extLst>
                <a:ext uri="{FF2B5EF4-FFF2-40B4-BE49-F238E27FC236}">
                  <a16:creationId xmlns:a16="http://schemas.microsoft.com/office/drawing/2014/main" id="{34A59D80-3D16-F389-A289-8AF2FA2D7F1C}"/>
                </a:ext>
              </a:extLst>
            </p:cNvPr>
            <p:cNvSpPr/>
            <p:nvPr/>
          </p:nvSpPr>
          <p:spPr>
            <a:xfrm>
              <a:off x="10255931" y="3769468"/>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lnTo>
                    <a:pt x="26163" y="51977"/>
                  </a:ln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lnTo>
                    <a:pt x="26163" y="0"/>
                  </a:ln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968" name="Freeform: Shape 967">
              <a:extLst>
                <a:ext uri="{FF2B5EF4-FFF2-40B4-BE49-F238E27FC236}">
                  <a16:creationId xmlns:a16="http://schemas.microsoft.com/office/drawing/2014/main" id="{E0680386-AEB6-9A65-F149-A13EBEA1B715}"/>
                </a:ext>
              </a:extLst>
            </p:cNvPr>
            <p:cNvSpPr/>
            <p:nvPr/>
          </p:nvSpPr>
          <p:spPr>
            <a:xfrm>
              <a:off x="12139673" y="3664467"/>
              <a:ext cx="52326" cy="52326"/>
            </a:xfrm>
            <a:custGeom>
              <a:avLst/>
              <a:gdLst>
                <a:gd name="connsiteX0" fmla="*/ 26163 w 52326"/>
                <a:gd name="connsiteY0" fmla="*/ 52326 h 52326"/>
                <a:gd name="connsiteX1" fmla="*/ 31396 w 52326"/>
                <a:gd name="connsiteY1" fmla="*/ 51628 h 52326"/>
                <a:gd name="connsiteX2" fmla="*/ 52326 w 52326"/>
                <a:gd name="connsiteY2" fmla="*/ 26163 h 52326"/>
                <a:gd name="connsiteX3" fmla="*/ 26163 w 52326"/>
                <a:gd name="connsiteY3" fmla="*/ 0 h 52326"/>
                <a:gd name="connsiteX4" fmla="*/ 18489 w 52326"/>
                <a:gd name="connsiteY4" fmla="*/ 1046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27907" y="52326"/>
                    <a:pt x="29652" y="51977"/>
                    <a:pt x="31396" y="51628"/>
                  </a:cubicBezTo>
                  <a:cubicBezTo>
                    <a:pt x="43256" y="49187"/>
                    <a:pt x="52326" y="38721"/>
                    <a:pt x="52326" y="26163"/>
                  </a:cubicBezTo>
                  <a:cubicBezTo>
                    <a:pt x="52326" y="11861"/>
                    <a:pt x="40466" y="0"/>
                    <a:pt x="26163" y="0"/>
                  </a:cubicBezTo>
                  <a:cubicBezTo>
                    <a:pt x="23372" y="0"/>
                    <a:pt x="20930" y="349"/>
                    <a:pt x="18489" y="1046"/>
                  </a:cubicBezTo>
                  <a:cubicBezTo>
                    <a:pt x="7674" y="4186"/>
                    <a:pt x="0" y="14302"/>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69" name="Freeform: Shape 968">
              <a:extLst>
                <a:ext uri="{FF2B5EF4-FFF2-40B4-BE49-F238E27FC236}">
                  <a16:creationId xmlns:a16="http://schemas.microsoft.com/office/drawing/2014/main" id="{AE02F896-E0C3-A730-CDBA-929897701AC8}"/>
                </a:ext>
              </a:extLst>
            </p:cNvPr>
            <p:cNvSpPr/>
            <p:nvPr/>
          </p:nvSpPr>
          <p:spPr>
            <a:xfrm>
              <a:off x="1203502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0" name="Freeform: Shape 969">
              <a:extLst>
                <a:ext uri="{FF2B5EF4-FFF2-40B4-BE49-F238E27FC236}">
                  <a16:creationId xmlns:a16="http://schemas.microsoft.com/office/drawing/2014/main" id="{E0DB3C0F-2E91-633B-ED31-23A5CF9C1EA9}"/>
                </a:ext>
              </a:extLst>
            </p:cNvPr>
            <p:cNvSpPr/>
            <p:nvPr/>
          </p:nvSpPr>
          <p:spPr>
            <a:xfrm>
              <a:off x="1213967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1" name="Freeform: Shape 970">
              <a:extLst>
                <a:ext uri="{FF2B5EF4-FFF2-40B4-BE49-F238E27FC236}">
                  <a16:creationId xmlns:a16="http://schemas.microsoft.com/office/drawing/2014/main" id="{E145F82E-ECB2-B678-9AEA-8A8ECC5D928C}"/>
                </a:ext>
              </a:extLst>
            </p:cNvPr>
            <p:cNvSpPr/>
            <p:nvPr/>
          </p:nvSpPr>
          <p:spPr>
            <a:xfrm>
              <a:off x="1213967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2" name="Freeform: Shape 971">
              <a:extLst>
                <a:ext uri="{FF2B5EF4-FFF2-40B4-BE49-F238E27FC236}">
                  <a16:creationId xmlns:a16="http://schemas.microsoft.com/office/drawing/2014/main" id="{410DBB8E-8A5E-725B-7045-49B6002DE26F}"/>
                </a:ext>
              </a:extLst>
            </p:cNvPr>
            <p:cNvSpPr/>
            <p:nvPr/>
          </p:nvSpPr>
          <p:spPr>
            <a:xfrm>
              <a:off x="1130245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3" name="Freeform: Shape 972">
              <a:extLst>
                <a:ext uri="{FF2B5EF4-FFF2-40B4-BE49-F238E27FC236}">
                  <a16:creationId xmlns:a16="http://schemas.microsoft.com/office/drawing/2014/main" id="{79E4A236-8829-58E1-E5D8-971223933611}"/>
                </a:ext>
              </a:extLst>
            </p:cNvPr>
            <p:cNvSpPr/>
            <p:nvPr/>
          </p:nvSpPr>
          <p:spPr>
            <a:xfrm>
              <a:off x="1088384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4" name="Freeform: Shape 973">
              <a:extLst>
                <a:ext uri="{FF2B5EF4-FFF2-40B4-BE49-F238E27FC236}">
                  <a16:creationId xmlns:a16="http://schemas.microsoft.com/office/drawing/2014/main" id="{CEB7335A-21F4-F974-3281-4C7F7868E753}"/>
                </a:ext>
              </a:extLst>
            </p:cNvPr>
            <p:cNvSpPr/>
            <p:nvPr/>
          </p:nvSpPr>
          <p:spPr>
            <a:xfrm>
              <a:off x="10465236"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75" name="Freeform: Shape 974">
              <a:extLst>
                <a:ext uri="{FF2B5EF4-FFF2-40B4-BE49-F238E27FC236}">
                  <a16:creationId xmlns:a16="http://schemas.microsoft.com/office/drawing/2014/main" id="{FED8AC8C-A0FF-E287-B2A0-7067BD9C673B}"/>
                </a:ext>
              </a:extLst>
            </p:cNvPr>
            <p:cNvSpPr/>
            <p:nvPr/>
          </p:nvSpPr>
          <p:spPr>
            <a:xfrm>
              <a:off x="1151175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6" name="Freeform: Shape 975">
              <a:extLst>
                <a:ext uri="{FF2B5EF4-FFF2-40B4-BE49-F238E27FC236}">
                  <a16:creationId xmlns:a16="http://schemas.microsoft.com/office/drawing/2014/main" id="{C1F956A8-3386-FEF7-88B5-308A910C0297}"/>
                </a:ext>
              </a:extLst>
            </p:cNvPr>
            <p:cNvSpPr/>
            <p:nvPr/>
          </p:nvSpPr>
          <p:spPr>
            <a:xfrm>
              <a:off x="1098849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7" name="Freeform: Shape 976">
              <a:extLst>
                <a:ext uri="{FF2B5EF4-FFF2-40B4-BE49-F238E27FC236}">
                  <a16:creationId xmlns:a16="http://schemas.microsoft.com/office/drawing/2014/main" id="{A0CC7AE7-B920-06AC-095C-6293A0BB2BA0}"/>
                </a:ext>
              </a:extLst>
            </p:cNvPr>
            <p:cNvSpPr/>
            <p:nvPr/>
          </p:nvSpPr>
          <p:spPr>
            <a:xfrm>
              <a:off x="1077919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8" name="Freeform: Shape 977">
              <a:extLst>
                <a:ext uri="{FF2B5EF4-FFF2-40B4-BE49-F238E27FC236}">
                  <a16:creationId xmlns:a16="http://schemas.microsoft.com/office/drawing/2014/main" id="{F6DC4F10-CD65-0C43-F4A7-35ADF6875E39}"/>
                </a:ext>
              </a:extLst>
            </p:cNvPr>
            <p:cNvSpPr/>
            <p:nvPr/>
          </p:nvSpPr>
          <p:spPr>
            <a:xfrm>
              <a:off x="931406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9" name="Freeform: Shape 978">
              <a:extLst>
                <a:ext uri="{FF2B5EF4-FFF2-40B4-BE49-F238E27FC236}">
                  <a16:creationId xmlns:a16="http://schemas.microsoft.com/office/drawing/2014/main" id="{86F877F1-125B-0F7C-9244-8C8C65AC79DD}"/>
                </a:ext>
              </a:extLst>
            </p:cNvPr>
            <p:cNvSpPr/>
            <p:nvPr/>
          </p:nvSpPr>
          <p:spPr>
            <a:xfrm>
              <a:off x="847684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0" name="Freeform: Shape 979">
              <a:extLst>
                <a:ext uri="{FF2B5EF4-FFF2-40B4-BE49-F238E27FC236}">
                  <a16:creationId xmlns:a16="http://schemas.microsoft.com/office/drawing/2014/main" id="{38F648EE-8D7D-0F6E-444B-F24BCE547B6E}"/>
                </a:ext>
              </a:extLst>
            </p:cNvPr>
            <p:cNvSpPr/>
            <p:nvPr/>
          </p:nvSpPr>
          <p:spPr>
            <a:xfrm>
              <a:off x="774427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1" name="Freeform: Shape 980">
              <a:extLst>
                <a:ext uri="{FF2B5EF4-FFF2-40B4-BE49-F238E27FC236}">
                  <a16:creationId xmlns:a16="http://schemas.microsoft.com/office/drawing/2014/main" id="{D2DFAD69-3A05-9F5F-F131-14F961F5ED6E}"/>
                </a:ext>
              </a:extLst>
            </p:cNvPr>
            <p:cNvSpPr/>
            <p:nvPr/>
          </p:nvSpPr>
          <p:spPr>
            <a:xfrm>
              <a:off x="680240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2" name="Freeform: Shape 981">
              <a:extLst>
                <a:ext uri="{FF2B5EF4-FFF2-40B4-BE49-F238E27FC236}">
                  <a16:creationId xmlns:a16="http://schemas.microsoft.com/office/drawing/2014/main" id="{6DC1A9E1-6A27-5C43-2963-678608C9040A}"/>
                </a:ext>
              </a:extLst>
            </p:cNvPr>
            <p:cNvSpPr/>
            <p:nvPr/>
          </p:nvSpPr>
          <p:spPr>
            <a:xfrm>
              <a:off x="66977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3" name="Freeform: Shape 982">
              <a:extLst>
                <a:ext uri="{FF2B5EF4-FFF2-40B4-BE49-F238E27FC236}">
                  <a16:creationId xmlns:a16="http://schemas.microsoft.com/office/drawing/2014/main" id="{0C8B6451-9091-2BE8-C372-0DFF8429AF9E}"/>
                </a:ext>
              </a:extLst>
            </p:cNvPr>
            <p:cNvSpPr/>
            <p:nvPr/>
          </p:nvSpPr>
          <p:spPr>
            <a:xfrm>
              <a:off x="669775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84" name="Freeform: Shape 983">
              <a:extLst>
                <a:ext uri="{FF2B5EF4-FFF2-40B4-BE49-F238E27FC236}">
                  <a16:creationId xmlns:a16="http://schemas.microsoft.com/office/drawing/2014/main" id="{0DFBA689-E54E-0F37-022D-9156C14707FB}"/>
                </a:ext>
              </a:extLst>
            </p:cNvPr>
            <p:cNvSpPr/>
            <p:nvPr/>
          </p:nvSpPr>
          <p:spPr>
            <a:xfrm>
              <a:off x="6174489"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5" name="Freeform: Shape 984">
              <a:extLst>
                <a:ext uri="{FF2B5EF4-FFF2-40B4-BE49-F238E27FC236}">
                  <a16:creationId xmlns:a16="http://schemas.microsoft.com/office/drawing/2014/main" id="{897DCDA8-9667-950D-4701-C8834C3677AC}"/>
                </a:ext>
              </a:extLst>
            </p:cNvPr>
            <p:cNvSpPr/>
            <p:nvPr/>
          </p:nvSpPr>
          <p:spPr>
            <a:xfrm>
              <a:off x="6069836"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5"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986" name="Freeform: Shape 985">
              <a:extLst>
                <a:ext uri="{FF2B5EF4-FFF2-40B4-BE49-F238E27FC236}">
                  <a16:creationId xmlns:a16="http://schemas.microsoft.com/office/drawing/2014/main" id="{1D10ABFB-7FD5-2CED-73AE-335FB41800FC}"/>
                </a:ext>
              </a:extLst>
            </p:cNvPr>
            <p:cNvSpPr/>
            <p:nvPr/>
          </p:nvSpPr>
          <p:spPr>
            <a:xfrm>
              <a:off x="10255931"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39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7" y="0"/>
                    <a:pt x="12559" y="2791"/>
                    <a:pt x="7674" y="7675"/>
                  </a:cubicBezTo>
                  <a:cubicBezTo>
                    <a:pt x="6628" y="8721"/>
                    <a:pt x="5930" y="9419"/>
                    <a:pt x="5233" y="10465"/>
                  </a:cubicBezTo>
                  <a:cubicBezTo>
                    <a:pt x="4535" y="11512"/>
                    <a:pt x="3838" y="12558"/>
                    <a:pt x="3139" y="13605"/>
                  </a:cubicBezTo>
                  <a:cubicBezTo>
                    <a:pt x="1047" y="17442"/>
                    <a:pt x="0" y="21628"/>
                    <a:pt x="0" y="26163"/>
                  </a:cubicBezTo>
                  <a:lnTo>
                    <a:pt x="0" y="26163"/>
                  </a:ln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87" name="Freeform: Shape 986">
              <a:extLst>
                <a:ext uri="{FF2B5EF4-FFF2-40B4-BE49-F238E27FC236}">
                  <a16:creationId xmlns:a16="http://schemas.microsoft.com/office/drawing/2014/main" id="{45EE436F-4AB5-3778-99F5-0C990125C08C}"/>
                </a:ext>
              </a:extLst>
            </p:cNvPr>
            <p:cNvSpPr/>
            <p:nvPr/>
          </p:nvSpPr>
          <p:spPr>
            <a:xfrm>
              <a:off x="11511759" y="230398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279 w 52326"/>
                <a:gd name="connsiteY3" fmla="*/ 18489 h 52326"/>
                <a:gd name="connsiteX4" fmla="*/ 26163 w 52326"/>
                <a:gd name="connsiteY4" fmla="*/ 0 h 52326"/>
                <a:gd name="connsiteX5" fmla="*/ 0 w 52326"/>
                <a:gd name="connsiteY5" fmla="*/ 26163 h 52326"/>
                <a:gd name="connsiteX6" fmla="*/ 2093 w 52326"/>
                <a:gd name="connsiteY6" fmla="*/ 3662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3372"/>
                    <a:pt x="51977" y="20930"/>
                    <a:pt x="51279" y="18489"/>
                  </a:cubicBezTo>
                  <a:cubicBezTo>
                    <a:pt x="48140" y="7675"/>
                    <a:pt x="38023" y="0"/>
                    <a:pt x="26163" y="0"/>
                  </a:cubicBezTo>
                  <a:cubicBezTo>
                    <a:pt x="11860" y="0"/>
                    <a:pt x="0" y="11861"/>
                    <a:pt x="0" y="26163"/>
                  </a:cubicBezTo>
                  <a:cubicBezTo>
                    <a:pt x="0" y="30000"/>
                    <a:pt x="698" y="33489"/>
                    <a:pt x="2093" y="36628"/>
                  </a:cubicBezTo>
                  <a:cubicBezTo>
                    <a:pt x="6279" y="46047"/>
                    <a:pt x="15349" y="52326"/>
                    <a:pt x="26163" y="52326"/>
                  </a:cubicBezTo>
                  <a:close/>
                </a:path>
              </a:pathLst>
            </a:custGeom>
            <a:grpFill/>
            <a:ln w="3488" cap="flat">
              <a:noFill/>
              <a:prstDash val="solid"/>
              <a:miter/>
            </a:ln>
          </p:spPr>
          <p:txBody>
            <a:bodyPr rtlCol="0" anchor="ctr"/>
            <a:lstStyle/>
            <a:p>
              <a:endParaRPr lang="en-ID"/>
            </a:p>
          </p:txBody>
        </p:sp>
        <p:sp>
          <p:nvSpPr>
            <p:cNvPr id="988" name="Freeform: Shape 987">
              <a:extLst>
                <a:ext uri="{FF2B5EF4-FFF2-40B4-BE49-F238E27FC236}">
                  <a16:creationId xmlns:a16="http://schemas.microsoft.com/office/drawing/2014/main" id="{89C54AED-4C30-596A-DD6C-A0F78F3B7E83}"/>
                </a:ext>
              </a:extLst>
            </p:cNvPr>
            <p:cNvSpPr/>
            <p:nvPr/>
          </p:nvSpPr>
          <p:spPr>
            <a:xfrm>
              <a:off x="7011708"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989" name="Freeform: Shape 988">
              <a:extLst>
                <a:ext uri="{FF2B5EF4-FFF2-40B4-BE49-F238E27FC236}">
                  <a16:creationId xmlns:a16="http://schemas.microsoft.com/office/drawing/2014/main" id="{E095901B-5475-60A5-226A-A72935507BEC}"/>
                </a:ext>
              </a:extLst>
            </p:cNvPr>
            <p:cNvSpPr/>
            <p:nvPr/>
          </p:nvSpPr>
          <p:spPr>
            <a:xfrm>
              <a:off x="638379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0" name="Freeform: Shape 989">
              <a:extLst>
                <a:ext uri="{FF2B5EF4-FFF2-40B4-BE49-F238E27FC236}">
                  <a16:creationId xmlns:a16="http://schemas.microsoft.com/office/drawing/2014/main" id="{74637305-7B73-D31C-5BC0-BCEE3B152398}"/>
                </a:ext>
              </a:extLst>
            </p:cNvPr>
            <p:cNvSpPr/>
            <p:nvPr/>
          </p:nvSpPr>
          <p:spPr>
            <a:xfrm>
              <a:off x="1213967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1" name="Freeform: Shape 990">
              <a:extLst>
                <a:ext uri="{FF2B5EF4-FFF2-40B4-BE49-F238E27FC236}">
                  <a16:creationId xmlns:a16="http://schemas.microsoft.com/office/drawing/2014/main" id="{E08C8280-203E-6987-E18E-F010E9B2306E}"/>
                </a:ext>
              </a:extLst>
            </p:cNvPr>
            <p:cNvSpPr/>
            <p:nvPr/>
          </p:nvSpPr>
          <p:spPr>
            <a:xfrm>
              <a:off x="1213967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2" name="Freeform: Shape 991">
              <a:extLst>
                <a:ext uri="{FF2B5EF4-FFF2-40B4-BE49-F238E27FC236}">
                  <a16:creationId xmlns:a16="http://schemas.microsoft.com/office/drawing/2014/main" id="{6764714F-EC53-035C-56C7-29877E832683}"/>
                </a:ext>
              </a:extLst>
            </p:cNvPr>
            <p:cNvSpPr/>
            <p:nvPr/>
          </p:nvSpPr>
          <p:spPr>
            <a:xfrm>
              <a:off x="1130245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93" name="Freeform: Shape 992">
              <a:extLst>
                <a:ext uri="{FF2B5EF4-FFF2-40B4-BE49-F238E27FC236}">
                  <a16:creationId xmlns:a16="http://schemas.microsoft.com/office/drawing/2014/main" id="{C0BD54DE-1126-158A-8DF8-6019C7C2D117}"/>
                </a:ext>
              </a:extLst>
            </p:cNvPr>
            <p:cNvSpPr/>
            <p:nvPr/>
          </p:nvSpPr>
          <p:spPr>
            <a:xfrm>
              <a:off x="1109315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4" name="Freeform: Shape 993">
              <a:extLst>
                <a:ext uri="{FF2B5EF4-FFF2-40B4-BE49-F238E27FC236}">
                  <a16:creationId xmlns:a16="http://schemas.microsoft.com/office/drawing/2014/main" id="{EA909D29-9872-C72B-3211-D018526E7815}"/>
                </a:ext>
              </a:extLst>
            </p:cNvPr>
            <p:cNvSpPr/>
            <p:nvPr/>
          </p:nvSpPr>
          <p:spPr>
            <a:xfrm>
              <a:off x="1109315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5" name="Freeform: Shape 994">
              <a:extLst>
                <a:ext uri="{FF2B5EF4-FFF2-40B4-BE49-F238E27FC236}">
                  <a16:creationId xmlns:a16="http://schemas.microsoft.com/office/drawing/2014/main" id="{9A88A531-95CA-98CA-7BCC-9A707C356BF9}"/>
                </a:ext>
              </a:extLst>
            </p:cNvPr>
            <p:cNvSpPr/>
            <p:nvPr/>
          </p:nvSpPr>
          <p:spPr>
            <a:xfrm>
              <a:off x="1088384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6" name="Freeform: Shape 995">
              <a:extLst>
                <a:ext uri="{FF2B5EF4-FFF2-40B4-BE49-F238E27FC236}">
                  <a16:creationId xmlns:a16="http://schemas.microsoft.com/office/drawing/2014/main" id="{4FDFF41F-9816-8A73-FBBB-17B65FE34203}"/>
                </a:ext>
              </a:extLst>
            </p:cNvPr>
            <p:cNvSpPr/>
            <p:nvPr/>
          </p:nvSpPr>
          <p:spPr>
            <a:xfrm>
              <a:off x="1015127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7" name="Freeform: Shape 996">
              <a:extLst>
                <a:ext uri="{FF2B5EF4-FFF2-40B4-BE49-F238E27FC236}">
                  <a16:creationId xmlns:a16="http://schemas.microsoft.com/office/drawing/2014/main" id="{564AE00C-AB82-25C5-E453-32893C91A207}"/>
                </a:ext>
              </a:extLst>
            </p:cNvPr>
            <p:cNvSpPr/>
            <p:nvPr/>
          </p:nvSpPr>
          <p:spPr>
            <a:xfrm>
              <a:off x="95233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8" name="Freeform: Shape 997">
              <a:extLst>
                <a:ext uri="{FF2B5EF4-FFF2-40B4-BE49-F238E27FC236}">
                  <a16:creationId xmlns:a16="http://schemas.microsoft.com/office/drawing/2014/main" id="{AFD611E0-0FE6-AD7A-EA69-F56FAAF668E2}"/>
                </a:ext>
              </a:extLst>
            </p:cNvPr>
            <p:cNvSpPr/>
            <p:nvPr/>
          </p:nvSpPr>
          <p:spPr>
            <a:xfrm>
              <a:off x="910475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9" name="Freeform: Shape 998">
              <a:extLst>
                <a:ext uri="{FF2B5EF4-FFF2-40B4-BE49-F238E27FC236}">
                  <a16:creationId xmlns:a16="http://schemas.microsoft.com/office/drawing/2014/main" id="{1573C1EC-C9A8-9001-C8A6-B7E3035CB424}"/>
                </a:ext>
              </a:extLst>
            </p:cNvPr>
            <p:cNvSpPr/>
            <p:nvPr/>
          </p:nvSpPr>
          <p:spPr>
            <a:xfrm>
              <a:off x="784892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00" name="Freeform: Shape 999">
              <a:extLst>
                <a:ext uri="{FF2B5EF4-FFF2-40B4-BE49-F238E27FC236}">
                  <a16:creationId xmlns:a16="http://schemas.microsoft.com/office/drawing/2014/main" id="{E0CC4BCD-136F-9B46-FA12-D2CCA028A9FB}"/>
                </a:ext>
              </a:extLst>
            </p:cNvPr>
            <p:cNvSpPr/>
            <p:nvPr/>
          </p:nvSpPr>
          <p:spPr>
            <a:xfrm>
              <a:off x="6488446"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1" name="Freeform: Shape 1000">
              <a:extLst>
                <a:ext uri="{FF2B5EF4-FFF2-40B4-BE49-F238E27FC236}">
                  <a16:creationId xmlns:a16="http://schemas.microsoft.com/office/drawing/2014/main" id="{A450437B-787F-3266-91F5-99E06B8747C9}"/>
                </a:ext>
              </a:extLst>
            </p:cNvPr>
            <p:cNvSpPr/>
            <p:nvPr/>
          </p:nvSpPr>
          <p:spPr>
            <a:xfrm>
              <a:off x="6069836"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02" name="Freeform: Shape 1001">
              <a:extLst>
                <a:ext uri="{FF2B5EF4-FFF2-40B4-BE49-F238E27FC236}">
                  <a16:creationId xmlns:a16="http://schemas.microsoft.com/office/drawing/2014/main" id="{EB1BA44D-B94E-F029-59B2-86C5CE00E7AD}"/>
                </a:ext>
              </a:extLst>
            </p:cNvPr>
            <p:cNvSpPr/>
            <p:nvPr/>
          </p:nvSpPr>
          <p:spPr>
            <a:xfrm>
              <a:off x="606983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3" name="Freeform: Shape 1002">
              <a:extLst>
                <a:ext uri="{FF2B5EF4-FFF2-40B4-BE49-F238E27FC236}">
                  <a16:creationId xmlns:a16="http://schemas.microsoft.com/office/drawing/2014/main" id="{839D581B-2D68-337D-F86D-53FE6E996E6E}"/>
                </a:ext>
              </a:extLst>
            </p:cNvPr>
            <p:cNvSpPr/>
            <p:nvPr/>
          </p:nvSpPr>
          <p:spPr>
            <a:xfrm>
              <a:off x="8581493" y="4397034"/>
              <a:ext cx="52326" cy="52326"/>
            </a:xfrm>
            <a:custGeom>
              <a:avLst/>
              <a:gdLst>
                <a:gd name="connsiteX0" fmla="*/ 26163 w 52326"/>
                <a:gd name="connsiteY0" fmla="*/ 0 h 52326"/>
                <a:gd name="connsiteX1" fmla="*/ 0 w 52326"/>
                <a:gd name="connsiteY1" fmla="*/ 26163 h 52326"/>
                <a:gd name="connsiteX2" fmla="*/ 5930 w 52326"/>
                <a:gd name="connsiteY2" fmla="*/ 42907 h 52326"/>
                <a:gd name="connsiteX3" fmla="*/ 26163 w 52326"/>
                <a:gd name="connsiteY3" fmla="*/ 52326 h 52326"/>
                <a:gd name="connsiteX4" fmla="*/ 52326 w 52326"/>
                <a:gd name="connsiteY4" fmla="*/ 26163 h 52326"/>
                <a:gd name="connsiteX5" fmla="*/ 52326 w 52326"/>
                <a:gd name="connsiteY5" fmla="*/ 26163 h 52326"/>
                <a:gd name="connsiteX6" fmla="*/ 44652 w 52326"/>
                <a:gd name="connsiteY6" fmla="*/ 767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2442"/>
                    <a:pt x="2093" y="38373"/>
                    <a:pt x="5930" y="42907"/>
                  </a:cubicBezTo>
                  <a:cubicBezTo>
                    <a:pt x="10814" y="48838"/>
                    <a:pt x="18140" y="52326"/>
                    <a:pt x="26163" y="52326"/>
                  </a:cubicBezTo>
                  <a:cubicBezTo>
                    <a:pt x="40466" y="52326"/>
                    <a:pt x="52326" y="40465"/>
                    <a:pt x="52326" y="26163"/>
                  </a:cubicBezTo>
                  <a:lnTo>
                    <a:pt x="52326" y="26163"/>
                  </a:ln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1004" name="Freeform: Shape 1003">
              <a:extLst>
                <a:ext uri="{FF2B5EF4-FFF2-40B4-BE49-F238E27FC236}">
                  <a16:creationId xmlns:a16="http://schemas.microsoft.com/office/drawing/2014/main" id="{B16FE087-DC09-B19B-E127-B2EA5B81EF14}"/>
                </a:ext>
              </a:extLst>
            </p:cNvPr>
            <p:cNvSpPr/>
            <p:nvPr/>
          </p:nvSpPr>
          <p:spPr>
            <a:xfrm>
              <a:off x="1130245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5" name="Freeform: Shape 1004">
              <a:extLst>
                <a:ext uri="{FF2B5EF4-FFF2-40B4-BE49-F238E27FC236}">
                  <a16:creationId xmlns:a16="http://schemas.microsoft.com/office/drawing/2014/main" id="{57657007-FF3F-04D3-F87E-E19C685F7C19}"/>
                </a:ext>
              </a:extLst>
            </p:cNvPr>
            <p:cNvSpPr/>
            <p:nvPr/>
          </p:nvSpPr>
          <p:spPr>
            <a:xfrm>
              <a:off x="1067454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6" name="Freeform: Shape 1005">
              <a:extLst>
                <a:ext uri="{FF2B5EF4-FFF2-40B4-BE49-F238E27FC236}">
                  <a16:creationId xmlns:a16="http://schemas.microsoft.com/office/drawing/2014/main" id="{94ACD91A-BA7E-DD7C-EBE8-714CBE9CA432}"/>
                </a:ext>
              </a:extLst>
            </p:cNvPr>
            <p:cNvSpPr/>
            <p:nvPr/>
          </p:nvSpPr>
          <p:spPr>
            <a:xfrm>
              <a:off x="1098849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07" name="Freeform: Shape 1006">
              <a:extLst>
                <a:ext uri="{FF2B5EF4-FFF2-40B4-BE49-F238E27FC236}">
                  <a16:creationId xmlns:a16="http://schemas.microsoft.com/office/drawing/2014/main" id="{C28BA052-E046-D185-2334-4AC699BA8B17}"/>
                </a:ext>
              </a:extLst>
            </p:cNvPr>
            <p:cNvSpPr/>
            <p:nvPr/>
          </p:nvSpPr>
          <p:spPr>
            <a:xfrm>
              <a:off x="1098849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8" name="Freeform: Shape 1007">
              <a:extLst>
                <a:ext uri="{FF2B5EF4-FFF2-40B4-BE49-F238E27FC236}">
                  <a16:creationId xmlns:a16="http://schemas.microsoft.com/office/drawing/2014/main" id="{F7AF8C62-3A01-EEF6-62D1-1BBA62644C95}"/>
                </a:ext>
              </a:extLst>
            </p:cNvPr>
            <p:cNvSpPr/>
            <p:nvPr/>
          </p:nvSpPr>
          <p:spPr>
            <a:xfrm>
              <a:off x="9941974"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9" name="Freeform: Shape 1008">
              <a:extLst>
                <a:ext uri="{FF2B5EF4-FFF2-40B4-BE49-F238E27FC236}">
                  <a16:creationId xmlns:a16="http://schemas.microsoft.com/office/drawing/2014/main" id="{EF6940E4-275A-5323-3998-FB924BC5BCF5}"/>
                </a:ext>
              </a:extLst>
            </p:cNvPr>
            <p:cNvSpPr/>
            <p:nvPr/>
          </p:nvSpPr>
          <p:spPr>
            <a:xfrm>
              <a:off x="90001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0" name="Freeform: Shape 1009">
              <a:extLst>
                <a:ext uri="{FF2B5EF4-FFF2-40B4-BE49-F238E27FC236}">
                  <a16:creationId xmlns:a16="http://schemas.microsoft.com/office/drawing/2014/main" id="{9909F3F3-7325-0A9D-02A0-83265AEEAB08}"/>
                </a:ext>
              </a:extLst>
            </p:cNvPr>
            <p:cNvSpPr/>
            <p:nvPr/>
          </p:nvSpPr>
          <p:spPr>
            <a:xfrm>
              <a:off x="889545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1" name="Freeform: Shape 1010">
              <a:extLst>
                <a:ext uri="{FF2B5EF4-FFF2-40B4-BE49-F238E27FC236}">
                  <a16:creationId xmlns:a16="http://schemas.microsoft.com/office/drawing/2014/main" id="{572A8E14-0E72-CD73-CD55-A9726E52C362}"/>
                </a:ext>
              </a:extLst>
            </p:cNvPr>
            <p:cNvSpPr/>
            <p:nvPr/>
          </p:nvSpPr>
          <p:spPr>
            <a:xfrm>
              <a:off x="879079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2" name="Freeform: Shape 1011">
              <a:extLst>
                <a:ext uri="{FF2B5EF4-FFF2-40B4-BE49-F238E27FC236}">
                  <a16:creationId xmlns:a16="http://schemas.microsoft.com/office/drawing/2014/main" id="{E1D76E3B-F0AF-9DA6-C39B-59F58E1B444E}"/>
                </a:ext>
              </a:extLst>
            </p:cNvPr>
            <p:cNvSpPr/>
            <p:nvPr/>
          </p:nvSpPr>
          <p:spPr>
            <a:xfrm>
              <a:off x="858149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3" name="Freeform: Shape 1012">
              <a:extLst>
                <a:ext uri="{FF2B5EF4-FFF2-40B4-BE49-F238E27FC236}">
                  <a16:creationId xmlns:a16="http://schemas.microsoft.com/office/drawing/2014/main" id="{E39CF95D-D584-96AC-06C4-D08FF2B35BB4}"/>
                </a:ext>
              </a:extLst>
            </p:cNvPr>
            <p:cNvSpPr/>
            <p:nvPr/>
          </p:nvSpPr>
          <p:spPr>
            <a:xfrm>
              <a:off x="8581493" y="2722596"/>
              <a:ext cx="52326" cy="52326"/>
            </a:xfrm>
            <a:custGeom>
              <a:avLst/>
              <a:gdLst>
                <a:gd name="connsiteX0" fmla="*/ 20930 w 52326"/>
                <a:gd name="connsiteY0" fmla="*/ 51977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6 h 52326"/>
                <a:gd name="connsiteX5" fmla="*/ 26163 w 52326"/>
                <a:gd name="connsiteY5" fmla="*/ 0 h 52326"/>
                <a:gd name="connsiteX6" fmla="*/ 0 w 52326"/>
                <a:gd name="connsiteY6" fmla="*/ 26163 h 52326"/>
                <a:gd name="connsiteX7" fmla="*/ 20930 w 52326"/>
                <a:gd name="connsiteY7"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977"/>
                  </a:moveTo>
                  <a:cubicBezTo>
                    <a:pt x="22675" y="52326"/>
                    <a:pt x="24419" y="52326"/>
                    <a:pt x="26163" y="52326"/>
                  </a:cubicBezTo>
                  <a:lnTo>
                    <a:pt x="26163" y="52326"/>
                  </a:lnTo>
                  <a:cubicBezTo>
                    <a:pt x="40466" y="52326"/>
                    <a:pt x="52326" y="40466"/>
                    <a:pt x="52326" y="26163"/>
                  </a:cubicBezTo>
                  <a:cubicBezTo>
                    <a:pt x="52326" y="14303"/>
                    <a:pt x="44652" y="4535"/>
                    <a:pt x="33837" y="1046"/>
                  </a:cubicBezTo>
                  <a:cubicBezTo>
                    <a:pt x="31396" y="349"/>
                    <a:pt x="28605" y="0"/>
                    <a:pt x="26163" y="0"/>
                  </a:cubicBezTo>
                  <a:cubicBezTo>
                    <a:pt x="11860" y="0"/>
                    <a:pt x="0" y="11861"/>
                    <a:pt x="0" y="26163"/>
                  </a:cubicBezTo>
                  <a:cubicBezTo>
                    <a:pt x="0" y="38721"/>
                    <a:pt x="9070" y="49535"/>
                    <a:pt x="20930" y="51977"/>
                  </a:cubicBezTo>
                  <a:close/>
                </a:path>
              </a:pathLst>
            </a:custGeom>
            <a:grpFill/>
            <a:ln w="3488" cap="flat">
              <a:noFill/>
              <a:prstDash val="solid"/>
              <a:miter/>
            </a:ln>
          </p:spPr>
          <p:txBody>
            <a:bodyPr rtlCol="0" anchor="ctr"/>
            <a:lstStyle/>
            <a:p>
              <a:endParaRPr lang="en-ID"/>
            </a:p>
          </p:txBody>
        </p:sp>
        <p:sp>
          <p:nvSpPr>
            <p:cNvPr id="1014" name="Freeform: Shape 1013">
              <a:extLst>
                <a:ext uri="{FF2B5EF4-FFF2-40B4-BE49-F238E27FC236}">
                  <a16:creationId xmlns:a16="http://schemas.microsoft.com/office/drawing/2014/main" id="{FDFA1C3E-D324-0239-C495-0285A9D95516}"/>
                </a:ext>
              </a:extLst>
            </p:cNvPr>
            <p:cNvSpPr/>
            <p:nvPr/>
          </p:nvSpPr>
          <p:spPr>
            <a:xfrm>
              <a:off x="78489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5" name="Freeform: Shape 1014">
              <a:extLst>
                <a:ext uri="{FF2B5EF4-FFF2-40B4-BE49-F238E27FC236}">
                  <a16:creationId xmlns:a16="http://schemas.microsoft.com/office/drawing/2014/main" id="{7094DD30-8911-CFC2-1BFF-CBE20D70607E}"/>
                </a:ext>
              </a:extLst>
            </p:cNvPr>
            <p:cNvSpPr/>
            <p:nvPr/>
          </p:nvSpPr>
          <p:spPr>
            <a:xfrm>
              <a:off x="7744274"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16" name="Freeform: Shape 1015">
              <a:extLst>
                <a:ext uri="{FF2B5EF4-FFF2-40B4-BE49-F238E27FC236}">
                  <a16:creationId xmlns:a16="http://schemas.microsoft.com/office/drawing/2014/main" id="{2F001F72-FA0C-B817-DB9E-AD8DC9E66FE9}"/>
                </a:ext>
              </a:extLst>
            </p:cNvPr>
            <p:cNvSpPr/>
            <p:nvPr/>
          </p:nvSpPr>
          <p:spPr>
            <a:xfrm>
              <a:off x="774427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7" name="Freeform: Shape 1016">
              <a:extLst>
                <a:ext uri="{FF2B5EF4-FFF2-40B4-BE49-F238E27FC236}">
                  <a16:creationId xmlns:a16="http://schemas.microsoft.com/office/drawing/2014/main" id="{FDBCC1F8-BB2F-E40C-97C0-F002682FE89D}"/>
                </a:ext>
              </a:extLst>
            </p:cNvPr>
            <p:cNvSpPr/>
            <p:nvPr/>
          </p:nvSpPr>
          <p:spPr>
            <a:xfrm>
              <a:off x="7221012"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18" name="Freeform: Shape 1017">
              <a:extLst>
                <a:ext uri="{FF2B5EF4-FFF2-40B4-BE49-F238E27FC236}">
                  <a16:creationId xmlns:a16="http://schemas.microsoft.com/office/drawing/2014/main" id="{D8A35723-0C6F-B9A1-8D49-767B075C2A75}"/>
                </a:ext>
              </a:extLst>
            </p:cNvPr>
            <p:cNvSpPr/>
            <p:nvPr/>
          </p:nvSpPr>
          <p:spPr>
            <a:xfrm>
              <a:off x="7011708"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19" name="Freeform: Shape 1018">
              <a:extLst>
                <a:ext uri="{FF2B5EF4-FFF2-40B4-BE49-F238E27FC236}">
                  <a16:creationId xmlns:a16="http://schemas.microsoft.com/office/drawing/2014/main" id="{F7A68EF5-C5BC-CE67-648F-1D9815D3ED37}"/>
                </a:ext>
              </a:extLst>
            </p:cNvPr>
            <p:cNvSpPr/>
            <p:nvPr/>
          </p:nvSpPr>
          <p:spPr>
            <a:xfrm>
              <a:off x="638379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20" name="Freeform: Shape 1019">
              <a:extLst>
                <a:ext uri="{FF2B5EF4-FFF2-40B4-BE49-F238E27FC236}">
                  <a16:creationId xmlns:a16="http://schemas.microsoft.com/office/drawing/2014/main" id="{ECE94FCF-7D0C-63B9-2B7C-956E54679812}"/>
                </a:ext>
              </a:extLst>
            </p:cNvPr>
            <p:cNvSpPr/>
            <p:nvPr/>
          </p:nvSpPr>
          <p:spPr>
            <a:xfrm>
              <a:off x="638379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1" name="Freeform: Shape 1020">
              <a:extLst>
                <a:ext uri="{FF2B5EF4-FFF2-40B4-BE49-F238E27FC236}">
                  <a16:creationId xmlns:a16="http://schemas.microsoft.com/office/drawing/2014/main" id="{03ED2EC3-F292-251B-A822-C1E0DE6063C4}"/>
                </a:ext>
              </a:extLst>
            </p:cNvPr>
            <p:cNvSpPr/>
            <p:nvPr/>
          </p:nvSpPr>
          <p:spPr>
            <a:xfrm>
              <a:off x="8686145" y="4083077"/>
              <a:ext cx="52326" cy="52326"/>
            </a:xfrm>
            <a:custGeom>
              <a:avLst/>
              <a:gdLst>
                <a:gd name="connsiteX0" fmla="*/ 52326 w 52326"/>
                <a:gd name="connsiteY0" fmla="*/ 26163 h 52326"/>
                <a:gd name="connsiteX1" fmla="*/ 26163 w 52326"/>
                <a:gd name="connsiteY1" fmla="*/ 0 h 52326"/>
                <a:gd name="connsiteX2" fmla="*/ 1047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ubicBezTo>
                    <a:pt x="35931" y="52326"/>
                    <a:pt x="44652" y="46745"/>
                    <a:pt x="49187" y="38721"/>
                  </a:cubicBezTo>
                  <a:cubicBezTo>
                    <a:pt x="51279"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1022" name="Freeform: Shape 1021">
              <a:extLst>
                <a:ext uri="{FF2B5EF4-FFF2-40B4-BE49-F238E27FC236}">
                  <a16:creationId xmlns:a16="http://schemas.microsoft.com/office/drawing/2014/main" id="{417BC545-5903-6B71-CC43-ABE135CE40FC}"/>
                </a:ext>
              </a:extLst>
            </p:cNvPr>
            <p:cNvSpPr/>
            <p:nvPr/>
          </p:nvSpPr>
          <p:spPr>
            <a:xfrm>
              <a:off x="10046626"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23" name="Freeform: Shape 1022">
              <a:extLst>
                <a:ext uri="{FF2B5EF4-FFF2-40B4-BE49-F238E27FC236}">
                  <a16:creationId xmlns:a16="http://schemas.microsoft.com/office/drawing/2014/main" id="{744886C4-C896-247B-9DEC-EB3B98C83D25}"/>
                </a:ext>
              </a:extLst>
            </p:cNvPr>
            <p:cNvSpPr/>
            <p:nvPr/>
          </p:nvSpPr>
          <p:spPr>
            <a:xfrm>
              <a:off x="9628017"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24" name="Freeform: Shape 1023">
              <a:extLst>
                <a:ext uri="{FF2B5EF4-FFF2-40B4-BE49-F238E27FC236}">
                  <a16:creationId xmlns:a16="http://schemas.microsoft.com/office/drawing/2014/main" id="{07DE16BD-5936-089F-BABB-C8597E7CB312}"/>
                </a:ext>
              </a:extLst>
            </p:cNvPr>
            <p:cNvSpPr/>
            <p:nvPr/>
          </p:nvSpPr>
          <p:spPr>
            <a:xfrm>
              <a:off x="1182571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25" name="Freeform: Shape 1024">
              <a:extLst>
                <a:ext uri="{FF2B5EF4-FFF2-40B4-BE49-F238E27FC236}">
                  <a16:creationId xmlns:a16="http://schemas.microsoft.com/office/drawing/2014/main" id="{25CA89E3-5E5E-31BA-69BB-555C97D4EB34}"/>
                </a:ext>
              </a:extLst>
            </p:cNvPr>
            <p:cNvSpPr/>
            <p:nvPr/>
          </p:nvSpPr>
          <p:spPr>
            <a:xfrm>
              <a:off x="1203502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6" name="Freeform: Shape 1025">
              <a:extLst>
                <a:ext uri="{FF2B5EF4-FFF2-40B4-BE49-F238E27FC236}">
                  <a16:creationId xmlns:a16="http://schemas.microsoft.com/office/drawing/2014/main" id="{32CBDEC0-0B74-942D-EC94-9B5522EB27EB}"/>
                </a:ext>
              </a:extLst>
            </p:cNvPr>
            <p:cNvSpPr/>
            <p:nvPr/>
          </p:nvSpPr>
          <p:spPr>
            <a:xfrm>
              <a:off x="116164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7" name="Freeform: Shape 1026">
              <a:extLst>
                <a:ext uri="{FF2B5EF4-FFF2-40B4-BE49-F238E27FC236}">
                  <a16:creationId xmlns:a16="http://schemas.microsoft.com/office/drawing/2014/main" id="{2C810A57-6C60-5166-4228-AB021B7A19BD}"/>
                </a:ext>
              </a:extLst>
            </p:cNvPr>
            <p:cNvSpPr/>
            <p:nvPr/>
          </p:nvSpPr>
          <p:spPr>
            <a:xfrm>
              <a:off x="1025593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8" name="Freeform: Shape 1027">
              <a:extLst>
                <a:ext uri="{FF2B5EF4-FFF2-40B4-BE49-F238E27FC236}">
                  <a16:creationId xmlns:a16="http://schemas.microsoft.com/office/drawing/2014/main" id="{A8F98C5A-B313-E9B8-D03C-7ABD9D560A66}"/>
                </a:ext>
              </a:extLst>
            </p:cNvPr>
            <p:cNvSpPr/>
            <p:nvPr/>
          </p:nvSpPr>
          <p:spPr>
            <a:xfrm>
              <a:off x="10046626"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29" name="Freeform: Shape 1028">
              <a:extLst>
                <a:ext uri="{FF2B5EF4-FFF2-40B4-BE49-F238E27FC236}">
                  <a16:creationId xmlns:a16="http://schemas.microsoft.com/office/drawing/2014/main" id="{A3DDAA5D-F1AF-72BC-124F-5DD0E204A0C2}"/>
                </a:ext>
              </a:extLst>
            </p:cNvPr>
            <p:cNvSpPr/>
            <p:nvPr/>
          </p:nvSpPr>
          <p:spPr>
            <a:xfrm>
              <a:off x="10988497"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5349" y="0"/>
                    <a:pt x="5930" y="6628"/>
                    <a:pt x="2093" y="16047"/>
                  </a:cubicBezTo>
                  <a:cubicBezTo>
                    <a:pt x="698" y="19186"/>
                    <a:pt x="0" y="22675"/>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0" name="Freeform: Shape 1029">
              <a:extLst>
                <a:ext uri="{FF2B5EF4-FFF2-40B4-BE49-F238E27FC236}">
                  <a16:creationId xmlns:a16="http://schemas.microsoft.com/office/drawing/2014/main" id="{32C2C454-C128-E5EE-9166-170F9FEEB4A0}"/>
                </a:ext>
              </a:extLst>
            </p:cNvPr>
            <p:cNvSpPr/>
            <p:nvPr/>
          </p:nvSpPr>
          <p:spPr>
            <a:xfrm>
              <a:off x="1015127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1" name="Freeform: Shape 1030">
              <a:extLst>
                <a:ext uri="{FF2B5EF4-FFF2-40B4-BE49-F238E27FC236}">
                  <a16:creationId xmlns:a16="http://schemas.microsoft.com/office/drawing/2014/main" id="{06F32A6F-715F-2F96-C9BA-1511060FBBB6}"/>
                </a:ext>
              </a:extLst>
            </p:cNvPr>
            <p:cNvSpPr/>
            <p:nvPr/>
          </p:nvSpPr>
          <p:spPr>
            <a:xfrm>
              <a:off x="99419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2" name="Freeform: Shape 1031">
              <a:extLst>
                <a:ext uri="{FF2B5EF4-FFF2-40B4-BE49-F238E27FC236}">
                  <a16:creationId xmlns:a16="http://schemas.microsoft.com/office/drawing/2014/main" id="{C43046CF-3E8E-88A0-D3D1-3E0F793165B6}"/>
                </a:ext>
              </a:extLst>
            </p:cNvPr>
            <p:cNvSpPr/>
            <p:nvPr/>
          </p:nvSpPr>
          <p:spPr>
            <a:xfrm>
              <a:off x="952336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3" name="Freeform: Shape 1032">
              <a:extLst>
                <a:ext uri="{FF2B5EF4-FFF2-40B4-BE49-F238E27FC236}">
                  <a16:creationId xmlns:a16="http://schemas.microsoft.com/office/drawing/2014/main" id="{2FCD8922-4904-D2F3-6BC8-355186E2649B}"/>
                </a:ext>
              </a:extLst>
            </p:cNvPr>
            <p:cNvSpPr/>
            <p:nvPr/>
          </p:nvSpPr>
          <p:spPr>
            <a:xfrm>
              <a:off x="9418712"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34" name="Freeform: Shape 1033">
              <a:extLst>
                <a:ext uri="{FF2B5EF4-FFF2-40B4-BE49-F238E27FC236}">
                  <a16:creationId xmlns:a16="http://schemas.microsoft.com/office/drawing/2014/main" id="{53C2F6F9-268A-9EC4-5E2A-6A7B6FC3F768}"/>
                </a:ext>
              </a:extLst>
            </p:cNvPr>
            <p:cNvSpPr/>
            <p:nvPr/>
          </p:nvSpPr>
          <p:spPr>
            <a:xfrm>
              <a:off x="8790798" y="4292381"/>
              <a:ext cx="52326" cy="52326"/>
            </a:xfrm>
            <a:custGeom>
              <a:avLst/>
              <a:gdLst>
                <a:gd name="connsiteX0" fmla="*/ 51279 w 52326"/>
                <a:gd name="connsiteY0" fmla="*/ 18489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1279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79" y="18489"/>
                  </a:moveTo>
                  <a:cubicBezTo>
                    <a:pt x="48140" y="7675"/>
                    <a:pt x="38023"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3372"/>
                    <a:pt x="51977" y="20930"/>
                    <a:pt x="51279" y="18489"/>
                  </a:cubicBezTo>
                  <a:close/>
                </a:path>
              </a:pathLst>
            </a:custGeom>
            <a:grpFill/>
            <a:ln w="3488" cap="flat">
              <a:noFill/>
              <a:prstDash val="solid"/>
              <a:miter/>
            </a:ln>
          </p:spPr>
          <p:txBody>
            <a:bodyPr rtlCol="0" anchor="ctr"/>
            <a:lstStyle/>
            <a:p>
              <a:endParaRPr lang="en-ID"/>
            </a:p>
          </p:txBody>
        </p:sp>
        <p:sp>
          <p:nvSpPr>
            <p:cNvPr id="1035" name="Freeform: Shape 1034">
              <a:extLst>
                <a:ext uri="{FF2B5EF4-FFF2-40B4-BE49-F238E27FC236}">
                  <a16:creationId xmlns:a16="http://schemas.microsoft.com/office/drawing/2014/main" id="{231C657E-803F-75C9-1F08-08B76CD7AE4B}"/>
                </a:ext>
              </a:extLst>
            </p:cNvPr>
            <p:cNvSpPr/>
            <p:nvPr/>
          </p:nvSpPr>
          <p:spPr>
            <a:xfrm>
              <a:off x="847684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6" name="Freeform: Shape 1035">
              <a:extLst>
                <a:ext uri="{FF2B5EF4-FFF2-40B4-BE49-F238E27FC236}">
                  <a16:creationId xmlns:a16="http://schemas.microsoft.com/office/drawing/2014/main" id="{FA37DB03-D9AF-1748-FB82-9E99831329BB}"/>
                </a:ext>
              </a:extLst>
            </p:cNvPr>
            <p:cNvSpPr/>
            <p:nvPr/>
          </p:nvSpPr>
          <p:spPr>
            <a:xfrm>
              <a:off x="7430317"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37" name="Freeform: Shape 1036">
              <a:extLst>
                <a:ext uri="{FF2B5EF4-FFF2-40B4-BE49-F238E27FC236}">
                  <a16:creationId xmlns:a16="http://schemas.microsoft.com/office/drawing/2014/main" id="{7CE5CB6C-72C9-99B6-A29E-FD624FF4EE65}"/>
                </a:ext>
              </a:extLst>
            </p:cNvPr>
            <p:cNvSpPr/>
            <p:nvPr/>
          </p:nvSpPr>
          <p:spPr>
            <a:xfrm>
              <a:off x="617448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8" name="Freeform: Shape 1037">
              <a:extLst>
                <a:ext uri="{FF2B5EF4-FFF2-40B4-BE49-F238E27FC236}">
                  <a16:creationId xmlns:a16="http://schemas.microsoft.com/office/drawing/2014/main" id="{3C4164F1-E27C-FC04-D9B5-D822CB5BECB4}"/>
                </a:ext>
              </a:extLst>
            </p:cNvPr>
            <p:cNvSpPr/>
            <p:nvPr/>
          </p:nvSpPr>
          <p:spPr>
            <a:xfrm>
              <a:off x="617448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9" name="Freeform: Shape 1038">
              <a:extLst>
                <a:ext uri="{FF2B5EF4-FFF2-40B4-BE49-F238E27FC236}">
                  <a16:creationId xmlns:a16="http://schemas.microsoft.com/office/drawing/2014/main" id="{DE5C7A99-427E-CEBA-9302-A393646E3877}"/>
                </a:ext>
              </a:extLst>
            </p:cNvPr>
            <p:cNvSpPr/>
            <p:nvPr/>
          </p:nvSpPr>
          <p:spPr>
            <a:xfrm>
              <a:off x="6069488" y="5339254"/>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3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3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4"/>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4"/>
                    <a:pt x="52326" y="28954"/>
                  </a:cubicBezTo>
                  <a:cubicBezTo>
                    <a:pt x="52326" y="27907"/>
                    <a:pt x="52326" y="27210"/>
                    <a:pt x="52326" y="26163"/>
                  </a:cubicBezTo>
                  <a:cubicBezTo>
                    <a:pt x="52326" y="25117"/>
                    <a:pt x="52326" y="24419"/>
                    <a:pt x="52326" y="23373"/>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3"/>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1040" name="Freeform: Shape 1039">
              <a:extLst>
                <a:ext uri="{FF2B5EF4-FFF2-40B4-BE49-F238E27FC236}">
                  <a16:creationId xmlns:a16="http://schemas.microsoft.com/office/drawing/2014/main" id="{3792DFA3-B12D-A77A-947C-80C6BD11F38F}"/>
                </a:ext>
              </a:extLst>
            </p:cNvPr>
            <p:cNvSpPr/>
            <p:nvPr/>
          </p:nvSpPr>
          <p:spPr>
            <a:xfrm>
              <a:off x="11197802" y="3350510"/>
              <a:ext cx="52326" cy="52326"/>
            </a:xfrm>
            <a:custGeom>
              <a:avLst/>
              <a:gdLst>
                <a:gd name="connsiteX0" fmla="*/ 26163 w 52326"/>
                <a:gd name="connsiteY0" fmla="*/ 52326 h 52326"/>
                <a:gd name="connsiteX1" fmla="*/ 52326 w 52326"/>
                <a:gd name="connsiteY1" fmla="*/ 26163 h 52326"/>
                <a:gd name="connsiteX2" fmla="*/ 49884 w 52326"/>
                <a:gd name="connsiteY2" fmla="*/ 15349 h 52326"/>
                <a:gd name="connsiteX3" fmla="*/ 26163 w 52326"/>
                <a:gd name="connsiteY3" fmla="*/ 0 h 52326"/>
                <a:gd name="connsiteX4" fmla="*/ 26163 w 52326"/>
                <a:gd name="connsiteY4" fmla="*/ 0 h 52326"/>
                <a:gd name="connsiteX5" fmla="*/ 0 w 52326"/>
                <a:gd name="connsiteY5" fmla="*/ 26163 h 52326"/>
                <a:gd name="connsiteX6" fmla="*/ 2093 w 52326"/>
                <a:gd name="connsiteY6" fmla="*/ 36280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22326"/>
                    <a:pt x="51629" y="18838"/>
                    <a:pt x="49884" y="15349"/>
                  </a:cubicBezTo>
                  <a:cubicBezTo>
                    <a:pt x="45699" y="6279"/>
                    <a:pt x="36628" y="0"/>
                    <a:pt x="26163" y="0"/>
                  </a:cubicBezTo>
                  <a:lnTo>
                    <a:pt x="26163" y="0"/>
                  </a:lnTo>
                  <a:cubicBezTo>
                    <a:pt x="11860" y="0"/>
                    <a:pt x="0" y="11861"/>
                    <a:pt x="0" y="26163"/>
                  </a:cubicBezTo>
                  <a:cubicBezTo>
                    <a:pt x="0" y="29652"/>
                    <a:pt x="698" y="33140"/>
                    <a:pt x="2093" y="36280"/>
                  </a:cubicBezTo>
                  <a:cubicBezTo>
                    <a:pt x="5930" y="45698"/>
                    <a:pt x="15349" y="52326"/>
                    <a:pt x="26163" y="52326"/>
                  </a:cubicBezTo>
                  <a:close/>
                </a:path>
              </a:pathLst>
            </a:custGeom>
            <a:grpFill/>
            <a:ln w="3488" cap="flat">
              <a:noFill/>
              <a:prstDash val="solid"/>
              <a:miter/>
            </a:ln>
          </p:spPr>
          <p:txBody>
            <a:bodyPr rtlCol="0" anchor="ctr"/>
            <a:lstStyle/>
            <a:p>
              <a:endParaRPr lang="en-ID"/>
            </a:p>
          </p:txBody>
        </p:sp>
        <p:sp>
          <p:nvSpPr>
            <p:cNvPr id="1041" name="Freeform: Shape 1040">
              <a:extLst>
                <a:ext uri="{FF2B5EF4-FFF2-40B4-BE49-F238E27FC236}">
                  <a16:creationId xmlns:a16="http://schemas.microsoft.com/office/drawing/2014/main" id="{EEFAE929-158C-55DD-6C9F-5AE4629CC88E}"/>
                </a:ext>
              </a:extLst>
            </p:cNvPr>
            <p:cNvSpPr/>
            <p:nvPr/>
          </p:nvSpPr>
          <p:spPr>
            <a:xfrm>
              <a:off x="8162884" y="4187729"/>
              <a:ext cx="52326" cy="52326"/>
            </a:xfrm>
            <a:custGeom>
              <a:avLst/>
              <a:gdLst>
                <a:gd name="connsiteX0" fmla="*/ 47791 w 52326"/>
                <a:gd name="connsiteY0" fmla="*/ 11512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7674 w 52326"/>
                <a:gd name="connsiteY5" fmla="*/ 44652 h 52326"/>
                <a:gd name="connsiteX6" fmla="*/ 26163 w 52326"/>
                <a:gd name="connsiteY6" fmla="*/ 52326 h 52326"/>
                <a:gd name="connsiteX7" fmla="*/ 52326 w 52326"/>
                <a:gd name="connsiteY7" fmla="*/ 26163 h 52326"/>
                <a:gd name="connsiteX8" fmla="*/ 47791 w 52326"/>
                <a:gd name="connsiteY8"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7791" y="11512"/>
                  </a:moveTo>
                  <a:cubicBezTo>
                    <a:pt x="43256" y="4535"/>
                    <a:pt x="35233" y="0"/>
                    <a:pt x="26163" y="0"/>
                  </a:cubicBezTo>
                  <a:lnTo>
                    <a:pt x="26163" y="0"/>
                  </a:lnTo>
                  <a:cubicBezTo>
                    <a:pt x="11860" y="0"/>
                    <a:pt x="0" y="11861"/>
                    <a:pt x="0" y="26163"/>
                  </a:cubicBezTo>
                  <a:lnTo>
                    <a:pt x="0" y="26163"/>
                  </a:lnTo>
                  <a:cubicBezTo>
                    <a:pt x="0" y="33489"/>
                    <a:pt x="2791" y="39768"/>
                    <a:pt x="7674" y="44652"/>
                  </a:cubicBezTo>
                  <a:cubicBezTo>
                    <a:pt x="12559" y="49535"/>
                    <a:pt x="18837" y="52326"/>
                    <a:pt x="26163" y="52326"/>
                  </a:cubicBezTo>
                  <a:cubicBezTo>
                    <a:pt x="40466" y="52326"/>
                    <a:pt x="52326" y="40465"/>
                    <a:pt x="52326" y="26163"/>
                  </a:cubicBezTo>
                  <a:cubicBezTo>
                    <a:pt x="52326" y="20582"/>
                    <a:pt x="50582" y="15698"/>
                    <a:pt x="47791" y="11512"/>
                  </a:cubicBezTo>
                  <a:close/>
                </a:path>
              </a:pathLst>
            </a:custGeom>
            <a:grpFill/>
            <a:ln w="3488" cap="flat">
              <a:noFill/>
              <a:prstDash val="solid"/>
              <a:miter/>
            </a:ln>
          </p:spPr>
          <p:txBody>
            <a:bodyPr rtlCol="0" anchor="ctr"/>
            <a:lstStyle/>
            <a:p>
              <a:endParaRPr lang="en-ID"/>
            </a:p>
          </p:txBody>
        </p:sp>
        <p:sp>
          <p:nvSpPr>
            <p:cNvPr id="1042" name="Freeform: Shape 1041">
              <a:extLst>
                <a:ext uri="{FF2B5EF4-FFF2-40B4-BE49-F238E27FC236}">
                  <a16:creationId xmlns:a16="http://schemas.microsoft.com/office/drawing/2014/main" id="{E21490E8-99CC-C469-5F99-1E3F73642F74}"/>
                </a:ext>
              </a:extLst>
            </p:cNvPr>
            <p:cNvSpPr/>
            <p:nvPr/>
          </p:nvSpPr>
          <p:spPr>
            <a:xfrm>
              <a:off x="11093150" y="146676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1860" y="0"/>
                    <a:pt x="0" y="11861"/>
                    <a:pt x="0" y="26163"/>
                  </a:cubicBezTo>
                  <a:lnTo>
                    <a:pt x="0" y="26163"/>
                  </a:lnTo>
                  <a:lnTo>
                    <a:pt x="0" y="26163"/>
                  </a:lnTo>
                  <a:cubicBezTo>
                    <a:pt x="0" y="40466"/>
                    <a:pt x="11860" y="52326"/>
                    <a:pt x="26163" y="52326"/>
                  </a:cubicBezTo>
                  <a:cubicBezTo>
                    <a:pt x="40466" y="52326"/>
                    <a:pt x="52326" y="40466"/>
                    <a:pt x="52326" y="26163"/>
                  </a:cubicBezTo>
                  <a:lnTo>
                    <a:pt x="52326" y="26163"/>
                  </a:ln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43" name="Freeform: Shape 1042">
              <a:extLst>
                <a:ext uri="{FF2B5EF4-FFF2-40B4-BE49-F238E27FC236}">
                  <a16:creationId xmlns:a16="http://schemas.microsoft.com/office/drawing/2014/main" id="{F9792AB9-540B-A829-736D-7C6A3C5CE52C}"/>
                </a:ext>
              </a:extLst>
            </p:cNvPr>
            <p:cNvSpPr/>
            <p:nvPr/>
          </p:nvSpPr>
          <p:spPr>
            <a:xfrm>
              <a:off x="10779193" y="4920296"/>
              <a:ext cx="52326" cy="52326"/>
            </a:xfrm>
            <a:custGeom>
              <a:avLst/>
              <a:gdLst>
                <a:gd name="connsiteX0" fmla="*/ 46744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4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4" y="10116"/>
                  </a:moveTo>
                  <a:cubicBezTo>
                    <a:pt x="41861" y="4186"/>
                    <a:pt x="34535" y="0"/>
                    <a:pt x="26163" y="0"/>
                  </a:cubicBezTo>
                  <a:cubicBezTo>
                    <a:pt x="11860" y="0"/>
                    <a:pt x="0" y="11861"/>
                    <a:pt x="0" y="26163"/>
                  </a:cubicBezTo>
                  <a:cubicBezTo>
                    <a:pt x="0" y="27907"/>
                    <a:pt x="349" y="29652"/>
                    <a:pt x="698" y="31396"/>
                  </a:cubicBezTo>
                  <a:cubicBezTo>
                    <a:pt x="3139" y="43256"/>
                    <a:pt x="13604" y="52326"/>
                    <a:pt x="26163" y="52326"/>
                  </a:cubicBezTo>
                  <a:cubicBezTo>
                    <a:pt x="34884" y="52326"/>
                    <a:pt x="42210" y="48140"/>
                    <a:pt x="47094" y="41861"/>
                  </a:cubicBezTo>
                  <a:cubicBezTo>
                    <a:pt x="50233" y="37326"/>
                    <a:pt x="52326" y="32093"/>
                    <a:pt x="52326" y="26163"/>
                  </a:cubicBezTo>
                  <a:cubicBezTo>
                    <a:pt x="52326" y="20233"/>
                    <a:pt x="50233" y="14302"/>
                    <a:pt x="46744" y="10116"/>
                  </a:cubicBezTo>
                  <a:close/>
                </a:path>
              </a:pathLst>
            </a:custGeom>
            <a:grpFill/>
            <a:ln w="3488" cap="flat">
              <a:noFill/>
              <a:prstDash val="solid"/>
              <a:miter/>
            </a:ln>
          </p:spPr>
          <p:txBody>
            <a:bodyPr rtlCol="0" anchor="ctr"/>
            <a:lstStyle/>
            <a:p>
              <a:endParaRPr lang="en-ID"/>
            </a:p>
          </p:txBody>
        </p:sp>
        <p:sp>
          <p:nvSpPr>
            <p:cNvPr id="1044" name="Freeform: Shape 1043">
              <a:extLst>
                <a:ext uri="{FF2B5EF4-FFF2-40B4-BE49-F238E27FC236}">
                  <a16:creationId xmlns:a16="http://schemas.microsoft.com/office/drawing/2014/main" id="{8DA3F95B-9C2C-5CC0-160B-FCE8A75A8218}"/>
                </a:ext>
              </a:extLst>
            </p:cNvPr>
            <p:cNvSpPr/>
            <p:nvPr/>
          </p:nvSpPr>
          <p:spPr>
            <a:xfrm>
              <a:off x="8372188" y="4815643"/>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6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6"/>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5" name="Freeform: Shape 1044">
              <a:extLst>
                <a:ext uri="{FF2B5EF4-FFF2-40B4-BE49-F238E27FC236}">
                  <a16:creationId xmlns:a16="http://schemas.microsoft.com/office/drawing/2014/main" id="{4987C9B5-F74D-864A-8337-1BDDF854F060}"/>
                </a:ext>
              </a:extLst>
            </p:cNvPr>
            <p:cNvSpPr/>
            <p:nvPr/>
          </p:nvSpPr>
          <p:spPr>
            <a:xfrm>
              <a:off x="1182571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6" name="Freeform: Shape 1045">
              <a:extLst>
                <a:ext uri="{FF2B5EF4-FFF2-40B4-BE49-F238E27FC236}">
                  <a16:creationId xmlns:a16="http://schemas.microsoft.com/office/drawing/2014/main" id="{C6E0D3A0-E329-636F-AE36-64D6A657C37B}"/>
                </a:ext>
              </a:extLst>
            </p:cNvPr>
            <p:cNvSpPr/>
            <p:nvPr/>
          </p:nvSpPr>
          <p:spPr>
            <a:xfrm>
              <a:off x="983732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7" name="Freeform: Shape 1046">
              <a:extLst>
                <a:ext uri="{FF2B5EF4-FFF2-40B4-BE49-F238E27FC236}">
                  <a16:creationId xmlns:a16="http://schemas.microsoft.com/office/drawing/2014/main" id="{8C9AA16B-32EB-EB80-50F4-11899A47A384}"/>
                </a:ext>
              </a:extLst>
            </p:cNvPr>
            <p:cNvSpPr/>
            <p:nvPr/>
          </p:nvSpPr>
          <p:spPr>
            <a:xfrm>
              <a:off x="11930369"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8" name="Freeform: Shape 1047">
              <a:extLst>
                <a:ext uri="{FF2B5EF4-FFF2-40B4-BE49-F238E27FC236}">
                  <a16:creationId xmlns:a16="http://schemas.microsoft.com/office/drawing/2014/main" id="{F7244039-23BF-8F64-BF43-04AD42888579}"/>
                </a:ext>
              </a:extLst>
            </p:cNvPr>
            <p:cNvSpPr/>
            <p:nvPr/>
          </p:nvSpPr>
          <p:spPr>
            <a:xfrm>
              <a:off x="1098849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9" name="Freeform: Shape 1048">
              <a:extLst>
                <a:ext uri="{FF2B5EF4-FFF2-40B4-BE49-F238E27FC236}">
                  <a16:creationId xmlns:a16="http://schemas.microsoft.com/office/drawing/2014/main" id="{3BCB3735-A41D-7178-820E-5EFE332BA275}"/>
                </a:ext>
              </a:extLst>
            </p:cNvPr>
            <p:cNvSpPr/>
            <p:nvPr/>
          </p:nvSpPr>
          <p:spPr>
            <a:xfrm>
              <a:off x="994197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0" name="Freeform: Shape 1049">
              <a:extLst>
                <a:ext uri="{FF2B5EF4-FFF2-40B4-BE49-F238E27FC236}">
                  <a16:creationId xmlns:a16="http://schemas.microsoft.com/office/drawing/2014/main" id="{0ABACFDF-A875-D5FF-FD94-3A40CB170618}"/>
                </a:ext>
              </a:extLst>
            </p:cNvPr>
            <p:cNvSpPr/>
            <p:nvPr/>
          </p:nvSpPr>
          <p:spPr>
            <a:xfrm>
              <a:off x="931406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1" name="Freeform: Shape 1050">
              <a:extLst>
                <a:ext uri="{FF2B5EF4-FFF2-40B4-BE49-F238E27FC236}">
                  <a16:creationId xmlns:a16="http://schemas.microsoft.com/office/drawing/2014/main" id="{DE0EC39D-D0C9-F039-51D7-9AFF05C9A13C}"/>
                </a:ext>
              </a:extLst>
            </p:cNvPr>
            <p:cNvSpPr/>
            <p:nvPr/>
          </p:nvSpPr>
          <p:spPr>
            <a:xfrm>
              <a:off x="93140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52" name="Freeform: Shape 1051">
              <a:extLst>
                <a:ext uri="{FF2B5EF4-FFF2-40B4-BE49-F238E27FC236}">
                  <a16:creationId xmlns:a16="http://schemas.microsoft.com/office/drawing/2014/main" id="{F6743D5A-A0E7-C577-5E0C-66FE4FCFAB6C}"/>
                </a:ext>
              </a:extLst>
            </p:cNvPr>
            <p:cNvSpPr/>
            <p:nvPr/>
          </p:nvSpPr>
          <p:spPr>
            <a:xfrm>
              <a:off x="879079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3" name="Freeform: Shape 1052">
              <a:extLst>
                <a:ext uri="{FF2B5EF4-FFF2-40B4-BE49-F238E27FC236}">
                  <a16:creationId xmlns:a16="http://schemas.microsoft.com/office/drawing/2014/main" id="{DEEE3216-A86F-4A7C-330A-6E67C2141DEA}"/>
                </a:ext>
              </a:extLst>
            </p:cNvPr>
            <p:cNvSpPr/>
            <p:nvPr/>
          </p:nvSpPr>
          <p:spPr>
            <a:xfrm>
              <a:off x="701170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4" name="Freeform: Shape 1053">
              <a:extLst>
                <a:ext uri="{FF2B5EF4-FFF2-40B4-BE49-F238E27FC236}">
                  <a16:creationId xmlns:a16="http://schemas.microsoft.com/office/drawing/2014/main" id="{8A412C46-AF10-7DB7-495D-CF9C491A6482}"/>
                </a:ext>
              </a:extLst>
            </p:cNvPr>
            <p:cNvSpPr/>
            <p:nvPr/>
          </p:nvSpPr>
          <p:spPr>
            <a:xfrm>
              <a:off x="669775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5" name="Freeform: Shape 1054">
              <a:extLst>
                <a:ext uri="{FF2B5EF4-FFF2-40B4-BE49-F238E27FC236}">
                  <a16:creationId xmlns:a16="http://schemas.microsoft.com/office/drawing/2014/main" id="{53EF6CD7-FD5A-2F48-99E4-16858078256D}"/>
                </a:ext>
              </a:extLst>
            </p:cNvPr>
            <p:cNvSpPr/>
            <p:nvPr/>
          </p:nvSpPr>
          <p:spPr>
            <a:xfrm>
              <a:off x="648844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6" name="Freeform: Shape 1055">
              <a:extLst>
                <a:ext uri="{FF2B5EF4-FFF2-40B4-BE49-F238E27FC236}">
                  <a16:creationId xmlns:a16="http://schemas.microsoft.com/office/drawing/2014/main" id="{F9F4FF6E-4E15-FFAB-8838-7ACD7E71740B}"/>
                </a:ext>
              </a:extLst>
            </p:cNvPr>
            <p:cNvSpPr/>
            <p:nvPr/>
          </p:nvSpPr>
          <p:spPr>
            <a:xfrm>
              <a:off x="6488446"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7" name="Freeform: Shape 1056">
              <a:extLst>
                <a:ext uri="{FF2B5EF4-FFF2-40B4-BE49-F238E27FC236}">
                  <a16:creationId xmlns:a16="http://schemas.microsoft.com/office/drawing/2014/main" id="{D6D02217-5F0C-7BA4-F8E7-4D9C7A10A82F}"/>
                </a:ext>
              </a:extLst>
            </p:cNvPr>
            <p:cNvSpPr/>
            <p:nvPr/>
          </p:nvSpPr>
          <p:spPr>
            <a:xfrm>
              <a:off x="648844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8" name="Freeform: Shape 1057">
              <a:extLst>
                <a:ext uri="{FF2B5EF4-FFF2-40B4-BE49-F238E27FC236}">
                  <a16:creationId xmlns:a16="http://schemas.microsoft.com/office/drawing/2014/main" id="{E4C5C3F7-B4D2-A0D9-1A3C-717E027891E4}"/>
                </a:ext>
              </a:extLst>
            </p:cNvPr>
            <p:cNvSpPr/>
            <p:nvPr/>
          </p:nvSpPr>
          <p:spPr>
            <a:xfrm>
              <a:off x="9837321"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0" y="52326"/>
                    <a:pt x="26163" y="52326"/>
                  </a:cubicBezTo>
                  <a:lnTo>
                    <a:pt x="26163" y="52326"/>
                  </a:ln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59" name="Freeform: Shape 1058">
              <a:extLst>
                <a:ext uri="{FF2B5EF4-FFF2-40B4-BE49-F238E27FC236}">
                  <a16:creationId xmlns:a16="http://schemas.microsoft.com/office/drawing/2014/main" id="{9913B569-62C4-0D00-7F76-5B93F25AB127}"/>
                </a:ext>
              </a:extLst>
            </p:cNvPr>
            <p:cNvSpPr/>
            <p:nvPr/>
          </p:nvSpPr>
          <p:spPr>
            <a:xfrm>
              <a:off x="9523364"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60" name="Freeform: Shape 1059">
              <a:extLst>
                <a:ext uri="{FF2B5EF4-FFF2-40B4-BE49-F238E27FC236}">
                  <a16:creationId xmlns:a16="http://schemas.microsoft.com/office/drawing/2014/main" id="{9B53044A-8717-6B97-540C-12BC44A02427}"/>
                </a:ext>
              </a:extLst>
            </p:cNvPr>
            <p:cNvSpPr/>
            <p:nvPr/>
          </p:nvSpPr>
          <p:spPr>
            <a:xfrm>
              <a:off x="8267536"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8" y="52326"/>
                    <a:pt x="46396" y="45698"/>
                    <a:pt x="50233" y="36280"/>
                  </a:cubicBezTo>
                  <a:cubicBezTo>
                    <a:pt x="51629" y="33140"/>
                    <a:pt x="52326" y="29652"/>
                    <a:pt x="52326" y="26163"/>
                  </a:cubicBezTo>
                  <a:cubicBezTo>
                    <a:pt x="52326" y="11861"/>
                    <a:pt x="40466" y="0"/>
                    <a:pt x="26163" y="0"/>
                  </a:cubicBezTo>
                  <a:lnTo>
                    <a:pt x="26163" y="0"/>
                  </a:lnTo>
                  <a:cubicBezTo>
                    <a:pt x="15349" y="0"/>
                    <a:pt x="5930" y="6628"/>
                    <a:pt x="2093" y="16047"/>
                  </a:cubicBezTo>
                  <a:cubicBezTo>
                    <a:pt x="698" y="19186"/>
                    <a:pt x="0" y="22675"/>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61" name="Freeform: Shape 1060">
              <a:extLst>
                <a:ext uri="{FF2B5EF4-FFF2-40B4-BE49-F238E27FC236}">
                  <a16:creationId xmlns:a16="http://schemas.microsoft.com/office/drawing/2014/main" id="{D4042A5C-B52D-E6A9-0D82-1897B3F95382}"/>
                </a:ext>
              </a:extLst>
            </p:cNvPr>
            <p:cNvSpPr/>
            <p:nvPr/>
          </p:nvSpPr>
          <p:spPr>
            <a:xfrm>
              <a:off x="1130245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2" name="Freeform: Shape 1061">
              <a:extLst>
                <a:ext uri="{FF2B5EF4-FFF2-40B4-BE49-F238E27FC236}">
                  <a16:creationId xmlns:a16="http://schemas.microsoft.com/office/drawing/2014/main" id="{7F0C58BF-852A-69D7-1C93-AB72089CA1F6}"/>
                </a:ext>
              </a:extLst>
            </p:cNvPr>
            <p:cNvSpPr/>
            <p:nvPr/>
          </p:nvSpPr>
          <p:spPr>
            <a:xfrm>
              <a:off x="1088384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3" name="Freeform: Shape 1062">
              <a:extLst>
                <a:ext uri="{FF2B5EF4-FFF2-40B4-BE49-F238E27FC236}">
                  <a16:creationId xmlns:a16="http://schemas.microsoft.com/office/drawing/2014/main" id="{458FBA3A-0780-5763-3416-892B72B9926A}"/>
                </a:ext>
              </a:extLst>
            </p:cNvPr>
            <p:cNvSpPr/>
            <p:nvPr/>
          </p:nvSpPr>
          <p:spPr>
            <a:xfrm>
              <a:off x="10255931"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4" name="Freeform: Shape 1063">
              <a:extLst>
                <a:ext uri="{FF2B5EF4-FFF2-40B4-BE49-F238E27FC236}">
                  <a16:creationId xmlns:a16="http://schemas.microsoft.com/office/drawing/2014/main" id="{56C7B82E-354E-CBEC-C27F-40D1B88278A8}"/>
                </a:ext>
              </a:extLst>
            </p:cNvPr>
            <p:cNvSpPr/>
            <p:nvPr/>
          </p:nvSpPr>
          <p:spPr>
            <a:xfrm>
              <a:off x="10151278"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5" name="Freeform: Shape 1064">
              <a:extLst>
                <a:ext uri="{FF2B5EF4-FFF2-40B4-BE49-F238E27FC236}">
                  <a16:creationId xmlns:a16="http://schemas.microsoft.com/office/drawing/2014/main" id="{0CA23BA6-8F53-8683-19FE-26D725ECB0C7}"/>
                </a:ext>
              </a:extLst>
            </p:cNvPr>
            <p:cNvSpPr/>
            <p:nvPr/>
          </p:nvSpPr>
          <p:spPr>
            <a:xfrm>
              <a:off x="994197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6" name="Freeform: Shape 1065">
              <a:extLst>
                <a:ext uri="{FF2B5EF4-FFF2-40B4-BE49-F238E27FC236}">
                  <a16:creationId xmlns:a16="http://schemas.microsoft.com/office/drawing/2014/main" id="{6C7C8055-B185-4E63-5CA1-83DCE90500AF}"/>
                </a:ext>
              </a:extLst>
            </p:cNvPr>
            <p:cNvSpPr/>
            <p:nvPr/>
          </p:nvSpPr>
          <p:spPr>
            <a:xfrm>
              <a:off x="99419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7" name="Freeform: Shape 1066">
              <a:extLst>
                <a:ext uri="{FF2B5EF4-FFF2-40B4-BE49-F238E27FC236}">
                  <a16:creationId xmlns:a16="http://schemas.microsoft.com/office/drawing/2014/main" id="{555828FE-0E3F-0614-7B62-FBD620AB738D}"/>
                </a:ext>
              </a:extLst>
            </p:cNvPr>
            <p:cNvSpPr/>
            <p:nvPr/>
          </p:nvSpPr>
          <p:spPr>
            <a:xfrm>
              <a:off x="910475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8" name="Freeform: Shape 1067">
              <a:extLst>
                <a:ext uri="{FF2B5EF4-FFF2-40B4-BE49-F238E27FC236}">
                  <a16:creationId xmlns:a16="http://schemas.microsoft.com/office/drawing/2014/main" id="{5EFE7CD5-65DC-B1EB-80BC-051E97243283}"/>
                </a:ext>
              </a:extLst>
            </p:cNvPr>
            <p:cNvSpPr/>
            <p:nvPr/>
          </p:nvSpPr>
          <p:spPr>
            <a:xfrm>
              <a:off x="86861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9" name="Freeform: Shape 1068">
              <a:extLst>
                <a:ext uri="{FF2B5EF4-FFF2-40B4-BE49-F238E27FC236}">
                  <a16:creationId xmlns:a16="http://schemas.microsoft.com/office/drawing/2014/main" id="{53EDB300-D569-AF82-F5DA-5B0931596344}"/>
                </a:ext>
              </a:extLst>
            </p:cNvPr>
            <p:cNvSpPr/>
            <p:nvPr/>
          </p:nvSpPr>
          <p:spPr>
            <a:xfrm>
              <a:off x="8581493" y="146676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0" name="Freeform: Shape 1069">
              <a:extLst>
                <a:ext uri="{FF2B5EF4-FFF2-40B4-BE49-F238E27FC236}">
                  <a16:creationId xmlns:a16="http://schemas.microsoft.com/office/drawing/2014/main" id="{4A34EC66-9357-AE6C-193E-4197AB5AD9A6}"/>
                </a:ext>
              </a:extLst>
            </p:cNvPr>
            <p:cNvSpPr/>
            <p:nvPr/>
          </p:nvSpPr>
          <p:spPr>
            <a:xfrm>
              <a:off x="837218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1" name="Freeform: Shape 1070">
              <a:extLst>
                <a:ext uri="{FF2B5EF4-FFF2-40B4-BE49-F238E27FC236}">
                  <a16:creationId xmlns:a16="http://schemas.microsoft.com/office/drawing/2014/main" id="{3011F635-AF8C-B366-15F2-EA5FFEE31E95}"/>
                </a:ext>
              </a:extLst>
            </p:cNvPr>
            <p:cNvSpPr/>
            <p:nvPr/>
          </p:nvSpPr>
          <p:spPr>
            <a:xfrm>
              <a:off x="83721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2" name="Freeform: Shape 1071">
              <a:extLst>
                <a:ext uri="{FF2B5EF4-FFF2-40B4-BE49-F238E27FC236}">
                  <a16:creationId xmlns:a16="http://schemas.microsoft.com/office/drawing/2014/main" id="{36205BC2-A019-728D-0271-09B0637BA1DE}"/>
                </a:ext>
              </a:extLst>
            </p:cNvPr>
            <p:cNvSpPr/>
            <p:nvPr/>
          </p:nvSpPr>
          <p:spPr>
            <a:xfrm>
              <a:off x="81628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3" name="Freeform: Shape 1072">
              <a:extLst>
                <a:ext uri="{FF2B5EF4-FFF2-40B4-BE49-F238E27FC236}">
                  <a16:creationId xmlns:a16="http://schemas.microsoft.com/office/drawing/2014/main" id="{90D22475-4260-8AB3-616B-F387A8E16E9E}"/>
                </a:ext>
              </a:extLst>
            </p:cNvPr>
            <p:cNvSpPr/>
            <p:nvPr/>
          </p:nvSpPr>
          <p:spPr>
            <a:xfrm>
              <a:off x="732566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4" name="Freeform: Shape 1073">
              <a:extLst>
                <a:ext uri="{FF2B5EF4-FFF2-40B4-BE49-F238E27FC236}">
                  <a16:creationId xmlns:a16="http://schemas.microsoft.com/office/drawing/2014/main" id="{6D60C9A3-7AFD-00A2-0CE7-F2732BFBD31F}"/>
                </a:ext>
              </a:extLst>
            </p:cNvPr>
            <p:cNvSpPr/>
            <p:nvPr/>
          </p:nvSpPr>
          <p:spPr>
            <a:xfrm>
              <a:off x="6697751"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5" name="Freeform: Shape 1074">
              <a:extLst>
                <a:ext uri="{FF2B5EF4-FFF2-40B4-BE49-F238E27FC236}">
                  <a16:creationId xmlns:a16="http://schemas.microsoft.com/office/drawing/2014/main" id="{2D9808A1-FCB9-942F-F593-F05279B4A223}"/>
                </a:ext>
              </a:extLst>
            </p:cNvPr>
            <p:cNvSpPr/>
            <p:nvPr/>
          </p:nvSpPr>
          <p:spPr>
            <a:xfrm>
              <a:off x="648844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6" name="Freeform: Shape 1075">
              <a:extLst>
                <a:ext uri="{FF2B5EF4-FFF2-40B4-BE49-F238E27FC236}">
                  <a16:creationId xmlns:a16="http://schemas.microsoft.com/office/drawing/2014/main" id="{5C5E17DB-6449-019C-A176-233D5C1886BA}"/>
                </a:ext>
              </a:extLst>
            </p:cNvPr>
            <p:cNvSpPr/>
            <p:nvPr/>
          </p:nvSpPr>
          <p:spPr>
            <a:xfrm>
              <a:off x="6279141"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7" name="Freeform: Shape 1076">
              <a:extLst>
                <a:ext uri="{FF2B5EF4-FFF2-40B4-BE49-F238E27FC236}">
                  <a16:creationId xmlns:a16="http://schemas.microsoft.com/office/drawing/2014/main" id="{C47EC09A-4C06-18A3-5D90-F972BB329F53}"/>
                </a:ext>
              </a:extLst>
            </p:cNvPr>
            <p:cNvSpPr/>
            <p:nvPr/>
          </p:nvSpPr>
          <p:spPr>
            <a:xfrm>
              <a:off x="6279141"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8" name="Freeform: Shape 1077">
              <a:extLst>
                <a:ext uri="{FF2B5EF4-FFF2-40B4-BE49-F238E27FC236}">
                  <a16:creationId xmlns:a16="http://schemas.microsoft.com/office/drawing/2014/main" id="{C06F8E37-C24F-C20A-F8A2-977C125EA5FB}"/>
                </a:ext>
              </a:extLst>
            </p:cNvPr>
            <p:cNvSpPr/>
            <p:nvPr/>
          </p:nvSpPr>
          <p:spPr>
            <a:xfrm>
              <a:off x="8581493"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6" y="52326"/>
                    <a:pt x="52326" y="40466"/>
                    <a:pt x="52326" y="26163"/>
                  </a:cubicBezTo>
                  <a:cubicBezTo>
                    <a:pt x="52326" y="13605"/>
                    <a:pt x="43256" y="3140"/>
                    <a:pt x="31396" y="698"/>
                  </a:cubicBezTo>
                  <a:cubicBezTo>
                    <a:pt x="29652" y="349"/>
                    <a:pt x="27907" y="0"/>
                    <a:pt x="26163" y="0"/>
                  </a:cubicBez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1079" name="Freeform: Shape 1078">
              <a:extLst>
                <a:ext uri="{FF2B5EF4-FFF2-40B4-BE49-F238E27FC236}">
                  <a16:creationId xmlns:a16="http://schemas.microsoft.com/office/drawing/2014/main" id="{AB608CCC-0A44-7B5D-FC26-750A26CCC9DE}"/>
                </a:ext>
              </a:extLst>
            </p:cNvPr>
            <p:cNvSpPr/>
            <p:nvPr/>
          </p:nvSpPr>
          <p:spPr>
            <a:xfrm>
              <a:off x="11093150"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0" name="Freeform: Shape 1079">
              <a:extLst>
                <a:ext uri="{FF2B5EF4-FFF2-40B4-BE49-F238E27FC236}">
                  <a16:creationId xmlns:a16="http://schemas.microsoft.com/office/drawing/2014/main" id="{3E0A1CE0-8389-DDF1-E644-514FBD8CD2B6}"/>
                </a:ext>
              </a:extLst>
            </p:cNvPr>
            <p:cNvSpPr/>
            <p:nvPr/>
          </p:nvSpPr>
          <p:spPr>
            <a:xfrm>
              <a:off x="10151278" y="3978424"/>
              <a:ext cx="52326" cy="52326"/>
            </a:xfrm>
            <a:custGeom>
              <a:avLst/>
              <a:gdLst>
                <a:gd name="connsiteX0" fmla="*/ 52326 w 52326"/>
                <a:gd name="connsiteY0" fmla="*/ 26163 h 52326"/>
                <a:gd name="connsiteX1" fmla="*/ 51279 w 52326"/>
                <a:gd name="connsiteY1" fmla="*/ 18489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3372"/>
                    <a:pt x="51977" y="20930"/>
                    <a:pt x="51279" y="18489"/>
                  </a:cubicBezTo>
                  <a:cubicBezTo>
                    <a:pt x="48140" y="7675"/>
                    <a:pt x="38023"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81" name="Freeform: Shape 1080">
              <a:extLst>
                <a:ext uri="{FF2B5EF4-FFF2-40B4-BE49-F238E27FC236}">
                  <a16:creationId xmlns:a16="http://schemas.microsoft.com/office/drawing/2014/main" id="{7D6CF429-8FEC-FC52-8485-DB5347B15C07}"/>
                </a:ext>
              </a:extLst>
            </p:cNvPr>
            <p:cNvSpPr/>
            <p:nvPr/>
          </p:nvSpPr>
          <p:spPr>
            <a:xfrm>
              <a:off x="7221012"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5930 w 52326"/>
                <a:gd name="connsiteY3" fmla="*/ 42908 h 52326"/>
                <a:gd name="connsiteX4" fmla="*/ 26163 w 52326"/>
                <a:gd name="connsiteY4" fmla="*/ 52326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082" name="Freeform: Shape 1081">
              <a:extLst>
                <a:ext uri="{FF2B5EF4-FFF2-40B4-BE49-F238E27FC236}">
                  <a16:creationId xmlns:a16="http://schemas.microsoft.com/office/drawing/2014/main" id="{5E9C2235-8F37-D465-D305-4EC80F51189F}"/>
                </a:ext>
              </a:extLst>
            </p:cNvPr>
            <p:cNvSpPr/>
            <p:nvPr/>
          </p:nvSpPr>
          <p:spPr>
            <a:xfrm>
              <a:off x="11093150"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3" name="Freeform: Shape 1082">
              <a:extLst>
                <a:ext uri="{FF2B5EF4-FFF2-40B4-BE49-F238E27FC236}">
                  <a16:creationId xmlns:a16="http://schemas.microsoft.com/office/drawing/2014/main" id="{CFFF7CB3-E430-70A9-29F1-F8972C28C238}"/>
                </a:ext>
              </a:extLst>
            </p:cNvPr>
            <p:cNvSpPr/>
            <p:nvPr/>
          </p:nvSpPr>
          <p:spPr>
            <a:xfrm>
              <a:off x="9000103"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84" name="Freeform: Shape 1083">
              <a:extLst>
                <a:ext uri="{FF2B5EF4-FFF2-40B4-BE49-F238E27FC236}">
                  <a16:creationId xmlns:a16="http://schemas.microsoft.com/office/drawing/2014/main" id="{C35A22E9-7765-FEB5-3515-A0337D332CA5}"/>
                </a:ext>
              </a:extLst>
            </p:cNvPr>
            <p:cNvSpPr/>
            <p:nvPr/>
          </p:nvSpPr>
          <p:spPr>
            <a:xfrm>
              <a:off x="858149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5" name="Freeform: Shape 1084">
              <a:extLst>
                <a:ext uri="{FF2B5EF4-FFF2-40B4-BE49-F238E27FC236}">
                  <a16:creationId xmlns:a16="http://schemas.microsoft.com/office/drawing/2014/main" id="{EE0815EF-0A53-1FCA-194B-9DF07A24A2D5}"/>
                </a:ext>
              </a:extLst>
            </p:cNvPr>
            <p:cNvSpPr/>
            <p:nvPr/>
          </p:nvSpPr>
          <p:spPr>
            <a:xfrm>
              <a:off x="10255931" y="3350510"/>
              <a:ext cx="52326" cy="52326"/>
            </a:xfrm>
            <a:custGeom>
              <a:avLst/>
              <a:gdLst>
                <a:gd name="connsiteX0" fmla="*/ 26163 w 52326"/>
                <a:gd name="connsiteY0" fmla="*/ 52326 h 52326"/>
                <a:gd name="connsiteX1" fmla="*/ 26163 w 52326"/>
                <a:gd name="connsiteY1" fmla="*/ 52326 h 52326"/>
                <a:gd name="connsiteX2" fmla="*/ 36279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79" y="50233"/>
                  </a:cubicBezTo>
                  <a:cubicBezTo>
                    <a:pt x="45699" y="46396"/>
                    <a:pt x="52326" y="36977"/>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6" name="Freeform: Shape 1085">
              <a:extLst>
                <a:ext uri="{FF2B5EF4-FFF2-40B4-BE49-F238E27FC236}">
                  <a16:creationId xmlns:a16="http://schemas.microsoft.com/office/drawing/2014/main" id="{4D63501E-C53F-49C2-DFB0-CBFA0EE1CAB5}"/>
                </a:ext>
              </a:extLst>
            </p:cNvPr>
            <p:cNvSpPr/>
            <p:nvPr/>
          </p:nvSpPr>
          <p:spPr>
            <a:xfrm>
              <a:off x="7221012" y="4710991"/>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7" name="Freeform: Shape 1086">
              <a:extLst>
                <a:ext uri="{FF2B5EF4-FFF2-40B4-BE49-F238E27FC236}">
                  <a16:creationId xmlns:a16="http://schemas.microsoft.com/office/drawing/2014/main" id="{06E74101-6A45-49EF-A8C2-B2AD5C6F8DB7}"/>
                </a:ext>
              </a:extLst>
            </p:cNvPr>
            <p:cNvSpPr/>
            <p:nvPr/>
          </p:nvSpPr>
          <p:spPr>
            <a:xfrm>
              <a:off x="1109315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8" name="Freeform: Shape 1087">
              <a:extLst>
                <a:ext uri="{FF2B5EF4-FFF2-40B4-BE49-F238E27FC236}">
                  <a16:creationId xmlns:a16="http://schemas.microsoft.com/office/drawing/2014/main" id="{7E67D5CD-EEC3-01A3-3934-9764289C2754}"/>
                </a:ext>
              </a:extLst>
            </p:cNvPr>
            <p:cNvSpPr/>
            <p:nvPr/>
          </p:nvSpPr>
          <p:spPr>
            <a:xfrm>
              <a:off x="108838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9" name="Freeform: Shape 1088">
              <a:extLst>
                <a:ext uri="{FF2B5EF4-FFF2-40B4-BE49-F238E27FC236}">
                  <a16:creationId xmlns:a16="http://schemas.microsoft.com/office/drawing/2014/main" id="{E05DC00C-3C82-3BF6-9899-6528C103D76B}"/>
                </a:ext>
              </a:extLst>
            </p:cNvPr>
            <p:cNvSpPr/>
            <p:nvPr/>
          </p:nvSpPr>
          <p:spPr>
            <a:xfrm>
              <a:off x="10674540"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1090" name="Freeform: Shape 1089">
              <a:extLst>
                <a:ext uri="{FF2B5EF4-FFF2-40B4-BE49-F238E27FC236}">
                  <a16:creationId xmlns:a16="http://schemas.microsoft.com/office/drawing/2014/main" id="{DAEB221A-E88E-62B6-D19E-B1B701DC7FD6}"/>
                </a:ext>
              </a:extLst>
            </p:cNvPr>
            <p:cNvSpPr/>
            <p:nvPr/>
          </p:nvSpPr>
          <p:spPr>
            <a:xfrm>
              <a:off x="10046626"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91" name="Freeform: Shape 1090">
              <a:extLst>
                <a:ext uri="{FF2B5EF4-FFF2-40B4-BE49-F238E27FC236}">
                  <a16:creationId xmlns:a16="http://schemas.microsoft.com/office/drawing/2014/main" id="{30F2887D-1622-E37B-A033-8ABC926578E4}"/>
                </a:ext>
              </a:extLst>
            </p:cNvPr>
            <p:cNvSpPr/>
            <p:nvPr/>
          </p:nvSpPr>
          <p:spPr>
            <a:xfrm>
              <a:off x="11197802"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2" name="Freeform: Shape 1091">
              <a:extLst>
                <a:ext uri="{FF2B5EF4-FFF2-40B4-BE49-F238E27FC236}">
                  <a16:creationId xmlns:a16="http://schemas.microsoft.com/office/drawing/2014/main" id="{03505C80-4630-4757-C64E-AC276937F3E6}"/>
                </a:ext>
              </a:extLst>
            </p:cNvPr>
            <p:cNvSpPr/>
            <p:nvPr/>
          </p:nvSpPr>
          <p:spPr>
            <a:xfrm>
              <a:off x="1077919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3" name="Freeform: Shape 1092">
              <a:extLst>
                <a:ext uri="{FF2B5EF4-FFF2-40B4-BE49-F238E27FC236}">
                  <a16:creationId xmlns:a16="http://schemas.microsoft.com/office/drawing/2014/main" id="{83373F64-B0F3-8807-29C8-E5E0856E9C74}"/>
                </a:ext>
              </a:extLst>
            </p:cNvPr>
            <p:cNvSpPr/>
            <p:nvPr/>
          </p:nvSpPr>
          <p:spPr>
            <a:xfrm>
              <a:off x="96280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4" name="Freeform: Shape 1093">
              <a:extLst>
                <a:ext uri="{FF2B5EF4-FFF2-40B4-BE49-F238E27FC236}">
                  <a16:creationId xmlns:a16="http://schemas.microsoft.com/office/drawing/2014/main" id="{15CA5C57-7705-42DA-599C-4F07FB9969AB}"/>
                </a:ext>
              </a:extLst>
            </p:cNvPr>
            <p:cNvSpPr/>
            <p:nvPr/>
          </p:nvSpPr>
          <p:spPr>
            <a:xfrm>
              <a:off x="952336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5" name="Freeform: Shape 1094">
              <a:extLst>
                <a:ext uri="{FF2B5EF4-FFF2-40B4-BE49-F238E27FC236}">
                  <a16:creationId xmlns:a16="http://schemas.microsoft.com/office/drawing/2014/main" id="{496C8EFD-29D9-A3F2-33C4-3F71F2C7D0FF}"/>
                </a:ext>
              </a:extLst>
            </p:cNvPr>
            <p:cNvSpPr/>
            <p:nvPr/>
          </p:nvSpPr>
          <p:spPr>
            <a:xfrm>
              <a:off x="743031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6" name="Freeform: Shape 1095">
              <a:extLst>
                <a:ext uri="{FF2B5EF4-FFF2-40B4-BE49-F238E27FC236}">
                  <a16:creationId xmlns:a16="http://schemas.microsoft.com/office/drawing/2014/main" id="{5D829B70-ED2C-9433-A36B-15D7EA32478C}"/>
                </a:ext>
              </a:extLst>
            </p:cNvPr>
            <p:cNvSpPr/>
            <p:nvPr/>
          </p:nvSpPr>
          <p:spPr>
            <a:xfrm>
              <a:off x="7430317"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97" name="Freeform: Shape 1096">
              <a:extLst>
                <a:ext uri="{FF2B5EF4-FFF2-40B4-BE49-F238E27FC236}">
                  <a16:creationId xmlns:a16="http://schemas.microsoft.com/office/drawing/2014/main" id="{4D5625C1-1813-27DC-2924-2B7B8EA79E26}"/>
                </a:ext>
              </a:extLst>
            </p:cNvPr>
            <p:cNvSpPr/>
            <p:nvPr/>
          </p:nvSpPr>
          <p:spPr>
            <a:xfrm>
              <a:off x="74303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8" name="Freeform: Shape 1097">
              <a:extLst>
                <a:ext uri="{FF2B5EF4-FFF2-40B4-BE49-F238E27FC236}">
                  <a16:creationId xmlns:a16="http://schemas.microsoft.com/office/drawing/2014/main" id="{32A8A2BD-45CA-8929-91B7-75ED655EEAAA}"/>
                </a:ext>
              </a:extLst>
            </p:cNvPr>
            <p:cNvSpPr/>
            <p:nvPr/>
          </p:nvSpPr>
          <p:spPr>
            <a:xfrm>
              <a:off x="743031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99" name="Freeform: Shape 1098">
              <a:extLst>
                <a:ext uri="{FF2B5EF4-FFF2-40B4-BE49-F238E27FC236}">
                  <a16:creationId xmlns:a16="http://schemas.microsoft.com/office/drawing/2014/main" id="{4BE346E6-078B-4690-D42F-260D2C52EFAE}"/>
                </a:ext>
              </a:extLst>
            </p:cNvPr>
            <p:cNvSpPr/>
            <p:nvPr/>
          </p:nvSpPr>
          <p:spPr>
            <a:xfrm rot="17550026">
              <a:off x="7221177" y="38736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100" name="Freeform: Shape 1099">
              <a:extLst>
                <a:ext uri="{FF2B5EF4-FFF2-40B4-BE49-F238E27FC236}">
                  <a16:creationId xmlns:a16="http://schemas.microsoft.com/office/drawing/2014/main" id="{E88AA3B4-FCE0-2084-CD4D-A89F248A915F}"/>
                </a:ext>
              </a:extLst>
            </p:cNvPr>
            <p:cNvSpPr/>
            <p:nvPr/>
          </p:nvSpPr>
          <p:spPr>
            <a:xfrm>
              <a:off x="6802403"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1" name="Freeform: Shape 1100">
              <a:extLst>
                <a:ext uri="{FF2B5EF4-FFF2-40B4-BE49-F238E27FC236}">
                  <a16:creationId xmlns:a16="http://schemas.microsoft.com/office/drawing/2014/main" id="{2DF90AAE-E364-30E1-7269-153C7BAF321F}"/>
                </a:ext>
              </a:extLst>
            </p:cNvPr>
            <p:cNvSpPr/>
            <p:nvPr/>
          </p:nvSpPr>
          <p:spPr>
            <a:xfrm>
              <a:off x="648844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2" name="Freeform: Shape 1101">
              <a:extLst>
                <a:ext uri="{FF2B5EF4-FFF2-40B4-BE49-F238E27FC236}">
                  <a16:creationId xmlns:a16="http://schemas.microsoft.com/office/drawing/2014/main" id="{D8987520-4768-16D9-2A2E-A08C36B3E0BB}"/>
                </a:ext>
              </a:extLst>
            </p:cNvPr>
            <p:cNvSpPr/>
            <p:nvPr/>
          </p:nvSpPr>
          <p:spPr>
            <a:xfrm>
              <a:off x="638379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03" name="Freeform: Shape 1102">
              <a:extLst>
                <a:ext uri="{FF2B5EF4-FFF2-40B4-BE49-F238E27FC236}">
                  <a16:creationId xmlns:a16="http://schemas.microsoft.com/office/drawing/2014/main" id="{4F14B4A3-25B6-A9B8-B8A7-87D1C20BAE8A}"/>
                </a:ext>
              </a:extLst>
            </p:cNvPr>
            <p:cNvSpPr/>
            <p:nvPr/>
          </p:nvSpPr>
          <p:spPr>
            <a:xfrm>
              <a:off x="638379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4" name="Freeform: Shape 1103">
              <a:extLst>
                <a:ext uri="{FF2B5EF4-FFF2-40B4-BE49-F238E27FC236}">
                  <a16:creationId xmlns:a16="http://schemas.microsoft.com/office/drawing/2014/main" id="{A2406D24-A961-F5AD-861A-AF01380C58D9}"/>
                </a:ext>
              </a:extLst>
            </p:cNvPr>
            <p:cNvSpPr/>
            <p:nvPr/>
          </p:nvSpPr>
          <p:spPr>
            <a:xfrm>
              <a:off x="11616412"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5" name="Freeform: Shape 1104">
              <a:extLst>
                <a:ext uri="{FF2B5EF4-FFF2-40B4-BE49-F238E27FC236}">
                  <a16:creationId xmlns:a16="http://schemas.microsoft.com/office/drawing/2014/main" id="{7D87FC7C-B8D7-2E0B-83BF-348AD0A0DE76}"/>
                </a:ext>
              </a:extLst>
            </p:cNvPr>
            <p:cNvSpPr/>
            <p:nvPr/>
          </p:nvSpPr>
          <p:spPr>
            <a:xfrm>
              <a:off x="6802403"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5"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106" name="Freeform: Shape 1105">
              <a:extLst>
                <a:ext uri="{FF2B5EF4-FFF2-40B4-BE49-F238E27FC236}">
                  <a16:creationId xmlns:a16="http://schemas.microsoft.com/office/drawing/2014/main" id="{A56B8EF8-F183-3089-54D4-89E9FBEF9343}"/>
                </a:ext>
              </a:extLst>
            </p:cNvPr>
            <p:cNvSpPr/>
            <p:nvPr/>
          </p:nvSpPr>
          <p:spPr>
            <a:xfrm>
              <a:off x="10988497"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3" y="52326"/>
                    <a:pt x="26163" y="52326"/>
                  </a:cubicBezTo>
                  <a:lnTo>
                    <a:pt x="26163" y="52326"/>
                  </a:lnTo>
                  <a:cubicBezTo>
                    <a:pt x="35931" y="52326"/>
                    <a:pt x="44652" y="46745"/>
                    <a:pt x="49187" y="38721"/>
                  </a:cubicBezTo>
                  <a:cubicBezTo>
                    <a:pt x="51279" y="34884"/>
                    <a:pt x="52326" y="30698"/>
                    <a:pt x="52326" y="26163"/>
                  </a:cubicBezTo>
                  <a:cubicBezTo>
                    <a:pt x="52326" y="11861"/>
                    <a:pt x="40466" y="0"/>
                    <a:pt x="26163" y="0"/>
                  </a:cubicBezTo>
                  <a:cubicBezTo>
                    <a:pt x="21280" y="0"/>
                    <a:pt x="17093"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1107" name="Freeform: Shape 1106">
              <a:extLst>
                <a:ext uri="{FF2B5EF4-FFF2-40B4-BE49-F238E27FC236}">
                  <a16:creationId xmlns:a16="http://schemas.microsoft.com/office/drawing/2014/main" id="{D62AEECE-ECAC-EAD2-5906-5E5D6D92CC38}"/>
                </a:ext>
              </a:extLst>
            </p:cNvPr>
            <p:cNvSpPr/>
            <p:nvPr/>
          </p:nvSpPr>
          <p:spPr>
            <a:xfrm>
              <a:off x="9941974" y="460633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8" name="Freeform: Shape 1107">
              <a:extLst>
                <a:ext uri="{FF2B5EF4-FFF2-40B4-BE49-F238E27FC236}">
                  <a16:creationId xmlns:a16="http://schemas.microsoft.com/office/drawing/2014/main" id="{2B1F4CD1-2BF9-6235-7A62-08C34E9002A2}"/>
                </a:ext>
              </a:extLst>
            </p:cNvPr>
            <p:cNvSpPr/>
            <p:nvPr/>
          </p:nvSpPr>
          <p:spPr>
            <a:xfrm>
              <a:off x="9000103" y="4501686"/>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09" name="Freeform: Shape 1108">
              <a:extLst>
                <a:ext uri="{FF2B5EF4-FFF2-40B4-BE49-F238E27FC236}">
                  <a16:creationId xmlns:a16="http://schemas.microsoft.com/office/drawing/2014/main" id="{C4FBF859-B967-3976-2F04-607851091203}"/>
                </a:ext>
              </a:extLst>
            </p:cNvPr>
            <p:cNvSpPr/>
            <p:nvPr/>
          </p:nvSpPr>
          <p:spPr>
            <a:xfrm>
              <a:off x="9418712"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4652 w 52326"/>
                <a:gd name="connsiteY3" fmla="*/ 7674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cubicBezTo>
                    <a:pt x="52326" y="18838"/>
                    <a:pt x="49535" y="12558"/>
                    <a:pt x="44652" y="7674"/>
                  </a:cubicBezTo>
                  <a:cubicBezTo>
                    <a:pt x="39768" y="2791"/>
                    <a:pt x="33489"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110" name="Freeform: Shape 1109">
              <a:extLst>
                <a:ext uri="{FF2B5EF4-FFF2-40B4-BE49-F238E27FC236}">
                  <a16:creationId xmlns:a16="http://schemas.microsoft.com/office/drawing/2014/main" id="{5950B1ED-764E-B4AA-BF43-721F92A05FC3}"/>
                </a:ext>
              </a:extLst>
            </p:cNvPr>
            <p:cNvSpPr/>
            <p:nvPr/>
          </p:nvSpPr>
          <p:spPr>
            <a:xfrm>
              <a:off x="117210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1" name="Freeform: Shape 1110">
              <a:extLst>
                <a:ext uri="{FF2B5EF4-FFF2-40B4-BE49-F238E27FC236}">
                  <a16:creationId xmlns:a16="http://schemas.microsoft.com/office/drawing/2014/main" id="{DD740A12-3FBB-AEAE-1EA7-B4F7B2D02725}"/>
                </a:ext>
              </a:extLst>
            </p:cNvPr>
            <p:cNvSpPr/>
            <p:nvPr/>
          </p:nvSpPr>
          <p:spPr>
            <a:xfrm>
              <a:off x="11302454"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4" y="0"/>
                    <a:pt x="21628" y="349"/>
                  </a:cubicBezTo>
                  <a:cubicBezTo>
                    <a:pt x="21280" y="349"/>
                    <a:pt x="21280" y="349"/>
                    <a:pt x="20930" y="349"/>
                  </a:cubicBezTo>
                  <a:cubicBezTo>
                    <a:pt x="9070" y="2791"/>
                    <a:pt x="0" y="13256"/>
                    <a:pt x="0" y="25814"/>
                  </a:cubicBezTo>
                  <a:cubicBezTo>
                    <a:pt x="0" y="40117"/>
                    <a:pt x="11860" y="51977"/>
                    <a:pt x="26163" y="51977"/>
                  </a:cubicBezTo>
                  <a:cubicBezTo>
                    <a:pt x="26163" y="51977"/>
                    <a:pt x="26163" y="51977"/>
                    <a:pt x="26163" y="51977"/>
                  </a:cubicBez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2" name="Freeform: Shape 1111">
              <a:extLst>
                <a:ext uri="{FF2B5EF4-FFF2-40B4-BE49-F238E27FC236}">
                  <a16:creationId xmlns:a16="http://schemas.microsoft.com/office/drawing/2014/main" id="{DC844253-1A89-F27A-14D7-68062E796336}"/>
                </a:ext>
              </a:extLst>
            </p:cNvPr>
            <p:cNvSpPr/>
            <p:nvPr/>
          </p:nvSpPr>
          <p:spPr>
            <a:xfrm>
              <a:off x="10674540"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3" name="Freeform: Shape 1112">
              <a:extLst>
                <a:ext uri="{FF2B5EF4-FFF2-40B4-BE49-F238E27FC236}">
                  <a16:creationId xmlns:a16="http://schemas.microsoft.com/office/drawing/2014/main" id="{281C9800-7637-3639-8E6C-FC0FBE022094}"/>
                </a:ext>
              </a:extLst>
            </p:cNvPr>
            <p:cNvSpPr/>
            <p:nvPr/>
          </p:nvSpPr>
          <p:spPr>
            <a:xfrm>
              <a:off x="10465236"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4" name="Freeform: Shape 1113">
              <a:extLst>
                <a:ext uri="{FF2B5EF4-FFF2-40B4-BE49-F238E27FC236}">
                  <a16:creationId xmlns:a16="http://schemas.microsoft.com/office/drawing/2014/main" id="{7DC6522F-5CE4-F488-0AE8-895201B90E74}"/>
                </a:ext>
              </a:extLst>
            </p:cNvPr>
            <p:cNvSpPr/>
            <p:nvPr/>
          </p:nvSpPr>
          <p:spPr>
            <a:xfrm>
              <a:off x="1098849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5" name="Freeform: Shape 1114">
              <a:extLst>
                <a:ext uri="{FF2B5EF4-FFF2-40B4-BE49-F238E27FC236}">
                  <a16:creationId xmlns:a16="http://schemas.microsoft.com/office/drawing/2014/main" id="{83E2F06C-FA50-C790-CB76-0A0BD9940423}"/>
                </a:ext>
              </a:extLst>
            </p:cNvPr>
            <p:cNvSpPr/>
            <p:nvPr/>
          </p:nvSpPr>
          <p:spPr>
            <a:xfrm>
              <a:off x="90001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6" name="Freeform: Shape 1115">
              <a:extLst>
                <a:ext uri="{FF2B5EF4-FFF2-40B4-BE49-F238E27FC236}">
                  <a16:creationId xmlns:a16="http://schemas.microsoft.com/office/drawing/2014/main" id="{DC70A8F4-5DD9-B67A-8A3D-0E5E62C340D6}"/>
                </a:ext>
              </a:extLst>
            </p:cNvPr>
            <p:cNvSpPr/>
            <p:nvPr/>
          </p:nvSpPr>
          <p:spPr>
            <a:xfrm>
              <a:off x="900010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7" name="Freeform: Shape 1116">
              <a:extLst>
                <a:ext uri="{FF2B5EF4-FFF2-40B4-BE49-F238E27FC236}">
                  <a16:creationId xmlns:a16="http://schemas.microsoft.com/office/drawing/2014/main" id="{609C3B9A-69AD-85E5-D565-68FECB593D8E}"/>
                </a:ext>
              </a:extLst>
            </p:cNvPr>
            <p:cNvSpPr/>
            <p:nvPr/>
          </p:nvSpPr>
          <p:spPr>
            <a:xfrm>
              <a:off x="879079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8" name="Freeform: Shape 1117">
              <a:extLst>
                <a:ext uri="{FF2B5EF4-FFF2-40B4-BE49-F238E27FC236}">
                  <a16:creationId xmlns:a16="http://schemas.microsoft.com/office/drawing/2014/main" id="{471A3F8F-5FFB-8332-C751-F624E362B774}"/>
                </a:ext>
              </a:extLst>
            </p:cNvPr>
            <p:cNvSpPr/>
            <p:nvPr/>
          </p:nvSpPr>
          <p:spPr>
            <a:xfrm rot="21046898">
              <a:off x="8581641" y="3664347"/>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119" name="Freeform: Shape 1118">
              <a:extLst>
                <a:ext uri="{FF2B5EF4-FFF2-40B4-BE49-F238E27FC236}">
                  <a16:creationId xmlns:a16="http://schemas.microsoft.com/office/drawing/2014/main" id="{424F7196-3CBA-A92F-1257-DF26868F34EE}"/>
                </a:ext>
              </a:extLst>
            </p:cNvPr>
            <p:cNvSpPr/>
            <p:nvPr/>
          </p:nvSpPr>
          <p:spPr>
            <a:xfrm>
              <a:off x="826753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0" name="Freeform: Shape 1119">
              <a:extLst>
                <a:ext uri="{FF2B5EF4-FFF2-40B4-BE49-F238E27FC236}">
                  <a16:creationId xmlns:a16="http://schemas.microsoft.com/office/drawing/2014/main" id="{00016F7E-43E4-4864-1286-7A1755652486}"/>
                </a:ext>
              </a:extLst>
            </p:cNvPr>
            <p:cNvSpPr/>
            <p:nvPr/>
          </p:nvSpPr>
          <p:spPr>
            <a:xfrm>
              <a:off x="816288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1" name="Freeform: Shape 1120">
              <a:extLst>
                <a:ext uri="{FF2B5EF4-FFF2-40B4-BE49-F238E27FC236}">
                  <a16:creationId xmlns:a16="http://schemas.microsoft.com/office/drawing/2014/main" id="{92887888-A295-E501-20E1-BEF9A87BBC0D}"/>
                </a:ext>
              </a:extLst>
            </p:cNvPr>
            <p:cNvSpPr/>
            <p:nvPr/>
          </p:nvSpPr>
          <p:spPr>
            <a:xfrm>
              <a:off x="77442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2" name="Freeform: Shape 1121">
              <a:extLst>
                <a:ext uri="{FF2B5EF4-FFF2-40B4-BE49-F238E27FC236}">
                  <a16:creationId xmlns:a16="http://schemas.microsoft.com/office/drawing/2014/main" id="{071F1381-3AAA-73F9-622C-2747F8364216}"/>
                </a:ext>
              </a:extLst>
            </p:cNvPr>
            <p:cNvSpPr/>
            <p:nvPr/>
          </p:nvSpPr>
          <p:spPr>
            <a:xfrm>
              <a:off x="743031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23" name="Freeform: Shape 1122">
              <a:extLst>
                <a:ext uri="{FF2B5EF4-FFF2-40B4-BE49-F238E27FC236}">
                  <a16:creationId xmlns:a16="http://schemas.microsoft.com/office/drawing/2014/main" id="{D3A7D09A-5017-F552-6B6F-66994B78B2B7}"/>
                </a:ext>
              </a:extLst>
            </p:cNvPr>
            <p:cNvSpPr/>
            <p:nvPr/>
          </p:nvSpPr>
          <p:spPr>
            <a:xfrm>
              <a:off x="743031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4" name="Freeform: Shape 1123">
              <a:extLst>
                <a:ext uri="{FF2B5EF4-FFF2-40B4-BE49-F238E27FC236}">
                  <a16:creationId xmlns:a16="http://schemas.microsoft.com/office/drawing/2014/main" id="{59EA61FE-2F6A-34DA-EFD5-B051EF82530E}"/>
                </a:ext>
              </a:extLst>
            </p:cNvPr>
            <p:cNvSpPr/>
            <p:nvPr/>
          </p:nvSpPr>
          <p:spPr>
            <a:xfrm>
              <a:off x="10151278"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3" y="52326"/>
                    <a:pt x="47791" y="44652"/>
                    <a:pt x="51279" y="33838"/>
                  </a:cubicBezTo>
                  <a:cubicBezTo>
                    <a:pt x="51977" y="31396"/>
                    <a:pt x="52326" y="28605"/>
                    <a:pt x="52326" y="26163"/>
                  </a:cubicBezTo>
                  <a:cubicBezTo>
                    <a:pt x="52326" y="11861"/>
                    <a:pt x="40466" y="0"/>
                    <a:pt x="26163" y="0"/>
                  </a:cubicBezTo>
                  <a:lnTo>
                    <a:pt x="26163" y="0"/>
                  </a:lnTo>
                  <a:cubicBezTo>
                    <a:pt x="15698" y="0"/>
                    <a:pt x="6977" y="5930"/>
                    <a:pt x="2791" y="14651"/>
                  </a:cubicBezTo>
                  <a:cubicBezTo>
                    <a:pt x="1047" y="18140"/>
                    <a:pt x="0" y="2197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5" name="Freeform: Shape 1124">
              <a:extLst>
                <a:ext uri="{FF2B5EF4-FFF2-40B4-BE49-F238E27FC236}">
                  <a16:creationId xmlns:a16="http://schemas.microsoft.com/office/drawing/2014/main" id="{8AF21BE6-0C9A-1D87-A4ED-64FC31E95550}"/>
                </a:ext>
              </a:extLst>
            </p:cNvPr>
            <p:cNvSpPr/>
            <p:nvPr/>
          </p:nvSpPr>
          <p:spPr>
            <a:xfrm>
              <a:off x="9314397" y="3873772"/>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1126" name="Freeform: Shape 1125">
              <a:extLst>
                <a:ext uri="{FF2B5EF4-FFF2-40B4-BE49-F238E27FC236}">
                  <a16:creationId xmlns:a16="http://schemas.microsoft.com/office/drawing/2014/main" id="{77005A5B-B607-2C78-B004-1EA0660FF833}"/>
                </a:ext>
              </a:extLst>
            </p:cNvPr>
            <p:cNvSpPr/>
            <p:nvPr/>
          </p:nvSpPr>
          <p:spPr>
            <a:xfrm>
              <a:off x="7221012"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7" name="Freeform: Shape 1126">
              <a:extLst>
                <a:ext uri="{FF2B5EF4-FFF2-40B4-BE49-F238E27FC236}">
                  <a16:creationId xmlns:a16="http://schemas.microsoft.com/office/drawing/2014/main" id="{5811A442-8318-1BC2-A2EA-6F402DE6D103}"/>
                </a:ext>
              </a:extLst>
            </p:cNvPr>
            <p:cNvSpPr/>
            <p:nvPr/>
          </p:nvSpPr>
          <p:spPr>
            <a:xfrm>
              <a:off x="12035021"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39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6"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0" y="0"/>
                    <a:pt x="0" y="11861"/>
                    <a:pt x="0" y="26163"/>
                  </a:cubicBezTo>
                  <a:cubicBezTo>
                    <a:pt x="0" y="30698"/>
                    <a:pt x="1047" y="34884"/>
                    <a:pt x="3139"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1128" name="Freeform: Shape 1127">
              <a:extLst>
                <a:ext uri="{FF2B5EF4-FFF2-40B4-BE49-F238E27FC236}">
                  <a16:creationId xmlns:a16="http://schemas.microsoft.com/office/drawing/2014/main" id="{10728FE1-E7AA-880D-53D0-6B702A86E525}"/>
                </a:ext>
              </a:extLst>
            </p:cNvPr>
            <p:cNvSpPr/>
            <p:nvPr/>
          </p:nvSpPr>
          <p:spPr>
            <a:xfrm>
              <a:off x="1004662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9" name="Freeform: Shape 1128">
              <a:extLst>
                <a:ext uri="{FF2B5EF4-FFF2-40B4-BE49-F238E27FC236}">
                  <a16:creationId xmlns:a16="http://schemas.microsoft.com/office/drawing/2014/main" id="{AA46FD8F-940E-1E3D-7AAE-C605693B99FF}"/>
                </a:ext>
              </a:extLst>
            </p:cNvPr>
            <p:cNvSpPr/>
            <p:nvPr/>
          </p:nvSpPr>
          <p:spPr>
            <a:xfrm>
              <a:off x="1151175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0" name="Freeform: Shape 1129">
              <a:extLst>
                <a:ext uri="{FF2B5EF4-FFF2-40B4-BE49-F238E27FC236}">
                  <a16:creationId xmlns:a16="http://schemas.microsoft.com/office/drawing/2014/main" id="{3F809B79-3BDA-490C-4BEB-FE3504606DAE}"/>
                </a:ext>
              </a:extLst>
            </p:cNvPr>
            <p:cNvSpPr/>
            <p:nvPr/>
          </p:nvSpPr>
          <p:spPr>
            <a:xfrm>
              <a:off x="1119780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1" name="Freeform: Shape 1130">
              <a:extLst>
                <a:ext uri="{FF2B5EF4-FFF2-40B4-BE49-F238E27FC236}">
                  <a16:creationId xmlns:a16="http://schemas.microsoft.com/office/drawing/2014/main" id="{6C68AE0B-F2D9-768C-7FB1-161B5DA2FA83}"/>
                </a:ext>
              </a:extLst>
            </p:cNvPr>
            <p:cNvSpPr/>
            <p:nvPr/>
          </p:nvSpPr>
          <p:spPr>
            <a:xfrm>
              <a:off x="1015127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2" name="Freeform: Shape 1131">
              <a:extLst>
                <a:ext uri="{FF2B5EF4-FFF2-40B4-BE49-F238E27FC236}">
                  <a16:creationId xmlns:a16="http://schemas.microsoft.com/office/drawing/2014/main" id="{67025001-5829-2044-E2BD-E57F2921042B}"/>
                </a:ext>
              </a:extLst>
            </p:cNvPr>
            <p:cNvSpPr/>
            <p:nvPr/>
          </p:nvSpPr>
          <p:spPr>
            <a:xfrm>
              <a:off x="962801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3" name="Freeform: Shape 1132">
              <a:extLst>
                <a:ext uri="{FF2B5EF4-FFF2-40B4-BE49-F238E27FC236}">
                  <a16:creationId xmlns:a16="http://schemas.microsoft.com/office/drawing/2014/main" id="{2DA74957-3352-B576-6AD8-541A26510EED}"/>
                </a:ext>
              </a:extLst>
            </p:cNvPr>
            <p:cNvSpPr/>
            <p:nvPr/>
          </p:nvSpPr>
          <p:spPr>
            <a:xfrm>
              <a:off x="8581493" y="261794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40466"/>
                    <a:pt x="11860" y="52326"/>
                    <a:pt x="26163" y="52326"/>
                  </a:cubicBezTo>
                  <a:lnTo>
                    <a:pt x="26163" y="52326"/>
                  </a:lnTo>
                  <a:cubicBezTo>
                    <a:pt x="40466" y="52326"/>
                    <a:pt x="52326" y="40466"/>
                    <a:pt x="52326" y="26163"/>
                  </a:cubicBezTo>
                  <a:cubicBezTo>
                    <a:pt x="52326" y="11861"/>
                    <a:pt x="40466" y="0"/>
                    <a:pt x="26163" y="0"/>
                  </a:cubicBezTo>
                  <a:lnTo>
                    <a:pt x="26163" y="0"/>
                  </a:lnTo>
                  <a:close/>
                </a:path>
              </a:pathLst>
            </a:custGeom>
            <a:grpFill/>
            <a:ln w="3488" cap="flat">
              <a:noFill/>
              <a:prstDash val="solid"/>
              <a:miter/>
            </a:ln>
          </p:spPr>
          <p:txBody>
            <a:bodyPr rtlCol="0" anchor="ctr"/>
            <a:lstStyle/>
            <a:p>
              <a:endParaRPr lang="en-ID"/>
            </a:p>
          </p:txBody>
        </p:sp>
        <p:sp>
          <p:nvSpPr>
            <p:cNvPr id="1134" name="Freeform: Shape 1133">
              <a:extLst>
                <a:ext uri="{FF2B5EF4-FFF2-40B4-BE49-F238E27FC236}">
                  <a16:creationId xmlns:a16="http://schemas.microsoft.com/office/drawing/2014/main" id="{B12ACCCB-1C52-A2E1-EBB8-F518291EE749}"/>
                </a:ext>
              </a:extLst>
            </p:cNvPr>
            <p:cNvSpPr/>
            <p:nvPr/>
          </p:nvSpPr>
          <p:spPr>
            <a:xfrm>
              <a:off x="816288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35" name="Freeform: Shape 1134">
              <a:extLst>
                <a:ext uri="{FF2B5EF4-FFF2-40B4-BE49-F238E27FC236}">
                  <a16:creationId xmlns:a16="http://schemas.microsoft.com/office/drawing/2014/main" id="{8938ED19-C397-87B0-C818-61201E50D4C0}"/>
                </a:ext>
              </a:extLst>
            </p:cNvPr>
            <p:cNvSpPr/>
            <p:nvPr/>
          </p:nvSpPr>
          <p:spPr>
            <a:xfrm>
              <a:off x="81628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6" name="Freeform: Shape 1135">
              <a:extLst>
                <a:ext uri="{FF2B5EF4-FFF2-40B4-BE49-F238E27FC236}">
                  <a16:creationId xmlns:a16="http://schemas.microsoft.com/office/drawing/2014/main" id="{C90A6E83-D18D-E298-A4B2-9F893CA26337}"/>
                </a:ext>
              </a:extLst>
            </p:cNvPr>
            <p:cNvSpPr/>
            <p:nvPr/>
          </p:nvSpPr>
          <p:spPr>
            <a:xfrm>
              <a:off x="795357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7" name="Freeform: Shape 1136">
              <a:extLst>
                <a:ext uri="{FF2B5EF4-FFF2-40B4-BE49-F238E27FC236}">
                  <a16:creationId xmlns:a16="http://schemas.microsoft.com/office/drawing/2014/main" id="{D01BD53B-572F-F335-C718-756B2C92A4AF}"/>
                </a:ext>
              </a:extLst>
            </p:cNvPr>
            <p:cNvSpPr/>
            <p:nvPr/>
          </p:nvSpPr>
          <p:spPr>
            <a:xfrm>
              <a:off x="784892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8" name="Freeform: Shape 1137">
              <a:extLst>
                <a:ext uri="{FF2B5EF4-FFF2-40B4-BE49-F238E27FC236}">
                  <a16:creationId xmlns:a16="http://schemas.microsoft.com/office/drawing/2014/main" id="{22A99C20-CDB4-CA8D-A535-66E4FB239915}"/>
                </a:ext>
              </a:extLst>
            </p:cNvPr>
            <p:cNvSpPr/>
            <p:nvPr/>
          </p:nvSpPr>
          <p:spPr>
            <a:xfrm>
              <a:off x="7221012"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39" name="Freeform: Shape 1138">
              <a:extLst>
                <a:ext uri="{FF2B5EF4-FFF2-40B4-BE49-F238E27FC236}">
                  <a16:creationId xmlns:a16="http://schemas.microsoft.com/office/drawing/2014/main" id="{64DF958A-0011-4D1E-C287-6BFC7B01C13C}"/>
                </a:ext>
              </a:extLst>
            </p:cNvPr>
            <p:cNvSpPr/>
            <p:nvPr/>
          </p:nvSpPr>
          <p:spPr>
            <a:xfrm>
              <a:off x="72210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40" name="Freeform: Shape 1139">
              <a:extLst>
                <a:ext uri="{FF2B5EF4-FFF2-40B4-BE49-F238E27FC236}">
                  <a16:creationId xmlns:a16="http://schemas.microsoft.com/office/drawing/2014/main" id="{5A4E42BA-2647-C605-0526-0C9EBC7C4F8A}"/>
                </a:ext>
              </a:extLst>
            </p:cNvPr>
            <p:cNvSpPr/>
            <p:nvPr/>
          </p:nvSpPr>
          <p:spPr>
            <a:xfrm>
              <a:off x="690705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1" name="Freeform: Shape 1140">
              <a:extLst>
                <a:ext uri="{FF2B5EF4-FFF2-40B4-BE49-F238E27FC236}">
                  <a16:creationId xmlns:a16="http://schemas.microsoft.com/office/drawing/2014/main" id="{27E2B28D-AF9A-F887-C9E4-8B59D2E2F48B}"/>
                </a:ext>
              </a:extLst>
            </p:cNvPr>
            <p:cNvSpPr/>
            <p:nvPr/>
          </p:nvSpPr>
          <p:spPr>
            <a:xfrm>
              <a:off x="66977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2" name="Freeform: Shape 1141">
              <a:extLst>
                <a:ext uri="{FF2B5EF4-FFF2-40B4-BE49-F238E27FC236}">
                  <a16:creationId xmlns:a16="http://schemas.microsoft.com/office/drawing/2014/main" id="{FF5795BF-E65E-86AE-C4A4-A35A1C56FE09}"/>
                </a:ext>
              </a:extLst>
            </p:cNvPr>
            <p:cNvSpPr/>
            <p:nvPr/>
          </p:nvSpPr>
          <p:spPr>
            <a:xfrm>
              <a:off x="669775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43" name="Freeform: Shape 1142">
              <a:extLst>
                <a:ext uri="{FF2B5EF4-FFF2-40B4-BE49-F238E27FC236}">
                  <a16:creationId xmlns:a16="http://schemas.microsoft.com/office/drawing/2014/main" id="{996FD1DC-1756-24A9-EDB9-38F74E4CE3E3}"/>
                </a:ext>
              </a:extLst>
            </p:cNvPr>
            <p:cNvSpPr/>
            <p:nvPr/>
          </p:nvSpPr>
          <p:spPr>
            <a:xfrm>
              <a:off x="6383793"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4" name="Freeform: Shape 1143">
              <a:extLst>
                <a:ext uri="{FF2B5EF4-FFF2-40B4-BE49-F238E27FC236}">
                  <a16:creationId xmlns:a16="http://schemas.microsoft.com/office/drawing/2014/main" id="{7583993B-7778-A90C-6A3E-0A934DABDC0D}"/>
                </a:ext>
              </a:extLst>
            </p:cNvPr>
            <p:cNvSpPr/>
            <p:nvPr/>
          </p:nvSpPr>
          <p:spPr>
            <a:xfrm>
              <a:off x="6383793"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5" name="Freeform: Shape 1144">
              <a:extLst>
                <a:ext uri="{FF2B5EF4-FFF2-40B4-BE49-F238E27FC236}">
                  <a16:creationId xmlns:a16="http://schemas.microsoft.com/office/drawing/2014/main" id="{39F3FA48-14CB-2444-6749-D3CF8542883D}"/>
                </a:ext>
              </a:extLst>
            </p:cNvPr>
            <p:cNvSpPr/>
            <p:nvPr/>
          </p:nvSpPr>
          <p:spPr>
            <a:xfrm>
              <a:off x="617448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6" name="Freeform: Shape 1145">
              <a:extLst>
                <a:ext uri="{FF2B5EF4-FFF2-40B4-BE49-F238E27FC236}">
                  <a16:creationId xmlns:a16="http://schemas.microsoft.com/office/drawing/2014/main" id="{5D4180E8-C33B-61DC-6541-4CDC034AF04F}"/>
                </a:ext>
              </a:extLst>
            </p:cNvPr>
            <p:cNvSpPr/>
            <p:nvPr/>
          </p:nvSpPr>
          <p:spPr>
            <a:xfrm>
              <a:off x="6069836"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7" name="Freeform: Shape 1146">
              <a:extLst>
                <a:ext uri="{FF2B5EF4-FFF2-40B4-BE49-F238E27FC236}">
                  <a16:creationId xmlns:a16="http://schemas.microsoft.com/office/drawing/2014/main" id="{43821D7B-BDE4-3EC7-32A1-5FB35A9C58F2}"/>
                </a:ext>
              </a:extLst>
            </p:cNvPr>
            <p:cNvSpPr/>
            <p:nvPr/>
          </p:nvSpPr>
          <p:spPr>
            <a:xfrm>
              <a:off x="9837321" y="4292381"/>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4" y="3140"/>
                  </a:cubicBezTo>
                  <a:cubicBezTo>
                    <a:pt x="12907" y="3488"/>
                    <a:pt x="12209" y="3837"/>
                    <a:pt x="11512" y="4535"/>
                  </a:cubicBezTo>
                  <a:cubicBezTo>
                    <a:pt x="4535" y="9070"/>
                    <a:pt x="0" y="17093"/>
                    <a:pt x="0" y="26163"/>
                  </a:cubicBezTo>
                  <a:cubicBezTo>
                    <a:pt x="0" y="40465"/>
                    <a:pt x="11860" y="52326"/>
                    <a:pt x="26163" y="52326"/>
                  </a:cubicBezTo>
                  <a:lnTo>
                    <a:pt x="26163" y="52326"/>
                  </a:lnTo>
                  <a:cubicBezTo>
                    <a:pt x="31745" y="52326"/>
                    <a:pt x="36628" y="50582"/>
                    <a:pt x="40814" y="47791"/>
                  </a:cubicBezTo>
                  <a:cubicBezTo>
                    <a:pt x="47791" y="43256"/>
                    <a:pt x="52326" y="35233"/>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48" name="Freeform: Shape 1147">
              <a:extLst>
                <a:ext uri="{FF2B5EF4-FFF2-40B4-BE49-F238E27FC236}">
                  <a16:creationId xmlns:a16="http://schemas.microsoft.com/office/drawing/2014/main" id="{CB44071C-8934-259F-808E-043891CB71FC}"/>
                </a:ext>
              </a:extLst>
            </p:cNvPr>
            <p:cNvSpPr/>
            <p:nvPr/>
          </p:nvSpPr>
          <p:spPr>
            <a:xfrm>
              <a:off x="6383793" y="3350510"/>
              <a:ext cx="52326" cy="52326"/>
            </a:xfrm>
            <a:custGeom>
              <a:avLst/>
              <a:gdLst>
                <a:gd name="connsiteX0" fmla="*/ 26163 w 52326"/>
                <a:gd name="connsiteY0" fmla="*/ 52326 h 52326"/>
                <a:gd name="connsiteX1" fmla="*/ 26163 w 52326"/>
                <a:gd name="connsiteY1" fmla="*/ 52326 h 52326"/>
                <a:gd name="connsiteX2" fmla="*/ 33837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7" y="51280"/>
                  </a:cubicBezTo>
                  <a:cubicBezTo>
                    <a:pt x="44652" y="48140"/>
                    <a:pt x="52326" y="38024"/>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9" name="Freeform: Shape 1148">
              <a:extLst>
                <a:ext uri="{FF2B5EF4-FFF2-40B4-BE49-F238E27FC236}">
                  <a16:creationId xmlns:a16="http://schemas.microsoft.com/office/drawing/2014/main" id="{C1F9D685-8FD7-05D4-01C1-27C1ACA4AC26}"/>
                </a:ext>
              </a:extLst>
            </p:cNvPr>
            <p:cNvSpPr/>
            <p:nvPr/>
          </p:nvSpPr>
          <p:spPr>
            <a:xfrm>
              <a:off x="7325665"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50" name="Freeform: Shape 1149">
              <a:extLst>
                <a:ext uri="{FF2B5EF4-FFF2-40B4-BE49-F238E27FC236}">
                  <a16:creationId xmlns:a16="http://schemas.microsoft.com/office/drawing/2014/main" id="{A554FE36-E076-36D2-75EA-5F1DCC5E7AF1}"/>
                </a:ext>
              </a:extLst>
            </p:cNvPr>
            <p:cNvSpPr/>
            <p:nvPr/>
          </p:nvSpPr>
          <p:spPr>
            <a:xfrm>
              <a:off x="1130245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1" name="Freeform: Shape 1150">
              <a:extLst>
                <a:ext uri="{FF2B5EF4-FFF2-40B4-BE49-F238E27FC236}">
                  <a16:creationId xmlns:a16="http://schemas.microsoft.com/office/drawing/2014/main" id="{9F7BE868-067E-A9B6-E275-83A732E87C25}"/>
                </a:ext>
              </a:extLst>
            </p:cNvPr>
            <p:cNvSpPr/>
            <p:nvPr/>
          </p:nvSpPr>
          <p:spPr>
            <a:xfrm>
              <a:off x="1025593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2" name="Freeform: Shape 1151">
              <a:extLst>
                <a:ext uri="{FF2B5EF4-FFF2-40B4-BE49-F238E27FC236}">
                  <a16:creationId xmlns:a16="http://schemas.microsoft.com/office/drawing/2014/main" id="{BDEE9B8A-9493-CDD5-F052-D136C68F806D}"/>
                </a:ext>
              </a:extLst>
            </p:cNvPr>
            <p:cNvSpPr/>
            <p:nvPr/>
          </p:nvSpPr>
          <p:spPr>
            <a:xfrm>
              <a:off x="983732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3" name="Freeform: Shape 1152">
              <a:extLst>
                <a:ext uri="{FF2B5EF4-FFF2-40B4-BE49-F238E27FC236}">
                  <a16:creationId xmlns:a16="http://schemas.microsoft.com/office/drawing/2014/main" id="{F045C924-569F-4478-49FA-99C4E19359F6}"/>
                </a:ext>
              </a:extLst>
            </p:cNvPr>
            <p:cNvSpPr/>
            <p:nvPr/>
          </p:nvSpPr>
          <p:spPr>
            <a:xfrm>
              <a:off x="107791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4" name="Freeform: Shape 1153">
              <a:extLst>
                <a:ext uri="{FF2B5EF4-FFF2-40B4-BE49-F238E27FC236}">
                  <a16:creationId xmlns:a16="http://schemas.microsoft.com/office/drawing/2014/main" id="{1750B82C-4C8D-B200-A538-AB1998FE9F64}"/>
                </a:ext>
              </a:extLst>
            </p:cNvPr>
            <p:cNvSpPr/>
            <p:nvPr/>
          </p:nvSpPr>
          <p:spPr>
            <a:xfrm>
              <a:off x="10151278" y="4292381"/>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16047 w 52326"/>
                <a:gd name="connsiteY5" fmla="*/ 2093 h 52326"/>
                <a:gd name="connsiteX6" fmla="*/ 15000 w 52326"/>
                <a:gd name="connsiteY6" fmla="*/ 2442 h 52326"/>
                <a:gd name="connsiteX7" fmla="*/ 13604 w 52326"/>
                <a:gd name="connsiteY7" fmla="*/ 3140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cubicBezTo>
                    <a:pt x="22675" y="0"/>
                    <a:pt x="19186" y="698"/>
                    <a:pt x="16047" y="2093"/>
                  </a:cubicBezTo>
                  <a:cubicBezTo>
                    <a:pt x="15698" y="2093"/>
                    <a:pt x="15349" y="2442"/>
                    <a:pt x="15000" y="2442"/>
                  </a:cubicBezTo>
                  <a:cubicBezTo>
                    <a:pt x="14651" y="2791"/>
                    <a:pt x="13954" y="2791"/>
                    <a:pt x="13604" y="3140"/>
                  </a:cubicBezTo>
                  <a:cubicBezTo>
                    <a:pt x="5582" y="7675"/>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55" name="Freeform: Shape 1154">
              <a:extLst>
                <a:ext uri="{FF2B5EF4-FFF2-40B4-BE49-F238E27FC236}">
                  <a16:creationId xmlns:a16="http://schemas.microsoft.com/office/drawing/2014/main" id="{D2C60CA1-D062-46F6-CE58-8FF73EB087E5}"/>
                </a:ext>
              </a:extLst>
            </p:cNvPr>
            <p:cNvSpPr/>
            <p:nvPr/>
          </p:nvSpPr>
          <p:spPr>
            <a:xfrm>
              <a:off x="962801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6" name="Freeform: Shape 1155">
              <a:extLst>
                <a:ext uri="{FF2B5EF4-FFF2-40B4-BE49-F238E27FC236}">
                  <a16:creationId xmlns:a16="http://schemas.microsoft.com/office/drawing/2014/main" id="{B89D1D38-95A5-B1D3-36C4-64699122FE8A}"/>
                </a:ext>
              </a:extLst>
            </p:cNvPr>
            <p:cNvSpPr/>
            <p:nvPr/>
          </p:nvSpPr>
          <p:spPr>
            <a:xfrm>
              <a:off x="962801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7" name="Freeform: Shape 1156">
              <a:extLst>
                <a:ext uri="{FF2B5EF4-FFF2-40B4-BE49-F238E27FC236}">
                  <a16:creationId xmlns:a16="http://schemas.microsoft.com/office/drawing/2014/main" id="{B1DE3693-186A-F7D7-A159-BDA7CA944E1F}"/>
                </a:ext>
              </a:extLst>
            </p:cNvPr>
            <p:cNvSpPr/>
            <p:nvPr/>
          </p:nvSpPr>
          <p:spPr>
            <a:xfrm>
              <a:off x="952336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8" name="Freeform: Shape 1157">
              <a:extLst>
                <a:ext uri="{FF2B5EF4-FFF2-40B4-BE49-F238E27FC236}">
                  <a16:creationId xmlns:a16="http://schemas.microsoft.com/office/drawing/2014/main" id="{92284D8E-3408-49CD-D455-2789E8B2CA77}"/>
                </a:ext>
              </a:extLst>
            </p:cNvPr>
            <p:cNvSpPr/>
            <p:nvPr/>
          </p:nvSpPr>
          <p:spPr>
            <a:xfrm>
              <a:off x="910475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9" name="Freeform: Shape 1158">
              <a:extLst>
                <a:ext uri="{FF2B5EF4-FFF2-40B4-BE49-F238E27FC236}">
                  <a16:creationId xmlns:a16="http://schemas.microsoft.com/office/drawing/2014/main" id="{D2C587E0-4CE1-94B9-66C6-56ED1ACD05C9}"/>
                </a:ext>
              </a:extLst>
            </p:cNvPr>
            <p:cNvSpPr/>
            <p:nvPr/>
          </p:nvSpPr>
          <p:spPr>
            <a:xfrm>
              <a:off x="9104755" y="3559815"/>
              <a:ext cx="52326" cy="52326"/>
            </a:xfrm>
            <a:custGeom>
              <a:avLst/>
              <a:gdLst>
                <a:gd name="connsiteX0" fmla="*/ 26163 w 52326"/>
                <a:gd name="connsiteY0" fmla="*/ 0 h 52326"/>
                <a:gd name="connsiteX1" fmla="*/ 26163 w 52326"/>
                <a:gd name="connsiteY1" fmla="*/ 0 h 52326"/>
                <a:gd name="connsiteX2" fmla="*/ 21977 w 52326"/>
                <a:gd name="connsiteY2" fmla="*/ 349 h 52326"/>
                <a:gd name="connsiteX3" fmla="*/ 20930 w 52326"/>
                <a:gd name="connsiteY3" fmla="*/ 698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4768" y="0"/>
                    <a:pt x="23372" y="0"/>
                    <a:pt x="21977" y="349"/>
                  </a:cubicBezTo>
                  <a:cubicBezTo>
                    <a:pt x="21628" y="349"/>
                    <a:pt x="21280" y="349"/>
                    <a:pt x="20930" y="698"/>
                  </a:cubicBezTo>
                  <a:cubicBezTo>
                    <a:pt x="9070" y="3140"/>
                    <a:pt x="0" y="13605"/>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0" name="Freeform: Shape 1159">
              <a:extLst>
                <a:ext uri="{FF2B5EF4-FFF2-40B4-BE49-F238E27FC236}">
                  <a16:creationId xmlns:a16="http://schemas.microsoft.com/office/drawing/2014/main" id="{F9A63898-C59C-0801-0DF4-409A821AF981}"/>
                </a:ext>
              </a:extLst>
            </p:cNvPr>
            <p:cNvSpPr/>
            <p:nvPr/>
          </p:nvSpPr>
          <p:spPr>
            <a:xfrm>
              <a:off x="774427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1" name="Freeform: Shape 1160">
              <a:extLst>
                <a:ext uri="{FF2B5EF4-FFF2-40B4-BE49-F238E27FC236}">
                  <a16:creationId xmlns:a16="http://schemas.microsoft.com/office/drawing/2014/main" id="{DA7603BD-2CBC-9E27-FFEA-6EEB515A64D6}"/>
                </a:ext>
              </a:extLst>
            </p:cNvPr>
            <p:cNvSpPr/>
            <p:nvPr/>
          </p:nvSpPr>
          <p:spPr>
            <a:xfrm>
              <a:off x="7116360"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2" name="Freeform: Shape 1161">
              <a:extLst>
                <a:ext uri="{FF2B5EF4-FFF2-40B4-BE49-F238E27FC236}">
                  <a16:creationId xmlns:a16="http://schemas.microsoft.com/office/drawing/2014/main" id="{6BF615DF-EA11-013F-BA6A-B5DA73FF6BB8}"/>
                </a:ext>
              </a:extLst>
            </p:cNvPr>
            <p:cNvSpPr/>
            <p:nvPr/>
          </p:nvSpPr>
          <p:spPr>
            <a:xfrm>
              <a:off x="7011708"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3" name="Freeform: Shape 1162">
              <a:extLst>
                <a:ext uri="{FF2B5EF4-FFF2-40B4-BE49-F238E27FC236}">
                  <a16:creationId xmlns:a16="http://schemas.microsoft.com/office/drawing/2014/main" id="{C5DB95DF-14B3-2049-59CD-2867AE09EEFD}"/>
                </a:ext>
              </a:extLst>
            </p:cNvPr>
            <p:cNvSpPr/>
            <p:nvPr/>
          </p:nvSpPr>
          <p:spPr>
            <a:xfrm>
              <a:off x="70117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4" name="Freeform: Shape 1163">
              <a:extLst>
                <a:ext uri="{FF2B5EF4-FFF2-40B4-BE49-F238E27FC236}">
                  <a16:creationId xmlns:a16="http://schemas.microsoft.com/office/drawing/2014/main" id="{384770B0-E0C9-DE25-4031-1BB0657AE955}"/>
                </a:ext>
              </a:extLst>
            </p:cNvPr>
            <p:cNvSpPr/>
            <p:nvPr/>
          </p:nvSpPr>
          <p:spPr>
            <a:xfrm>
              <a:off x="6279141"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5" name="Freeform: Shape 1164">
              <a:extLst>
                <a:ext uri="{FF2B5EF4-FFF2-40B4-BE49-F238E27FC236}">
                  <a16:creationId xmlns:a16="http://schemas.microsoft.com/office/drawing/2014/main" id="{3DDA5E14-69C6-DC8B-DC04-13EC17112B93}"/>
                </a:ext>
              </a:extLst>
            </p:cNvPr>
            <p:cNvSpPr/>
            <p:nvPr/>
          </p:nvSpPr>
          <p:spPr>
            <a:xfrm>
              <a:off x="6174489"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6" name="Freeform: Shape 1165">
              <a:extLst>
                <a:ext uri="{FF2B5EF4-FFF2-40B4-BE49-F238E27FC236}">
                  <a16:creationId xmlns:a16="http://schemas.microsoft.com/office/drawing/2014/main" id="{FC564551-327E-9453-6094-1E01F8800087}"/>
                </a:ext>
              </a:extLst>
            </p:cNvPr>
            <p:cNvSpPr/>
            <p:nvPr/>
          </p:nvSpPr>
          <p:spPr>
            <a:xfrm>
              <a:off x="6174489"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7" name="Freeform: Shape 1166">
              <a:extLst>
                <a:ext uri="{FF2B5EF4-FFF2-40B4-BE49-F238E27FC236}">
                  <a16:creationId xmlns:a16="http://schemas.microsoft.com/office/drawing/2014/main" id="{736DDB70-F08C-A3A2-06FD-45ECFF5BEF5F}"/>
                </a:ext>
              </a:extLst>
            </p:cNvPr>
            <p:cNvSpPr/>
            <p:nvPr/>
          </p:nvSpPr>
          <p:spPr>
            <a:xfrm>
              <a:off x="8685796" y="4606338"/>
              <a:ext cx="52370" cy="52326"/>
            </a:xfrm>
            <a:custGeom>
              <a:avLst/>
              <a:gdLst>
                <a:gd name="connsiteX0" fmla="*/ 48140 w 52370"/>
                <a:gd name="connsiteY0" fmla="*/ 11512 h 52326"/>
                <a:gd name="connsiteX1" fmla="*/ 41163 w 52370"/>
                <a:gd name="connsiteY1" fmla="*/ 4535 h 52326"/>
                <a:gd name="connsiteX2" fmla="*/ 39071 w 52370"/>
                <a:gd name="connsiteY2" fmla="*/ 3140 h 52326"/>
                <a:gd name="connsiteX3" fmla="*/ 29303 w 52370"/>
                <a:gd name="connsiteY3" fmla="*/ 0 h 52326"/>
                <a:gd name="connsiteX4" fmla="*/ 26512 w 52370"/>
                <a:gd name="connsiteY4" fmla="*/ 0 h 52326"/>
                <a:gd name="connsiteX5" fmla="*/ 23373 w 52370"/>
                <a:gd name="connsiteY5" fmla="*/ 349 h 52326"/>
                <a:gd name="connsiteX6" fmla="*/ 14652 w 52370"/>
                <a:gd name="connsiteY6" fmla="*/ 2791 h 52326"/>
                <a:gd name="connsiteX7" fmla="*/ 10117 w 52370"/>
                <a:gd name="connsiteY7" fmla="*/ 5581 h 52326"/>
                <a:gd name="connsiteX8" fmla="*/ 7675 w 52370"/>
                <a:gd name="connsiteY8" fmla="*/ 7675 h 52326"/>
                <a:gd name="connsiteX9" fmla="*/ 2443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2 w 52370"/>
                <a:gd name="connsiteY15" fmla="*/ 49187 h 52326"/>
                <a:gd name="connsiteX16" fmla="*/ 42210 w 52370"/>
                <a:gd name="connsiteY16" fmla="*/ 46745 h 52326"/>
                <a:gd name="connsiteX17" fmla="*/ 44652 w 52370"/>
                <a:gd name="connsiteY17" fmla="*/ 44652 h 52326"/>
                <a:gd name="connsiteX18" fmla="*/ 47792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6" y="4186"/>
                    <a:pt x="39768" y="3488"/>
                    <a:pt x="39071" y="3140"/>
                  </a:cubicBezTo>
                  <a:cubicBezTo>
                    <a:pt x="35931" y="1395"/>
                    <a:pt x="32792" y="349"/>
                    <a:pt x="29303" y="0"/>
                  </a:cubicBezTo>
                  <a:cubicBezTo>
                    <a:pt x="28256" y="0"/>
                    <a:pt x="27559" y="0"/>
                    <a:pt x="26512" y="0"/>
                  </a:cubicBezTo>
                  <a:cubicBezTo>
                    <a:pt x="25466" y="0"/>
                    <a:pt x="24419" y="0"/>
                    <a:pt x="23373" y="349"/>
                  </a:cubicBezTo>
                  <a:cubicBezTo>
                    <a:pt x="20233" y="698"/>
                    <a:pt x="17442" y="1744"/>
                    <a:pt x="14652" y="2791"/>
                  </a:cubicBezTo>
                  <a:cubicBezTo>
                    <a:pt x="13256" y="3488"/>
                    <a:pt x="11512" y="4535"/>
                    <a:pt x="10117" y="5581"/>
                  </a:cubicBezTo>
                  <a:cubicBezTo>
                    <a:pt x="9419" y="6279"/>
                    <a:pt x="8373" y="6977"/>
                    <a:pt x="7675" y="7675"/>
                  </a:cubicBezTo>
                  <a:cubicBezTo>
                    <a:pt x="5582" y="9768"/>
                    <a:pt x="3838" y="12558"/>
                    <a:pt x="2443" y="15349"/>
                  </a:cubicBezTo>
                  <a:cubicBezTo>
                    <a:pt x="1744" y="17093"/>
                    <a:pt x="1047" y="19186"/>
                    <a:pt x="349" y="21279"/>
                  </a:cubicBezTo>
                  <a:cubicBezTo>
                    <a:pt x="0" y="23023"/>
                    <a:pt x="0" y="24419"/>
                    <a:pt x="0" y="26163"/>
                  </a:cubicBezTo>
                  <a:lnTo>
                    <a:pt x="0" y="26163"/>
                  </a:lnTo>
                  <a:cubicBezTo>
                    <a:pt x="0" y="40465"/>
                    <a:pt x="11861" y="52326"/>
                    <a:pt x="26163" y="52326"/>
                  </a:cubicBezTo>
                  <a:cubicBezTo>
                    <a:pt x="27210" y="52326"/>
                    <a:pt x="27907" y="52326"/>
                    <a:pt x="28954" y="52326"/>
                  </a:cubicBezTo>
                  <a:cubicBezTo>
                    <a:pt x="32442" y="51977"/>
                    <a:pt x="35931" y="50931"/>
                    <a:pt x="38722" y="49187"/>
                  </a:cubicBezTo>
                  <a:cubicBezTo>
                    <a:pt x="40117" y="48489"/>
                    <a:pt x="41163" y="47791"/>
                    <a:pt x="42210" y="46745"/>
                  </a:cubicBezTo>
                  <a:cubicBezTo>
                    <a:pt x="42908" y="46047"/>
                    <a:pt x="43954" y="45349"/>
                    <a:pt x="44652" y="44652"/>
                  </a:cubicBezTo>
                  <a:cubicBezTo>
                    <a:pt x="45699" y="43605"/>
                    <a:pt x="46745" y="42210"/>
                    <a:pt x="47792"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1168" name="Freeform: Shape 1167">
              <a:extLst>
                <a:ext uri="{FF2B5EF4-FFF2-40B4-BE49-F238E27FC236}">
                  <a16:creationId xmlns:a16="http://schemas.microsoft.com/office/drawing/2014/main" id="{0DEB3FC5-25D4-F086-A740-C81D36E71BB5}"/>
                </a:ext>
              </a:extLst>
            </p:cNvPr>
            <p:cNvSpPr/>
            <p:nvPr/>
          </p:nvSpPr>
          <p:spPr>
            <a:xfrm>
              <a:off x="10674540" y="3141206"/>
              <a:ext cx="52326" cy="52326"/>
            </a:xfrm>
            <a:custGeom>
              <a:avLst/>
              <a:gdLst>
                <a:gd name="connsiteX0" fmla="*/ 26163 w 52326"/>
                <a:gd name="connsiteY0" fmla="*/ 0 h 52326"/>
                <a:gd name="connsiteX1" fmla="*/ 13604 w 52326"/>
                <a:gd name="connsiteY1" fmla="*/ 3140 h 52326"/>
                <a:gd name="connsiteX2" fmla="*/ 0 w 52326"/>
                <a:gd name="connsiteY2" fmla="*/ 26163 h 52326"/>
                <a:gd name="connsiteX3" fmla="*/ 26163 w 52326"/>
                <a:gd name="connsiteY3" fmla="*/ 52326 h 52326"/>
                <a:gd name="connsiteX4" fmla="*/ 26163 w 52326"/>
                <a:gd name="connsiteY4" fmla="*/ 52326 h 52326"/>
                <a:gd name="connsiteX5" fmla="*/ 33837 w 52326"/>
                <a:gd name="connsiteY5" fmla="*/ 51280 h 52326"/>
                <a:gd name="connsiteX6" fmla="*/ 38373 w 52326"/>
                <a:gd name="connsiteY6" fmla="*/ 49535 h 52326"/>
                <a:gd name="connsiteX7" fmla="*/ 38722 w 52326"/>
                <a:gd name="connsiteY7" fmla="*/ 49535 h 52326"/>
                <a:gd name="connsiteX8" fmla="*/ 52326 w 52326"/>
                <a:gd name="connsiteY8" fmla="*/ 26512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21628" y="0"/>
                    <a:pt x="17442" y="1046"/>
                    <a:pt x="13604" y="3140"/>
                  </a:cubicBezTo>
                  <a:cubicBezTo>
                    <a:pt x="5582" y="7675"/>
                    <a:pt x="0" y="16047"/>
                    <a:pt x="0" y="26163"/>
                  </a:cubicBezTo>
                  <a:cubicBezTo>
                    <a:pt x="0" y="40465"/>
                    <a:pt x="11860" y="52326"/>
                    <a:pt x="26163" y="52326"/>
                  </a:cubicBezTo>
                  <a:lnTo>
                    <a:pt x="26163" y="52326"/>
                  </a:lnTo>
                  <a:cubicBezTo>
                    <a:pt x="28954" y="52326"/>
                    <a:pt x="31396" y="51977"/>
                    <a:pt x="33837" y="51280"/>
                  </a:cubicBezTo>
                  <a:cubicBezTo>
                    <a:pt x="35233" y="50931"/>
                    <a:pt x="36978" y="50233"/>
                    <a:pt x="38373" y="49535"/>
                  </a:cubicBezTo>
                  <a:cubicBezTo>
                    <a:pt x="38373" y="49535"/>
                    <a:pt x="38722" y="49535"/>
                    <a:pt x="38722" y="49535"/>
                  </a:cubicBezTo>
                  <a:cubicBezTo>
                    <a:pt x="46744" y="45001"/>
                    <a:pt x="52326" y="36628"/>
                    <a:pt x="52326" y="26512"/>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9" name="Freeform: Shape 1168">
              <a:extLst>
                <a:ext uri="{FF2B5EF4-FFF2-40B4-BE49-F238E27FC236}">
                  <a16:creationId xmlns:a16="http://schemas.microsoft.com/office/drawing/2014/main" id="{9502E49C-4199-BE25-F991-3A74CC4A4C91}"/>
                </a:ext>
              </a:extLst>
            </p:cNvPr>
            <p:cNvSpPr/>
            <p:nvPr/>
          </p:nvSpPr>
          <p:spPr>
            <a:xfrm>
              <a:off x="10779193" y="4397034"/>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0" name="Freeform: Shape 1169">
              <a:extLst>
                <a:ext uri="{FF2B5EF4-FFF2-40B4-BE49-F238E27FC236}">
                  <a16:creationId xmlns:a16="http://schemas.microsoft.com/office/drawing/2014/main" id="{04455656-23E7-355F-8BDE-C7598E8D58A7}"/>
                </a:ext>
              </a:extLst>
            </p:cNvPr>
            <p:cNvSpPr/>
            <p:nvPr/>
          </p:nvSpPr>
          <p:spPr>
            <a:xfrm>
              <a:off x="11616412"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4"/>
                  </a:cubicBezTo>
                  <a:cubicBezTo>
                    <a:pt x="2791" y="12558"/>
                    <a:pt x="0" y="18838"/>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1" name="Freeform: Shape 1170">
              <a:extLst>
                <a:ext uri="{FF2B5EF4-FFF2-40B4-BE49-F238E27FC236}">
                  <a16:creationId xmlns:a16="http://schemas.microsoft.com/office/drawing/2014/main" id="{332599DA-A309-28E5-9E25-6F90E0699837}"/>
                </a:ext>
              </a:extLst>
            </p:cNvPr>
            <p:cNvSpPr/>
            <p:nvPr/>
          </p:nvSpPr>
          <p:spPr>
            <a:xfrm>
              <a:off x="1046523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72" name="Freeform: Shape 1171">
              <a:extLst>
                <a:ext uri="{FF2B5EF4-FFF2-40B4-BE49-F238E27FC236}">
                  <a16:creationId xmlns:a16="http://schemas.microsoft.com/office/drawing/2014/main" id="{275869D1-1BFB-917B-398E-F6F2B4B2D55A}"/>
                </a:ext>
              </a:extLst>
            </p:cNvPr>
            <p:cNvSpPr/>
            <p:nvPr/>
          </p:nvSpPr>
          <p:spPr>
            <a:xfrm>
              <a:off x="1151175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3" name="Freeform: Shape 1172">
              <a:extLst>
                <a:ext uri="{FF2B5EF4-FFF2-40B4-BE49-F238E27FC236}">
                  <a16:creationId xmlns:a16="http://schemas.microsoft.com/office/drawing/2014/main" id="{3F55D5AC-32F1-B4AF-329C-E018E5796C33}"/>
                </a:ext>
              </a:extLst>
            </p:cNvPr>
            <p:cNvSpPr/>
            <p:nvPr/>
          </p:nvSpPr>
          <p:spPr>
            <a:xfrm>
              <a:off x="10988497" y="3245858"/>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26163 w 52326"/>
                <a:gd name="connsiteY5" fmla="*/ 0 h 52326"/>
                <a:gd name="connsiteX6" fmla="*/ 13604 w 52326"/>
                <a:gd name="connsiteY6" fmla="*/ 3140 h 52326"/>
                <a:gd name="connsiteX7" fmla="*/ 10116 w 52326"/>
                <a:gd name="connsiteY7" fmla="*/ 5581 h 52326"/>
                <a:gd name="connsiteX8" fmla="*/ 9419 w 52326"/>
                <a:gd name="connsiteY8" fmla="*/ 593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lnTo>
                    <a:pt x="26163" y="0"/>
                  </a:lnTo>
                  <a:cubicBezTo>
                    <a:pt x="21628" y="0"/>
                    <a:pt x="17442" y="1046"/>
                    <a:pt x="13604" y="3140"/>
                  </a:cubicBezTo>
                  <a:cubicBezTo>
                    <a:pt x="12209" y="3837"/>
                    <a:pt x="11163" y="4535"/>
                    <a:pt x="10116" y="5581"/>
                  </a:cubicBezTo>
                  <a:cubicBezTo>
                    <a:pt x="10116" y="5581"/>
                    <a:pt x="9768" y="5930"/>
                    <a:pt x="9419" y="5930"/>
                  </a:cubicBezTo>
                  <a:cubicBezTo>
                    <a:pt x="3488" y="10814"/>
                    <a:pt x="0" y="18140"/>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74" name="Freeform: Shape 1173">
              <a:extLst>
                <a:ext uri="{FF2B5EF4-FFF2-40B4-BE49-F238E27FC236}">
                  <a16:creationId xmlns:a16="http://schemas.microsoft.com/office/drawing/2014/main" id="{820A3953-44EA-0F9C-5837-797960735B61}"/>
                </a:ext>
              </a:extLst>
            </p:cNvPr>
            <p:cNvSpPr/>
            <p:nvPr/>
          </p:nvSpPr>
          <p:spPr>
            <a:xfrm>
              <a:off x="994197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5" name="Freeform: Shape 1174">
              <a:extLst>
                <a:ext uri="{FF2B5EF4-FFF2-40B4-BE49-F238E27FC236}">
                  <a16:creationId xmlns:a16="http://schemas.microsoft.com/office/drawing/2014/main" id="{BE61FD73-B328-5A4D-1C51-B246B3EF9B1C}"/>
                </a:ext>
              </a:extLst>
            </p:cNvPr>
            <p:cNvSpPr/>
            <p:nvPr/>
          </p:nvSpPr>
          <p:spPr>
            <a:xfrm>
              <a:off x="973266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6" name="Freeform: Shape 1175">
              <a:extLst>
                <a:ext uri="{FF2B5EF4-FFF2-40B4-BE49-F238E27FC236}">
                  <a16:creationId xmlns:a16="http://schemas.microsoft.com/office/drawing/2014/main" id="{8A8FF56A-D865-1F56-B392-2B117757BF0D}"/>
                </a:ext>
              </a:extLst>
            </p:cNvPr>
            <p:cNvSpPr/>
            <p:nvPr/>
          </p:nvSpPr>
          <p:spPr>
            <a:xfrm>
              <a:off x="847684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7" name="Freeform: Shape 1176">
              <a:extLst>
                <a:ext uri="{FF2B5EF4-FFF2-40B4-BE49-F238E27FC236}">
                  <a16:creationId xmlns:a16="http://schemas.microsoft.com/office/drawing/2014/main" id="{74099A4E-9BC6-A44B-47D0-672202D67947}"/>
                </a:ext>
              </a:extLst>
            </p:cNvPr>
            <p:cNvSpPr/>
            <p:nvPr/>
          </p:nvSpPr>
          <p:spPr>
            <a:xfrm>
              <a:off x="847684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8" name="Freeform: Shape 1177">
              <a:extLst>
                <a:ext uri="{FF2B5EF4-FFF2-40B4-BE49-F238E27FC236}">
                  <a16:creationId xmlns:a16="http://schemas.microsoft.com/office/drawing/2014/main" id="{0EE08A1D-80D0-425D-6130-5D028354B3BB}"/>
                </a:ext>
              </a:extLst>
            </p:cNvPr>
            <p:cNvSpPr/>
            <p:nvPr/>
          </p:nvSpPr>
          <p:spPr>
            <a:xfrm>
              <a:off x="837218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9" name="Freeform: Shape 1178">
              <a:extLst>
                <a:ext uri="{FF2B5EF4-FFF2-40B4-BE49-F238E27FC236}">
                  <a16:creationId xmlns:a16="http://schemas.microsoft.com/office/drawing/2014/main" id="{69499D29-4C87-068E-21E2-E070B66BE15D}"/>
                </a:ext>
              </a:extLst>
            </p:cNvPr>
            <p:cNvSpPr/>
            <p:nvPr/>
          </p:nvSpPr>
          <p:spPr>
            <a:xfrm>
              <a:off x="795357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0" name="Freeform: Shape 1179">
              <a:extLst>
                <a:ext uri="{FF2B5EF4-FFF2-40B4-BE49-F238E27FC236}">
                  <a16:creationId xmlns:a16="http://schemas.microsoft.com/office/drawing/2014/main" id="{0D89ECF3-50D7-7D6F-5EB3-5A7045EE9473}"/>
                </a:ext>
              </a:extLst>
            </p:cNvPr>
            <p:cNvSpPr/>
            <p:nvPr/>
          </p:nvSpPr>
          <p:spPr>
            <a:xfrm>
              <a:off x="79535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1" name="Freeform: Shape 1180">
              <a:extLst>
                <a:ext uri="{FF2B5EF4-FFF2-40B4-BE49-F238E27FC236}">
                  <a16:creationId xmlns:a16="http://schemas.microsoft.com/office/drawing/2014/main" id="{4A765E99-1D9D-1CC3-74A9-9A29F1A57E4D}"/>
                </a:ext>
              </a:extLst>
            </p:cNvPr>
            <p:cNvSpPr/>
            <p:nvPr/>
          </p:nvSpPr>
          <p:spPr>
            <a:xfrm>
              <a:off x="7744274" y="4815643"/>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82" name="Freeform: Shape 1181">
              <a:extLst>
                <a:ext uri="{FF2B5EF4-FFF2-40B4-BE49-F238E27FC236}">
                  <a16:creationId xmlns:a16="http://schemas.microsoft.com/office/drawing/2014/main" id="{7648FD49-C280-37D0-C3D6-D9AA772A55AC}"/>
                </a:ext>
              </a:extLst>
            </p:cNvPr>
            <p:cNvSpPr/>
            <p:nvPr/>
          </p:nvSpPr>
          <p:spPr>
            <a:xfrm>
              <a:off x="732566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3" name="Freeform: Shape 1182">
              <a:extLst>
                <a:ext uri="{FF2B5EF4-FFF2-40B4-BE49-F238E27FC236}">
                  <a16:creationId xmlns:a16="http://schemas.microsoft.com/office/drawing/2014/main" id="{F229F8EE-641A-8C2D-000D-2FAFF9A47FFD}"/>
                </a:ext>
              </a:extLst>
            </p:cNvPr>
            <p:cNvSpPr/>
            <p:nvPr/>
          </p:nvSpPr>
          <p:spPr>
            <a:xfrm>
              <a:off x="6802403"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4" name="Freeform: Shape 1183">
              <a:extLst>
                <a:ext uri="{FF2B5EF4-FFF2-40B4-BE49-F238E27FC236}">
                  <a16:creationId xmlns:a16="http://schemas.microsoft.com/office/drawing/2014/main" id="{FA259C38-EEFF-5547-2E87-842E95FFF7F6}"/>
                </a:ext>
              </a:extLst>
            </p:cNvPr>
            <p:cNvSpPr/>
            <p:nvPr/>
          </p:nvSpPr>
          <p:spPr>
            <a:xfrm>
              <a:off x="6697751"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5" name="Freeform: Shape 1184">
              <a:extLst>
                <a:ext uri="{FF2B5EF4-FFF2-40B4-BE49-F238E27FC236}">
                  <a16:creationId xmlns:a16="http://schemas.microsoft.com/office/drawing/2014/main" id="{1A33B221-631F-AE74-D065-F7A5FD51CD3C}"/>
                </a:ext>
              </a:extLst>
            </p:cNvPr>
            <p:cNvSpPr/>
            <p:nvPr/>
          </p:nvSpPr>
          <p:spPr>
            <a:xfrm>
              <a:off x="669775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6" name="Freeform: Shape 1185">
              <a:extLst>
                <a:ext uri="{FF2B5EF4-FFF2-40B4-BE49-F238E27FC236}">
                  <a16:creationId xmlns:a16="http://schemas.microsoft.com/office/drawing/2014/main" id="{60EAAB01-DEBD-4111-D414-11A7D279A575}"/>
                </a:ext>
              </a:extLst>
            </p:cNvPr>
            <p:cNvSpPr/>
            <p:nvPr/>
          </p:nvSpPr>
          <p:spPr>
            <a:xfrm>
              <a:off x="648844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7" name="Freeform: Shape 1186">
              <a:extLst>
                <a:ext uri="{FF2B5EF4-FFF2-40B4-BE49-F238E27FC236}">
                  <a16:creationId xmlns:a16="http://schemas.microsoft.com/office/drawing/2014/main" id="{DA2F8697-875D-4E57-A36B-00E527254AA1}"/>
                </a:ext>
              </a:extLst>
            </p:cNvPr>
            <p:cNvSpPr/>
            <p:nvPr/>
          </p:nvSpPr>
          <p:spPr>
            <a:xfrm>
              <a:off x="11616412"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88" name="Freeform: Shape 1187">
              <a:extLst>
                <a:ext uri="{FF2B5EF4-FFF2-40B4-BE49-F238E27FC236}">
                  <a16:creationId xmlns:a16="http://schemas.microsoft.com/office/drawing/2014/main" id="{92ED1EF3-0CC6-83D2-7B0B-319CD538B7BC}"/>
                </a:ext>
              </a:extLst>
            </p:cNvPr>
            <p:cNvSpPr/>
            <p:nvPr/>
          </p:nvSpPr>
          <p:spPr>
            <a:xfrm>
              <a:off x="11825716" y="4920296"/>
              <a:ext cx="52326" cy="52326"/>
            </a:xfrm>
            <a:custGeom>
              <a:avLst/>
              <a:gdLst>
                <a:gd name="connsiteX0" fmla="*/ 42908 w 52326"/>
                <a:gd name="connsiteY0" fmla="*/ 5930 h 52326"/>
                <a:gd name="connsiteX1" fmla="*/ 26163 w 52326"/>
                <a:gd name="connsiteY1" fmla="*/ 0 h 52326"/>
                <a:gd name="connsiteX2" fmla="*/ 0 w 52326"/>
                <a:gd name="connsiteY2" fmla="*/ 26163 h 52326"/>
                <a:gd name="connsiteX3" fmla="*/ 9419 w 52326"/>
                <a:gd name="connsiteY3" fmla="*/ 46396 h 52326"/>
                <a:gd name="connsiteX4" fmla="*/ 26163 w 52326"/>
                <a:gd name="connsiteY4" fmla="*/ 52326 h 52326"/>
                <a:gd name="connsiteX5" fmla="*/ 52326 w 52326"/>
                <a:gd name="connsiteY5" fmla="*/ 26163 h 52326"/>
                <a:gd name="connsiteX6" fmla="*/ 42908 w 52326"/>
                <a:gd name="connsiteY6"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2908" y="5930"/>
                  </a:moveTo>
                  <a:cubicBezTo>
                    <a:pt x="38373" y="2093"/>
                    <a:pt x="32442" y="0"/>
                    <a:pt x="26163" y="0"/>
                  </a:cubicBezTo>
                  <a:cubicBezTo>
                    <a:pt x="11860" y="0"/>
                    <a:pt x="0" y="11861"/>
                    <a:pt x="0" y="26163"/>
                  </a:cubicBezTo>
                  <a:cubicBezTo>
                    <a:pt x="0" y="34187"/>
                    <a:pt x="3838" y="41512"/>
                    <a:pt x="9419" y="46396"/>
                  </a:cubicBezTo>
                  <a:cubicBezTo>
                    <a:pt x="13954" y="50233"/>
                    <a:pt x="19884" y="52326"/>
                    <a:pt x="26163" y="52326"/>
                  </a:cubicBezTo>
                  <a:cubicBezTo>
                    <a:pt x="40466" y="52326"/>
                    <a:pt x="52326" y="40465"/>
                    <a:pt x="52326" y="26163"/>
                  </a:cubicBez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1189" name="Freeform: Shape 1188">
              <a:extLst>
                <a:ext uri="{FF2B5EF4-FFF2-40B4-BE49-F238E27FC236}">
                  <a16:creationId xmlns:a16="http://schemas.microsoft.com/office/drawing/2014/main" id="{F429E452-77CA-6869-1E69-410163124A75}"/>
                </a:ext>
              </a:extLst>
            </p:cNvPr>
            <p:cNvSpPr/>
            <p:nvPr/>
          </p:nvSpPr>
          <p:spPr>
            <a:xfrm>
              <a:off x="6697751"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2" y="52326"/>
                    <a:pt x="26163" y="52326"/>
                  </a:cubicBezTo>
                  <a:lnTo>
                    <a:pt x="26163" y="52326"/>
                  </a:lnTo>
                  <a:cubicBezTo>
                    <a:pt x="40465"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1190" name="Freeform: Shape 1189">
              <a:extLst>
                <a:ext uri="{FF2B5EF4-FFF2-40B4-BE49-F238E27FC236}">
                  <a16:creationId xmlns:a16="http://schemas.microsoft.com/office/drawing/2014/main" id="{00B0586E-C6BF-63E2-6430-91BC6765134D}"/>
                </a:ext>
              </a:extLst>
            </p:cNvPr>
            <p:cNvSpPr/>
            <p:nvPr/>
          </p:nvSpPr>
          <p:spPr>
            <a:xfrm>
              <a:off x="816288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1" name="Freeform: Shape 1190">
              <a:extLst>
                <a:ext uri="{FF2B5EF4-FFF2-40B4-BE49-F238E27FC236}">
                  <a16:creationId xmlns:a16="http://schemas.microsoft.com/office/drawing/2014/main" id="{4F2EB318-2AD0-320E-63CA-35D3A6360DE6}"/>
                </a:ext>
              </a:extLst>
            </p:cNvPr>
            <p:cNvSpPr/>
            <p:nvPr/>
          </p:nvSpPr>
          <p:spPr>
            <a:xfrm>
              <a:off x="1140710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2" name="Freeform: Shape 1191">
              <a:extLst>
                <a:ext uri="{FF2B5EF4-FFF2-40B4-BE49-F238E27FC236}">
                  <a16:creationId xmlns:a16="http://schemas.microsoft.com/office/drawing/2014/main" id="{72510ED7-23C3-ADAE-7455-EEA5393C2DAE}"/>
                </a:ext>
              </a:extLst>
            </p:cNvPr>
            <p:cNvSpPr/>
            <p:nvPr/>
          </p:nvSpPr>
          <p:spPr>
            <a:xfrm>
              <a:off x="1203502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3" name="Freeform: Shape 1192">
              <a:extLst>
                <a:ext uri="{FF2B5EF4-FFF2-40B4-BE49-F238E27FC236}">
                  <a16:creationId xmlns:a16="http://schemas.microsoft.com/office/drawing/2014/main" id="{A04CA746-1052-C6E4-70DE-57F96CD60C63}"/>
                </a:ext>
              </a:extLst>
            </p:cNvPr>
            <p:cNvSpPr/>
            <p:nvPr/>
          </p:nvSpPr>
          <p:spPr>
            <a:xfrm>
              <a:off x="1172106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4" name="Freeform: Shape 1193">
              <a:extLst>
                <a:ext uri="{FF2B5EF4-FFF2-40B4-BE49-F238E27FC236}">
                  <a16:creationId xmlns:a16="http://schemas.microsoft.com/office/drawing/2014/main" id="{3C6E1B2F-94C5-4B19-7431-76DCC99B7090}"/>
                </a:ext>
              </a:extLst>
            </p:cNvPr>
            <p:cNvSpPr/>
            <p:nvPr/>
          </p:nvSpPr>
          <p:spPr>
            <a:xfrm>
              <a:off x="1025593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5" name="Freeform: Shape 1194">
              <a:extLst>
                <a:ext uri="{FF2B5EF4-FFF2-40B4-BE49-F238E27FC236}">
                  <a16:creationId xmlns:a16="http://schemas.microsoft.com/office/drawing/2014/main" id="{E4F6BF8A-3356-7F93-39CD-90D3E2A969D1}"/>
                </a:ext>
              </a:extLst>
            </p:cNvPr>
            <p:cNvSpPr/>
            <p:nvPr/>
          </p:nvSpPr>
          <p:spPr>
            <a:xfrm>
              <a:off x="1004662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6" name="Freeform: Shape 1195">
              <a:extLst>
                <a:ext uri="{FF2B5EF4-FFF2-40B4-BE49-F238E27FC236}">
                  <a16:creationId xmlns:a16="http://schemas.microsoft.com/office/drawing/2014/main" id="{0285851B-A93F-C9F9-43A3-207161B71560}"/>
                </a:ext>
              </a:extLst>
            </p:cNvPr>
            <p:cNvSpPr/>
            <p:nvPr/>
          </p:nvSpPr>
          <p:spPr>
            <a:xfrm>
              <a:off x="11930369"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7" name="Freeform: Shape 1196">
              <a:extLst>
                <a:ext uri="{FF2B5EF4-FFF2-40B4-BE49-F238E27FC236}">
                  <a16:creationId xmlns:a16="http://schemas.microsoft.com/office/drawing/2014/main" id="{C2E0B1E2-58D3-F83E-BF8D-1CD53E5545D6}"/>
                </a:ext>
              </a:extLst>
            </p:cNvPr>
            <p:cNvSpPr/>
            <p:nvPr/>
          </p:nvSpPr>
          <p:spPr>
            <a:xfrm>
              <a:off x="1151175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8" name="Freeform: Shape 1197">
              <a:extLst>
                <a:ext uri="{FF2B5EF4-FFF2-40B4-BE49-F238E27FC236}">
                  <a16:creationId xmlns:a16="http://schemas.microsoft.com/office/drawing/2014/main" id="{273798E2-194B-AE5E-A897-26BB690E334A}"/>
                </a:ext>
              </a:extLst>
            </p:cNvPr>
            <p:cNvSpPr/>
            <p:nvPr/>
          </p:nvSpPr>
          <p:spPr>
            <a:xfrm>
              <a:off x="11511759"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6" y="0"/>
                    <a:pt x="26163" y="0"/>
                  </a:cubicBezTo>
                  <a:lnTo>
                    <a:pt x="26163" y="0"/>
                  </a:ln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9" name="Freeform: Shape 1198">
              <a:extLst>
                <a:ext uri="{FF2B5EF4-FFF2-40B4-BE49-F238E27FC236}">
                  <a16:creationId xmlns:a16="http://schemas.microsoft.com/office/drawing/2014/main" id="{C9DB0ECD-7112-37E5-CDFF-EC489825275E}"/>
                </a:ext>
              </a:extLst>
            </p:cNvPr>
            <p:cNvSpPr/>
            <p:nvPr/>
          </p:nvSpPr>
          <p:spPr>
            <a:xfrm>
              <a:off x="1098849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0" name="Freeform: Shape 1199">
              <a:extLst>
                <a:ext uri="{FF2B5EF4-FFF2-40B4-BE49-F238E27FC236}">
                  <a16:creationId xmlns:a16="http://schemas.microsoft.com/office/drawing/2014/main" id="{17F145DB-8AFD-B324-23F3-42706A0772F9}"/>
                </a:ext>
              </a:extLst>
            </p:cNvPr>
            <p:cNvSpPr/>
            <p:nvPr/>
          </p:nvSpPr>
          <p:spPr>
            <a:xfrm>
              <a:off x="1077919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1" name="Freeform: Shape 1200">
              <a:extLst>
                <a:ext uri="{FF2B5EF4-FFF2-40B4-BE49-F238E27FC236}">
                  <a16:creationId xmlns:a16="http://schemas.microsoft.com/office/drawing/2014/main" id="{7B175CCF-46A0-E6DB-F80E-AFCF0FB2C279}"/>
                </a:ext>
              </a:extLst>
            </p:cNvPr>
            <p:cNvSpPr/>
            <p:nvPr/>
          </p:nvSpPr>
          <p:spPr>
            <a:xfrm>
              <a:off x="994197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2" name="Freeform: Shape 1201">
              <a:extLst>
                <a:ext uri="{FF2B5EF4-FFF2-40B4-BE49-F238E27FC236}">
                  <a16:creationId xmlns:a16="http://schemas.microsoft.com/office/drawing/2014/main" id="{24D73ECE-FFC0-BA99-A807-823CB4BDD170}"/>
                </a:ext>
              </a:extLst>
            </p:cNvPr>
            <p:cNvSpPr/>
            <p:nvPr/>
          </p:nvSpPr>
          <p:spPr>
            <a:xfrm>
              <a:off x="910475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3" name="Freeform: Shape 1202">
              <a:extLst>
                <a:ext uri="{FF2B5EF4-FFF2-40B4-BE49-F238E27FC236}">
                  <a16:creationId xmlns:a16="http://schemas.microsoft.com/office/drawing/2014/main" id="{7A9BD52F-7D05-1AD0-CB58-1D3D53B5F076}"/>
                </a:ext>
              </a:extLst>
            </p:cNvPr>
            <p:cNvSpPr/>
            <p:nvPr/>
          </p:nvSpPr>
          <p:spPr>
            <a:xfrm>
              <a:off x="879079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4" name="Freeform: Shape 1203">
              <a:extLst>
                <a:ext uri="{FF2B5EF4-FFF2-40B4-BE49-F238E27FC236}">
                  <a16:creationId xmlns:a16="http://schemas.microsoft.com/office/drawing/2014/main" id="{ADAA7617-6EC8-94B1-04C4-ACC04D265AF4}"/>
                </a:ext>
              </a:extLst>
            </p:cNvPr>
            <p:cNvSpPr/>
            <p:nvPr/>
          </p:nvSpPr>
          <p:spPr>
            <a:xfrm>
              <a:off x="81628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5" name="Freeform: Shape 1204">
              <a:extLst>
                <a:ext uri="{FF2B5EF4-FFF2-40B4-BE49-F238E27FC236}">
                  <a16:creationId xmlns:a16="http://schemas.microsoft.com/office/drawing/2014/main" id="{043F42AE-58CC-B70D-7D13-0AFE4A63EE93}"/>
                </a:ext>
              </a:extLst>
            </p:cNvPr>
            <p:cNvSpPr/>
            <p:nvPr/>
          </p:nvSpPr>
          <p:spPr>
            <a:xfrm>
              <a:off x="753496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6" name="Freeform: Shape 1205">
              <a:extLst>
                <a:ext uri="{FF2B5EF4-FFF2-40B4-BE49-F238E27FC236}">
                  <a16:creationId xmlns:a16="http://schemas.microsoft.com/office/drawing/2014/main" id="{51421B35-6F20-F874-C73D-EA368E2C9FD1}"/>
                </a:ext>
              </a:extLst>
            </p:cNvPr>
            <p:cNvSpPr/>
            <p:nvPr/>
          </p:nvSpPr>
          <p:spPr>
            <a:xfrm>
              <a:off x="6802403"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7" name="Freeform: Shape 1206">
              <a:extLst>
                <a:ext uri="{FF2B5EF4-FFF2-40B4-BE49-F238E27FC236}">
                  <a16:creationId xmlns:a16="http://schemas.microsoft.com/office/drawing/2014/main" id="{A5D45DDB-3F92-5A9F-912C-B9F5C6D135F2}"/>
                </a:ext>
              </a:extLst>
            </p:cNvPr>
            <p:cNvSpPr/>
            <p:nvPr/>
          </p:nvSpPr>
          <p:spPr>
            <a:xfrm>
              <a:off x="6593098"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9" y="52326"/>
                    <a:pt x="28954" y="52326"/>
                    <a:pt x="30349" y="51977"/>
                  </a:cubicBezTo>
                  <a:cubicBezTo>
                    <a:pt x="42908" y="49884"/>
                    <a:pt x="52326" y="39070"/>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8" name="Freeform: Shape 1207">
              <a:extLst>
                <a:ext uri="{FF2B5EF4-FFF2-40B4-BE49-F238E27FC236}">
                  <a16:creationId xmlns:a16="http://schemas.microsoft.com/office/drawing/2014/main" id="{D735CE68-312E-0A1D-4A61-C74F8ACDBEFD}"/>
                </a:ext>
              </a:extLst>
            </p:cNvPr>
            <p:cNvSpPr/>
            <p:nvPr/>
          </p:nvSpPr>
          <p:spPr>
            <a:xfrm>
              <a:off x="6383793"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9" name="Freeform: Shape 1208">
              <a:extLst>
                <a:ext uri="{FF2B5EF4-FFF2-40B4-BE49-F238E27FC236}">
                  <a16:creationId xmlns:a16="http://schemas.microsoft.com/office/drawing/2014/main" id="{DDD2025D-0451-938A-0C7D-73172D258CF5}"/>
                </a:ext>
              </a:extLst>
            </p:cNvPr>
            <p:cNvSpPr/>
            <p:nvPr/>
          </p:nvSpPr>
          <p:spPr>
            <a:xfrm>
              <a:off x="6279141"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10" name="Freeform: Shape 1209">
              <a:extLst>
                <a:ext uri="{FF2B5EF4-FFF2-40B4-BE49-F238E27FC236}">
                  <a16:creationId xmlns:a16="http://schemas.microsoft.com/office/drawing/2014/main" id="{C1098813-4A20-D9E7-F2C6-7CB46AF296EB}"/>
                </a:ext>
              </a:extLst>
            </p:cNvPr>
            <p:cNvSpPr/>
            <p:nvPr/>
          </p:nvSpPr>
          <p:spPr>
            <a:xfrm>
              <a:off x="10151278"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211" name="Freeform: Shape 1210">
              <a:extLst>
                <a:ext uri="{FF2B5EF4-FFF2-40B4-BE49-F238E27FC236}">
                  <a16:creationId xmlns:a16="http://schemas.microsoft.com/office/drawing/2014/main" id="{970D7F86-3289-64CE-FECE-C6BA85A48B2A}"/>
                </a:ext>
              </a:extLst>
            </p:cNvPr>
            <p:cNvSpPr/>
            <p:nvPr/>
          </p:nvSpPr>
          <p:spPr>
            <a:xfrm>
              <a:off x="11825716"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2" name="Freeform: Shape 1211">
              <a:extLst>
                <a:ext uri="{FF2B5EF4-FFF2-40B4-BE49-F238E27FC236}">
                  <a16:creationId xmlns:a16="http://schemas.microsoft.com/office/drawing/2014/main" id="{1B7166E5-09F7-5656-0B4E-F95A9AC8FC1F}"/>
                </a:ext>
              </a:extLst>
            </p:cNvPr>
            <p:cNvSpPr/>
            <p:nvPr/>
          </p:nvSpPr>
          <p:spPr>
            <a:xfrm>
              <a:off x="116164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3" name="Freeform: Shape 1212">
              <a:extLst>
                <a:ext uri="{FF2B5EF4-FFF2-40B4-BE49-F238E27FC236}">
                  <a16:creationId xmlns:a16="http://schemas.microsoft.com/office/drawing/2014/main" id="{CDEE9616-4BF6-70E3-F7B5-F22126B17B93}"/>
                </a:ext>
              </a:extLst>
            </p:cNvPr>
            <p:cNvSpPr/>
            <p:nvPr/>
          </p:nvSpPr>
          <p:spPr>
            <a:xfrm>
              <a:off x="12139673" y="3559815"/>
              <a:ext cx="52326" cy="52326"/>
            </a:xfrm>
            <a:custGeom>
              <a:avLst/>
              <a:gdLst>
                <a:gd name="connsiteX0" fmla="*/ 26163 w 52326"/>
                <a:gd name="connsiteY0" fmla="*/ 52326 h 52326"/>
                <a:gd name="connsiteX1" fmla="*/ 26163 w 52326"/>
                <a:gd name="connsiteY1" fmla="*/ 52326 h 52326"/>
                <a:gd name="connsiteX2" fmla="*/ 47791 w 52326"/>
                <a:gd name="connsiteY2" fmla="*/ 40814 h 52326"/>
                <a:gd name="connsiteX3" fmla="*/ 49884 w 52326"/>
                <a:gd name="connsiteY3" fmla="*/ 37326 h 52326"/>
                <a:gd name="connsiteX4" fmla="*/ 51279 w 52326"/>
                <a:gd name="connsiteY4" fmla="*/ 33838 h 52326"/>
                <a:gd name="connsiteX5" fmla="*/ 52326 w 52326"/>
                <a:gd name="connsiteY5" fmla="*/ 26163 h 52326"/>
                <a:gd name="connsiteX6" fmla="*/ 26163 w 52326"/>
                <a:gd name="connsiteY6" fmla="*/ 0 h 52326"/>
                <a:gd name="connsiteX7" fmla="*/ 5233 w 52326"/>
                <a:gd name="connsiteY7" fmla="*/ 1046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5233" y="52326"/>
                    <a:pt x="43256" y="47791"/>
                    <a:pt x="47791" y="40814"/>
                  </a:cubicBezTo>
                  <a:cubicBezTo>
                    <a:pt x="48489" y="39768"/>
                    <a:pt x="49187" y="38721"/>
                    <a:pt x="49884" y="37326"/>
                  </a:cubicBezTo>
                  <a:cubicBezTo>
                    <a:pt x="50582" y="36280"/>
                    <a:pt x="50931" y="35233"/>
                    <a:pt x="51279" y="33838"/>
                  </a:cubicBezTo>
                  <a:cubicBezTo>
                    <a:pt x="51977" y="31396"/>
                    <a:pt x="52326" y="28605"/>
                    <a:pt x="52326" y="26163"/>
                  </a:cubicBezTo>
                  <a:cubicBezTo>
                    <a:pt x="52326" y="11861"/>
                    <a:pt x="40466" y="0"/>
                    <a:pt x="26163" y="0"/>
                  </a:cubicBezTo>
                  <a:cubicBezTo>
                    <a:pt x="17442" y="0"/>
                    <a:pt x="10116" y="4186"/>
                    <a:pt x="5233" y="10465"/>
                  </a:cubicBezTo>
                  <a:cubicBezTo>
                    <a:pt x="2093" y="15000"/>
                    <a:pt x="0" y="2023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4" name="Freeform: Shape 1213">
              <a:extLst>
                <a:ext uri="{FF2B5EF4-FFF2-40B4-BE49-F238E27FC236}">
                  <a16:creationId xmlns:a16="http://schemas.microsoft.com/office/drawing/2014/main" id="{60BAAA2B-3915-B4E7-D97B-B889964FEB97}"/>
                </a:ext>
              </a:extLst>
            </p:cNvPr>
            <p:cNvSpPr/>
            <p:nvPr/>
          </p:nvSpPr>
          <p:spPr>
            <a:xfrm>
              <a:off x="9941974"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5" name="Freeform: Shape 1214">
              <a:extLst>
                <a:ext uri="{FF2B5EF4-FFF2-40B4-BE49-F238E27FC236}">
                  <a16:creationId xmlns:a16="http://schemas.microsoft.com/office/drawing/2014/main" id="{3D231412-51BA-9CE0-81C4-7BD81AE13938}"/>
                </a:ext>
              </a:extLst>
            </p:cNvPr>
            <p:cNvSpPr/>
            <p:nvPr/>
          </p:nvSpPr>
          <p:spPr>
            <a:xfrm>
              <a:off x="97326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6" name="Freeform: Shape 1215">
              <a:extLst>
                <a:ext uri="{FF2B5EF4-FFF2-40B4-BE49-F238E27FC236}">
                  <a16:creationId xmlns:a16="http://schemas.microsoft.com/office/drawing/2014/main" id="{49D8767C-9E8C-7BA8-9B94-F3F524C3DA50}"/>
                </a:ext>
              </a:extLst>
            </p:cNvPr>
            <p:cNvSpPr/>
            <p:nvPr/>
          </p:nvSpPr>
          <p:spPr>
            <a:xfrm>
              <a:off x="941871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7" name="Freeform: Shape 1216">
              <a:extLst>
                <a:ext uri="{FF2B5EF4-FFF2-40B4-BE49-F238E27FC236}">
                  <a16:creationId xmlns:a16="http://schemas.microsoft.com/office/drawing/2014/main" id="{49A2A796-309B-F580-6FA2-828B1CD0FA4D}"/>
                </a:ext>
              </a:extLst>
            </p:cNvPr>
            <p:cNvSpPr/>
            <p:nvPr/>
          </p:nvSpPr>
          <p:spPr>
            <a:xfrm>
              <a:off x="95233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8" name="Freeform: Shape 1217">
              <a:extLst>
                <a:ext uri="{FF2B5EF4-FFF2-40B4-BE49-F238E27FC236}">
                  <a16:creationId xmlns:a16="http://schemas.microsoft.com/office/drawing/2014/main" id="{EDAA8091-5D65-25C0-D16C-0FA6D4DD16EF}"/>
                </a:ext>
              </a:extLst>
            </p:cNvPr>
            <p:cNvSpPr/>
            <p:nvPr/>
          </p:nvSpPr>
          <p:spPr>
            <a:xfrm>
              <a:off x="8476841"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2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6" y="52326"/>
                    <a:pt x="52326" y="40465"/>
                    <a:pt x="52326" y="26163"/>
                  </a:cubicBezTo>
                  <a:cubicBezTo>
                    <a:pt x="52326" y="16396"/>
                    <a:pt x="46744" y="7675"/>
                    <a:pt x="38722" y="3140"/>
                  </a:cubicBezTo>
                  <a:cubicBezTo>
                    <a:pt x="34884" y="1046"/>
                    <a:pt x="30698" y="0"/>
                    <a:pt x="26163" y="0"/>
                  </a:cubicBezTo>
                  <a:cubicBezTo>
                    <a:pt x="11860"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1219" name="Freeform: Shape 1218">
              <a:extLst>
                <a:ext uri="{FF2B5EF4-FFF2-40B4-BE49-F238E27FC236}">
                  <a16:creationId xmlns:a16="http://schemas.microsoft.com/office/drawing/2014/main" id="{26DFC2E7-38EB-66C3-CEB3-66C81F991D07}"/>
                </a:ext>
              </a:extLst>
            </p:cNvPr>
            <p:cNvSpPr/>
            <p:nvPr/>
          </p:nvSpPr>
          <p:spPr>
            <a:xfrm>
              <a:off x="826753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0" name="Freeform: Shape 1219">
              <a:extLst>
                <a:ext uri="{FF2B5EF4-FFF2-40B4-BE49-F238E27FC236}">
                  <a16:creationId xmlns:a16="http://schemas.microsoft.com/office/drawing/2014/main" id="{80329980-72DD-EC3B-E8C1-D10C7A368C24}"/>
                </a:ext>
              </a:extLst>
            </p:cNvPr>
            <p:cNvSpPr/>
            <p:nvPr/>
          </p:nvSpPr>
          <p:spPr>
            <a:xfrm>
              <a:off x="79535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1" name="Freeform: Shape 1220">
              <a:extLst>
                <a:ext uri="{FF2B5EF4-FFF2-40B4-BE49-F238E27FC236}">
                  <a16:creationId xmlns:a16="http://schemas.microsoft.com/office/drawing/2014/main" id="{F59C221D-EC1D-791B-D80B-458E5F0307F3}"/>
                </a:ext>
              </a:extLst>
            </p:cNvPr>
            <p:cNvSpPr/>
            <p:nvPr/>
          </p:nvSpPr>
          <p:spPr>
            <a:xfrm>
              <a:off x="10255931" y="3664467"/>
              <a:ext cx="52326" cy="52326"/>
            </a:xfrm>
            <a:custGeom>
              <a:avLst/>
              <a:gdLst>
                <a:gd name="connsiteX0" fmla="*/ 26163 w 52326"/>
                <a:gd name="connsiteY0" fmla="*/ 0 h 52326"/>
                <a:gd name="connsiteX1" fmla="*/ 0 w 52326"/>
                <a:gd name="connsiteY1" fmla="*/ 26163 h 52326"/>
                <a:gd name="connsiteX2" fmla="*/ 3139 w 52326"/>
                <a:gd name="connsiteY2" fmla="*/ 38721 h 52326"/>
                <a:gd name="connsiteX3" fmla="*/ 26163 w 52326"/>
                <a:gd name="connsiteY3" fmla="*/ 52326 h 52326"/>
                <a:gd name="connsiteX4" fmla="*/ 26163 w 52326"/>
                <a:gd name="connsiteY4" fmla="*/ 52326 h 52326"/>
                <a:gd name="connsiteX5" fmla="*/ 52326 w 52326"/>
                <a:gd name="connsiteY5" fmla="*/ 26163 h 52326"/>
                <a:gd name="connsiteX6" fmla="*/ 49187 w 52326"/>
                <a:gd name="connsiteY6" fmla="*/ 1360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0698"/>
                    <a:pt x="1047" y="34884"/>
                    <a:pt x="3139" y="38721"/>
                  </a:cubicBezTo>
                  <a:cubicBezTo>
                    <a:pt x="7674" y="46745"/>
                    <a:pt x="16047" y="52326"/>
                    <a:pt x="26163" y="52326"/>
                  </a:cubicBezTo>
                  <a:lnTo>
                    <a:pt x="26163" y="52326"/>
                  </a:lnTo>
                  <a:cubicBezTo>
                    <a:pt x="40466" y="52326"/>
                    <a:pt x="52326" y="40465"/>
                    <a:pt x="52326" y="26163"/>
                  </a:cubicBezTo>
                  <a:cubicBezTo>
                    <a:pt x="52326" y="21628"/>
                    <a:pt x="51279" y="17442"/>
                    <a:pt x="49187" y="13605"/>
                  </a:cubicBezTo>
                  <a:cubicBezTo>
                    <a:pt x="44652" y="5581"/>
                    <a:pt x="35931" y="0"/>
                    <a:pt x="26163" y="0"/>
                  </a:cubicBezTo>
                  <a:close/>
                </a:path>
              </a:pathLst>
            </a:custGeom>
            <a:grpFill/>
            <a:ln w="3488" cap="flat">
              <a:noFill/>
              <a:prstDash val="solid"/>
              <a:miter/>
            </a:ln>
          </p:spPr>
          <p:txBody>
            <a:bodyPr rtlCol="0" anchor="ctr"/>
            <a:lstStyle/>
            <a:p>
              <a:endParaRPr lang="en-ID"/>
            </a:p>
          </p:txBody>
        </p:sp>
        <p:sp>
          <p:nvSpPr>
            <p:cNvPr id="1222" name="Freeform: Shape 1221">
              <a:extLst>
                <a:ext uri="{FF2B5EF4-FFF2-40B4-BE49-F238E27FC236}">
                  <a16:creationId xmlns:a16="http://schemas.microsoft.com/office/drawing/2014/main" id="{A4177CE5-E469-71C7-E360-D621130FE082}"/>
                </a:ext>
              </a:extLst>
            </p:cNvPr>
            <p:cNvSpPr/>
            <p:nvPr/>
          </p:nvSpPr>
          <p:spPr>
            <a:xfrm>
              <a:off x="8372188" y="5129600"/>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223" name="Freeform: Shape 1222">
              <a:extLst>
                <a:ext uri="{FF2B5EF4-FFF2-40B4-BE49-F238E27FC236}">
                  <a16:creationId xmlns:a16="http://schemas.microsoft.com/office/drawing/2014/main" id="{1F7A282C-65DD-2E1B-5652-2E73C77EADF1}"/>
                </a:ext>
              </a:extLst>
            </p:cNvPr>
            <p:cNvSpPr/>
            <p:nvPr/>
          </p:nvSpPr>
          <p:spPr>
            <a:xfrm>
              <a:off x="1151175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4" name="Freeform: Shape 1223">
              <a:extLst>
                <a:ext uri="{FF2B5EF4-FFF2-40B4-BE49-F238E27FC236}">
                  <a16:creationId xmlns:a16="http://schemas.microsoft.com/office/drawing/2014/main" id="{A6E8333A-AE34-9B7E-0AE9-5E11644544D2}"/>
                </a:ext>
              </a:extLst>
            </p:cNvPr>
            <p:cNvSpPr/>
            <p:nvPr/>
          </p:nvSpPr>
          <p:spPr>
            <a:xfrm>
              <a:off x="10883845" y="4815643"/>
              <a:ext cx="52326" cy="52326"/>
            </a:xfrm>
            <a:custGeom>
              <a:avLst/>
              <a:gdLst>
                <a:gd name="connsiteX0" fmla="*/ 26163 w 52326"/>
                <a:gd name="connsiteY0" fmla="*/ 52326 h 52326"/>
                <a:gd name="connsiteX1" fmla="*/ 51629 w 52326"/>
                <a:gd name="connsiteY1" fmla="*/ 31396 h 52326"/>
                <a:gd name="connsiteX2" fmla="*/ 52326 w 52326"/>
                <a:gd name="connsiteY2" fmla="*/ 26163 h 52326"/>
                <a:gd name="connsiteX3" fmla="*/ 26163 w 52326"/>
                <a:gd name="connsiteY3" fmla="*/ 0 h 52326"/>
                <a:gd name="connsiteX4" fmla="*/ 698 w 52326"/>
                <a:gd name="connsiteY4" fmla="*/ 2093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722" y="52326"/>
                    <a:pt x="49187" y="43256"/>
                    <a:pt x="51629" y="31396"/>
                  </a:cubicBezTo>
                  <a:cubicBezTo>
                    <a:pt x="51977" y="29652"/>
                    <a:pt x="52326" y="27907"/>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5" name="Freeform: Shape 1224">
              <a:extLst>
                <a:ext uri="{FF2B5EF4-FFF2-40B4-BE49-F238E27FC236}">
                  <a16:creationId xmlns:a16="http://schemas.microsoft.com/office/drawing/2014/main" id="{93DDD617-8DB7-8D7D-A77D-79FD2FA9A8CE}"/>
                </a:ext>
              </a:extLst>
            </p:cNvPr>
            <p:cNvSpPr/>
            <p:nvPr/>
          </p:nvSpPr>
          <p:spPr>
            <a:xfrm>
              <a:off x="1161641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6" name="Freeform: Shape 1225">
              <a:extLst>
                <a:ext uri="{FF2B5EF4-FFF2-40B4-BE49-F238E27FC236}">
                  <a16:creationId xmlns:a16="http://schemas.microsoft.com/office/drawing/2014/main" id="{E9A149FB-4479-A03D-4A97-D80462BC6F8A}"/>
                </a:ext>
              </a:extLst>
            </p:cNvPr>
            <p:cNvSpPr/>
            <p:nvPr/>
          </p:nvSpPr>
          <p:spPr>
            <a:xfrm>
              <a:off x="1213967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7" name="Freeform: Shape 1226">
              <a:extLst>
                <a:ext uri="{FF2B5EF4-FFF2-40B4-BE49-F238E27FC236}">
                  <a16:creationId xmlns:a16="http://schemas.microsoft.com/office/drawing/2014/main" id="{DD36544D-070E-0038-BB7C-CB5F14DCB56F}"/>
                </a:ext>
              </a:extLst>
            </p:cNvPr>
            <p:cNvSpPr/>
            <p:nvPr/>
          </p:nvSpPr>
          <p:spPr>
            <a:xfrm>
              <a:off x="1172106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8" name="Freeform: Shape 1227">
              <a:extLst>
                <a:ext uri="{FF2B5EF4-FFF2-40B4-BE49-F238E27FC236}">
                  <a16:creationId xmlns:a16="http://schemas.microsoft.com/office/drawing/2014/main" id="{1A2CBF0A-AEAE-3987-814F-FE2ED2BFFFD7}"/>
                </a:ext>
              </a:extLst>
            </p:cNvPr>
            <p:cNvSpPr/>
            <p:nvPr/>
          </p:nvSpPr>
          <p:spPr>
            <a:xfrm>
              <a:off x="1109315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9" name="Freeform: Shape 1228">
              <a:extLst>
                <a:ext uri="{FF2B5EF4-FFF2-40B4-BE49-F238E27FC236}">
                  <a16:creationId xmlns:a16="http://schemas.microsoft.com/office/drawing/2014/main" id="{8FB1CF59-578B-46F3-6C38-B7E6DC6BDD37}"/>
                </a:ext>
              </a:extLst>
            </p:cNvPr>
            <p:cNvSpPr/>
            <p:nvPr/>
          </p:nvSpPr>
          <p:spPr>
            <a:xfrm>
              <a:off x="1088384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0" name="Freeform: Shape 1229">
              <a:extLst>
                <a:ext uri="{FF2B5EF4-FFF2-40B4-BE49-F238E27FC236}">
                  <a16:creationId xmlns:a16="http://schemas.microsoft.com/office/drawing/2014/main" id="{894A4852-94F5-1FBF-AA06-D9BB9AF84241}"/>
                </a:ext>
              </a:extLst>
            </p:cNvPr>
            <p:cNvSpPr/>
            <p:nvPr/>
          </p:nvSpPr>
          <p:spPr>
            <a:xfrm>
              <a:off x="10883845" y="4187729"/>
              <a:ext cx="51984" cy="52326"/>
            </a:xfrm>
            <a:custGeom>
              <a:avLst/>
              <a:gdLst>
                <a:gd name="connsiteX0" fmla="*/ 26163 w 51984"/>
                <a:gd name="connsiteY0" fmla="*/ 0 h 52326"/>
                <a:gd name="connsiteX1" fmla="*/ 26163 w 51984"/>
                <a:gd name="connsiteY1" fmla="*/ 0 h 52326"/>
                <a:gd name="connsiteX2" fmla="*/ 13604 w 51984"/>
                <a:gd name="connsiteY2" fmla="*/ 3140 h 52326"/>
                <a:gd name="connsiteX3" fmla="*/ 0 w 51984"/>
                <a:gd name="connsiteY3" fmla="*/ 26163 h 52326"/>
                <a:gd name="connsiteX4" fmla="*/ 26163 w 51984"/>
                <a:gd name="connsiteY4" fmla="*/ 52326 h 52326"/>
                <a:gd name="connsiteX5" fmla="*/ 36279 w 51984"/>
                <a:gd name="connsiteY5" fmla="*/ 50233 h 52326"/>
                <a:gd name="connsiteX6" fmla="*/ 38023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29652" y="52326"/>
                    <a:pt x="33140" y="51628"/>
                    <a:pt x="36279" y="50233"/>
                  </a:cubicBezTo>
                  <a:cubicBezTo>
                    <a:pt x="36978" y="49884"/>
                    <a:pt x="37326" y="49535"/>
                    <a:pt x="38023" y="49535"/>
                  </a:cubicBezTo>
                  <a:cubicBezTo>
                    <a:pt x="38023" y="49535"/>
                    <a:pt x="38373" y="49535"/>
                    <a:pt x="38373" y="49187"/>
                  </a:cubicBezTo>
                  <a:cubicBezTo>
                    <a:pt x="46396" y="44652"/>
                    <a:pt x="51977" y="36280"/>
                    <a:pt x="51977"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1" name="Freeform: Shape 1230">
              <a:extLst>
                <a:ext uri="{FF2B5EF4-FFF2-40B4-BE49-F238E27FC236}">
                  <a16:creationId xmlns:a16="http://schemas.microsoft.com/office/drawing/2014/main" id="{C3E6B941-F983-4205-F300-EF23F1125D9B}"/>
                </a:ext>
              </a:extLst>
            </p:cNvPr>
            <p:cNvSpPr/>
            <p:nvPr/>
          </p:nvSpPr>
          <p:spPr>
            <a:xfrm>
              <a:off x="1067454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2" name="Freeform: Shape 1231">
              <a:extLst>
                <a:ext uri="{FF2B5EF4-FFF2-40B4-BE49-F238E27FC236}">
                  <a16:creationId xmlns:a16="http://schemas.microsoft.com/office/drawing/2014/main" id="{A51EA063-8062-8615-A186-72A5D68E6F60}"/>
                </a:ext>
              </a:extLst>
            </p:cNvPr>
            <p:cNvSpPr/>
            <p:nvPr/>
          </p:nvSpPr>
          <p:spPr>
            <a:xfrm>
              <a:off x="1056988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3" name="Freeform: Shape 1232">
              <a:extLst>
                <a:ext uri="{FF2B5EF4-FFF2-40B4-BE49-F238E27FC236}">
                  <a16:creationId xmlns:a16="http://schemas.microsoft.com/office/drawing/2014/main" id="{5CDD61A1-7D82-CF3A-5323-976164D7008F}"/>
                </a:ext>
              </a:extLst>
            </p:cNvPr>
            <p:cNvSpPr/>
            <p:nvPr/>
          </p:nvSpPr>
          <p:spPr>
            <a:xfrm>
              <a:off x="941871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4" name="Freeform: Shape 1233">
              <a:extLst>
                <a:ext uri="{FF2B5EF4-FFF2-40B4-BE49-F238E27FC236}">
                  <a16:creationId xmlns:a16="http://schemas.microsoft.com/office/drawing/2014/main" id="{CA0BB0E4-39B7-7757-7595-311F0C8F8EFA}"/>
                </a:ext>
              </a:extLst>
            </p:cNvPr>
            <p:cNvSpPr/>
            <p:nvPr/>
          </p:nvSpPr>
          <p:spPr>
            <a:xfrm>
              <a:off x="931406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35" name="Freeform: Shape 1234">
              <a:extLst>
                <a:ext uri="{FF2B5EF4-FFF2-40B4-BE49-F238E27FC236}">
                  <a16:creationId xmlns:a16="http://schemas.microsoft.com/office/drawing/2014/main" id="{F8E41E35-0C90-69EE-FC1C-015D5E0CF4D4}"/>
                </a:ext>
              </a:extLst>
            </p:cNvPr>
            <p:cNvSpPr/>
            <p:nvPr/>
          </p:nvSpPr>
          <p:spPr>
            <a:xfrm>
              <a:off x="91047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6" name="Freeform: Shape 1235">
              <a:extLst>
                <a:ext uri="{FF2B5EF4-FFF2-40B4-BE49-F238E27FC236}">
                  <a16:creationId xmlns:a16="http://schemas.microsoft.com/office/drawing/2014/main" id="{58BEA1FF-2087-9107-19FD-0C6343DB3DCC}"/>
                </a:ext>
              </a:extLst>
            </p:cNvPr>
            <p:cNvSpPr/>
            <p:nvPr/>
          </p:nvSpPr>
          <p:spPr>
            <a:xfrm>
              <a:off x="879079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7" name="Freeform: Shape 1236">
              <a:extLst>
                <a:ext uri="{FF2B5EF4-FFF2-40B4-BE49-F238E27FC236}">
                  <a16:creationId xmlns:a16="http://schemas.microsoft.com/office/drawing/2014/main" id="{75E7301B-7EC0-4ECC-DCCD-826EE822C23C}"/>
                </a:ext>
              </a:extLst>
            </p:cNvPr>
            <p:cNvSpPr/>
            <p:nvPr/>
          </p:nvSpPr>
          <p:spPr>
            <a:xfrm>
              <a:off x="8686145"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8" name="Freeform: Shape 1237">
              <a:extLst>
                <a:ext uri="{FF2B5EF4-FFF2-40B4-BE49-F238E27FC236}">
                  <a16:creationId xmlns:a16="http://schemas.microsoft.com/office/drawing/2014/main" id="{6A8FCE4E-6CB7-F5A0-3DFA-D290F00E414A}"/>
                </a:ext>
              </a:extLst>
            </p:cNvPr>
            <p:cNvSpPr/>
            <p:nvPr/>
          </p:nvSpPr>
          <p:spPr>
            <a:xfrm>
              <a:off x="795357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9" name="Freeform: Shape 1238">
              <a:extLst>
                <a:ext uri="{FF2B5EF4-FFF2-40B4-BE49-F238E27FC236}">
                  <a16:creationId xmlns:a16="http://schemas.microsoft.com/office/drawing/2014/main" id="{1439757C-F9E1-F1E4-CF42-D9B5D7C85E4D}"/>
                </a:ext>
              </a:extLst>
            </p:cNvPr>
            <p:cNvSpPr/>
            <p:nvPr/>
          </p:nvSpPr>
          <p:spPr>
            <a:xfrm>
              <a:off x="732566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0" name="Freeform: Shape 1239">
              <a:extLst>
                <a:ext uri="{FF2B5EF4-FFF2-40B4-BE49-F238E27FC236}">
                  <a16:creationId xmlns:a16="http://schemas.microsoft.com/office/drawing/2014/main" id="{0B5EFBFB-C268-B4DA-1BB1-3173827EF2D8}"/>
                </a:ext>
              </a:extLst>
            </p:cNvPr>
            <p:cNvSpPr/>
            <p:nvPr/>
          </p:nvSpPr>
          <p:spPr>
            <a:xfrm>
              <a:off x="732566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1" name="Freeform: Shape 1240">
              <a:extLst>
                <a:ext uri="{FF2B5EF4-FFF2-40B4-BE49-F238E27FC236}">
                  <a16:creationId xmlns:a16="http://schemas.microsoft.com/office/drawing/2014/main" id="{B1EC8008-9D74-39C9-1188-AF86DEFF2C46}"/>
                </a:ext>
              </a:extLst>
            </p:cNvPr>
            <p:cNvSpPr/>
            <p:nvPr/>
          </p:nvSpPr>
          <p:spPr>
            <a:xfrm>
              <a:off x="69070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2" name="Freeform: Shape 1241">
              <a:extLst>
                <a:ext uri="{FF2B5EF4-FFF2-40B4-BE49-F238E27FC236}">
                  <a16:creationId xmlns:a16="http://schemas.microsoft.com/office/drawing/2014/main" id="{4F58B6A5-9AB2-A084-28B0-4E2BF0289A98}"/>
                </a:ext>
              </a:extLst>
            </p:cNvPr>
            <p:cNvSpPr/>
            <p:nvPr/>
          </p:nvSpPr>
          <p:spPr>
            <a:xfrm>
              <a:off x="66977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3" name="Freeform: Shape 1242">
              <a:extLst>
                <a:ext uri="{FF2B5EF4-FFF2-40B4-BE49-F238E27FC236}">
                  <a16:creationId xmlns:a16="http://schemas.microsoft.com/office/drawing/2014/main" id="{F07CAEEC-AE6F-B3CA-CEE8-9B5414969FFF}"/>
                </a:ext>
              </a:extLst>
            </p:cNvPr>
            <p:cNvSpPr/>
            <p:nvPr/>
          </p:nvSpPr>
          <p:spPr>
            <a:xfrm>
              <a:off x="66977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4" name="Freeform: Shape 1243">
              <a:extLst>
                <a:ext uri="{FF2B5EF4-FFF2-40B4-BE49-F238E27FC236}">
                  <a16:creationId xmlns:a16="http://schemas.microsoft.com/office/drawing/2014/main" id="{8B85CD41-EB9D-6330-727A-7B9597CEFD07}"/>
                </a:ext>
              </a:extLst>
            </p:cNvPr>
            <p:cNvSpPr/>
            <p:nvPr/>
          </p:nvSpPr>
          <p:spPr>
            <a:xfrm>
              <a:off x="648844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5" name="Freeform: Shape 1244">
              <a:extLst>
                <a:ext uri="{FF2B5EF4-FFF2-40B4-BE49-F238E27FC236}">
                  <a16:creationId xmlns:a16="http://schemas.microsoft.com/office/drawing/2014/main" id="{22BD6C94-B471-B94B-264B-274E42067BD6}"/>
                </a:ext>
              </a:extLst>
            </p:cNvPr>
            <p:cNvSpPr/>
            <p:nvPr/>
          </p:nvSpPr>
          <p:spPr>
            <a:xfrm>
              <a:off x="627914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6" name="Freeform: Shape 1245">
              <a:extLst>
                <a:ext uri="{FF2B5EF4-FFF2-40B4-BE49-F238E27FC236}">
                  <a16:creationId xmlns:a16="http://schemas.microsoft.com/office/drawing/2014/main" id="{76166415-B65E-A5DC-D7A9-68D21627E414}"/>
                </a:ext>
              </a:extLst>
            </p:cNvPr>
            <p:cNvSpPr/>
            <p:nvPr/>
          </p:nvSpPr>
          <p:spPr>
            <a:xfrm>
              <a:off x="1004662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2442 w 52326"/>
                <a:gd name="connsiteY6" fmla="*/ 37326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4419"/>
                    <a:pt x="51977" y="22675"/>
                    <a:pt x="51629" y="20930"/>
                  </a:cubicBezTo>
                  <a:cubicBezTo>
                    <a:pt x="49187" y="9070"/>
                    <a:pt x="38722" y="0"/>
                    <a:pt x="26163" y="0"/>
                  </a:cubicBezTo>
                  <a:cubicBezTo>
                    <a:pt x="11860" y="0"/>
                    <a:pt x="0" y="11861"/>
                    <a:pt x="0" y="26163"/>
                  </a:cubicBezTo>
                  <a:cubicBezTo>
                    <a:pt x="0" y="30000"/>
                    <a:pt x="1047" y="33838"/>
                    <a:pt x="2442" y="37326"/>
                  </a:cubicBezTo>
                  <a:cubicBezTo>
                    <a:pt x="6628" y="46047"/>
                    <a:pt x="15698" y="52326"/>
                    <a:pt x="26163" y="52326"/>
                  </a:cubicBezTo>
                  <a:close/>
                </a:path>
              </a:pathLst>
            </a:custGeom>
            <a:grpFill/>
            <a:ln w="3488" cap="flat">
              <a:noFill/>
              <a:prstDash val="solid"/>
              <a:miter/>
            </a:ln>
          </p:spPr>
          <p:txBody>
            <a:bodyPr rtlCol="0" anchor="ctr"/>
            <a:lstStyle/>
            <a:p>
              <a:endParaRPr lang="en-ID"/>
            </a:p>
          </p:txBody>
        </p:sp>
        <p:sp>
          <p:nvSpPr>
            <p:cNvPr id="1247" name="Freeform: Shape 1246">
              <a:extLst>
                <a:ext uri="{FF2B5EF4-FFF2-40B4-BE49-F238E27FC236}">
                  <a16:creationId xmlns:a16="http://schemas.microsoft.com/office/drawing/2014/main" id="{5D210D1B-C4C3-87C9-8CFB-03560A5A975B}"/>
                </a:ext>
              </a:extLst>
            </p:cNvPr>
            <p:cNvSpPr/>
            <p:nvPr/>
          </p:nvSpPr>
          <p:spPr>
            <a:xfrm>
              <a:off x="10779193" y="3350510"/>
              <a:ext cx="52675" cy="52326"/>
            </a:xfrm>
            <a:custGeom>
              <a:avLst/>
              <a:gdLst>
                <a:gd name="connsiteX0" fmla="*/ 3139 w 52675"/>
                <a:gd name="connsiteY0" fmla="*/ 38721 h 52326"/>
                <a:gd name="connsiteX1" fmla="*/ 4535 w 52675"/>
                <a:gd name="connsiteY1" fmla="*/ 40814 h 52326"/>
                <a:gd name="connsiteX2" fmla="*/ 23721 w 52675"/>
                <a:gd name="connsiteY2" fmla="*/ 52326 h 52326"/>
                <a:gd name="connsiteX3" fmla="*/ 26512 w 52675"/>
                <a:gd name="connsiteY3" fmla="*/ 52326 h 52326"/>
                <a:gd name="connsiteX4" fmla="*/ 26512 w 52675"/>
                <a:gd name="connsiteY4" fmla="*/ 52326 h 52326"/>
                <a:gd name="connsiteX5" fmla="*/ 48140 w 52675"/>
                <a:gd name="connsiteY5" fmla="*/ 40814 h 52326"/>
                <a:gd name="connsiteX6" fmla="*/ 49535 w 52675"/>
                <a:gd name="connsiteY6" fmla="*/ 38721 h 52326"/>
                <a:gd name="connsiteX7" fmla="*/ 52675 w 52675"/>
                <a:gd name="connsiteY7" fmla="*/ 28954 h 52326"/>
                <a:gd name="connsiteX8" fmla="*/ 52675 w 52675"/>
                <a:gd name="connsiteY8" fmla="*/ 26163 h 52326"/>
                <a:gd name="connsiteX9" fmla="*/ 52675 w 52675"/>
                <a:gd name="connsiteY9" fmla="*/ 23372 h 52326"/>
                <a:gd name="connsiteX10" fmla="*/ 49535 w 52675"/>
                <a:gd name="connsiteY10" fmla="*/ 13605 h 52326"/>
                <a:gd name="connsiteX11" fmla="*/ 48140 w 52675"/>
                <a:gd name="connsiteY11" fmla="*/ 11512 h 52326"/>
                <a:gd name="connsiteX12" fmla="*/ 26512 w 52675"/>
                <a:gd name="connsiteY12" fmla="*/ 0 h 52326"/>
                <a:gd name="connsiteX13" fmla="*/ 26512 w 52675"/>
                <a:gd name="connsiteY13" fmla="*/ 0 h 52326"/>
                <a:gd name="connsiteX14" fmla="*/ 23721 w 52675"/>
                <a:gd name="connsiteY14" fmla="*/ 0 h 52326"/>
                <a:gd name="connsiteX15" fmla="*/ 4535 w 52675"/>
                <a:gd name="connsiteY15" fmla="*/ 11512 h 52326"/>
                <a:gd name="connsiteX16" fmla="*/ 3139 w 52675"/>
                <a:gd name="connsiteY16" fmla="*/ 13605 h 52326"/>
                <a:gd name="connsiteX17" fmla="*/ 0 w 52675"/>
                <a:gd name="connsiteY17" fmla="*/ 23372 h 52326"/>
                <a:gd name="connsiteX18" fmla="*/ 0 w 52675"/>
                <a:gd name="connsiteY18" fmla="*/ 26163 h 52326"/>
                <a:gd name="connsiteX19" fmla="*/ 0 w 52675"/>
                <a:gd name="connsiteY19" fmla="*/ 28954 h 52326"/>
                <a:gd name="connsiteX20" fmla="*/ 3139 w 52675"/>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5" h="52326">
                  <a:moveTo>
                    <a:pt x="3139" y="38721"/>
                  </a:moveTo>
                  <a:cubicBezTo>
                    <a:pt x="3488" y="39419"/>
                    <a:pt x="3838"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39" y="13605"/>
                  </a:cubicBezTo>
                  <a:cubicBezTo>
                    <a:pt x="1395" y="16744"/>
                    <a:pt x="349" y="19884"/>
                    <a:pt x="0" y="23372"/>
                  </a:cubicBezTo>
                  <a:cubicBezTo>
                    <a:pt x="0" y="24419"/>
                    <a:pt x="0" y="25117"/>
                    <a:pt x="0" y="26163"/>
                  </a:cubicBezTo>
                  <a:cubicBezTo>
                    <a:pt x="0" y="27210"/>
                    <a:pt x="0" y="27907"/>
                    <a:pt x="0" y="28954"/>
                  </a:cubicBezTo>
                  <a:cubicBezTo>
                    <a:pt x="349" y="32442"/>
                    <a:pt x="1395" y="35582"/>
                    <a:pt x="3139" y="38721"/>
                  </a:cubicBezTo>
                  <a:close/>
                </a:path>
              </a:pathLst>
            </a:custGeom>
            <a:grpFill/>
            <a:ln w="3488" cap="flat">
              <a:noFill/>
              <a:prstDash val="solid"/>
              <a:miter/>
            </a:ln>
          </p:spPr>
          <p:txBody>
            <a:bodyPr rtlCol="0" anchor="ctr"/>
            <a:lstStyle/>
            <a:p>
              <a:endParaRPr lang="en-ID"/>
            </a:p>
          </p:txBody>
        </p:sp>
        <p:sp>
          <p:nvSpPr>
            <p:cNvPr id="1248" name="Freeform: Shape 1247">
              <a:extLst>
                <a:ext uri="{FF2B5EF4-FFF2-40B4-BE49-F238E27FC236}">
                  <a16:creationId xmlns:a16="http://schemas.microsoft.com/office/drawing/2014/main" id="{FEAD010E-2700-48F6-7448-5F94A1830842}"/>
                </a:ext>
              </a:extLst>
            </p:cNvPr>
            <p:cNvSpPr/>
            <p:nvPr/>
          </p:nvSpPr>
          <p:spPr>
            <a:xfrm>
              <a:off x="1203502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9" name="Freeform: Shape 1248">
              <a:extLst>
                <a:ext uri="{FF2B5EF4-FFF2-40B4-BE49-F238E27FC236}">
                  <a16:creationId xmlns:a16="http://schemas.microsoft.com/office/drawing/2014/main" id="{B3B05C60-7FB5-0D91-57BC-455C0FACB93D}"/>
                </a:ext>
              </a:extLst>
            </p:cNvPr>
            <p:cNvSpPr/>
            <p:nvPr/>
          </p:nvSpPr>
          <p:spPr>
            <a:xfrm>
              <a:off x="1213967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0" name="Freeform: Shape 1249">
              <a:extLst>
                <a:ext uri="{FF2B5EF4-FFF2-40B4-BE49-F238E27FC236}">
                  <a16:creationId xmlns:a16="http://schemas.microsoft.com/office/drawing/2014/main" id="{ABA33083-4887-A047-05CA-3E0067FB4A65}"/>
                </a:ext>
              </a:extLst>
            </p:cNvPr>
            <p:cNvSpPr/>
            <p:nvPr/>
          </p:nvSpPr>
          <p:spPr>
            <a:xfrm>
              <a:off x="1172106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1" name="Freeform: Shape 1250">
              <a:extLst>
                <a:ext uri="{FF2B5EF4-FFF2-40B4-BE49-F238E27FC236}">
                  <a16:creationId xmlns:a16="http://schemas.microsoft.com/office/drawing/2014/main" id="{DBD56A9B-AD7E-FF1A-4583-1ACEF02C6AFC}"/>
                </a:ext>
              </a:extLst>
            </p:cNvPr>
            <p:cNvSpPr/>
            <p:nvPr/>
          </p:nvSpPr>
          <p:spPr>
            <a:xfrm>
              <a:off x="1109315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2" name="Freeform: Shape 1251">
              <a:extLst>
                <a:ext uri="{FF2B5EF4-FFF2-40B4-BE49-F238E27FC236}">
                  <a16:creationId xmlns:a16="http://schemas.microsoft.com/office/drawing/2014/main" id="{85AD80C0-2202-DE55-ADF4-B631AD6E5035}"/>
                </a:ext>
              </a:extLst>
            </p:cNvPr>
            <p:cNvSpPr/>
            <p:nvPr/>
          </p:nvSpPr>
          <p:spPr>
            <a:xfrm>
              <a:off x="1004662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3" name="Freeform: Shape 1252">
              <a:extLst>
                <a:ext uri="{FF2B5EF4-FFF2-40B4-BE49-F238E27FC236}">
                  <a16:creationId xmlns:a16="http://schemas.microsoft.com/office/drawing/2014/main" id="{EC87D5EF-EA96-6314-8BC0-3B9E4AD1A9B2}"/>
                </a:ext>
              </a:extLst>
            </p:cNvPr>
            <p:cNvSpPr/>
            <p:nvPr/>
          </p:nvSpPr>
          <p:spPr>
            <a:xfrm>
              <a:off x="1004662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4" name="Freeform: Shape 1253">
              <a:extLst>
                <a:ext uri="{FF2B5EF4-FFF2-40B4-BE49-F238E27FC236}">
                  <a16:creationId xmlns:a16="http://schemas.microsoft.com/office/drawing/2014/main" id="{56469178-CFEC-1BD8-3B3E-5E25A637662E}"/>
                </a:ext>
              </a:extLst>
            </p:cNvPr>
            <p:cNvSpPr/>
            <p:nvPr/>
          </p:nvSpPr>
          <p:spPr>
            <a:xfrm>
              <a:off x="9837321" y="4501686"/>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0 w 52326"/>
                <a:gd name="connsiteY3" fmla="*/ 26163 h 52326"/>
                <a:gd name="connsiteX4" fmla="*/ 26163 w 52326"/>
                <a:gd name="connsiteY4" fmla="*/ 52326 h 52326"/>
                <a:gd name="connsiteX5" fmla="*/ 38722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30698" y="52326"/>
                    <a:pt x="34884" y="51280"/>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5" name="Freeform: Shape 1254">
              <a:extLst>
                <a:ext uri="{FF2B5EF4-FFF2-40B4-BE49-F238E27FC236}">
                  <a16:creationId xmlns:a16="http://schemas.microsoft.com/office/drawing/2014/main" id="{D1F902F5-2143-C2EF-441D-085D6EEB2A82}"/>
                </a:ext>
              </a:extLst>
            </p:cNvPr>
            <p:cNvSpPr/>
            <p:nvPr/>
          </p:nvSpPr>
          <p:spPr>
            <a:xfrm>
              <a:off x="1015127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6" name="Freeform: Shape 1255">
              <a:extLst>
                <a:ext uri="{FF2B5EF4-FFF2-40B4-BE49-F238E27FC236}">
                  <a16:creationId xmlns:a16="http://schemas.microsoft.com/office/drawing/2014/main" id="{874EF49C-14CB-22E5-2C92-36BCD7CE9A60}"/>
                </a:ext>
              </a:extLst>
            </p:cNvPr>
            <p:cNvSpPr/>
            <p:nvPr/>
          </p:nvSpPr>
          <p:spPr>
            <a:xfrm>
              <a:off x="9628017"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57" name="Freeform: Shape 1256">
              <a:extLst>
                <a:ext uri="{FF2B5EF4-FFF2-40B4-BE49-F238E27FC236}">
                  <a16:creationId xmlns:a16="http://schemas.microsoft.com/office/drawing/2014/main" id="{DB3F68E4-E93B-119F-89DC-12197937031F}"/>
                </a:ext>
              </a:extLst>
            </p:cNvPr>
            <p:cNvSpPr/>
            <p:nvPr/>
          </p:nvSpPr>
          <p:spPr>
            <a:xfrm>
              <a:off x="941871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8" name="Freeform: Shape 1257">
              <a:extLst>
                <a:ext uri="{FF2B5EF4-FFF2-40B4-BE49-F238E27FC236}">
                  <a16:creationId xmlns:a16="http://schemas.microsoft.com/office/drawing/2014/main" id="{044DAD28-4443-8E9B-F979-CFBFBC1D39D4}"/>
                </a:ext>
              </a:extLst>
            </p:cNvPr>
            <p:cNvSpPr/>
            <p:nvPr/>
          </p:nvSpPr>
          <p:spPr>
            <a:xfrm>
              <a:off x="837218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9" name="Freeform: Shape 1258">
              <a:extLst>
                <a:ext uri="{FF2B5EF4-FFF2-40B4-BE49-F238E27FC236}">
                  <a16:creationId xmlns:a16="http://schemas.microsoft.com/office/drawing/2014/main" id="{1931D15A-6860-816B-FAD2-16779256F98B}"/>
                </a:ext>
              </a:extLst>
            </p:cNvPr>
            <p:cNvSpPr/>
            <p:nvPr/>
          </p:nvSpPr>
          <p:spPr>
            <a:xfrm>
              <a:off x="816288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0" name="Freeform: Shape 1259">
              <a:extLst>
                <a:ext uri="{FF2B5EF4-FFF2-40B4-BE49-F238E27FC236}">
                  <a16:creationId xmlns:a16="http://schemas.microsoft.com/office/drawing/2014/main" id="{F3F4147D-5655-AA49-8B20-00432C06CE29}"/>
                </a:ext>
              </a:extLst>
            </p:cNvPr>
            <p:cNvSpPr/>
            <p:nvPr/>
          </p:nvSpPr>
          <p:spPr>
            <a:xfrm>
              <a:off x="648844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61" name="Freeform: Shape 1260">
              <a:extLst>
                <a:ext uri="{FF2B5EF4-FFF2-40B4-BE49-F238E27FC236}">
                  <a16:creationId xmlns:a16="http://schemas.microsoft.com/office/drawing/2014/main" id="{523F58E7-472E-E1D1-354E-FFE995D7BB71}"/>
                </a:ext>
              </a:extLst>
            </p:cNvPr>
            <p:cNvSpPr/>
            <p:nvPr/>
          </p:nvSpPr>
          <p:spPr>
            <a:xfrm>
              <a:off x="7848927" y="5338905"/>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62" name="Freeform: Shape 1261">
              <a:extLst>
                <a:ext uri="{FF2B5EF4-FFF2-40B4-BE49-F238E27FC236}">
                  <a16:creationId xmlns:a16="http://schemas.microsoft.com/office/drawing/2014/main" id="{817995BE-598C-E259-6B21-A82857BB00B6}"/>
                </a:ext>
              </a:extLst>
            </p:cNvPr>
            <p:cNvSpPr/>
            <p:nvPr/>
          </p:nvSpPr>
          <p:spPr>
            <a:xfrm>
              <a:off x="10151278" y="4397034"/>
              <a:ext cx="52326" cy="52326"/>
            </a:xfrm>
            <a:custGeom>
              <a:avLst/>
              <a:gdLst>
                <a:gd name="connsiteX0" fmla="*/ 36978 w 52326"/>
                <a:gd name="connsiteY0" fmla="*/ 2442 h 52326"/>
                <a:gd name="connsiteX1" fmla="*/ 29302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8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8" y="2442"/>
                  </a:moveTo>
                  <a:cubicBezTo>
                    <a:pt x="34535" y="1395"/>
                    <a:pt x="31745" y="698"/>
                    <a:pt x="29302" y="349"/>
                  </a:cubicBezTo>
                  <a:cubicBezTo>
                    <a:pt x="28256" y="349"/>
                    <a:pt x="27210" y="0"/>
                    <a:pt x="26163" y="0"/>
                  </a:cubicBez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5698"/>
                    <a:pt x="46047" y="6628"/>
                    <a:pt x="36978" y="2442"/>
                  </a:cubicBezTo>
                  <a:close/>
                </a:path>
              </a:pathLst>
            </a:custGeom>
            <a:grpFill/>
            <a:ln w="3488" cap="flat">
              <a:noFill/>
              <a:prstDash val="solid"/>
              <a:miter/>
            </a:ln>
          </p:spPr>
          <p:txBody>
            <a:bodyPr rtlCol="0" anchor="ctr"/>
            <a:lstStyle/>
            <a:p>
              <a:endParaRPr lang="en-ID"/>
            </a:p>
          </p:txBody>
        </p:sp>
        <p:sp>
          <p:nvSpPr>
            <p:cNvPr id="1263" name="Freeform: Shape 1262">
              <a:extLst>
                <a:ext uri="{FF2B5EF4-FFF2-40B4-BE49-F238E27FC236}">
                  <a16:creationId xmlns:a16="http://schemas.microsoft.com/office/drawing/2014/main" id="{EFF13382-95F9-FBE3-0A14-345D5950090C}"/>
                </a:ext>
              </a:extLst>
            </p:cNvPr>
            <p:cNvSpPr/>
            <p:nvPr/>
          </p:nvSpPr>
          <p:spPr>
            <a:xfrm>
              <a:off x="9628017" y="3873772"/>
              <a:ext cx="52326" cy="52326"/>
            </a:xfrm>
            <a:custGeom>
              <a:avLst/>
              <a:gdLst>
                <a:gd name="connsiteX0" fmla="*/ 26163 w 52326"/>
                <a:gd name="connsiteY0" fmla="*/ 52326 h 52326"/>
                <a:gd name="connsiteX1" fmla="*/ 52326 w 52326"/>
                <a:gd name="connsiteY1" fmla="*/ 26163 h 52326"/>
                <a:gd name="connsiteX2" fmla="*/ 50233 w 52326"/>
                <a:gd name="connsiteY2" fmla="*/ 16047 h 52326"/>
                <a:gd name="connsiteX3" fmla="*/ 49187 w 52326"/>
                <a:gd name="connsiteY3" fmla="*/ 13954 h 52326"/>
                <a:gd name="connsiteX4" fmla="*/ 49187 w 52326"/>
                <a:gd name="connsiteY4" fmla="*/ 13605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4535 w 52326"/>
                <a:gd name="connsiteY9" fmla="*/ 40814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cubicBezTo>
                    <a:pt x="40466" y="52326"/>
                    <a:pt x="52326" y="40465"/>
                    <a:pt x="52326" y="26163"/>
                  </a:cubicBezTo>
                  <a:cubicBezTo>
                    <a:pt x="52326" y="22675"/>
                    <a:pt x="51629" y="19186"/>
                    <a:pt x="50233" y="16047"/>
                  </a:cubicBezTo>
                  <a:cubicBezTo>
                    <a:pt x="49884" y="15349"/>
                    <a:pt x="49535" y="14651"/>
                    <a:pt x="49187" y="13954"/>
                  </a:cubicBezTo>
                  <a:cubicBezTo>
                    <a:pt x="49187" y="13954"/>
                    <a:pt x="49187" y="13605"/>
                    <a:pt x="49187" y="13605"/>
                  </a:cubicBezTo>
                  <a:cubicBezTo>
                    <a:pt x="44652" y="5581"/>
                    <a:pt x="36279" y="0"/>
                    <a:pt x="26163" y="0"/>
                  </a:cubicBezTo>
                  <a:lnTo>
                    <a:pt x="26163" y="0"/>
                  </a:lnTo>
                  <a:cubicBezTo>
                    <a:pt x="11860" y="0"/>
                    <a:pt x="0" y="11861"/>
                    <a:pt x="0" y="26163"/>
                  </a:cubicBezTo>
                  <a:lnTo>
                    <a:pt x="0" y="26163"/>
                  </a:lnTo>
                  <a:cubicBezTo>
                    <a:pt x="0" y="31744"/>
                    <a:pt x="1744" y="36628"/>
                    <a:pt x="4535" y="40814"/>
                  </a:cubicBezTo>
                  <a:cubicBezTo>
                    <a:pt x="9070" y="47791"/>
                    <a:pt x="17093" y="52326"/>
                    <a:pt x="26163" y="52326"/>
                  </a:cubicBezTo>
                  <a:close/>
                </a:path>
              </a:pathLst>
            </a:custGeom>
            <a:grpFill/>
            <a:ln w="3488" cap="flat">
              <a:noFill/>
              <a:prstDash val="solid"/>
              <a:miter/>
            </a:ln>
          </p:spPr>
          <p:txBody>
            <a:bodyPr rtlCol="0" anchor="ctr"/>
            <a:lstStyle/>
            <a:p>
              <a:endParaRPr lang="en-ID"/>
            </a:p>
          </p:txBody>
        </p:sp>
        <p:sp>
          <p:nvSpPr>
            <p:cNvPr id="1264" name="Freeform: Shape 1263">
              <a:extLst>
                <a:ext uri="{FF2B5EF4-FFF2-40B4-BE49-F238E27FC236}">
                  <a16:creationId xmlns:a16="http://schemas.microsoft.com/office/drawing/2014/main" id="{E4BEEF77-EDC5-C4DB-46E1-762154BE2E41}"/>
                </a:ext>
              </a:extLst>
            </p:cNvPr>
            <p:cNvSpPr/>
            <p:nvPr/>
          </p:nvSpPr>
          <p:spPr>
            <a:xfrm>
              <a:off x="1036058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0 w 52326"/>
                <a:gd name="connsiteY3" fmla="*/ 26163 h 52326"/>
                <a:gd name="connsiteX4" fmla="*/ 349 w 52326"/>
                <a:gd name="connsiteY4" fmla="*/ 30000 h 52326"/>
                <a:gd name="connsiteX5" fmla="*/ 1047 w 52326"/>
                <a:gd name="connsiteY5" fmla="*/ 33837 h 52326"/>
                <a:gd name="connsiteX6" fmla="*/ 26163 w 52326"/>
                <a:gd name="connsiteY6" fmla="*/ 52326 h 52326"/>
                <a:gd name="connsiteX7" fmla="*/ 38722 w 52326"/>
                <a:gd name="connsiteY7" fmla="*/ 49187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1860" y="0"/>
                    <a:pt x="0" y="11861"/>
                    <a:pt x="0" y="26163"/>
                  </a:cubicBezTo>
                  <a:cubicBezTo>
                    <a:pt x="0" y="26163"/>
                    <a:pt x="0" y="26163"/>
                    <a:pt x="0" y="26163"/>
                  </a:cubicBezTo>
                  <a:cubicBezTo>
                    <a:pt x="0" y="27559"/>
                    <a:pt x="0" y="28605"/>
                    <a:pt x="349" y="30000"/>
                  </a:cubicBezTo>
                  <a:cubicBezTo>
                    <a:pt x="698" y="31396"/>
                    <a:pt x="698" y="32791"/>
                    <a:pt x="1047" y="33837"/>
                  </a:cubicBezTo>
                  <a:cubicBezTo>
                    <a:pt x="4186" y="44652"/>
                    <a:pt x="14303" y="52326"/>
                    <a:pt x="26163" y="52326"/>
                  </a:cubicBezTo>
                  <a:cubicBezTo>
                    <a:pt x="30698" y="52326"/>
                    <a:pt x="34884" y="51279"/>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5" name="Freeform: Shape 1264">
              <a:extLst>
                <a:ext uri="{FF2B5EF4-FFF2-40B4-BE49-F238E27FC236}">
                  <a16:creationId xmlns:a16="http://schemas.microsoft.com/office/drawing/2014/main" id="{E5C61EEE-28DC-E6DC-0524-7B347FB9684E}"/>
                </a:ext>
              </a:extLst>
            </p:cNvPr>
            <p:cNvSpPr/>
            <p:nvPr/>
          </p:nvSpPr>
          <p:spPr>
            <a:xfrm>
              <a:off x="11616412"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80" y="349"/>
                    <a:pt x="20930" y="349"/>
                  </a:cubicBezTo>
                  <a:cubicBezTo>
                    <a:pt x="9070" y="2791"/>
                    <a:pt x="0" y="13256"/>
                    <a:pt x="0" y="25814"/>
                  </a:cubicBezTo>
                  <a:cubicBezTo>
                    <a:pt x="0" y="40117"/>
                    <a:pt x="11860" y="51977"/>
                    <a:pt x="26163" y="51977"/>
                  </a:cubicBezTo>
                  <a:lnTo>
                    <a:pt x="26163" y="51977"/>
                  </a:ln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6" name="Freeform: Shape 1265">
              <a:extLst>
                <a:ext uri="{FF2B5EF4-FFF2-40B4-BE49-F238E27FC236}">
                  <a16:creationId xmlns:a16="http://schemas.microsoft.com/office/drawing/2014/main" id="{DC60D61C-838E-29A4-01B8-31F2FCD171B3}"/>
                </a:ext>
              </a:extLst>
            </p:cNvPr>
            <p:cNvSpPr/>
            <p:nvPr/>
          </p:nvSpPr>
          <p:spPr>
            <a:xfrm>
              <a:off x="983732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7" name="Freeform: Shape 1266">
              <a:extLst>
                <a:ext uri="{FF2B5EF4-FFF2-40B4-BE49-F238E27FC236}">
                  <a16:creationId xmlns:a16="http://schemas.microsoft.com/office/drawing/2014/main" id="{6B7506CB-7EFF-33C4-2F34-6876F3D4B4ED}"/>
                </a:ext>
              </a:extLst>
            </p:cNvPr>
            <p:cNvSpPr/>
            <p:nvPr/>
          </p:nvSpPr>
          <p:spPr>
            <a:xfrm>
              <a:off x="994197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8" name="Freeform: Shape 1267">
              <a:extLst>
                <a:ext uri="{FF2B5EF4-FFF2-40B4-BE49-F238E27FC236}">
                  <a16:creationId xmlns:a16="http://schemas.microsoft.com/office/drawing/2014/main" id="{80E62701-278D-78D4-E9D2-73ACCF9656FA}"/>
                </a:ext>
              </a:extLst>
            </p:cNvPr>
            <p:cNvSpPr/>
            <p:nvPr/>
          </p:nvSpPr>
          <p:spPr>
            <a:xfrm>
              <a:off x="99419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9" name="Freeform: Shape 1268">
              <a:extLst>
                <a:ext uri="{FF2B5EF4-FFF2-40B4-BE49-F238E27FC236}">
                  <a16:creationId xmlns:a16="http://schemas.microsoft.com/office/drawing/2014/main" id="{83FD92F8-7C23-536C-4806-A0746FE0ED48}"/>
                </a:ext>
              </a:extLst>
            </p:cNvPr>
            <p:cNvSpPr/>
            <p:nvPr/>
          </p:nvSpPr>
          <p:spPr>
            <a:xfrm>
              <a:off x="88954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0" name="Freeform: Shape 1269">
              <a:extLst>
                <a:ext uri="{FF2B5EF4-FFF2-40B4-BE49-F238E27FC236}">
                  <a16:creationId xmlns:a16="http://schemas.microsoft.com/office/drawing/2014/main" id="{F8EB3481-A293-9E52-1710-B6EE8C34C8DF}"/>
                </a:ext>
              </a:extLst>
            </p:cNvPr>
            <p:cNvSpPr/>
            <p:nvPr/>
          </p:nvSpPr>
          <p:spPr>
            <a:xfrm>
              <a:off x="879079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1" name="Freeform: Shape 1270">
              <a:extLst>
                <a:ext uri="{FF2B5EF4-FFF2-40B4-BE49-F238E27FC236}">
                  <a16:creationId xmlns:a16="http://schemas.microsoft.com/office/drawing/2014/main" id="{1E992952-6A8A-70D2-21E5-A0B9E1EF6EEF}"/>
                </a:ext>
              </a:extLst>
            </p:cNvPr>
            <p:cNvSpPr/>
            <p:nvPr/>
          </p:nvSpPr>
          <p:spPr>
            <a:xfrm>
              <a:off x="8685796" y="5128903"/>
              <a:ext cx="52675" cy="52682"/>
            </a:xfrm>
            <a:custGeom>
              <a:avLst/>
              <a:gdLst>
                <a:gd name="connsiteX0" fmla="*/ 52675 w 52675"/>
                <a:gd name="connsiteY0" fmla="*/ 26861 h 52682"/>
                <a:gd name="connsiteX1" fmla="*/ 52675 w 52675"/>
                <a:gd name="connsiteY1" fmla="*/ 24070 h 52682"/>
                <a:gd name="connsiteX2" fmla="*/ 47094 w 52675"/>
                <a:gd name="connsiteY2" fmla="*/ 10465 h 52682"/>
                <a:gd name="connsiteX3" fmla="*/ 45001 w 52675"/>
                <a:gd name="connsiteY3" fmla="*/ 8023 h 52682"/>
                <a:gd name="connsiteX4" fmla="*/ 42559 w 52675"/>
                <a:gd name="connsiteY4" fmla="*/ 5930 h 52682"/>
                <a:gd name="connsiteX5" fmla="*/ 37675 w 52675"/>
                <a:gd name="connsiteY5" fmla="*/ 2790 h 52682"/>
                <a:gd name="connsiteX6" fmla="*/ 29652 w 52675"/>
                <a:gd name="connsiteY6" fmla="*/ 349 h 52682"/>
                <a:gd name="connsiteX7" fmla="*/ 26163 w 52675"/>
                <a:gd name="connsiteY7" fmla="*/ 0 h 52682"/>
                <a:gd name="connsiteX8" fmla="*/ 23373 w 52675"/>
                <a:gd name="connsiteY8" fmla="*/ 0 h 52682"/>
                <a:gd name="connsiteX9" fmla="*/ 13605 w 52675"/>
                <a:gd name="connsiteY9" fmla="*/ 3139 h 52682"/>
                <a:gd name="connsiteX10" fmla="*/ 11512 w 52675"/>
                <a:gd name="connsiteY10" fmla="*/ 4535 h 52682"/>
                <a:gd name="connsiteX11" fmla="*/ 0 w 52675"/>
                <a:gd name="connsiteY11" fmla="*/ 23721 h 52682"/>
                <a:gd name="connsiteX12" fmla="*/ 0 w 52675"/>
                <a:gd name="connsiteY12" fmla="*/ 26512 h 52682"/>
                <a:gd name="connsiteX13" fmla="*/ 0 w 52675"/>
                <a:gd name="connsiteY13" fmla="*/ 26512 h 52682"/>
                <a:gd name="connsiteX14" fmla="*/ 349 w 52675"/>
                <a:gd name="connsiteY14" fmla="*/ 30349 h 52682"/>
                <a:gd name="connsiteX15" fmla="*/ 1047 w 52675"/>
                <a:gd name="connsiteY15" fmla="*/ 34186 h 52682"/>
                <a:gd name="connsiteX16" fmla="*/ 26163 w 52675"/>
                <a:gd name="connsiteY16" fmla="*/ 52675 h 52682"/>
                <a:gd name="connsiteX17" fmla="*/ 52675 w 52675"/>
                <a:gd name="connsiteY17" fmla="*/ 26861 h 52682"/>
                <a:gd name="connsiteX18" fmla="*/ 52675 w 52675"/>
                <a:gd name="connsiteY18" fmla="*/ 26861 h 5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675" h="52682">
                  <a:moveTo>
                    <a:pt x="52675" y="26861"/>
                  </a:moveTo>
                  <a:cubicBezTo>
                    <a:pt x="52675" y="25814"/>
                    <a:pt x="52675" y="25116"/>
                    <a:pt x="52675" y="24070"/>
                  </a:cubicBezTo>
                  <a:cubicBezTo>
                    <a:pt x="52326" y="19186"/>
                    <a:pt x="50234" y="14302"/>
                    <a:pt x="47094" y="10465"/>
                  </a:cubicBezTo>
                  <a:cubicBezTo>
                    <a:pt x="46396" y="9767"/>
                    <a:pt x="45699" y="8721"/>
                    <a:pt x="45001" y="8023"/>
                  </a:cubicBezTo>
                  <a:cubicBezTo>
                    <a:pt x="44304" y="7326"/>
                    <a:pt x="43605" y="6628"/>
                    <a:pt x="42559" y="5930"/>
                  </a:cubicBezTo>
                  <a:cubicBezTo>
                    <a:pt x="41163" y="4883"/>
                    <a:pt x="39419" y="3837"/>
                    <a:pt x="37675" y="2790"/>
                  </a:cubicBezTo>
                  <a:cubicBezTo>
                    <a:pt x="35233" y="1744"/>
                    <a:pt x="32442" y="698"/>
                    <a:pt x="29652" y="349"/>
                  </a:cubicBezTo>
                  <a:cubicBezTo>
                    <a:pt x="28606" y="349"/>
                    <a:pt x="27559" y="0"/>
                    <a:pt x="26163" y="0"/>
                  </a:cubicBezTo>
                  <a:cubicBezTo>
                    <a:pt x="25117" y="0"/>
                    <a:pt x="24419" y="0"/>
                    <a:pt x="23373" y="0"/>
                  </a:cubicBezTo>
                  <a:cubicBezTo>
                    <a:pt x="19885" y="349"/>
                    <a:pt x="16396" y="1395"/>
                    <a:pt x="13605" y="3139"/>
                  </a:cubicBezTo>
                  <a:cubicBezTo>
                    <a:pt x="12908" y="3488"/>
                    <a:pt x="12209" y="3837"/>
                    <a:pt x="11512" y="4535"/>
                  </a:cubicBezTo>
                  <a:cubicBezTo>
                    <a:pt x="5233" y="8721"/>
                    <a:pt x="1047" y="15698"/>
                    <a:pt x="0" y="23721"/>
                  </a:cubicBezTo>
                  <a:cubicBezTo>
                    <a:pt x="0" y="24768"/>
                    <a:pt x="0" y="25465"/>
                    <a:pt x="0" y="26512"/>
                  </a:cubicBezTo>
                  <a:cubicBezTo>
                    <a:pt x="0" y="26512"/>
                    <a:pt x="0" y="26512"/>
                    <a:pt x="0" y="26512"/>
                  </a:cubicBezTo>
                  <a:cubicBezTo>
                    <a:pt x="0" y="27907"/>
                    <a:pt x="0" y="28954"/>
                    <a:pt x="349" y="30349"/>
                  </a:cubicBezTo>
                  <a:cubicBezTo>
                    <a:pt x="698" y="31744"/>
                    <a:pt x="698" y="33140"/>
                    <a:pt x="1047" y="34186"/>
                  </a:cubicBezTo>
                  <a:cubicBezTo>
                    <a:pt x="4187" y="45000"/>
                    <a:pt x="14303" y="52675"/>
                    <a:pt x="26163" y="52675"/>
                  </a:cubicBezTo>
                  <a:cubicBezTo>
                    <a:pt x="40815" y="53024"/>
                    <a:pt x="52675" y="41163"/>
                    <a:pt x="52675" y="26861"/>
                  </a:cubicBezTo>
                  <a:cubicBezTo>
                    <a:pt x="52675" y="26861"/>
                    <a:pt x="52675" y="26861"/>
                    <a:pt x="52675" y="26861"/>
                  </a:cubicBezTo>
                  <a:close/>
                </a:path>
              </a:pathLst>
            </a:custGeom>
            <a:grpFill/>
            <a:ln w="3488" cap="flat">
              <a:noFill/>
              <a:prstDash val="solid"/>
              <a:miter/>
            </a:ln>
          </p:spPr>
          <p:txBody>
            <a:bodyPr rtlCol="0" anchor="ctr"/>
            <a:lstStyle/>
            <a:p>
              <a:endParaRPr lang="en-ID"/>
            </a:p>
          </p:txBody>
        </p:sp>
        <p:sp>
          <p:nvSpPr>
            <p:cNvPr id="1272" name="Freeform: Shape 1271">
              <a:extLst>
                <a:ext uri="{FF2B5EF4-FFF2-40B4-BE49-F238E27FC236}">
                  <a16:creationId xmlns:a16="http://schemas.microsoft.com/office/drawing/2014/main" id="{3EC15FAD-2FDB-34C4-1ECD-59E5D04021CF}"/>
                </a:ext>
              </a:extLst>
            </p:cNvPr>
            <p:cNvSpPr/>
            <p:nvPr/>
          </p:nvSpPr>
          <p:spPr>
            <a:xfrm>
              <a:off x="8581493"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73" name="Freeform: Shape 1272">
              <a:extLst>
                <a:ext uri="{FF2B5EF4-FFF2-40B4-BE49-F238E27FC236}">
                  <a16:creationId xmlns:a16="http://schemas.microsoft.com/office/drawing/2014/main" id="{7FF2FF1B-141A-0EF5-4613-CAF8617DE6F6}"/>
                </a:ext>
              </a:extLst>
            </p:cNvPr>
            <p:cNvSpPr/>
            <p:nvPr/>
          </p:nvSpPr>
          <p:spPr>
            <a:xfrm rot="21046898">
              <a:off x="8581647" y="3978308"/>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274" name="Freeform: Shape 1273">
              <a:extLst>
                <a:ext uri="{FF2B5EF4-FFF2-40B4-BE49-F238E27FC236}">
                  <a16:creationId xmlns:a16="http://schemas.microsoft.com/office/drawing/2014/main" id="{CA7AB5C1-57D8-95FD-E5AA-F3D885F5A107}"/>
                </a:ext>
              </a:extLst>
            </p:cNvPr>
            <p:cNvSpPr/>
            <p:nvPr/>
          </p:nvSpPr>
          <p:spPr>
            <a:xfrm>
              <a:off x="847684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5" name="Freeform: Shape 1274">
              <a:extLst>
                <a:ext uri="{FF2B5EF4-FFF2-40B4-BE49-F238E27FC236}">
                  <a16:creationId xmlns:a16="http://schemas.microsoft.com/office/drawing/2014/main" id="{B7472546-1241-9275-0325-A519622DD980}"/>
                </a:ext>
              </a:extLst>
            </p:cNvPr>
            <p:cNvSpPr/>
            <p:nvPr/>
          </p:nvSpPr>
          <p:spPr>
            <a:xfrm>
              <a:off x="8372188"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6" name="Freeform: Shape 1275">
              <a:extLst>
                <a:ext uri="{FF2B5EF4-FFF2-40B4-BE49-F238E27FC236}">
                  <a16:creationId xmlns:a16="http://schemas.microsoft.com/office/drawing/2014/main" id="{DB15AAA1-9AFD-A49F-4C8C-97C0F5C2279E}"/>
                </a:ext>
              </a:extLst>
            </p:cNvPr>
            <p:cNvSpPr/>
            <p:nvPr/>
          </p:nvSpPr>
          <p:spPr>
            <a:xfrm>
              <a:off x="79535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7" name="Freeform: Shape 1276">
              <a:extLst>
                <a:ext uri="{FF2B5EF4-FFF2-40B4-BE49-F238E27FC236}">
                  <a16:creationId xmlns:a16="http://schemas.microsoft.com/office/drawing/2014/main" id="{F0474351-512F-22EC-35F7-4F046846FC57}"/>
                </a:ext>
              </a:extLst>
            </p:cNvPr>
            <p:cNvSpPr/>
            <p:nvPr/>
          </p:nvSpPr>
          <p:spPr>
            <a:xfrm>
              <a:off x="774427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8" name="Freeform: Shape 1277">
              <a:extLst>
                <a:ext uri="{FF2B5EF4-FFF2-40B4-BE49-F238E27FC236}">
                  <a16:creationId xmlns:a16="http://schemas.microsoft.com/office/drawing/2014/main" id="{7BFB429D-C851-5CC5-029C-A7418E466B7C}"/>
                </a:ext>
              </a:extLst>
            </p:cNvPr>
            <p:cNvSpPr/>
            <p:nvPr/>
          </p:nvSpPr>
          <p:spPr>
            <a:xfrm>
              <a:off x="72210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9" name="Freeform: Shape 1278">
              <a:extLst>
                <a:ext uri="{FF2B5EF4-FFF2-40B4-BE49-F238E27FC236}">
                  <a16:creationId xmlns:a16="http://schemas.microsoft.com/office/drawing/2014/main" id="{EE948038-5CDE-ADF6-BA6C-A35360F06E37}"/>
                </a:ext>
              </a:extLst>
            </p:cNvPr>
            <p:cNvSpPr/>
            <p:nvPr/>
          </p:nvSpPr>
          <p:spPr>
            <a:xfrm>
              <a:off x="7011708"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80" name="Freeform: Shape 1279">
              <a:extLst>
                <a:ext uri="{FF2B5EF4-FFF2-40B4-BE49-F238E27FC236}">
                  <a16:creationId xmlns:a16="http://schemas.microsoft.com/office/drawing/2014/main" id="{97343170-C489-DB26-F239-F162ACCD5184}"/>
                </a:ext>
              </a:extLst>
            </p:cNvPr>
            <p:cNvSpPr/>
            <p:nvPr/>
          </p:nvSpPr>
          <p:spPr>
            <a:xfrm>
              <a:off x="69070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1" name="Freeform: Shape 1280">
              <a:extLst>
                <a:ext uri="{FF2B5EF4-FFF2-40B4-BE49-F238E27FC236}">
                  <a16:creationId xmlns:a16="http://schemas.microsoft.com/office/drawing/2014/main" id="{08E30F77-004C-65ED-AC2F-446F271D64DD}"/>
                </a:ext>
              </a:extLst>
            </p:cNvPr>
            <p:cNvSpPr/>
            <p:nvPr/>
          </p:nvSpPr>
          <p:spPr>
            <a:xfrm>
              <a:off x="6697751"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2" name="Freeform: Shape 1281">
              <a:extLst>
                <a:ext uri="{FF2B5EF4-FFF2-40B4-BE49-F238E27FC236}">
                  <a16:creationId xmlns:a16="http://schemas.microsoft.com/office/drawing/2014/main" id="{6969D70E-C862-0CA9-B326-DA2F4A55A0F4}"/>
                </a:ext>
              </a:extLst>
            </p:cNvPr>
            <p:cNvSpPr/>
            <p:nvPr/>
          </p:nvSpPr>
          <p:spPr>
            <a:xfrm>
              <a:off x="1182571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3" name="Freeform: Shape 1282">
              <a:extLst>
                <a:ext uri="{FF2B5EF4-FFF2-40B4-BE49-F238E27FC236}">
                  <a16:creationId xmlns:a16="http://schemas.microsoft.com/office/drawing/2014/main" id="{46E41F96-E918-CA43-608F-959646EC8066}"/>
                </a:ext>
              </a:extLst>
            </p:cNvPr>
            <p:cNvSpPr/>
            <p:nvPr/>
          </p:nvSpPr>
          <p:spPr>
            <a:xfrm>
              <a:off x="8162884" y="5024948"/>
              <a:ext cx="51986" cy="52326"/>
            </a:xfrm>
            <a:custGeom>
              <a:avLst/>
              <a:gdLst>
                <a:gd name="connsiteX0" fmla="*/ 31396 w 51986"/>
                <a:gd name="connsiteY0" fmla="*/ 698 h 52326"/>
                <a:gd name="connsiteX1" fmla="*/ 26163 w 51986"/>
                <a:gd name="connsiteY1" fmla="*/ 0 h 52326"/>
                <a:gd name="connsiteX2" fmla="*/ 26163 w 51986"/>
                <a:gd name="connsiteY2" fmla="*/ 0 h 52326"/>
                <a:gd name="connsiteX3" fmla="*/ 26163 w 51986"/>
                <a:gd name="connsiteY3" fmla="*/ 0 h 52326"/>
                <a:gd name="connsiteX4" fmla="*/ 0 w 51986"/>
                <a:gd name="connsiteY4" fmla="*/ 26163 h 52326"/>
                <a:gd name="connsiteX5" fmla="*/ 13604 w 51986"/>
                <a:gd name="connsiteY5" fmla="*/ 49187 h 52326"/>
                <a:gd name="connsiteX6" fmla="*/ 13954 w 51986"/>
                <a:gd name="connsiteY6" fmla="*/ 49535 h 52326"/>
                <a:gd name="connsiteX7" fmla="*/ 15698 w 51986"/>
                <a:gd name="connsiteY7" fmla="*/ 50233 h 52326"/>
                <a:gd name="connsiteX8" fmla="*/ 25814 w 51986"/>
                <a:gd name="connsiteY8" fmla="*/ 52326 h 52326"/>
                <a:gd name="connsiteX9" fmla="*/ 31047 w 51986"/>
                <a:gd name="connsiteY9" fmla="*/ 51629 h 52326"/>
                <a:gd name="connsiteX10" fmla="*/ 38023 w 51986"/>
                <a:gd name="connsiteY10" fmla="*/ 49187 h 52326"/>
                <a:gd name="connsiteX11" fmla="*/ 38373 w 51986"/>
                <a:gd name="connsiteY11" fmla="*/ 49187 h 52326"/>
                <a:gd name="connsiteX12" fmla="*/ 51977 w 51986"/>
                <a:gd name="connsiteY12" fmla="*/ 26163 h 52326"/>
                <a:gd name="connsiteX13" fmla="*/ 51977 w 51986"/>
                <a:gd name="connsiteY13" fmla="*/ 26163 h 52326"/>
                <a:gd name="connsiteX14" fmla="*/ 31396 w 51986"/>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6" h="52326">
                  <a:moveTo>
                    <a:pt x="31396" y="698"/>
                  </a:moveTo>
                  <a:cubicBezTo>
                    <a:pt x="29652" y="349"/>
                    <a:pt x="27907" y="0"/>
                    <a:pt x="26163" y="0"/>
                  </a:cubicBezTo>
                  <a:cubicBezTo>
                    <a:pt x="26163" y="0"/>
                    <a:pt x="26163" y="0"/>
                    <a:pt x="26163" y="0"/>
                  </a:cubicBezTo>
                  <a:cubicBezTo>
                    <a:pt x="26163" y="0"/>
                    <a:pt x="26163" y="0"/>
                    <a:pt x="26163" y="0"/>
                  </a:cubicBezTo>
                  <a:cubicBezTo>
                    <a:pt x="11860" y="0"/>
                    <a:pt x="0" y="11861"/>
                    <a:pt x="0" y="26163"/>
                  </a:cubicBezTo>
                  <a:cubicBezTo>
                    <a:pt x="0" y="35931"/>
                    <a:pt x="5582" y="44652"/>
                    <a:pt x="13604" y="49187"/>
                  </a:cubicBezTo>
                  <a:cubicBezTo>
                    <a:pt x="13604" y="49187"/>
                    <a:pt x="13954" y="49187"/>
                    <a:pt x="13954" y="49535"/>
                  </a:cubicBezTo>
                  <a:cubicBezTo>
                    <a:pt x="14651" y="49884"/>
                    <a:pt x="15000" y="50233"/>
                    <a:pt x="15698" y="50233"/>
                  </a:cubicBezTo>
                  <a:cubicBezTo>
                    <a:pt x="18837" y="51629"/>
                    <a:pt x="22325" y="52326"/>
                    <a:pt x="25814" y="52326"/>
                  </a:cubicBezTo>
                  <a:cubicBezTo>
                    <a:pt x="27558" y="52326"/>
                    <a:pt x="29302" y="51977"/>
                    <a:pt x="31047" y="51629"/>
                  </a:cubicBezTo>
                  <a:cubicBezTo>
                    <a:pt x="33489" y="51279"/>
                    <a:pt x="35931" y="50233"/>
                    <a:pt x="38023" y="49187"/>
                  </a:cubicBezTo>
                  <a:cubicBezTo>
                    <a:pt x="38023"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84" name="Freeform: Shape 1283">
              <a:extLst>
                <a:ext uri="{FF2B5EF4-FFF2-40B4-BE49-F238E27FC236}">
                  <a16:creationId xmlns:a16="http://schemas.microsoft.com/office/drawing/2014/main" id="{B7D3BF3B-4708-60AF-B5E0-00C50123C34C}"/>
                </a:ext>
              </a:extLst>
            </p:cNvPr>
            <p:cNvSpPr/>
            <p:nvPr/>
          </p:nvSpPr>
          <p:spPr>
            <a:xfrm>
              <a:off x="962801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lnTo>
                    <a:pt x="52326" y="26163"/>
                  </a:lnTo>
                  <a:cubicBezTo>
                    <a:pt x="52326" y="11861"/>
                    <a:pt x="40466" y="0"/>
                    <a:pt x="26163" y="0"/>
                  </a:cubicBezTo>
                  <a:lnTo>
                    <a:pt x="26163" y="0"/>
                  </a:ln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85" name="Freeform: Shape 1284">
              <a:extLst>
                <a:ext uri="{FF2B5EF4-FFF2-40B4-BE49-F238E27FC236}">
                  <a16:creationId xmlns:a16="http://schemas.microsoft.com/office/drawing/2014/main" id="{A2A5B120-629B-942D-9A87-D18F3E25DDA2}"/>
                </a:ext>
              </a:extLst>
            </p:cNvPr>
            <p:cNvSpPr/>
            <p:nvPr/>
          </p:nvSpPr>
          <p:spPr>
            <a:xfrm>
              <a:off x="8372188" y="2617944"/>
              <a:ext cx="52326" cy="52326"/>
            </a:xfrm>
            <a:custGeom>
              <a:avLst/>
              <a:gdLst>
                <a:gd name="connsiteX0" fmla="*/ 31396 w 52326"/>
                <a:gd name="connsiteY0" fmla="*/ 349 h 52326"/>
                <a:gd name="connsiteX1" fmla="*/ 26163 w 52326"/>
                <a:gd name="connsiteY1" fmla="*/ 0 h 52326"/>
                <a:gd name="connsiteX2" fmla="*/ 26163 w 52326"/>
                <a:gd name="connsiteY2" fmla="*/ 0 h 52326"/>
                <a:gd name="connsiteX3" fmla="*/ 0 w 52326"/>
                <a:gd name="connsiteY3" fmla="*/ 26163 h 52326"/>
                <a:gd name="connsiteX4" fmla="*/ 18489 w 52326"/>
                <a:gd name="connsiteY4" fmla="*/ 51280 h 52326"/>
                <a:gd name="connsiteX5" fmla="*/ 26163 w 52326"/>
                <a:gd name="connsiteY5" fmla="*/ 52326 h 52326"/>
                <a:gd name="connsiteX6" fmla="*/ 52326 w 52326"/>
                <a:gd name="connsiteY6" fmla="*/ 26163 h 52326"/>
                <a:gd name="connsiteX7" fmla="*/ 52326 w 52326"/>
                <a:gd name="connsiteY7" fmla="*/ 26163 h 52326"/>
                <a:gd name="connsiteX8" fmla="*/ 31396 w 52326"/>
                <a:gd name="connsiteY8" fmla="*/ 34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1396" y="349"/>
                  </a:moveTo>
                  <a:cubicBezTo>
                    <a:pt x="29652" y="0"/>
                    <a:pt x="27907" y="0"/>
                    <a:pt x="26163" y="0"/>
                  </a:cubicBezTo>
                  <a:lnTo>
                    <a:pt x="26163" y="0"/>
                  </a:lnTo>
                  <a:cubicBezTo>
                    <a:pt x="11860" y="0"/>
                    <a:pt x="0" y="11861"/>
                    <a:pt x="0" y="26163"/>
                  </a:cubicBezTo>
                  <a:cubicBezTo>
                    <a:pt x="0" y="38024"/>
                    <a:pt x="7674" y="47791"/>
                    <a:pt x="18489" y="51280"/>
                  </a:cubicBezTo>
                  <a:cubicBezTo>
                    <a:pt x="20930" y="51977"/>
                    <a:pt x="23721" y="52326"/>
                    <a:pt x="26163" y="52326"/>
                  </a:cubicBezTo>
                  <a:cubicBezTo>
                    <a:pt x="40466" y="52326"/>
                    <a:pt x="52326" y="40466"/>
                    <a:pt x="52326" y="26163"/>
                  </a:cubicBezTo>
                  <a:lnTo>
                    <a:pt x="52326" y="26163"/>
                  </a:lnTo>
                  <a:cubicBezTo>
                    <a:pt x="52326" y="13605"/>
                    <a:pt x="43256" y="2791"/>
                    <a:pt x="31396" y="349"/>
                  </a:cubicBezTo>
                  <a:close/>
                </a:path>
              </a:pathLst>
            </a:custGeom>
            <a:grpFill/>
            <a:ln w="3488" cap="flat">
              <a:noFill/>
              <a:prstDash val="solid"/>
              <a:miter/>
            </a:ln>
          </p:spPr>
          <p:txBody>
            <a:bodyPr rtlCol="0" anchor="ctr"/>
            <a:lstStyle/>
            <a:p>
              <a:endParaRPr lang="en-ID"/>
            </a:p>
          </p:txBody>
        </p:sp>
        <p:sp>
          <p:nvSpPr>
            <p:cNvPr id="1286" name="Freeform: Shape 1285">
              <a:extLst>
                <a:ext uri="{FF2B5EF4-FFF2-40B4-BE49-F238E27FC236}">
                  <a16:creationId xmlns:a16="http://schemas.microsoft.com/office/drawing/2014/main" id="{1C5B9184-5BD0-1056-4090-AB47627BC720}"/>
                </a:ext>
              </a:extLst>
            </p:cNvPr>
            <p:cNvSpPr/>
            <p:nvPr/>
          </p:nvSpPr>
          <p:spPr>
            <a:xfrm>
              <a:off x="983732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7" name="Freeform: Shape 1286">
              <a:extLst>
                <a:ext uri="{FF2B5EF4-FFF2-40B4-BE49-F238E27FC236}">
                  <a16:creationId xmlns:a16="http://schemas.microsoft.com/office/drawing/2014/main" id="{0C193015-254F-E9F7-35DF-844017B219EA}"/>
                </a:ext>
              </a:extLst>
            </p:cNvPr>
            <p:cNvSpPr/>
            <p:nvPr/>
          </p:nvSpPr>
          <p:spPr>
            <a:xfrm>
              <a:off x="1119780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8" name="Freeform: Shape 1287">
              <a:extLst>
                <a:ext uri="{FF2B5EF4-FFF2-40B4-BE49-F238E27FC236}">
                  <a16:creationId xmlns:a16="http://schemas.microsoft.com/office/drawing/2014/main" id="{29A327C9-5FEC-A0F5-D8A9-5392A0B65947}"/>
                </a:ext>
              </a:extLst>
            </p:cNvPr>
            <p:cNvSpPr/>
            <p:nvPr/>
          </p:nvSpPr>
          <p:spPr>
            <a:xfrm>
              <a:off x="1077919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9" name="Freeform: Shape 1288">
              <a:extLst>
                <a:ext uri="{FF2B5EF4-FFF2-40B4-BE49-F238E27FC236}">
                  <a16:creationId xmlns:a16="http://schemas.microsoft.com/office/drawing/2014/main" id="{A750E91B-E499-80F9-45FD-3A0A75D8B965}"/>
                </a:ext>
              </a:extLst>
            </p:cNvPr>
            <p:cNvSpPr/>
            <p:nvPr/>
          </p:nvSpPr>
          <p:spPr>
            <a:xfrm>
              <a:off x="941871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0" name="Freeform: Shape 1289">
              <a:extLst>
                <a:ext uri="{FF2B5EF4-FFF2-40B4-BE49-F238E27FC236}">
                  <a16:creationId xmlns:a16="http://schemas.microsoft.com/office/drawing/2014/main" id="{4B13227F-5ACC-44AD-1796-F5E14DDC5119}"/>
                </a:ext>
              </a:extLst>
            </p:cNvPr>
            <p:cNvSpPr/>
            <p:nvPr/>
          </p:nvSpPr>
          <p:spPr>
            <a:xfrm>
              <a:off x="931406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1" name="Freeform: Shape 1290">
              <a:extLst>
                <a:ext uri="{FF2B5EF4-FFF2-40B4-BE49-F238E27FC236}">
                  <a16:creationId xmlns:a16="http://schemas.microsoft.com/office/drawing/2014/main" id="{7372EE9C-9B1C-F78E-B538-F02E6BC3FAE2}"/>
                </a:ext>
              </a:extLst>
            </p:cNvPr>
            <p:cNvSpPr/>
            <p:nvPr/>
          </p:nvSpPr>
          <p:spPr>
            <a:xfrm>
              <a:off x="868614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2" name="Freeform: Shape 1291">
              <a:extLst>
                <a:ext uri="{FF2B5EF4-FFF2-40B4-BE49-F238E27FC236}">
                  <a16:creationId xmlns:a16="http://schemas.microsoft.com/office/drawing/2014/main" id="{AA61B0E4-2F39-82BB-9D65-E4B877076511}"/>
                </a:ext>
              </a:extLst>
            </p:cNvPr>
            <p:cNvSpPr/>
            <p:nvPr/>
          </p:nvSpPr>
          <p:spPr>
            <a:xfrm>
              <a:off x="8581144" y="3350510"/>
              <a:ext cx="52326" cy="52326"/>
            </a:xfrm>
            <a:custGeom>
              <a:avLst/>
              <a:gdLst>
                <a:gd name="connsiteX0" fmla="*/ 13256 w 52326"/>
                <a:gd name="connsiteY0" fmla="*/ 48838 h 52326"/>
                <a:gd name="connsiteX1" fmla="*/ 14652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2 w 52326"/>
                <a:gd name="connsiteY6" fmla="*/ 3140 h 52326"/>
                <a:gd name="connsiteX7" fmla="*/ 38373 w 52326"/>
                <a:gd name="connsiteY7" fmla="*/ 3140 h 52326"/>
                <a:gd name="connsiteX8" fmla="*/ 36280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3" y="49535"/>
                    <a:pt x="14652" y="49535"/>
                  </a:cubicBezTo>
                  <a:cubicBezTo>
                    <a:pt x="16745" y="50582"/>
                    <a:pt x="18838" y="51280"/>
                    <a:pt x="20930" y="51628"/>
                  </a:cubicBezTo>
                  <a:cubicBezTo>
                    <a:pt x="22675" y="51977"/>
                    <a:pt x="24419" y="52326"/>
                    <a:pt x="26163" y="52326"/>
                  </a:cubicBezTo>
                  <a:lnTo>
                    <a:pt x="26163" y="52326"/>
                  </a:lnTo>
                  <a:cubicBezTo>
                    <a:pt x="40466" y="52326"/>
                    <a:pt x="52326" y="40465"/>
                    <a:pt x="52326" y="26163"/>
                  </a:cubicBezTo>
                  <a:cubicBezTo>
                    <a:pt x="52326" y="16396"/>
                    <a:pt x="46745" y="7675"/>
                    <a:pt x="38722" y="3140"/>
                  </a:cubicBezTo>
                  <a:cubicBezTo>
                    <a:pt x="38722" y="3140"/>
                    <a:pt x="38373" y="3140"/>
                    <a:pt x="38373" y="3140"/>
                  </a:cubicBezTo>
                  <a:cubicBezTo>
                    <a:pt x="37675" y="2791"/>
                    <a:pt x="36978" y="2442"/>
                    <a:pt x="36280" y="2093"/>
                  </a:cubicBezTo>
                  <a:cubicBezTo>
                    <a:pt x="33140" y="698"/>
                    <a:pt x="29652" y="0"/>
                    <a:pt x="26163" y="0"/>
                  </a:cubicBezTo>
                  <a:cubicBezTo>
                    <a:pt x="11861" y="0"/>
                    <a:pt x="0" y="11861"/>
                    <a:pt x="0" y="26163"/>
                  </a:cubicBezTo>
                  <a:cubicBezTo>
                    <a:pt x="349" y="35931"/>
                    <a:pt x="5582" y="44303"/>
                    <a:pt x="13256" y="48838"/>
                  </a:cubicBezTo>
                  <a:close/>
                </a:path>
              </a:pathLst>
            </a:custGeom>
            <a:grpFill/>
            <a:ln w="3488" cap="flat">
              <a:noFill/>
              <a:prstDash val="solid"/>
              <a:miter/>
            </a:ln>
          </p:spPr>
          <p:txBody>
            <a:bodyPr rtlCol="0" anchor="ctr"/>
            <a:lstStyle/>
            <a:p>
              <a:endParaRPr lang="en-ID"/>
            </a:p>
          </p:txBody>
        </p:sp>
        <p:sp>
          <p:nvSpPr>
            <p:cNvPr id="1293" name="Freeform: Shape 1292">
              <a:extLst>
                <a:ext uri="{FF2B5EF4-FFF2-40B4-BE49-F238E27FC236}">
                  <a16:creationId xmlns:a16="http://schemas.microsoft.com/office/drawing/2014/main" id="{C7355D85-E9EA-C866-AA78-8DE0FDEDCBD2}"/>
                </a:ext>
              </a:extLst>
            </p:cNvPr>
            <p:cNvSpPr/>
            <p:nvPr/>
          </p:nvSpPr>
          <p:spPr>
            <a:xfrm>
              <a:off x="847684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4" name="Freeform: Shape 1293">
              <a:extLst>
                <a:ext uri="{FF2B5EF4-FFF2-40B4-BE49-F238E27FC236}">
                  <a16:creationId xmlns:a16="http://schemas.microsoft.com/office/drawing/2014/main" id="{AA7FD431-025D-4D1E-8327-DF1F9F4560B6}"/>
                </a:ext>
              </a:extLst>
            </p:cNvPr>
            <p:cNvSpPr/>
            <p:nvPr/>
          </p:nvSpPr>
          <p:spPr>
            <a:xfrm>
              <a:off x="847684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5" name="Freeform: Shape 1294">
              <a:extLst>
                <a:ext uri="{FF2B5EF4-FFF2-40B4-BE49-F238E27FC236}">
                  <a16:creationId xmlns:a16="http://schemas.microsoft.com/office/drawing/2014/main" id="{09C5E3D3-5362-78FF-ADC2-9C2FD5E2CCE2}"/>
                </a:ext>
              </a:extLst>
            </p:cNvPr>
            <p:cNvSpPr/>
            <p:nvPr/>
          </p:nvSpPr>
          <p:spPr>
            <a:xfrm>
              <a:off x="8372188"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1744"/>
                    <a:pt x="1744" y="36628"/>
                    <a:pt x="4535" y="40814"/>
                  </a:cubicBezTo>
                  <a:cubicBezTo>
                    <a:pt x="9070" y="47791"/>
                    <a:pt x="17093" y="52326"/>
                    <a:pt x="26163" y="52326"/>
                  </a:cubicBezTo>
                  <a:cubicBezTo>
                    <a:pt x="40466" y="52326"/>
                    <a:pt x="52326" y="40465"/>
                    <a:pt x="52326" y="26163"/>
                  </a:cubicBezTo>
                  <a:lnTo>
                    <a:pt x="52326" y="26163"/>
                  </a:ln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296" name="Freeform: Shape 1295">
              <a:extLst>
                <a:ext uri="{FF2B5EF4-FFF2-40B4-BE49-F238E27FC236}">
                  <a16:creationId xmlns:a16="http://schemas.microsoft.com/office/drawing/2014/main" id="{D8BE31CE-3A9F-4513-690A-F24B170CB3EE}"/>
                </a:ext>
              </a:extLst>
            </p:cNvPr>
            <p:cNvSpPr/>
            <p:nvPr/>
          </p:nvSpPr>
          <p:spPr>
            <a:xfrm>
              <a:off x="6907055"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7" name="Freeform: Shape 1296">
              <a:extLst>
                <a:ext uri="{FF2B5EF4-FFF2-40B4-BE49-F238E27FC236}">
                  <a16:creationId xmlns:a16="http://schemas.microsoft.com/office/drawing/2014/main" id="{3819A460-CBF2-3191-1F89-5673A248C459}"/>
                </a:ext>
              </a:extLst>
            </p:cNvPr>
            <p:cNvSpPr/>
            <p:nvPr/>
          </p:nvSpPr>
          <p:spPr>
            <a:xfrm>
              <a:off x="690705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8" name="Freeform: Shape 1297">
              <a:extLst>
                <a:ext uri="{FF2B5EF4-FFF2-40B4-BE49-F238E27FC236}">
                  <a16:creationId xmlns:a16="http://schemas.microsoft.com/office/drawing/2014/main" id="{E225A9A5-FCF9-7455-365A-AFF307DBAA06}"/>
                </a:ext>
              </a:extLst>
            </p:cNvPr>
            <p:cNvSpPr/>
            <p:nvPr/>
          </p:nvSpPr>
          <p:spPr>
            <a:xfrm>
              <a:off x="6488446"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9" name="Freeform: Shape 1298">
              <a:extLst>
                <a:ext uri="{FF2B5EF4-FFF2-40B4-BE49-F238E27FC236}">
                  <a16:creationId xmlns:a16="http://schemas.microsoft.com/office/drawing/2014/main" id="{6EC9E8C2-27ED-3AFA-9FC3-643CAA9F588F}"/>
                </a:ext>
              </a:extLst>
            </p:cNvPr>
            <p:cNvSpPr/>
            <p:nvPr/>
          </p:nvSpPr>
          <p:spPr>
            <a:xfrm>
              <a:off x="9523364"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8"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2326"/>
                    <a:pt x="51629" y="18838"/>
                    <a:pt x="50233" y="15698"/>
                  </a:cubicBezTo>
                  <a:close/>
                </a:path>
              </a:pathLst>
            </a:custGeom>
            <a:grpFill/>
            <a:ln w="3488" cap="flat">
              <a:noFill/>
              <a:prstDash val="solid"/>
              <a:miter/>
            </a:ln>
          </p:spPr>
          <p:txBody>
            <a:bodyPr rtlCol="0" anchor="ctr"/>
            <a:lstStyle/>
            <a:p>
              <a:endParaRPr lang="en-ID"/>
            </a:p>
          </p:txBody>
        </p:sp>
        <p:sp>
          <p:nvSpPr>
            <p:cNvPr id="1300" name="Freeform: Shape 1299">
              <a:extLst>
                <a:ext uri="{FF2B5EF4-FFF2-40B4-BE49-F238E27FC236}">
                  <a16:creationId xmlns:a16="http://schemas.microsoft.com/office/drawing/2014/main" id="{FF92BA29-712D-E854-49FB-8DA1C27B7102}"/>
                </a:ext>
              </a:extLst>
            </p:cNvPr>
            <p:cNvSpPr/>
            <p:nvPr/>
          </p:nvSpPr>
          <p:spPr>
            <a:xfrm>
              <a:off x="11197802" y="3978424"/>
              <a:ext cx="52326" cy="52326"/>
            </a:xfrm>
            <a:custGeom>
              <a:avLst/>
              <a:gdLst>
                <a:gd name="connsiteX0" fmla="*/ 52326 w 52326"/>
                <a:gd name="connsiteY0" fmla="*/ 26163 h 52326"/>
                <a:gd name="connsiteX1" fmla="*/ 49187 w 52326"/>
                <a:gd name="connsiteY1" fmla="*/ 13605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1628"/>
                    <a:pt x="51279" y="17442"/>
                    <a:pt x="49187" y="13605"/>
                  </a:cubicBezTo>
                  <a:cubicBezTo>
                    <a:pt x="44652" y="5581"/>
                    <a:pt x="36279"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1" name="Freeform: Shape 1300">
              <a:extLst>
                <a:ext uri="{FF2B5EF4-FFF2-40B4-BE49-F238E27FC236}">
                  <a16:creationId xmlns:a16="http://schemas.microsoft.com/office/drawing/2014/main" id="{2C104C3B-EB1C-C474-C154-8BD720866BBF}"/>
                </a:ext>
              </a:extLst>
            </p:cNvPr>
            <p:cNvSpPr/>
            <p:nvPr/>
          </p:nvSpPr>
          <p:spPr>
            <a:xfrm>
              <a:off x="10779193"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2" name="Freeform: Shape 1301">
              <a:extLst>
                <a:ext uri="{FF2B5EF4-FFF2-40B4-BE49-F238E27FC236}">
                  <a16:creationId xmlns:a16="http://schemas.microsoft.com/office/drawing/2014/main" id="{698C6A3B-6C98-30B3-6D24-1C0588CEAACC}"/>
                </a:ext>
              </a:extLst>
            </p:cNvPr>
            <p:cNvSpPr/>
            <p:nvPr/>
          </p:nvSpPr>
          <p:spPr>
            <a:xfrm>
              <a:off x="8162884" y="5129252"/>
              <a:ext cx="52326" cy="52326"/>
            </a:xfrm>
            <a:custGeom>
              <a:avLst/>
              <a:gdLst>
                <a:gd name="connsiteX0" fmla="*/ 38722 w 52326"/>
                <a:gd name="connsiteY0" fmla="*/ 3488 h 52326"/>
                <a:gd name="connsiteX1" fmla="*/ 38722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4 w 52326"/>
                <a:gd name="connsiteY5" fmla="*/ 49187 h 52326"/>
                <a:gd name="connsiteX6" fmla="*/ 26163 w 52326"/>
                <a:gd name="connsiteY6" fmla="*/ 52326 h 52326"/>
                <a:gd name="connsiteX7" fmla="*/ 52326 w 52326"/>
                <a:gd name="connsiteY7" fmla="*/ 26163 h 52326"/>
                <a:gd name="connsiteX8" fmla="*/ 38722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2" y="3488"/>
                  </a:moveTo>
                  <a:cubicBezTo>
                    <a:pt x="38373" y="3488"/>
                    <a:pt x="38373" y="3488"/>
                    <a:pt x="38722" y="3488"/>
                  </a:cubicBezTo>
                  <a:cubicBezTo>
                    <a:pt x="36279" y="2093"/>
                    <a:pt x="33837" y="1395"/>
                    <a:pt x="31396" y="698"/>
                  </a:cubicBezTo>
                  <a:cubicBezTo>
                    <a:pt x="29652" y="349"/>
                    <a:pt x="27907" y="0"/>
                    <a:pt x="26163" y="0"/>
                  </a:cubicBezTo>
                  <a:cubicBezTo>
                    <a:pt x="11860" y="0"/>
                    <a:pt x="0" y="11861"/>
                    <a:pt x="0" y="26163"/>
                  </a:cubicBezTo>
                  <a:cubicBezTo>
                    <a:pt x="0" y="35930"/>
                    <a:pt x="5582" y="44651"/>
                    <a:pt x="13604" y="49187"/>
                  </a:cubicBezTo>
                  <a:cubicBezTo>
                    <a:pt x="17442" y="51279"/>
                    <a:pt x="21628" y="52326"/>
                    <a:pt x="26163" y="52326"/>
                  </a:cubicBezTo>
                  <a:cubicBezTo>
                    <a:pt x="40466" y="52326"/>
                    <a:pt x="52326" y="40465"/>
                    <a:pt x="52326" y="26163"/>
                  </a:cubicBezTo>
                  <a:cubicBezTo>
                    <a:pt x="52326" y="16744"/>
                    <a:pt x="46744" y="8023"/>
                    <a:pt x="38722" y="3488"/>
                  </a:cubicBezTo>
                  <a:close/>
                </a:path>
              </a:pathLst>
            </a:custGeom>
            <a:grpFill/>
            <a:ln w="3488" cap="flat">
              <a:noFill/>
              <a:prstDash val="solid"/>
              <a:miter/>
            </a:ln>
          </p:spPr>
          <p:txBody>
            <a:bodyPr rtlCol="0" anchor="ctr"/>
            <a:lstStyle/>
            <a:p>
              <a:endParaRPr lang="en-ID"/>
            </a:p>
          </p:txBody>
        </p:sp>
        <p:sp>
          <p:nvSpPr>
            <p:cNvPr id="1303" name="Freeform: Shape 1302">
              <a:extLst>
                <a:ext uri="{FF2B5EF4-FFF2-40B4-BE49-F238E27FC236}">
                  <a16:creationId xmlns:a16="http://schemas.microsoft.com/office/drawing/2014/main" id="{1F67274F-8F65-99CC-D395-1F399D6C0793}"/>
                </a:ext>
              </a:extLst>
            </p:cNvPr>
            <p:cNvSpPr/>
            <p:nvPr/>
          </p:nvSpPr>
          <p:spPr>
            <a:xfrm>
              <a:off x="9418712"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6" y="52326"/>
                    <a:pt x="52326" y="40465"/>
                    <a:pt x="52326" y="26163"/>
                  </a:cubicBezTo>
                  <a:cubicBezTo>
                    <a:pt x="52326" y="26163"/>
                    <a:pt x="52326" y="26163"/>
                    <a:pt x="52326" y="26163"/>
                  </a:cubicBezTo>
                  <a:lnTo>
                    <a:pt x="52326" y="26163"/>
                  </a:lnTo>
                  <a:cubicBezTo>
                    <a:pt x="52326" y="11861"/>
                    <a:pt x="40466" y="0"/>
                    <a:pt x="26163" y="0"/>
                  </a:cubicBez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4" name="Freeform: Shape 1303">
              <a:extLst>
                <a:ext uri="{FF2B5EF4-FFF2-40B4-BE49-F238E27FC236}">
                  <a16:creationId xmlns:a16="http://schemas.microsoft.com/office/drawing/2014/main" id="{1225B405-2DCB-1F9B-B8DD-C0060211082D}"/>
                </a:ext>
              </a:extLst>
            </p:cNvPr>
            <p:cNvSpPr/>
            <p:nvPr/>
          </p:nvSpPr>
          <p:spPr>
            <a:xfrm>
              <a:off x="10151278"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0"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1" y="52326"/>
                    <a:pt x="26163" y="52326"/>
                  </a:cubicBezTo>
                  <a:cubicBezTo>
                    <a:pt x="40466"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1305" name="Freeform: Shape 1304">
              <a:extLst>
                <a:ext uri="{FF2B5EF4-FFF2-40B4-BE49-F238E27FC236}">
                  <a16:creationId xmlns:a16="http://schemas.microsoft.com/office/drawing/2014/main" id="{1EAE7148-307B-F687-EB6C-2F84DFF6B7C1}"/>
                </a:ext>
              </a:extLst>
            </p:cNvPr>
            <p:cNvSpPr/>
            <p:nvPr/>
          </p:nvSpPr>
          <p:spPr>
            <a:xfrm>
              <a:off x="9732669" y="5129600"/>
              <a:ext cx="52326" cy="52326"/>
            </a:xfrm>
            <a:custGeom>
              <a:avLst/>
              <a:gdLst>
                <a:gd name="connsiteX0" fmla="*/ 26163 w 52326"/>
                <a:gd name="connsiteY0" fmla="*/ 52326 h 52326"/>
                <a:gd name="connsiteX1" fmla="*/ 52326 w 52326"/>
                <a:gd name="connsiteY1" fmla="*/ 26163 h 52326"/>
                <a:gd name="connsiteX2" fmla="*/ 48489 w 52326"/>
                <a:gd name="connsiteY2" fmla="*/ 12209 h 52326"/>
                <a:gd name="connsiteX3" fmla="*/ 26163 w 52326"/>
                <a:gd name="connsiteY3" fmla="*/ 0 h 52326"/>
                <a:gd name="connsiteX4" fmla="*/ 0 w 52326"/>
                <a:gd name="connsiteY4" fmla="*/ 26163 h 52326"/>
                <a:gd name="connsiteX5" fmla="*/ 7674 w 52326"/>
                <a:gd name="connsiteY5" fmla="*/ 44652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0930"/>
                    <a:pt x="50931" y="16395"/>
                    <a:pt x="48489" y="12209"/>
                  </a:cubicBezTo>
                  <a:cubicBezTo>
                    <a:pt x="43954" y="4884"/>
                    <a:pt x="35582"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06" name="Freeform: Shape 1305">
              <a:extLst>
                <a:ext uri="{FF2B5EF4-FFF2-40B4-BE49-F238E27FC236}">
                  <a16:creationId xmlns:a16="http://schemas.microsoft.com/office/drawing/2014/main" id="{07E91AF0-949C-B8DE-07D5-C91B4C27441D}"/>
                </a:ext>
              </a:extLst>
            </p:cNvPr>
            <p:cNvSpPr/>
            <p:nvPr/>
          </p:nvSpPr>
          <p:spPr>
            <a:xfrm>
              <a:off x="12035021"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6" y="0"/>
                    <a:pt x="26163" y="0"/>
                  </a:cubicBezTo>
                  <a:cubicBezTo>
                    <a:pt x="18837" y="0"/>
                    <a:pt x="12559" y="2791"/>
                    <a:pt x="7674" y="7675"/>
                  </a:cubicBezTo>
                  <a:cubicBezTo>
                    <a:pt x="2791" y="12558"/>
                    <a:pt x="0" y="1883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7" name="Freeform: Shape 1306">
              <a:extLst>
                <a:ext uri="{FF2B5EF4-FFF2-40B4-BE49-F238E27FC236}">
                  <a16:creationId xmlns:a16="http://schemas.microsoft.com/office/drawing/2014/main" id="{4A6F829A-5CD3-AF1F-EC9F-2E7584472ED0}"/>
                </a:ext>
              </a:extLst>
            </p:cNvPr>
            <p:cNvSpPr/>
            <p:nvPr/>
          </p:nvSpPr>
          <p:spPr>
            <a:xfrm>
              <a:off x="1130245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8" name="Freeform: Shape 1307">
              <a:extLst>
                <a:ext uri="{FF2B5EF4-FFF2-40B4-BE49-F238E27FC236}">
                  <a16:creationId xmlns:a16="http://schemas.microsoft.com/office/drawing/2014/main" id="{BF1F407D-48DB-2A36-8357-D341174A8FC5}"/>
                </a:ext>
              </a:extLst>
            </p:cNvPr>
            <p:cNvSpPr/>
            <p:nvPr/>
          </p:nvSpPr>
          <p:spPr>
            <a:xfrm>
              <a:off x="1130245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9" name="Freeform: Shape 1308">
              <a:extLst>
                <a:ext uri="{FF2B5EF4-FFF2-40B4-BE49-F238E27FC236}">
                  <a16:creationId xmlns:a16="http://schemas.microsoft.com/office/drawing/2014/main" id="{9D2025FF-C798-1583-57B7-CB357711E06F}"/>
                </a:ext>
              </a:extLst>
            </p:cNvPr>
            <p:cNvSpPr/>
            <p:nvPr/>
          </p:nvSpPr>
          <p:spPr>
            <a:xfrm>
              <a:off x="1109315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0" name="Freeform: Shape 1309">
              <a:extLst>
                <a:ext uri="{FF2B5EF4-FFF2-40B4-BE49-F238E27FC236}">
                  <a16:creationId xmlns:a16="http://schemas.microsoft.com/office/drawing/2014/main" id="{18B27D48-4500-001B-78C9-FA0C971E1BA6}"/>
                </a:ext>
              </a:extLst>
            </p:cNvPr>
            <p:cNvSpPr/>
            <p:nvPr/>
          </p:nvSpPr>
          <p:spPr>
            <a:xfrm>
              <a:off x="1067454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1" name="Freeform: Shape 1310">
              <a:extLst>
                <a:ext uri="{FF2B5EF4-FFF2-40B4-BE49-F238E27FC236}">
                  <a16:creationId xmlns:a16="http://schemas.microsoft.com/office/drawing/2014/main" id="{A807EC9B-0053-49C9-4240-A3EDD63E2418}"/>
                </a:ext>
              </a:extLst>
            </p:cNvPr>
            <p:cNvSpPr/>
            <p:nvPr/>
          </p:nvSpPr>
          <p:spPr>
            <a:xfrm>
              <a:off x="10465236"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2" name="Freeform: Shape 1311">
              <a:extLst>
                <a:ext uri="{FF2B5EF4-FFF2-40B4-BE49-F238E27FC236}">
                  <a16:creationId xmlns:a16="http://schemas.microsoft.com/office/drawing/2014/main" id="{C4538B73-D2A9-F31D-294A-BA655284E5BC}"/>
                </a:ext>
              </a:extLst>
            </p:cNvPr>
            <p:cNvSpPr/>
            <p:nvPr/>
          </p:nvSpPr>
          <p:spPr>
            <a:xfrm>
              <a:off x="10465236"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3" name="Freeform: Shape 1312">
              <a:extLst>
                <a:ext uri="{FF2B5EF4-FFF2-40B4-BE49-F238E27FC236}">
                  <a16:creationId xmlns:a16="http://schemas.microsoft.com/office/drawing/2014/main" id="{CCE3C05F-98A7-9094-8D05-3E648BAB9919}"/>
                </a:ext>
              </a:extLst>
            </p:cNvPr>
            <p:cNvSpPr/>
            <p:nvPr/>
          </p:nvSpPr>
          <p:spPr>
            <a:xfrm>
              <a:off x="1151175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4" name="Freeform: Shape 1313">
              <a:extLst>
                <a:ext uri="{FF2B5EF4-FFF2-40B4-BE49-F238E27FC236}">
                  <a16:creationId xmlns:a16="http://schemas.microsoft.com/office/drawing/2014/main" id="{3E39860E-167C-B7CA-22E0-1DE2EA56D436}"/>
                </a:ext>
              </a:extLst>
            </p:cNvPr>
            <p:cNvSpPr/>
            <p:nvPr/>
          </p:nvSpPr>
          <p:spPr>
            <a:xfrm>
              <a:off x="1151175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5" name="Freeform: Shape 1314">
              <a:extLst>
                <a:ext uri="{FF2B5EF4-FFF2-40B4-BE49-F238E27FC236}">
                  <a16:creationId xmlns:a16="http://schemas.microsoft.com/office/drawing/2014/main" id="{6CEB3236-75A9-F3FA-C350-306A646B28F0}"/>
                </a:ext>
              </a:extLst>
            </p:cNvPr>
            <p:cNvSpPr/>
            <p:nvPr/>
          </p:nvSpPr>
          <p:spPr>
            <a:xfrm>
              <a:off x="1119780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16" name="Freeform: Shape 1315">
              <a:extLst>
                <a:ext uri="{FF2B5EF4-FFF2-40B4-BE49-F238E27FC236}">
                  <a16:creationId xmlns:a16="http://schemas.microsoft.com/office/drawing/2014/main" id="{70ACF9E2-6669-20FC-AFF0-6B748CA6462F}"/>
                </a:ext>
              </a:extLst>
            </p:cNvPr>
            <p:cNvSpPr/>
            <p:nvPr/>
          </p:nvSpPr>
          <p:spPr>
            <a:xfrm>
              <a:off x="1119780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7" name="Freeform: Shape 1316">
              <a:extLst>
                <a:ext uri="{FF2B5EF4-FFF2-40B4-BE49-F238E27FC236}">
                  <a16:creationId xmlns:a16="http://schemas.microsoft.com/office/drawing/2014/main" id="{05807E82-C93A-1B4F-2F2D-A9252CD36A64}"/>
                </a:ext>
              </a:extLst>
            </p:cNvPr>
            <p:cNvSpPr/>
            <p:nvPr/>
          </p:nvSpPr>
          <p:spPr>
            <a:xfrm>
              <a:off x="1098849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18" name="Freeform: Shape 1317">
              <a:extLst>
                <a:ext uri="{FF2B5EF4-FFF2-40B4-BE49-F238E27FC236}">
                  <a16:creationId xmlns:a16="http://schemas.microsoft.com/office/drawing/2014/main" id="{4307793E-C852-1496-69F8-D60FC56970E6}"/>
                </a:ext>
              </a:extLst>
            </p:cNvPr>
            <p:cNvSpPr/>
            <p:nvPr/>
          </p:nvSpPr>
          <p:spPr>
            <a:xfrm>
              <a:off x="10151278"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19" name="Freeform: Shape 1318">
              <a:extLst>
                <a:ext uri="{FF2B5EF4-FFF2-40B4-BE49-F238E27FC236}">
                  <a16:creationId xmlns:a16="http://schemas.microsoft.com/office/drawing/2014/main" id="{BA541AE0-23BB-B1D5-9C38-E15976CD3722}"/>
                </a:ext>
              </a:extLst>
            </p:cNvPr>
            <p:cNvSpPr/>
            <p:nvPr/>
          </p:nvSpPr>
          <p:spPr>
            <a:xfrm>
              <a:off x="8686145"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0" name="Freeform: Shape 1319">
              <a:extLst>
                <a:ext uri="{FF2B5EF4-FFF2-40B4-BE49-F238E27FC236}">
                  <a16:creationId xmlns:a16="http://schemas.microsoft.com/office/drawing/2014/main" id="{875761C5-6D8A-8C60-B858-4EAB69DA812E}"/>
                </a:ext>
              </a:extLst>
            </p:cNvPr>
            <p:cNvSpPr/>
            <p:nvPr/>
          </p:nvSpPr>
          <p:spPr>
            <a:xfrm>
              <a:off x="795357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1" name="Freeform: Shape 1320">
              <a:extLst>
                <a:ext uri="{FF2B5EF4-FFF2-40B4-BE49-F238E27FC236}">
                  <a16:creationId xmlns:a16="http://schemas.microsoft.com/office/drawing/2014/main" id="{4EDAC570-E0E7-34D8-7136-EF9A080A37FF}"/>
                </a:ext>
              </a:extLst>
            </p:cNvPr>
            <p:cNvSpPr/>
            <p:nvPr/>
          </p:nvSpPr>
          <p:spPr>
            <a:xfrm>
              <a:off x="77442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22" name="Freeform: Shape 1321">
              <a:extLst>
                <a:ext uri="{FF2B5EF4-FFF2-40B4-BE49-F238E27FC236}">
                  <a16:creationId xmlns:a16="http://schemas.microsoft.com/office/drawing/2014/main" id="{4C47E4AB-829D-DF1D-6801-6A0E23548679}"/>
                </a:ext>
              </a:extLst>
            </p:cNvPr>
            <p:cNvSpPr/>
            <p:nvPr/>
          </p:nvSpPr>
          <p:spPr>
            <a:xfrm>
              <a:off x="74303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3" name="Freeform: Shape 1322">
              <a:extLst>
                <a:ext uri="{FF2B5EF4-FFF2-40B4-BE49-F238E27FC236}">
                  <a16:creationId xmlns:a16="http://schemas.microsoft.com/office/drawing/2014/main" id="{01E3CEC5-7D4B-8A19-FAD4-37825D96C8EE}"/>
                </a:ext>
              </a:extLst>
            </p:cNvPr>
            <p:cNvSpPr/>
            <p:nvPr/>
          </p:nvSpPr>
          <p:spPr>
            <a:xfrm>
              <a:off x="701170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4" name="Freeform: Shape 1323">
              <a:extLst>
                <a:ext uri="{FF2B5EF4-FFF2-40B4-BE49-F238E27FC236}">
                  <a16:creationId xmlns:a16="http://schemas.microsoft.com/office/drawing/2014/main" id="{FB427159-385D-7B1A-20C4-48F6E11D21E7}"/>
                </a:ext>
              </a:extLst>
            </p:cNvPr>
            <p:cNvSpPr/>
            <p:nvPr/>
          </p:nvSpPr>
          <p:spPr>
            <a:xfrm>
              <a:off x="6907055"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5"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25" name="Freeform: Shape 1324">
              <a:extLst>
                <a:ext uri="{FF2B5EF4-FFF2-40B4-BE49-F238E27FC236}">
                  <a16:creationId xmlns:a16="http://schemas.microsoft.com/office/drawing/2014/main" id="{CCA79865-AB79-1D41-A6D5-00D8FF511805}"/>
                </a:ext>
              </a:extLst>
            </p:cNvPr>
            <p:cNvSpPr/>
            <p:nvPr/>
          </p:nvSpPr>
          <p:spPr>
            <a:xfrm>
              <a:off x="6069836" y="4711340"/>
              <a:ext cx="52326" cy="52326"/>
            </a:xfrm>
            <a:custGeom>
              <a:avLst/>
              <a:gdLst>
                <a:gd name="connsiteX0" fmla="*/ 2791 w 52326"/>
                <a:gd name="connsiteY0" fmla="*/ 37326 h 52326"/>
                <a:gd name="connsiteX1" fmla="*/ 23372 w 52326"/>
                <a:gd name="connsiteY1" fmla="*/ 51977 h 52326"/>
                <a:gd name="connsiteX2" fmla="*/ 26512 w 52326"/>
                <a:gd name="connsiteY2" fmla="*/ 52326 h 52326"/>
                <a:gd name="connsiteX3" fmla="*/ 26512 w 52326"/>
                <a:gd name="connsiteY3" fmla="*/ 52326 h 52326"/>
                <a:gd name="connsiteX4" fmla="*/ 29652 w 52326"/>
                <a:gd name="connsiteY4" fmla="*/ 51977 h 52326"/>
                <a:gd name="connsiteX5" fmla="*/ 45001 w 52326"/>
                <a:gd name="connsiteY5" fmla="*/ 44652 h 52326"/>
                <a:gd name="connsiteX6" fmla="*/ 45001 w 52326"/>
                <a:gd name="connsiteY6" fmla="*/ 44652 h 52326"/>
                <a:gd name="connsiteX7" fmla="*/ 49884 w 52326"/>
                <a:gd name="connsiteY7" fmla="*/ 37675 h 52326"/>
                <a:gd name="connsiteX8" fmla="*/ 52326 w 52326"/>
                <a:gd name="connsiteY8" fmla="*/ 28954 h 52326"/>
                <a:gd name="connsiteX9" fmla="*/ 52326 w 52326"/>
                <a:gd name="connsiteY9" fmla="*/ 26163 h 52326"/>
                <a:gd name="connsiteX10" fmla="*/ 52326 w 52326"/>
                <a:gd name="connsiteY10" fmla="*/ 23372 h 52326"/>
                <a:gd name="connsiteX11" fmla="*/ 49187 w 52326"/>
                <a:gd name="connsiteY11" fmla="*/ 13605 h 52326"/>
                <a:gd name="connsiteX12" fmla="*/ 46396 w 52326"/>
                <a:gd name="connsiteY12" fmla="*/ 9419 h 52326"/>
                <a:gd name="connsiteX13" fmla="*/ 26163 w 52326"/>
                <a:gd name="connsiteY13" fmla="*/ 0 h 52326"/>
                <a:gd name="connsiteX14" fmla="*/ 26163 w 52326"/>
                <a:gd name="connsiteY14" fmla="*/ 0 h 52326"/>
                <a:gd name="connsiteX15" fmla="*/ 7674 w 52326"/>
                <a:gd name="connsiteY15" fmla="*/ 7675 h 52326"/>
                <a:gd name="connsiteX16" fmla="*/ 3140 w 52326"/>
                <a:gd name="connsiteY16" fmla="*/ 13605 h 52326"/>
                <a:gd name="connsiteX17" fmla="*/ 0 w 52326"/>
                <a:gd name="connsiteY17" fmla="*/ 23372 h 52326"/>
                <a:gd name="connsiteX18" fmla="*/ 0 w 52326"/>
                <a:gd name="connsiteY18" fmla="*/ 26163 h 52326"/>
                <a:gd name="connsiteX19" fmla="*/ 0 w 52326"/>
                <a:gd name="connsiteY19" fmla="*/ 28954 h 52326"/>
                <a:gd name="connsiteX20" fmla="*/ 2791 w 52326"/>
                <a:gd name="connsiteY20" fmla="*/ 3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2791" y="37326"/>
                  </a:moveTo>
                  <a:cubicBezTo>
                    <a:pt x="6628" y="45349"/>
                    <a:pt x="14302" y="50931"/>
                    <a:pt x="23372" y="51977"/>
                  </a:cubicBezTo>
                  <a:cubicBezTo>
                    <a:pt x="24419" y="51977"/>
                    <a:pt x="25466"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7"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395" y="34535"/>
                    <a:pt x="2791" y="37326"/>
                  </a:cubicBezTo>
                  <a:close/>
                </a:path>
              </a:pathLst>
            </a:custGeom>
            <a:grpFill/>
            <a:ln w="3488" cap="flat">
              <a:noFill/>
              <a:prstDash val="solid"/>
              <a:miter/>
            </a:ln>
          </p:spPr>
          <p:txBody>
            <a:bodyPr rtlCol="0" anchor="ctr"/>
            <a:lstStyle/>
            <a:p>
              <a:endParaRPr lang="en-ID"/>
            </a:p>
          </p:txBody>
        </p:sp>
        <p:sp>
          <p:nvSpPr>
            <p:cNvPr id="1326" name="Freeform: Shape 1325">
              <a:extLst>
                <a:ext uri="{FF2B5EF4-FFF2-40B4-BE49-F238E27FC236}">
                  <a16:creationId xmlns:a16="http://schemas.microsoft.com/office/drawing/2014/main" id="{215401F2-88A6-A1A2-1DE0-257B5093215A}"/>
                </a:ext>
              </a:extLst>
            </p:cNvPr>
            <p:cNvSpPr/>
            <p:nvPr/>
          </p:nvSpPr>
          <p:spPr>
            <a:xfrm>
              <a:off x="11511759"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0" y="52326"/>
                    <a:pt x="26163" y="52326"/>
                  </a:cubicBez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1327" name="Freeform: Shape 1326">
              <a:extLst>
                <a:ext uri="{FF2B5EF4-FFF2-40B4-BE49-F238E27FC236}">
                  <a16:creationId xmlns:a16="http://schemas.microsoft.com/office/drawing/2014/main" id="{A9F8122D-0F08-E182-B441-41CAAD6A43AD}"/>
                </a:ext>
              </a:extLst>
            </p:cNvPr>
            <p:cNvSpPr/>
            <p:nvPr/>
          </p:nvSpPr>
          <p:spPr>
            <a:xfrm>
              <a:off x="10151278"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28" name="Freeform: Shape 1327">
              <a:extLst>
                <a:ext uri="{FF2B5EF4-FFF2-40B4-BE49-F238E27FC236}">
                  <a16:creationId xmlns:a16="http://schemas.microsoft.com/office/drawing/2014/main" id="{293C1B43-3E02-0664-4FC4-3D346D0D38D3}"/>
                </a:ext>
              </a:extLst>
            </p:cNvPr>
            <p:cNvSpPr/>
            <p:nvPr/>
          </p:nvSpPr>
          <p:spPr>
            <a:xfrm>
              <a:off x="10255931" y="4815643"/>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29" name="Freeform: Shape 1328">
              <a:extLst>
                <a:ext uri="{FF2B5EF4-FFF2-40B4-BE49-F238E27FC236}">
                  <a16:creationId xmlns:a16="http://schemas.microsoft.com/office/drawing/2014/main" id="{1FABFF00-86C9-A7CD-242A-2C1CBB993473}"/>
                </a:ext>
              </a:extLst>
            </p:cNvPr>
            <p:cNvSpPr/>
            <p:nvPr/>
          </p:nvSpPr>
          <p:spPr>
            <a:xfrm>
              <a:off x="1203502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0" name="Freeform: Shape 1329">
              <a:extLst>
                <a:ext uri="{FF2B5EF4-FFF2-40B4-BE49-F238E27FC236}">
                  <a16:creationId xmlns:a16="http://schemas.microsoft.com/office/drawing/2014/main" id="{6E401994-B747-E734-5BDB-B5157C97DA3F}"/>
                </a:ext>
              </a:extLst>
            </p:cNvPr>
            <p:cNvSpPr/>
            <p:nvPr/>
          </p:nvSpPr>
          <p:spPr>
            <a:xfrm>
              <a:off x="117210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1" name="Freeform: Shape 1330">
              <a:extLst>
                <a:ext uri="{FF2B5EF4-FFF2-40B4-BE49-F238E27FC236}">
                  <a16:creationId xmlns:a16="http://schemas.microsoft.com/office/drawing/2014/main" id="{345508A5-BC38-4C73-245F-3B6BE10B2F19}"/>
                </a:ext>
              </a:extLst>
            </p:cNvPr>
            <p:cNvSpPr/>
            <p:nvPr/>
          </p:nvSpPr>
          <p:spPr>
            <a:xfrm>
              <a:off x="1130245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32" name="Freeform: Shape 1331">
              <a:extLst>
                <a:ext uri="{FF2B5EF4-FFF2-40B4-BE49-F238E27FC236}">
                  <a16:creationId xmlns:a16="http://schemas.microsoft.com/office/drawing/2014/main" id="{16099FD2-0D2E-8883-AB5D-30878A21FE42}"/>
                </a:ext>
              </a:extLst>
            </p:cNvPr>
            <p:cNvSpPr/>
            <p:nvPr/>
          </p:nvSpPr>
          <p:spPr>
            <a:xfrm>
              <a:off x="1067454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33" name="Freeform: Shape 1332">
              <a:extLst>
                <a:ext uri="{FF2B5EF4-FFF2-40B4-BE49-F238E27FC236}">
                  <a16:creationId xmlns:a16="http://schemas.microsoft.com/office/drawing/2014/main" id="{D7FD3632-2511-FFA3-1894-5791FB61B9CE}"/>
                </a:ext>
              </a:extLst>
            </p:cNvPr>
            <p:cNvSpPr/>
            <p:nvPr/>
          </p:nvSpPr>
          <p:spPr>
            <a:xfrm>
              <a:off x="1025593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4" name="Freeform: Shape 1333">
              <a:extLst>
                <a:ext uri="{FF2B5EF4-FFF2-40B4-BE49-F238E27FC236}">
                  <a16:creationId xmlns:a16="http://schemas.microsoft.com/office/drawing/2014/main" id="{57F7C29B-3F9C-2CC9-42F6-05AC9DE1C43B}"/>
                </a:ext>
              </a:extLst>
            </p:cNvPr>
            <p:cNvSpPr/>
            <p:nvPr/>
          </p:nvSpPr>
          <p:spPr>
            <a:xfrm>
              <a:off x="983732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5" name="Freeform: Shape 1334">
              <a:extLst>
                <a:ext uri="{FF2B5EF4-FFF2-40B4-BE49-F238E27FC236}">
                  <a16:creationId xmlns:a16="http://schemas.microsoft.com/office/drawing/2014/main" id="{3AE4BE74-AB76-863F-D90B-D935A230ADD3}"/>
                </a:ext>
              </a:extLst>
            </p:cNvPr>
            <p:cNvSpPr/>
            <p:nvPr/>
          </p:nvSpPr>
          <p:spPr>
            <a:xfrm>
              <a:off x="1151175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6" name="Freeform: Shape 1335">
              <a:extLst>
                <a:ext uri="{FF2B5EF4-FFF2-40B4-BE49-F238E27FC236}">
                  <a16:creationId xmlns:a16="http://schemas.microsoft.com/office/drawing/2014/main" id="{DF785BE6-160F-8283-7C5D-32B383AF2242}"/>
                </a:ext>
              </a:extLst>
            </p:cNvPr>
            <p:cNvSpPr/>
            <p:nvPr/>
          </p:nvSpPr>
          <p:spPr>
            <a:xfrm>
              <a:off x="1119780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7" name="Freeform: Shape 1336">
              <a:extLst>
                <a:ext uri="{FF2B5EF4-FFF2-40B4-BE49-F238E27FC236}">
                  <a16:creationId xmlns:a16="http://schemas.microsoft.com/office/drawing/2014/main" id="{E490534B-5191-BB96-AC12-CBC6F4184929}"/>
                </a:ext>
              </a:extLst>
            </p:cNvPr>
            <p:cNvSpPr/>
            <p:nvPr/>
          </p:nvSpPr>
          <p:spPr>
            <a:xfrm>
              <a:off x="1077919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8" name="Freeform: Shape 1337">
              <a:extLst>
                <a:ext uri="{FF2B5EF4-FFF2-40B4-BE49-F238E27FC236}">
                  <a16:creationId xmlns:a16="http://schemas.microsoft.com/office/drawing/2014/main" id="{74531435-9643-895C-B75B-89540256D65B}"/>
                </a:ext>
              </a:extLst>
            </p:cNvPr>
            <p:cNvSpPr/>
            <p:nvPr/>
          </p:nvSpPr>
          <p:spPr>
            <a:xfrm>
              <a:off x="889545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9" name="Freeform: Shape 1338">
              <a:extLst>
                <a:ext uri="{FF2B5EF4-FFF2-40B4-BE49-F238E27FC236}">
                  <a16:creationId xmlns:a16="http://schemas.microsoft.com/office/drawing/2014/main" id="{E2C600D1-F506-FCF8-0600-F186BE2463FD}"/>
                </a:ext>
              </a:extLst>
            </p:cNvPr>
            <p:cNvSpPr/>
            <p:nvPr/>
          </p:nvSpPr>
          <p:spPr>
            <a:xfrm>
              <a:off x="879079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0" name="Freeform: Shape 1339">
              <a:extLst>
                <a:ext uri="{FF2B5EF4-FFF2-40B4-BE49-F238E27FC236}">
                  <a16:creationId xmlns:a16="http://schemas.microsoft.com/office/drawing/2014/main" id="{BED2D564-41EF-9252-ECAA-BF6ED9E3AAA3}"/>
                </a:ext>
              </a:extLst>
            </p:cNvPr>
            <p:cNvSpPr/>
            <p:nvPr/>
          </p:nvSpPr>
          <p:spPr>
            <a:xfrm rot="21046898">
              <a:off x="8581663" y="492019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341" name="Freeform: Shape 1340">
              <a:extLst>
                <a:ext uri="{FF2B5EF4-FFF2-40B4-BE49-F238E27FC236}">
                  <a16:creationId xmlns:a16="http://schemas.microsoft.com/office/drawing/2014/main" id="{92BB1D80-BC69-CCBC-4858-0430086010A1}"/>
                </a:ext>
              </a:extLst>
            </p:cNvPr>
            <p:cNvSpPr/>
            <p:nvPr/>
          </p:nvSpPr>
          <p:spPr>
            <a:xfrm>
              <a:off x="805823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2" name="Freeform: Shape 1341">
              <a:extLst>
                <a:ext uri="{FF2B5EF4-FFF2-40B4-BE49-F238E27FC236}">
                  <a16:creationId xmlns:a16="http://schemas.microsoft.com/office/drawing/2014/main" id="{DC51BAA4-4B29-DD4F-9026-077EF0D5662A}"/>
                </a:ext>
              </a:extLst>
            </p:cNvPr>
            <p:cNvSpPr/>
            <p:nvPr/>
          </p:nvSpPr>
          <p:spPr>
            <a:xfrm>
              <a:off x="6383793"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3" name="Freeform: Shape 1342">
              <a:extLst>
                <a:ext uri="{FF2B5EF4-FFF2-40B4-BE49-F238E27FC236}">
                  <a16:creationId xmlns:a16="http://schemas.microsoft.com/office/drawing/2014/main" id="{49563B0D-BB70-E34B-7D40-115392C176E1}"/>
                </a:ext>
              </a:extLst>
            </p:cNvPr>
            <p:cNvSpPr/>
            <p:nvPr/>
          </p:nvSpPr>
          <p:spPr>
            <a:xfrm>
              <a:off x="61744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4" name="Freeform: Shape 1343">
              <a:extLst>
                <a:ext uri="{FF2B5EF4-FFF2-40B4-BE49-F238E27FC236}">
                  <a16:creationId xmlns:a16="http://schemas.microsoft.com/office/drawing/2014/main" id="{70499F5C-9C46-56BA-B7DB-C3EDDB2806F6}"/>
                </a:ext>
              </a:extLst>
            </p:cNvPr>
            <p:cNvSpPr/>
            <p:nvPr/>
          </p:nvSpPr>
          <p:spPr>
            <a:xfrm>
              <a:off x="1172106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5" name="Freeform: Shape 1344">
              <a:extLst>
                <a:ext uri="{FF2B5EF4-FFF2-40B4-BE49-F238E27FC236}">
                  <a16:creationId xmlns:a16="http://schemas.microsoft.com/office/drawing/2014/main" id="{3C04735B-7E88-5CF5-7302-C779B2093B5E}"/>
                </a:ext>
              </a:extLst>
            </p:cNvPr>
            <p:cNvSpPr/>
            <p:nvPr/>
          </p:nvSpPr>
          <p:spPr>
            <a:xfrm>
              <a:off x="8895450" y="4920296"/>
              <a:ext cx="52326" cy="52326"/>
            </a:xfrm>
            <a:custGeom>
              <a:avLst/>
              <a:gdLst>
                <a:gd name="connsiteX0" fmla="*/ 26163 w 52326"/>
                <a:gd name="connsiteY0" fmla="*/ 52326 h 52326"/>
                <a:gd name="connsiteX1" fmla="*/ 51279 w 52326"/>
                <a:gd name="connsiteY1" fmla="*/ 33837 h 52326"/>
                <a:gd name="connsiteX2" fmla="*/ 52326 w 52326"/>
                <a:gd name="connsiteY2" fmla="*/ 26163 h 52326"/>
                <a:gd name="connsiteX3" fmla="*/ 26163 w 52326"/>
                <a:gd name="connsiteY3" fmla="*/ 0 h 52326"/>
                <a:gd name="connsiteX4" fmla="*/ 1047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3" y="52326"/>
                    <a:pt x="47791" y="44652"/>
                    <a:pt x="51279" y="33837"/>
                  </a:cubicBezTo>
                  <a:cubicBezTo>
                    <a:pt x="51977" y="31396"/>
                    <a:pt x="52326" y="28605"/>
                    <a:pt x="52326" y="26163"/>
                  </a:cubicBez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46" name="Freeform: Shape 1345">
              <a:extLst>
                <a:ext uri="{FF2B5EF4-FFF2-40B4-BE49-F238E27FC236}">
                  <a16:creationId xmlns:a16="http://schemas.microsoft.com/office/drawing/2014/main" id="{AEEB829C-295F-1F56-9364-828ED94D66B9}"/>
                </a:ext>
              </a:extLst>
            </p:cNvPr>
            <p:cNvSpPr/>
            <p:nvPr/>
          </p:nvSpPr>
          <p:spPr>
            <a:xfrm>
              <a:off x="12139673" y="4606338"/>
              <a:ext cx="52326" cy="52326"/>
            </a:xfrm>
            <a:custGeom>
              <a:avLst/>
              <a:gdLst>
                <a:gd name="connsiteX0" fmla="*/ 26163 w 52326"/>
                <a:gd name="connsiteY0" fmla="*/ 0 h 52326"/>
                <a:gd name="connsiteX1" fmla="*/ 11512 w 52326"/>
                <a:gd name="connsiteY1" fmla="*/ 453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20581" y="0"/>
                    <a:pt x="15698" y="1744"/>
                    <a:pt x="11512" y="4535"/>
                  </a:cubicBezTo>
                  <a:cubicBezTo>
                    <a:pt x="4535" y="9070"/>
                    <a:pt x="0" y="17093"/>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47" name="Freeform: Shape 1346">
              <a:extLst>
                <a:ext uri="{FF2B5EF4-FFF2-40B4-BE49-F238E27FC236}">
                  <a16:creationId xmlns:a16="http://schemas.microsoft.com/office/drawing/2014/main" id="{0F5F27EC-5B8C-6A44-5083-26673C0D3FA4}"/>
                </a:ext>
              </a:extLst>
            </p:cNvPr>
            <p:cNvSpPr/>
            <p:nvPr/>
          </p:nvSpPr>
          <p:spPr>
            <a:xfrm>
              <a:off x="10779193"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3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6" y="52326"/>
                    <a:pt x="52326" y="40465"/>
                    <a:pt x="52326" y="26163"/>
                  </a:cubicBezTo>
                  <a:cubicBezTo>
                    <a:pt x="52326" y="16047"/>
                    <a:pt x="46396" y="7326"/>
                    <a:pt x="38023" y="2791"/>
                  </a:cubicBezTo>
                  <a:cubicBezTo>
                    <a:pt x="34535" y="1046"/>
                    <a:pt x="30349" y="0"/>
                    <a:pt x="26163" y="0"/>
                  </a:cubicBezTo>
                  <a:lnTo>
                    <a:pt x="26163" y="0"/>
                  </a:lnTo>
                  <a:cubicBezTo>
                    <a:pt x="11860"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48" name="Freeform: Shape 1347">
              <a:extLst>
                <a:ext uri="{FF2B5EF4-FFF2-40B4-BE49-F238E27FC236}">
                  <a16:creationId xmlns:a16="http://schemas.microsoft.com/office/drawing/2014/main" id="{1B929AAC-E1F8-D668-F26E-41DFB9AA096B}"/>
                </a:ext>
              </a:extLst>
            </p:cNvPr>
            <p:cNvSpPr/>
            <p:nvPr/>
          </p:nvSpPr>
          <p:spPr>
            <a:xfrm>
              <a:off x="1182571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49" name="Freeform: Shape 1348">
              <a:extLst>
                <a:ext uri="{FF2B5EF4-FFF2-40B4-BE49-F238E27FC236}">
                  <a16:creationId xmlns:a16="http://schemas.microsoft.com/office/drawing/2014/main" id="{B3819E34-DAB8-0592-2BC9-A9C198E87AB3}"/>
                </a:ext>
              </a:extLst>
            </p:cNvPr>
            <p:cNvSpPr/>
            <p:nvPr/>
          </p:nvSpPr>
          <p:spPr>
            <a:xfrm>
              <a:off x="12139673"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20930 w 52326"/>
                <a:gd name="connsiteY3" fmla="*/ 51628 h 52326"/>
                <a:gd name="connsiteX4" fmla="*/ 26163 w 52326"/>
                <a:gd name="connsiteY4" fmla="*/ 52326 h 52326"/>
                <a:gd name="connsiteX5" fmla="*/ 52326 w 52326"/>
                <a:gd name="connsiteY5" fmla="*/ 26163 h 52326"/>
                <a:gd name="connsiteX6" fmla="*/ 52326 w 52326"/>
                <a:gd name="connsiteY6" fmla="*/ 26163 h 52326"/>
                <a:gd name="connsiteX7" fmla="*/ 31396 w 52326"/>
                <a:gd name="connsiteY7"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1396" y="698"/>
                  </a:moveTo>
                  <a:cubicBezTo>
                    <a:pt x="29652" y="349"/>
                    <a:pt x="27907" y="0"/>
                    <a:pt x="26163" y="0"/>
                  </a:cubicBezTo>
                  <a:cubicBezTo>
                    <a:pt x="11860" y="0"/>
                    <a:pt x="0" y="11861"/>
                    <a:pt x="0" y="26163"/>
                  </a:cubicBezTo>
                  <a:cubicBezTo>
                    <a:pt x="0" y="38721"/>
                    <a:pt x="9070" y="49187"/>
                    <a:pt x="20930" y="51628"/>
                  </a:cubicBezTo>
                  <a:cubicBezTo>
                    <a:pt x="22675" y="51977"/>
                    <a:pt x="24419" y="52326"/>
                    <a:pt x="26163" y="52326"/>
                  </a:cubicBezTo>
                  <a:cubicBezTo>
                    <a:pt x="40466" y="52326"/>
                    <a:pt x="52326" y="40465"/>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350" name="Freeform: Shape 1349">
              <a:extLst>
                <a:ext uri="{FF2B5EF4-FFF2-40B4-BE49-F238E27FC236}">
                  <a16:creationId xmlns:a16="http://schemas.microsoft.com/office/drawing/2014/main" id="{79632538-2FE5-5AC4-85B8-E3FF459FE58D}"/>
                </a:ext>
              </a:extLst>
            </p:cNvPr>
            <p:cNvSpPr/>
            <p:nvPr/>
          </p:nvSpPr>
          <p:spPr>
            <a:xfrm>
              <a:off x="110931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1" name="Freeform: Shape 1350">
              <a:extLst>
                <a:ext uri="{FF2B5EF4-FFF2-40B4-BE49-F238E27FC236}">
                  <a16:creationId xmlns:a16="http://schemas.microsoft.com/office/drawing/2014/main" id="{30820EC6-4D88-7153-DE38-88C335449C6B}"/>
                </a:ext>
              </a:extLst>
            </p:cNvPr>
            <p:cNvSpPr/>
            <p:nvPr/>
          </p:nvSpPr>
          <p:spPr>
            <a:xfrm>
              <a:off x="108838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2" name="Freeform: Shape 1351">
              <a:extLst>
                <a:ext uri="{FF2B5EF4-FFF2-40B4-BE49-F238E27FC236}">
                  <a16:creationId xmlns:a16="http://schemas.microsoft.com/office/drawing/2014/main" id="{7C597CB2-F880-6B7B-2A3F-FF0AA20AE919}"/>
                </a:ext>
              </a:extLst>
            </p:cNvPr>
            <p:cNvSpPr/>
            <p:nvPr/>
          </p:nvSpPr>
          <p:spPr>
            <a:xfrm>
              <a:off x="1046523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3" name="Freeform: Shape 1352">
              <a:extLst>
                <a:ext uri="{FF2B5EF4-FFF2-40B4-BE49-F238E27FC236}">
                  <a16:creationId xmlns:a16="http://schemas.microsoft.com/office/drawing/2014/main" id="{BA3B2A8B-350F-87A5-4A24-C5FC06D0963F}"/>
                </a:ext>
              </a:extLst>
            </p:cNvPr>
            <p:cNvSpPr/>
            <p:nvPr/>
          </p:nvSpPr>
          <p:spPr>
            <a:xfrm>
              <a:off x="9941974"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5"/>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54" name="Freeform: Shape 1353">
              <a:extLst>
                <a:ext uri="{FF2B5EF4-FFF2-40B4-BE49-F238E27FC236}">
                  <a16:creationId xmlns:a16="http://schemas.microsoft.com/office/drawing/2014/main" id="{67581A2F-A6D7-21BF-316C-6A3388AB91A2}"/>
                </a:ext>
              </a:extLst>
            </p:cNvPr>
            <p:cNvSpPr/>
            <p:nvPr/>
          </p:nvSpPr>
          <p:spPr>
            <a:xfrm>
              <a:off x="879079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5" name="Freeform: Shape 1354">
              <a:extLst>
                <a:ext uri="{FF2B5EF4-FFF2-40B4-BE49-F238E27FC236}">
                  <a16:creationId xmlns:a16="http://schemas.microsoft.com/office/drawing/2014/main" id="{7529D964-3D63-2B2C-CCD7-E24E2C35403E}"/>
                </a:ext>
              </a:extLst>
            </p:cNvPr>
            <p:cNvSpPr/>
            <p:nvPr/>
          </p:nvSpPr>
          <p:spPr>
            <a:xfrm>
              <a:off x="77442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6" name="Freeform: Shape 1355">
              <a:extLst>
                <a:ext uri="{FF2B5EF4-FFF2-40B4-BE49-F238E27FC236}">
                  <a16:creationId xmlns:a16="http://schemas.microsoft.com/office/drawing/2014/main" id="{55136F8B-89F0-99B2-F8EB-6DEAD1A69A10}"/>
                </a:ext>
              </a:extLst>
            </p:cNvPr>
            <p:cNvSpPr/>
            <p:nvPr/>
          </p:nvSpPr>
          <p:spPr>
            <a:xfrm>
              <a:off x="753496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57" name="Freeform: Shape 1356">
              <a:extLst>
                <a:ext uri="{FF2B5EF4-FFF2-40B4-BE49-F238E27FC236}">
                  <a16:creationId xmlns:a16="http://schemas.microsoft.com/office/drawing/2014/main" id="{C7679216-1CFB-C9DE-85B1-1B00E4DC14CC}"/>
                </a:ext>
              </a:extLst>
            </p:cNvPr>
            <p:cNvSpPr/>
            <p:nvPr/>
          </p:nvSpPr>
          <p:spPr>
            <a:xfrm>
              <a:off x="7325665"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8" name="Freeform: Shape 1357">
              <a:extLst>
                <a:ext uri="{FF2B5EF4-FFF2-40B4-BE49-F238E27FC236}">
                  <a16:creationId xmlns:a16="http://schemas.microsoft.com/office/drawing/2014/main" id="{D7040C14-81B9-E786-EE83-8425D23DF03B}"/>
                </a:ext>
              </a:extLst>
            </p:cNvPr>
            <p:cNvSpPr/>
            <p:nvPr/>
          </p:nvSpPr>
          <p:spPr>
            <a:xfrm rot="17550026">
              <a:off x="7221191" y="45015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359" name="Freeform: Shape 1358">
              <a:extLst>
                <a:ext uri="{FF2B5EF4-FFF2-40B4-BE49-F238E27FC236}">
                  <a16:creationId xmlns:a16="http://schemas.microsoft.com/office/drawing/2014/main" id="{9C090459-1801-EE8B-04EC-046F28707D40}"/>
                </a:ext>
              </a:extLst>
            </p:cNvPr>
            <p:cNvSpPr/>
            <p:nvPr/>
          </p:nvSpPr>
          <p:spPr>
            <a:xfrm>
              <a:off x="6488446"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60" name="Freeform: Shape 1359">
              <a:extLst>
                <a:ext uri="{FF2B5EF4-FFF2-40B4-BE49-F238E27FC236}">
                  <a16:creationId xmlns:a16="http://schemas.microsoft.com/office/drawing/2014/main" id="{0F05B921-572E-BB4F-FED5-5645499583AA}"/>
                </a:ext>
              </a:extLst>
            </p:cNvPr>
            <p:cNvSpPr/>
            <p:nvPr/>
          </p:nvSpPr>
          <p:spPr>
            <a:xfrm>
              <a:off x="638379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1" name="Freeform: Shape 1360">
              <a:extLst>
                <a:ext uri="{FF2B5EF4-FFF2-40B4-BE49-F238E27FC236}">
                  <a16:creationId xmlns:a16="http://schemas.microsoft.com/office/drawing/2014/main" id="{DCF83CCF-21EA-0712-A8F7-C5695B7CA419}"/>
                </a:ext>
              </a:extLst>
            </p:cNvPr>
            <p:cNvSpPr/>
            <p:nvPr/>
          </p:nvSpPr>
          <p:spPr>
            <a:xfrm>
              <a:off x="7744274"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62" name="Freeform: Shape 1361">
              <a:extLst>
                <a:ext uri="{FF2B5EF4-FFF2-40B4-BE49-F238E27FC236}">
                  <a16:creationId xmlns:a16="http://schemas.microsoft.com/office/drawing/2014/main" id="{E21A853C-4226-E248-F3D1-106CA8050744}"/>
                </a:ext>
              </a:extLst>
            </p:cNvPr>
            <p:cNvSpPr/>
            <p:nvPr/>
          </p:nvSpPr>
          <p:spPr>
            <a:xfrm>
              <a:off x="11092801" y="1571420"/>
              <a:ext cx="52675" cy="52326"/>
            </a:xfrm>
            <a:custGeom>
              <a:avLst/>
              <a:gdLst>
                <a:gd name="connsiteX0" fmla="*/ 26512 w 52675"/>
                <a:gd name="connsiteY0" fmla="*/ 52326 h 52326"/>
                <a:gd name="connsiteX1" fmla="*/ 26512 w 52675"/>
                <a:gd name="connsiteY1" fmla="*/ 52326 h 52326"/>
                <a:gd name="connsiteX2" fmla="*/ 30350 w 52675"/>
                <a:gd name="connsiteY2" fmla="*/ 51977 h 52326"/>
                <a:gd name="connsiteX3" fmla="*/ 34187 w 52675"/>
                <a:gd name="connsiteY3" fmla="*/ 51280 h 52326"/>
                <a:gd name="connsiteX4" fmla="*/ 52675 w 52675"/>
                <a:gd name="connsiteY4" fmla="*/ 26163 h 52326"/>
                <a:gd name="connsiteX5" fmla="*/ 52675 w 52675"/>
                <a:gd name="connsiteY5" fmla="*/ 26163 h 52326"/>
                <a:gd name="connsiteX6" fmla="*/ 26512 w 52675"/>
                <a:gd name="connsiteY6" fmla="*/ 0 h 52326"/>
                <a:gd name="connsiteX7" fmla="*/ 26512 w 52675"/>
                <a:gd name="connsiteY7" fmla="*/ 0 h 52326"/>
                <a:gd name="connsiteX8" fmla="*/ 22326 w 52675"/>
                <a:gd name="connsiteY8" fmla="*/ 349 h 52326"/>
                <a:gd name="connsiteX9" fmla="*/ 18489 w 52675"/>
                <a:gd name="connsiteY9" fmla="*/ 1047 h 52326"/>
                <a:gd name="connsiteX10" fmla="*/ 0 w 52675"/>
                <a:gd name="connsiteY10" fmla="*/ 26163 h 52326"/>
                <a:gd name="connsiteX11" fmla="*/ 26512 w 52675"/>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75" h="52326">
                  <a:moveTo>
                    <a:pt x="26512" y="52326"/>
                  </a:moveTo>
                  <a:lnTo>
                    <a:pt x="26512" y="52326"/>
                  </a:lnTo>
                  <a:cubicBezTo>
                    <a:pt x="27907" y="52326"/>
                    <a:pt x="28954" y="52326"/>
                    <a:pt x="30350" y="51977"/>
                  </a:cubicBezTo>
                  <a:cubicBezTo>
                    <a:pt x="31745" y="51629"/>
                    <a:pt x="33140" y="51629"/>
                    <a:pt x="34187" y="51280"/>
                  </a:cubicBezTo>
                  <a:cubicBezTo>
                    <a:pt x="45001" y="48140"/>
                    <a:pt x="52675" y="38024"/>
                    <a:pt x="52675" y="26163"/>
                  </a:cubicBezTo>
                  <a:lnTo>
                    <a:pt x="52675" y="26163"/>
                  </a:lnTo>
                  <a:cubicBezTo>
                    <a:pt x="52675" y="11861"/>
                    <a:pt x="40815" y="0"/>
                    <a:pt x="26512" y="0"/>
                  </a:cubicBezTo>
                  <a:lnTo>
                    <a:pt x="26512" y="0"/>
                  </a:lnTo>
                  <a:cubicBezTo>
                    <a:pt x="25117" y="0"/>
                    <a:pt x="23721" y="0"/>
                    <a:pt x="22326" y="349"/>
                  </a:cubicBezTo>
                  <a:cubicBezTo>
                    <a:pt x="20930" y="698"/>
                    <a:pt x="19885" y="698"/>
                    <a:pt x="18489" y="1047"/>
                  </a:cubicBezTo>
                  <a:cubicBezTo>
                    <a:pt x="7675" y="4186"/>
                    <a:pt x="0" y="14302"/>
                    <a:pt x="0" y="26163"/>
                  </a:cubicBezTo>
                  <a:cubicBezTo>
                    <a:pt x="349" y="40466"/>
                    <a:pt x="12209" y="52326"/>
                    <a:pt x="26512" y="52326"/>
                  </a:cubicBezTo>
                  <a:close/>
                </a:path>
              </a:pathLst>
            </a:custGeom>
            <a:grpFill/>
            <a:ln w="3488" cap="flat">
              <a:noFill/>
              <a:prstDash val="solid"/>
              <a:miter/>
            </a:ln>
          </p:spPr>
          <p:txBody>
            <a:bodyPr rtlCol="0" anchor="ctr"/>
            <a:lstStyle/>
            <a:p>
              <a:endParaRPr lang="en-ID"/>
            </a:p>
          </p:txBody>
        </p:sp>
        <p:sp>
          <p:nvSpPr>
            <p:cNvPr id="1363" name="Freeform: Shape 1362">
              <a:extLst>
                <a:ext uri="{FF2B5EF4-FFF2-40B4-BE49-F238E27FC236}">
                  <a16:creationId xmlns:a16="http://schemas.microsoft.com/office/drawing/2014/main" id="{2BC6ADFF-6B45-C03F-F2FB-684237044750}"/>
                </a:ext>
              </a:extLst>
            </p:cNvPr>
            <p:cNvSpPr/>
            <p:nvPr/>
          </p:nvSpPr>
          <p:spPr>
            <a:xfrm>
              <a:off x="743031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64" name="Freeform: Shape 1363">
              <a:extLst>
                <a:ext uri="{FF2B5EF4-FFF2-40B4-BE49-F238E27FC236}">
                  <a16:creationId xmlns:a16="http://schemas.microsoft.com/office/drawing/2014/main" id="{37518EC6-4981-CBBF-B2FA-292692740E26}"/>
                </a:ext>
              </a:extLst>
            </p:cNvPr>
            <p:cNvSpPr/>
            <p:nvPr/>
          </p:nvSpPr>
          <p:spPr>
            <a:xfrm>
              <a:off x="10465236"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grpSp>
      <p:sp>
        <p:nvSpPr>
          <p:cNvPr id="6" name="Rectangle: Single Corner Rounded 5">
            <a:extLst>
              <a:ext uri="{FF2B5EF4-FFF2-40B4-BE49-F238E27FC236}">
                <a16:creationId xmlns:a16="http://schemas.microsoft.com/office/drawing/2014/main" id="{A3F7A279-66A9-F9BA-0DFE-D7DAD79868BE}"/>
              </a:ext>
            </a:extLst>
          </p:cNvPr>
          <p:cNvSpPr/>
          <p:nvPr/>
        </p:nvSpPr>
        <p:spPr>
          <a:xfrm rot="16200000" flipV="1">
            <a:off x="-3171305" y="3171305"/>
            <a:ext cx="6857940" cy="515329"/>
          </a:xfrm>
          <a:prstGeom prst="round1Rect">
            <a:avLst>
              <a:gd name="adj" fmla="val 50000"/>
            </a:avLst>
          </a:prstGeom>
          <a:solidFill>
            <a:schemeClr val="accent1">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TextBox 6">
            <a:extLst>
              <a:ext uri="{FF2B5EF4-FFF2-40B4-BE49-F238E27FC236}">
                <a16:creationId xmlns:a16="http://schemas.microsoft.com/office/drawing/2014/main" id="{38089783-4DA3-C8C5-34D1-A95F11A252D1}"/>
              </a:ext>
            </a:extLst>
          </p:cNvPr>
          <p:cNvSpPr txBox="1"/>
          <p:nvPr/>
        </p:nvSpPr>
        <p:spPr>
          <a:xfrm rot="16200000">
            <a:off x="-755749" y="879269"/>
            <a:ext cx="2026828" cy="246221"/>
          </a:xfrm>
          <a:prstGeom prst="rect">
            <a:avLst/>
          </a:prstGeom>
          <a:noFill/>
        </p:spPr>
        <p:txBody>
          <a:bodyPr wrap="square" rtlCol="0">
            <a:spAutoFit/>
          </a:bodyPr>
          <a:lstStyle/>
          <a:p>
            <a:pPr algn="ctr"/>
            <a:r>
              <a:rPr lang="en-US" sz="1000" spc="600">
                <a:solidFill>
                  <a:schemeClr val="bg1"/>
                </a:solidFill>
                <a:latin typeface="+mj-lt"/>
              </a:rPr>
              <a:t>EAI SYSTEMS</a:t>
            </a:r>
          </a:p>
        </p:txBody>
      </p:sp>
      <p:sp>
        <p:nvSpPr>
          <p:cNvPr id="8" name="Flowchart: Manual Input 7">
            <a:extLst>
              <a:ext uri="{FF2B5EF4-FFF2-40B4-BE49-F238E27FC236}">
                <a16:creationId xmlns:a16="http://schemas.microsoft.com/office/drawing/2014/main" id="{94016F7D-6252-8E17-4F05-036CBA1E0E6D}"/>
              </a:ext>
            </a:extLst>
          </p:cNvPr>
          <p:cNvSpPr/>
          <p:nvPr/>
        </p:nvSpPr>
        <p:spPr>
          <a:xfrm rot="10800000" flipV="1">
            <a:off x="0" y="6288789"/>
            <a:ext cx="515329" cy="569211"/>
          </a:xfrm>
          <a:prstGeom prst="flowChartManualInput">
            <a:avLst/>
          </a:prstGeom>
          <a:gradFill>
            <a:gsLst>
              <a:gs pos="0">
                <a:schemeClr val="accent2">
                  <a:alpha val="0"/>
                </a:schemeClr>
              </a:gs>
              <a:gs pos="61000">
                <a:schemeClr val="accent2">
                  <a:alpha val="28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9" name="Straight Connector 8">
            <a:extLst>
              <a:ext uri="{FF2B5EF4-FFF2-40B4-BE49-F238E27FC236}">
                <a16:creationId xmlns:a16="http://schemas.microsoft.com/office/drawing/2014/main" id="{973AD624-8ABA-4C8C-F3A4-59B0FCE8120B}"/>
              </a:ext>
            </a:extLst>
          </p:cNvPr>
          <p:cNvCxnSpPr>
            <a:cxnSpLocks/>
          </p:cNvCxnSpPr>
          <p:nvPr/>
        </p:nvCxnSpPr>
        <p:spPr>
          <a:xfrm flipH="1">
            <a:off x="257665" y="1965275"/>
            <a:ext cx="1" cy="4238755"/>
          </a:xfrm>
          <a:prstGeom prst="line">
            <a:avLst/>
          </a:prstGeom>
          <a:ln w="6350">
            <a:solidFill>
              <a:schemeClr val="bg1">
                <a:alpha val="18000"/>
              </a:schemeClr>
            </a:solidFill>
          </a:ln>
        </p:spPr>
        <p:style>
          <a:lnRef idx="1">
            <a:schemeClr val="accent1"/>
          </a:lnRef>
          <a:fillRef idx="0">
            <a:schemeClr val="accent1"/>
          </a:fillRef>
          <a:effectRef idx="0">
            <a:schemeClr val="accent1"/>
          </a:effectRef>
          <a:fontRef idx="minor">
            <a:schemeClr val="tx1"/>
          </a:fontRef>
        </p:style>
      </p:cxnSp>
      <p:sp>
        <p:nvSpPr>
          <p:cNvPr id="1366" name="Rectangle: Single Corner Rounded 1365">
            <a:extLst>
              <a:ext uri="{FF2B5EF4-FFF2-40B4-BE49-F238E27FC236}">
                <a16:creationId xmlns:a16="http://schemas.microsoft.com/office/drawing/2014/main" id="{AA6E2099-3F8A-4147-A0D0-47DE6F563AD8}"/>
              </a:ext>
            </a:extLst>
          </p:cNvPr>
          <p:cNvSpPr/>
          <p:nvPr/>
        </p:nvSpPr>
        <p:spPr>
          <a:xfrm flipV="1">
            <a:off x="1283514" y="5559312"/>
            <a:ext cx="1783080" cy="33855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369" name="Picture 1368">
            <a:extLst>
              <a:ext uri="{FF2B5EF4-FFF2-40B4-BE49-F238E27FC236}">
                <a16:creationId xmlns:a16="http://schemas.microsoft.com/office/drawing/2014/main" id="{5712CA0F-0613-BD21-215A-84B9DEED233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1241718" y="314964"/>
            <a:ext cx="550269" cy="438150"/>
          </a:xfrm>
          <a:prstGeom prst="rect">
            <a:avLst/>
          </a:prstGeom>
        </p:spPr>
      </p:pic>
      <p:sp>
        <p:nvSpPr>
          <p:cNvPr id="1372" name="TextBox 1371">
            <a:extLst>
              <a:ext uri="{FF2B5EF4-FFF2-40B4-BE49-F238E27FC236}">
                <a16:creationId xmlns:a16="http://schemas.microsoft.com/office/drawing/2014/main" id="{4576634D-CC22-0752-78EC-771A50315D3E}"/>
              </a:ext>
            </a:extLst>
          </p:cNvPr>
          <p:cNvSpPr txBox="1"/>
          <p:nvPr/>
        </p:nvSpPr>
        <p:spPr>
          <a:xfrm>
            <a:off x="-236695" y="6490960"/>
            <a:ext cx="930917" cy="261610"/>
          </a:xfrm>
          <a:prstGeom prst="rect">
            <a:avLst/>
          </a:prstGeom>
          <a:noFill/>
        </p:spPr>
        <p:txBody>
          <a:bodyPr wrap="square" rtlCol="0">
            <a:spAutoFit/>
          </a:bodyPr>
          <a:lstStyle/>
          <a:p>
            <a:pPr algn="ctr"/>
            <a:fld id="{102009AA-E089-4079-8153-5D7FB6B42523}" type="slidenum">
              <a:rPr lang="en-US" sz="1100" b="1" smtClean="0">
                <a:solidFill>
                  <a:schemeClr val="bg1"/>
                </a:solidFill>
                <a:latin typeface="+mj-lt"/>
              </a:rPr>
              <a:pPr algn="ctr"/>
              <a:t>5</a:t>
            </a:fld>
            <a:endParaRPr lang="en-ID" sz="1100" b="1">
              <a:solidFill>
                <a:schemeClr val="bg1"/>
              </a:solidFill>
              <a:latin typeface="+mj-lt"/>
            </a:endParaRPr>
          </a:p>
        </p:txBody>
      </p:sp>
      <p:sp>
        <p:nvSpPr>
          <p:cNvPr id="1378" name="Text Placeholder 1377">
            <a:extLst>
              <a:ext uri="{FF2B5EF4-FFF2-40B4-BE49-F238E27FC236}">
                <a16:creationId xmlns:a16="http://schemas.microsoft.com/office/drawing/2014/main" id="{B57385F4-2BB8-DC32-DD67-374F5F0902F5}"/>
              </a:ext>
            </a:extLst>
          </p:cNvPr>
          <p:cNvSpPr>
            <a:spLocks noGrp="1"/>
          </p:cNvSpPr>
          <p:nvPr>
            <p:ph type="body" sz="quarter" idx="11"/>
          </p:nvPr>
        </p:nvSpPr>
        <p:spPr/>
        <p:txBody>
          <a:bodyPr/>
          <a:lstStyle/>
          <a:p>
            <a:r>
              <a:rPr lang="pt-BR" sz="4800" b="1" dirty="0">
                <a:solidFill>
                  <a:schemeClr val="bg1"/>
                </a:solidFill>
                <a:latin typeface="+mj-lt"/>
              </a:rPr>
              <a:t>EAI SYSTEMS</a:t>
            </a:r>
          </a:p>
          <a:p>
            <a:r>
              <a:rPr lang="pt-BR" sz="4800" b="1" dirty="0">
                <a:solidFill>
                  <a:schemeClr val="bg1"/>
                </a:solidFill>
                <a:latin typeface="+mj-lt"/>
              </a:rPr>
              <a:t>PEGA PRACTICE</a:t>
            </a:r>
          </a:p>
        </p:txBody>
      </p:sp>
      <p:sp>
        <p:nvSpPr>
          <p:cNvPr id="1379" name="Text Placeholder 1378">
            <a:extLst>
              <a:ext uri="{FF2B5EF4-FFF2-40B4-BE49-F238E27FC236}">
                <a16:creationId xmlns:a16="http://schemas.microsoft.com/office/drawing/2014/main" id="{7CB389B1-621C-DCBB-80D1-2C2F806AC067}"/>
              </a:ext>
            </a:extLst>
          </p:cNvPr>
          <p:cNvSpPr>
            <a:spLocks noGrp="1"/>
          </p:cNvSpPr>
          <p:nvPr>
            <p:ph type="body" sz="quarter" idx="47"/>
          </p:nvPr>
        </p:nvSpPr>
        <p:spPr/>
        <p:txBody>
          <a:bodyPr/>
          <a:lstStyle/>
          <a:p>
            <a:r>
              <a:rPr lang="en-US" sz="1400" b="1">
                <a:solidFill>
                  <a:schemeClr val="accent1"/>
                </a:solidFill>
                <a:latin typeface="+mj-lt"/>
              </a:rPr>
              <a:t>January 2023</a:t>
            </a:r>
          </a:p>
        </p:txBody>
      </p:sp>
      <p:sp>
        <p:nvSpPr>
          <p:cNvPr id="1380" name="Text Placeholder 1379">
            <a:extLst>
              <a:ext uri="{FF2B5EF4-FFF2-40B4-BE49-F238E27FC236}">
                <a16:creationId xmlns:a16="http://schemas.microsoft.com/office/drawing/2014/main" id="{63C39E6E-7B9D-AFA6-0181-96A7201FBBD0}"/>
              </a:ext>
            </a:extLst>
          </p:cNvPr>
          <p:cNvSpPr>
            <a:spLocks noGrp="1"/>
          </p:cNvSpPr>
          <p:nvPr>
            <p:ph type="body" sz="quarter" idx="52"/>
          </p:nvPr>
        </p:nvSpPr>
        <p:spPr/>
        <p:txBody>
          <a:bodyPr/>
          <a:lstStyle/>
          <a:p>
            <a:r>
              <a:rPr lang="en-US" sz="1600">
                <a:solidFill>
                  <a:schemeClr val="bg1"/>
                </a:solidFill>
                <a:latin typeface="+mj-lt"/>
              </a:rPr>
              <a:t>All Rights Reserved. © EAI Systems 2023 | www.eaisystems.com</a:t>
            </a:r>
          </a:p>
        </p:txBody>
      </p:sp>
    </p:spTree>
    <p:extLst>
      <p:ext uri="{BB962C8B-B14F-4D97-AF65-F5344CB8AC3E}">
        <p14:creationId xmlns:p14="http://schemas.microsoft.com/office/powerpoint/2010/main" val="1113496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Single Corner Rounded 7">
            <a:extLst>
              <a:ext uri="{FF2B5EF4-FFF2-40B4-BE49-F238E27FC236}">
                <a16:creationId xmlns:a16="http://schemas.microsoft.com/office/drawing/2014/main" id="{31014E88-290E-E614-17A9-17D075BC72D3}"/>
              </a:ext>
            </a:extLst>
          </p:cNvPr>
          <p:cNvSpPr/>
          <p:nvPr/>
        </p:nvSpPr>
        <p:spPr>
          <a:xfrm flipV="1">
            <a:off x="867430" y="1104109"/>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Single Corner Rounded 8">
            <a:extLst>
              <a:ext uri="{FF2B5EF4-FFF2-40B4-BE49-F238E27FC236}">
                <a16:creationId xmlns:a16="http://schemas.microsoft.com/office/drawing/2014/main" id="{22806A05-0E35-3A08-35CA-15D903DD0E36}"/>
              </a:ext>
            </a:extLst>
          </p:cNvPr>
          <p:cNvSpPr/>
          <p:nvPr/>
        </p:nvSpPr>
        <p:spPr>
          <a:xfrm flipV="1">
            <a:off x="867430" y="2895646"/>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Rectangle: Single Corner Rounded 9">
            <a:extLst>
              <a:ext uri="{FF2B5EF4-FFF2-40B4-BE49-F238E27FC236}">
                <a16:creationId xmlns:a16="http://schemas.microsoft.com/office/drawing/2014/main" id="{188AD805-1EA6-950B-1D9B-B1BDB4162E35}"/>
              </a:ext>
            </a:extLst>
          </p:cNvPr>
          <p:cNvSpPr/>
          <p:nvPr/>
        </p:nvSpPr>
        <p:spPr>
          <a:xfrm flipV="1">
            <a:off x="4824216" y="2879596"/>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Rectangle: Single Corner Rounded 10">
            <a:extLst>
              <a:ext uri="{FF2B5EF4-FFF2-40B4-BE49-F238E27FC236}">
                <a16:creationId xmlns:a16="http://schemas.microsoft.com/office/drawing/2014/main" id="{843592C0-F6FD-D076-51EA-24842D2F152E}"/>
              </a:ext>
            </a:extLst>
          </p:cNvPr>
          <p:cNvSpPr/>
          <p:nvPr/>
        </p:nvSpPr>
        <p:spPr>
          <a:xfrm flipV="1">
            <a:off x="8440206" y="1124647"/>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Isosceles Triangle 11">
            <a:extLst>
              <a:ext uri="{FF2B5EF4-FFF2-40B4-BE49-F238E27FC236}">
                <a16:creationId xmlns:a16="http://schemas.microsoft.com/office/drawing/2014/main" id="{0AFF0C5B-A2F0-023F-E3BB-595F55E3DFE1}"/>
              </a:ext>
            </a:extLst>
          </p:cNvPr>
          <p:cNvSpPr/>
          <p:nvPr/>
        </p:nvSpPr>
        <p:spPr>
          <a:xfrm rot="5400000">
            <a:off x="1416270" y="1126751"/>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bg1"/>
              </a:solidFill>
            </a:endParaRPr>
          </a:p>
        </p:txBody>
      </p:sp>
      <p:sp>
        <p:nvSpPr>
          <p:cNvPr id="13" name="Isosceles Triangle 12">
            <a:extLst>
              <a:ext uri="{FF2B5EF4-FFF2-40B4-BE49-F238E27FC236}">
                <a16:creationId xmlns:a16="http://schemas.microsoft.com/office/drawing/2014/main" id="{4DEDC8BC-6505-94A5-E36A-BF031CDF887A}"/>
              </a:ext>
            </a:extLst>
          </p:cNvPr>
          <p:cNvSpPr/>
          <p:nvPr/>
        </p:nvSpPr>
        <p:spPr>
          <a:xfrm rot="5400000">
            <a:off x="1416270" y="1629729"/>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bg1"/>
              </a:solidFill>
            </a:endParaRPr>
          </a:p>
        </p:txBody>
      </p:sp>
      <p:sp>
        <p:nvSpPr>
          <p:cNvPr id="14" name="Isosceles Triangle 13">
            <a:extLst>
              <a:ext uri="{FF2B5EF4-FFF2-40B4-BE49-F238E27FC236}">
                <a16:creationId xmlns:a16="http://schemas.microsoft.com/office/drawing/2014/main" id="{9CAB7A48-4BF2-C597-6128-4245015C324D}"/>
              </a:ext>
            </a:extLst>
          </p:cNvPr>
          <p:cNvSpPr/>
          <p:nvPr/>
        </p:nvSpPr>
        <p:spPr>
          <a:xfrm rot="5400000">
            <a:off x="1416270" y="2120514"/>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bg1"/>
              </a:solidFill>
            </a:endParaRPr>
          </a:p>
        </p:txBody>
      </p:sp>
      <p:sp>
        <p:nvSpPr>
          <p:cNvPr id="15" name="Isosceles Triangle 14">
            <a:extLst>
              <a:ext uri="{FF2B5EF4-FFF2-40B4-BE49-F238E27FC236}">
                <a16:creationId xmlns:a16="http://schemas.microsoft.com/office/drawing/2014/main" id="{B71A1D59-A52D-9FAD-29BF-806CBC10D840}"/>
              </a:ext>
            </a:extLst>
          </p:cNvPr>
          <p:cNvSpPr/>
          <p:nvPr/>
        </p:nvSpPr>
        <p:spPr>
          <a:xfrm rot="5400000">
            <a:off x="1416270" y="2902598"/>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bg1"/>
              </a:solidFill>
            </a:endParaRPr>
          </a:p>
        </p:txBody>
      </p:sp>
      <p:sp>
        <p:nvSpPr>
          <p:cNvPr id="16" name="Isosceles Triangle 15">
            <a:extLst>
              <a:ext uri="{FF2B5EF4-FFF2-40B4-BE49-F238E27FC236}">
                <a16:creationId xmlns:a16="http://schemas.microsoft.com/office/drawing/2014/main" id="{8D5C9668-4D11-E36B-DA8E-57BE15967607}"/>
              </a:ext>
            </a:extLst>
          </p:cNvPr>
          <p:cNvSpPr/>
          <p:nvPr/>
        </p:nvSpPr>
        <p:spPr>
          <a:xfrm rot="5400000">
            <a:off x="1416270" y="3634760"/>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bg1"/>
              </a:solidFill>
            </a:endParaRPr>
          </a:p>
        </p:txBody>
      </p:sp>
      <p:sp>
        <p:nvSpPr>
          <p:cNvPr id="17" name="Isosceles Triangle 16">
            <a:extLst>
              <a:ext uri="{FF2B5EF4-FFF2-40B4-BE49-F238E27FC236}">
                <a16:creationId xmlns:a16="http://schemas.microsoft.com/office/drawing/2014/main" id="{E2A468A1-80E3-C12E-4D74-4CFDCCBC78A4}"/>
              </a:ext>
            </a:extLst>
          </p:cNvPr>
          <p:cNvSpPr/>
          <p:nvPr/>
        </p:nvSpPr>
        <p:spPr>
          <a:xfrm rot="5400000">
            <a:off x="5346994" y="2902238"/>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18" name="Isosceles Triangle 17">
            <a:extLst>
              <a:ext uri="{FF2B5EF4-FFF2-40B4-BE49-F238E27FC236}">
                <a16:creationId xmlns:a16="http://schemas.microsoft.com/office/drawing/2014/main" id="{B304007A-481B-BD21-38AC-3C8D857C0648}"/>
              </a:ext>
            </a:extLst>
          </p:cNvPr>
          <p:cNvSpPr/>
          <p:nvPr/>
        </p:nvSpPr>
        <p:spPr>
          <a:xfrm rot="5400000">
            <a:off x="5346994" y="3167842"/>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19" name="Isosceles Triangle 18">
            <a:extLst>
              <a:ext uri="{FF2B5EF4-FFF2-40B4-BE49-F238E27FC236}">
                <a16:creationId xmlns:a16="http://schemas.microsoft.com/office/drawing/2014/main" id="{9D857036-0338-5E2E-615E-CBAC492CAD3B}"/>
              </a:ext>
            </a:extLst>
          </p:cNvPr>
          <p:cNvSpPr/>
          <p:nvPr/>
        </p:nvSpPr>
        <p:spPr>
          <a:xfrm rot="5400000">
            <a:off x="5346994" y="3433446"/>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0" name="Isosceles Triangle 19">
            <a:extLst>
              <a:ext uri="{FF2B5EF4-FFF2-40B4-BE49-F238E27FC236}">
                <a16:creationId xmlns:a16="http://schemas.microsoft.com/office/drawing/2014/main" id="{B7F53DE5-A7FE-B32C-016D-3A5FBBD4A5C7}"/>
              </a:ext>
            </a:extLst>
          </p:cNvPr>
          <p:cNvSpPr/>
          <p:nvPr/>
        </p:nvSpPr>
        <p:spPr>
          <a:xfrm rot="5400000">
            <a:off x="5346994" y="3699050"/>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1" name="Isosceles Triangle 20">
            <a:extLst>
              <a:ext uri="{FF2B5EF4-FFF2-40B4-BE49-F238E27FC236}">
                <a16:creationId xmlns:a16="http://schemas.microsoft.com/office/drawing/2014/main" id="{724679A5-B84B-339F-E66B-D5BB2182D2E1}"/>
              </a:ext>
            </a:extLst>
          </p:cNvPr>
          <p:cNvSpPr/>
          <p:nvPr/>
        </p:nvSpPr>
        <p:spPr>
          <a:xfrm rot="5400000">
            <a:off x="5346994" y="3964655"/>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2" name="Isosceles Triangle 21">
            <a:extLst>
              <a:ext uri="{FF2B5EF4-FFF2-40B4-BE49-F238E27FC236}">
                <a16:creationId xmlns:a16="http://schemas.microsoft.com/office/drawing/2014/main" id="{74BA7195-02EB-AC36-2258-41C6FF6279AA}"/>
              </a:ext>
            </a:extLst>
          </p:cNvPr>
          <p:cNvSpPr/>
          <p:nvPr/>
        </p:nvSpPr>
        <p:spPr>
          <a:xfrm rot="5400000">
            <a:off x="8943548" y="1126452"/>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3" name="Isosceles Triangle 22">
            <a:extLst>
              <a:ext uri="{FF2B5EF4-FFF2-40B4-BE49-F238E27FC236}">
                <a16:creationId xmlns:a16="http://schemas.microsoft.com/office/drawing/2014/main" id="{58E70B00-1C2F-B5C1-705E-175E31476BCB}"/>
              </a:ext>
            </a:extLst>
          </p:cNvPr>
          <p:cNvSpPr/>
          <p:nvPr/>
        </p:nvSpPr>
        <p:spPr>
          <a:xfrm rot="5400000">
            <a:off x="8943548" y="1398931"/>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9" name="Rectangle: Single Corner Rounded 28">
            <a:extLst>
              <a:ext uri="{FF2B5EF4-FFF2-40B4-BE49-F238E27FC236}">
                <a16:creationId xmlns:a16="http://schemas.microsoft.com/office/drawing/2014/main" id="{DE310674-E4C8-2E35-1439-40CB4CAFAC12}"/>
              </a:ext>
            </a:extLst>
          </p:cNvPr>
          <p:cNvSpPr/>
          <p:nvPr/>
        </p:nvSpPr>
        <p:spPr>
          <a:xfrm flipV="1">
            <a:off x="4817590" y="1121245"/>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0" name="Isosceles Triangle 29">
            <a:extLst>
              <a:ext uri="{FF2B5EF4-FFF2-40B4-BE49-F238E27FC236}">
                <a16:creationId xmlns:a16="http://schemas.microsoft.com/office/drawing/2014/main" id="{BB602C63-619F-6965-E7C9-27883D563FA6}"/>
              </a:ext>
            </a:extLst>
          </p:cNvPr>
          <p:cNvSpPr/>
          <p:nvPr/>
        </p:nvSpPr>
        <p:spPr>
          <a:xfrm rot="5400000">
            <a:off x="5346994" y="1148163"/>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1" name="Isosceles Triangle 30">
            <a:extLst>
              <a:ext uri="{FF2B5EF4-FFF2-40B4-BE49-F238E27FC236}">
                <a16:creationId xmlns:a16="http://schemas.microsoft.com/office/drawing/2014/main" id="{F5E7D879-568B-6C28-7BA0-66CC59A5E6F2}"/>
              </a:ext>
            </a:extLst>
          </p:cNvPr>
          <p:cNvSpPr/>
          <p:nvPr/>
        </p:nvSpPr>
        <p:spPr>
          <a:xfrm rot="5400000">
            <a:off x="5346994" y="1857318"/>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9" name="Rectangle: Single Corner Rounded 38">
            <a:extLst>
              <a:ext uri="{FF2B5EF4-FFF2-40B4-BE49-F238E27FC236}">
                <a16:creationId xmlns:a16="http://schemas.microsoft.com/office/drawing/2014/main" id="{EBFB8614-FE33-25E8-AC36-368B0C9E952C}"/>
              </a:ext>
            </a:extLst>
          </p:cNvPr>
          <p:cNvSpPr/>
          <p:nvPr/>
        </p:nvSpPr>
        <p:spPr>
          <a:xfrm flipV="1">
            <a:off x="8440206" y="2879596"/>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0" name="Isosceles Triangle 39">
            <a:extLst>
              <a:ext uri="{FF2B5EF4-FFF2-40B4-BE49-F238E27FC236}">
                <a16:creationId xmlns:a16="http://schemas.microsoft.com/office/drawing/2014/main" id="{9D98E498-D8D1-2517-77A4-539D13C44FA6}"/>
              </a:ext>
            </a:extLst>
          </p:cNvPr>
          <p:cNvSpPr/>
          <p:nvPr/>
        </p:nvSpPr>
        <p:spPr>
          <a:xfrm rot="5400000">
            <a:off x="8943548" y="2924394"/>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41" name="Isosceles Triangle 40">
            <a:extLst>
              <a:ext uri="{FF2B5EF4-FFF2-40B4-BE49-F238E27FC236}">
                <a16:creationId xmlns:a16="http://schemas.microsoft.com/office/drawing/2014/main" id="{4FDC7C42-03E0-AF81-070E-E9DC434DB3CB}"/>
              </a:ext>
            </a:extLst>
          </p:cNvPr>
          <p:cNvSpPr/>
          <p:nvPr/>
        </p:nvSpPr>
        <p:spPr>
          <a:xfrm rot="5400000">
            <a:off x="8943548" y="3401486"/>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46" name="Isosceles Triangle 45">
            <a:extLst>
              <a:ext uri="{FF2B5EF4-FFF2-40B4-BE49-F238E27FC236}">
                <a16:creationId xmlns:a16="http://schemas.microsoft.com/office/drawing/2014/main" id="{6F76A6AA-BF34-066E-7AC6-F472C629FF50}"/>
              </a:ext>
            </a:extLst>
          </p:cNvPr>
          <p:cNvSpPr/>
          <p:nvPr/>
        </p:nvSpPr>
        <p:spPr>
          <a:xfrm rot="5400000">
            <a:off x="8943548" y="4132221"/>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cxnSp>
        <p:nvCxnSpPr>
          <p:cNvPr id="47" name="Straight Connector 46">
            <a:extLst>
              <a:ext uri="{FF2B5EF4-FFF2-40B4-BE49-F238E27FC236}">
                <a16:creationId xmlns:a16="http://schemas.microsoft.com/office/drawing/2014/main" id="{65865BB1-3ABD-EA98-134E-2ECE4A2B8EE1}"/>
              </a:ext>
            </a:extLst>
          </p:cNvPr>
          <p:cNvCxnSpPr>
            <a:cxnSpLocks/>
          </p:cNvCxnSpPr>
          <p:nvPr/>
        </p:nvCxnSpPr>
        <p:spPr>
          <a:xfrm>
            <a:off x="753557" y="2676415"/>
            <a:ext cx="11011453"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450AC45-9351-E6AD-198F-E330513C69AD}"/>
              </a:ext>
            </a:extLst>
          </p:cNvPr>
          <p:cNvCxnSpPr>
            <a:cxnSpLocks/>
          </p:cNvCxnSpPr>
          <p:nvPr/>
        </p:nvCxnSpPr>
        <p:spPr>
          <a:xfrm flipV="1">
            <a:off x="4562475" y="1104109"/>
            <a:ext cx="0" cy="298405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8E2A817-85C4-EF79-4538-3CDFF37536F3}"/>
              </a:ext>
            </a:extLst>
          </p:cNvPr>
          <p:cNvCxnSpPr>
            <a:cxnSpLocks/>
          </p:cNvCxnSpPr>
          <p:nvPr/>
        </p:nvCxnSpPr>
        <p:spPr>
          <a:xfrm flipV="1">
            <a:off x="8191500" y="1104109"/>
            <a:ext cx="0" cy="298405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Freeform: Shape 52">
            <a:extLst>
              <a:ext uri="{FF2B5EF4-FFF2-40B4-BE49-F238E27FC236}">
                <a16:creationId xmlns:a16="http://schemas.microsoft.com/office/drawing/2014/main" id="{E7520FDA-C836-B767-1916-FA3418E57CA7}"/>
              </a:ext>
            </a:extLst>
          </p:cNvPr>
          <p:cNvSpPr/>
          <p:nvPr/>
        </p:nvSpPr>
        <p:spPr>
          <a:xfrm rot="5400000">
            <a:off x="8096248" y="2581165"/>
            <a:ext cx="190504" cy="190500"/>
          </a:xfrm>
          <a:custGeom>
            <a:avLst/>
            <a:gdLst>
              <a:gd name="connsiteX0" fmla="*/ 0 w 150037"/>
              <a:gd name="connsiteY0" fmla="*/ 97878 h 150037"/>
              <a:gd name="connsiteX1" fmla="*/ 0 w 150037"/>
              <a:gd name="connsiteY1" fmla="*/ 52159 h 150037"/>
              <a:gd name="connsiteX2" fmla="*/ 52160 w 150037"/>
              <a:gd name="connsiteY2" fmla="*/ 52159 h 150037"/>
              <a:gd name="connsiteX3" fmla="*/ 52160 w 150037"/>
              <a:gd name="connsiteY3" fmla="*/ 0 h 150037"/>
              <a:gd name="connsiteX4" fmla="*/ 97879 w 150037"/>
              <a:gd name="connsiteY4" fmla="*/ 0 h 150037"/>
              <a:gd name="connsiteX5" fmla="*/ 97879 w 150037"/>
              <a:gd name="connsiteY5" fmla="*/ 52159 h 150037"/>
              <a:gd name="connsiteX6" fmla="*/ 150037 w 150037"/>
              <a:gd name="connsiteY6" fmla="*/ 52159 h 150037"/>
              <a:gd name="connsiteX7" fmla="*/ 150037 w 150037"/>
              <a:gd name="connsiteY7" fmla="*/ 97878 h 150037"/>
              <a:gd name="connsiteX8" fmla="*/ 97879 w 150037"/>
              <a:gd name="connsiteY8" fmla="*/ 97878 h 150037"/>
              <a:gd name="connsiteX9" fmla="*/ 97879 w 150037"/>
              <a:gd name="connsiteY9" fmla="*/ 150037 h 150037"/>
              <a:gd name="connsiteX10" fmla="*/ 52160 w 150037"/>
              <a:gd name="connsiteY10" fmla="*/ 150037 h 150037"/>
              <a:gd name="connsiteX11" fmla="*/ 52160 w 150037"/>
              <a:gd name="connsiteY11" fmla="*/ 97878 h 15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037" h="150037">
                <a:moveTo>
                  <a:pt x="0" y="97878"/>
                </a:moveTo>
                <a:lnTo>
                  <a:pt x="0" y="52159"/>
                </a:lnTo>
                <a:lnTo>
                  <a:pt x="52160" y="52159"/>
                </a:lnTo>
                <a:lnTo>
                  <a:pt x="52160" y="0"/>
                </a:lnTo>
                <a:lnTo>
                  <a:pt x="97879" y="0"/>
                </a:lnTo>
                <a:lnTo>
                  <a:pt x="97879" y="52159"/>
                </a:lnTo>
                <a:lnTo>
                  <a:pt x="150037" y="52159"/>
                </a:lnTo>
                <a:lnTo>
                  <a:pt x="150037" y="97878"/>
                </a:lnTo>
                <a:lnTo>
                  <a:pt x="97879" y="97878"/>
                </a:lnTo>
                <a:lnTo>
                  <a:pt x="97879" y="150037"/>
                </a:lnTo>
                <a:lnTo>
                  <a:pt x="52160" y="150037"/>
                </a:lnTo>
                <a:lnTo>
                  <a:pt x="52160" y="9787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54" name="Freeform: Shape 53">
            <a:extLst>
              <a:ext uri="{FF2B5EF4-FFF2-40B4-BE49-F238E27FC236}">
                <a16:creationId xmlns:a16="http://schemas.microsoft.com/office/drawing/2014/main" id="{40E7D570-CA6B-9C21-E242-737D6975791A}"/>
              </a:ext>
            </a:extLst>
          </p:cNvPr>
          <p:cNvSpPr/>
          <p:nvPr/>
        </p:nvSpPr>
        <p:spPr>
          <a:xfrm rot="5400000">
            <a:off x="4467223" y="2581165"/>
            <a:ext cx="190504" cy="190500"/>
          </a:xfrm>
          <a:custGeom>
            <a:avLst/>
            <a:gdLst>
              <a:gd name="connsiteX0" fmla="*/ 0 w 150037"/>
              <a:gd name="connsiteY0" fmla="*/ 97878 h 150037"/>
              <a:gd name="connsiteX1" fmla="*/ 0 w 150037"/>
              <a:gd name="connsiteY1" fmla="*/ 52159 h 150037"/>
              <a:gd name="connsiteX2" fmla="*/ 52160 w 150037"/>
              <a:gd name="connsiteY2" fmla="*/ 52159 h 150037"/>
              <a:gd name="connsiteX3" fmla="*/ 52160 w 150037"/>
              <a:gd name="connsiteY3" fmla="*/ 0 h 150037"/>
              <a:gd name="connsiteX4" fmla="*/ 97879 w 150037"/>
              <a:gd name="connsiteY4" fmla="*/ 0 h 150037"/>
              <a:gd name="connsiteX5" fmla="*/ 97879 w 150037"/>
              <a:gd name="connsiteY5" fmla="*/ 52159 h 150037"/>
              <a:gd name="connsiteX6" fmla="*/ 150037 w 150037"/>
              <a:gd name="connsiteY6" fmla="*/ 52159 h 150037"/>
              <a:gd name="connsiteX7" fmla="*/ 150037 w 150037"/>
              <a:gd name="connsiteY7" fmla="*/ 97878 h 150037"/>
              <a:gd name="connsiteX8" fmla="*/ 97879 w 150037"/>
              <a:gd name="connsiteY8" fmla="*/ 97878 h 150037"/>
              <a:gd name="connsiteX9" fmla="*/ 97879 w 150037"/>
              <a:gd name="connsiteY9" fmla="*/ 150037 h 150037"/>
              <a:gd name="connsiteX10" fmla="*/ 52160 w 150037"/>
              <a:gd name="connsiteY10" fmla="*/ 150037 h 150037"/>
              <a:gd name="connsiteX11" fmla="*/ 52160 w 150037"/>
              <a:gd name="connsiteY11" fmla="*/ 97878 h 15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037" h="150037">
                <a:moveTo>
                  <a:pt x="0" y="97878"/>
                </a:moveTo>
                <a:lnTo>
                  <a:pt x="0" y="52159"/>
                </a:lnTo>
                <a:lnTo>
                  <a:pt x="52160" y="52159"/>
                </a:lnTo>
                <a:lnTo>
                  <a:pt x="52160" y="0"/>
                </a:lnTo>
                <a:lnTo>
                  <a:pt x="97879" y="0"/>
                </a:lnTo>
                <a:lnTo>
                  <a:pt x="97879" y="52159"/>
                </a:lnTo>
                <a:lnTo>
                  <a:pt x="150037" y="52159"/>
                </a:lnTo>
                <a:lnTo>
                  <a:pt x="150037" y="97878"/>
                </a:lnTo>
                <a:lnTo>
                  <a:pt x="97879" y="97878"/>
                </a:lnTo>
                <a:lnTo>
                  <a:pt x="97879" y="150037"/>
                </a:lnTo>
                <a:lnTo>
                  <a:pt x="52160" y="150037"/>
                </a:lnTo>
                <a:lnTo>
                  <a:pt x="52160" y="9787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pic>
        <p:nvPicPr>
          <p:cNvPr id="55" name="Picture 12" descr="New Jersey Courts - Careers">
            <a:extLst>
              <a:ext uri="{FF2B5EF4-FFF2-40B4-BE49-F238E27FC236}">
                <a16:creationId xmlns:a16="http://schemas.microsoft.com/office/drawing/2014/main" id="{C759AAC8-CFF7-DDBC-168F-2987FD891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322" y="4753525"/>
            <a:ext cx="926344" cy="250768"/>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0" descr="Deutsche Telekom Logo PNG Transparent (1) – Brands Logos">
            <a:extLst>
              <a:ext uri="{FF2B5EF4-FFF2-40B4-BE49-F238E27FC236}">
                <a16:creationId xmlns:a16="http://schemas.microsoft.com/office/drawing/2014/main" id="{9EFFA3E6-51BF-B230-7666-D12EB86630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7192" b="35361"/>
          <a:stretch/>
        </p:blipFill>
        <p:spPr bwMode="auto">
          <a:xfrm>
            <a:off x="841468" y="5239739"/>
            <a:ext cx="1002052" cy="275027"/>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8" descr="File:Verisure logo.svg - Wikipedia">
            <a:extLst>
              <a:ext uri="{FF2B5EF4-FFF2-40B4-BE49-F238E27FC236}">
                <a16:creationId xmlns:a16="http://schemas.microsoft.com/office/drawing/2014/main" id="{536F1910-32A1-EDBD-81C0-C5DD71C74115}"/>
              </a:ext>
            </a:extLst>
          </p:cNvPr>
          <p:cNvPicPr>
            <a:picLocks noChangeAspect="1" noChangeArrowheads="1"/>
          </p:cNvPicPr>
          <p:nvPr/>
        </p:nvPicPr>
        <p:blipFill>
          <a:blip r:embed="rId4" cstate="screen"/>
          <a:srcRect/>
          <a:stretch>
            <a:fillRect/>
          </a:stretch>
        </p:blipFill>
        <p:spPr bwMode="auto">
          <a:xfrm>
            <a:off x="927383" y="5742551"/>
            <a:ext cx="830222" cy="215857"/>
          </a:xfrm>
          <a:prstGeom prst="rect">
            <a:avLst/>
          </a:prstGeom>
          <a:noFill/>
        </p:spPr>
      </p:pic>
      <p:pic>
        <p:nvPicPr>
          <p:cNvPr id="58" name="Picture 57">
            <a:extLst>
              <a:ext uri="{FF2B5EF4-FFF2-40B4-BE49-F238E27FC236}">
                <a16:creationId xmlns:a16="http://schemas.microsoft.com/office/drawing/2014/main" id="{1FDD7678-2B6B-11CA-E68D-6956AA1452FE}"/>
              </a:ext>
            </a:extLst>
          </p:cNvPr>
          <p:cNvPicPr>
            <a:picLocks noChangeAspect="1"/>
          </p:cNvPicPr>
          <p:nvPr/>
        </p:nvPicPr>
        <p:blipFill>
          <a:blip r:embed="rId5"/>
          <a:stretch>
            <a:fillRect/>
          </a:stretch>
        </p:blipFill>
        <p:spPr>
          <a:xfrm>
            <a:off x="927382" y="6187195"/>
            <a:ext cx="830224" cy="285043"/>
          </a:xfrm>
          <a:prstGeom prst="rect">
            <a:avLst/>
          </a:prstGeom>
        </p:spPr>
      </p:pic>
      <p:pic>
        <p:nvPicPr>
          <p:cNvPr id="59" name="Picture 58">
            <a:extLst>
              <a:ext uri="{FF2B5EF4-FFF2-40B4-BE49-F238E27FC236}">
                <a16:creationId xmlns:a16="http://schemas.microsoft.com/office/drawing/2014/main" id="{7C646095-8876-7B86-0198-85C401CE9119}"/>
              </a:ext>
            </a:extLst>
          </p:cNvPr>
          <p:cNvPicPr>
            <a:picLocks noChangeAspect="1"/>
          </p:cNvPicPr>
          <p:nvPr/>
        </p:nvPicPr>
        <p:blipFill>
          <a:blip r:embed="rId6"/>
          <a:stretch>
            <a:fillRect/>
          </a:stretch>
        </p:blipFill>
        <p:spPr>
          <a:xfrm>
            <a:off x="2211392" y="4820392"/>
            <a:ext cx="828237" cy="117033"/>
          </a:xfrm>
          <a:prstGeom prst="rect">
            <a:avLst/>
          </a:prstGeom>
        </p:spPr>
      </p:pic>
      <p:pic>
        <p:nvPicPr>
          <p:cNvPr id="60" name="Picture 46" descr="Booking.com Logo transparent PNG - StickPNG">
            <a:extLst>
              <a:ext uri="{FF2B5EF4-FFF2-40B4-BE49-F238E27FC236}">
                <a16:creationId xmlns:a16="http://schemas.microsoft.com/office/drawing/2014/main" id="{CE838156-45CC-FADB-82C6-06C168A2DF8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8748" b="40316"/>
          <a:stretch/>
        </p:blipFill>
        <p:spPr bwMode="auto">
          <a:xfrm>
            <a:off x="2170727" y="5282038"/>
            <a:ext cx="909566" cy="19042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40">
            <a:extLst>
              <a:ext uri="{FF2B5EF4-FFF2-40B4-BE49-F238E27FC236}">
                <a16:creationId xmlns:a16="http://schemas.microsoft.com/office/drawing/2014/main" id="{CD46BA8A-C251-A549-9BA7-E3A3D1E430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9153" y="5701284"/>
            <a:ext cx="332714" cy="21626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56" descr="Royal Bank of Scotland - Gordon Ferguson and Co. Accountants">
            <a:extLst>
              <a:ext uri="{FF2B5EF4-FFF2-40B4-BE49-F238E27FC236}">
                <a16:creationId xmlns:a16="http://schemas.microsoft.com/office/drawing/2014/main" id="{A6D0D384-4103-0D3D-7D45-452C7B9F00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23426" y="6214399"/>
            <a:ext cx="604168" cy="25783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2">
            <a:extLst>
              <a:ext uri="{FF2B5EF4-FFF2-40B4-BE49-F238E27FC236}">
                <a16:creationId xmlns:a16="http://schemas.microsoft.com/office/drawing/2014/main" id="{E5E3E85E-117C-3E0C-B7AC-07500E47A98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3816" y="4742407"/>
            <a:ext cx="467144" cy="272968"/>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3">
            <a:extLst>
              <a:ext uri="{FF2B5EF4-FFF2-40B4-BE49-F238E27FC236}">
                <a16:creationId xmlns:a16="http://schemas.microsoft.com/office/drawing/2014/main" id="{FFB6319A-9CE5-9B71-B8CB-7B91CE95B542}"/>
              </a:ext>
            </a:extLst>
          </p:cNvPr>
          <p:cNvPicPr>
            <a:picLocks noChangeAspect="1"/>
          </p:cNvPicPr>
          <p:nvPr/>
        </p:nvPicPr>
        <p:blipFill>
          <a:blip r:embed="rId11"/>
          <a:stretch>
            <a:fillRect/>
          </a:stretch>
        </p:blipFill>
        <p:spPr>
          <a:xfrm>
            <a:off x="3462980" y="5299081"/>
            <a:ext cx="608814" cy="240321"/>
          </a:xfrm>
          <a:prstGeom prst="rect">
            <a:avLst/>
          </a:prstGeom>
        </p:spPr>
      </p:pic>
      <p:pic>
        <p:nvPicPr>
          <p:cNvPr id="65" name="Picture 10" descr="SAUDI MINISTRY OF JUSTICE Logo PNG Vector (EPS) Free Download">
            <a:extLst>
              <a:ext uri="{FF2B5EF4-FFF2-40B4-BE49-F238E27FC236}">
                <a16:creationId xmlns:a16="http://schemas.microsoft.com/office/drawing/2014/main" id="{F056F3B3-1BB7-1EE8-0ECB-BD1174DB670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07500" y="5716120"/>
            <a:ext cx="719775" cy="268716"/>
          </a:xfrm>
          <a:prstGeom prst="rect">
            <a:avLst/>
          </a:prstGeom>
          <a:noFill/>
          <a:extLst>
            <a:ext uri="{909E8E84-426E-40DD-AFC4-6F175D3DCCD1}">
              <a14:hiddenFill xmlns:a14="http://schemas.microsoft.com/office/drawing/2010/main">
                <a:solidFill>
                  <a:srgbClr val="FFFFFF"/>
                </a:solidFill>
              </a14:hiddenFill>
            </a:ext>
          </a:extLst>
        </p:spPr>
      </p:pic>
      <p:grpSp>
        <p:nvGrpSpPr>
          <p:cNvPr id="86" name="Group 85">
            <a:extLst>
              <a:ext uri="{FF2B5EF4-FFF2-40B4-BE49-F238E27FC236}">
                <a16:creationId xmlns:a16="http://schemas.microsoft.com/office/drawing/2014/main" id="{F8D34F79-DA77-B366-6787-90F18148FEB5}"/>
              </a:ext>
            </a:extLst>
          </p:cNvPr>
          <p:cNvGrpSpPr/>
          <p:nvPr/>
        </p:nvGrpSpPr>
        <p:grpSpPr>
          <a:xfrm>
            <a:off x="3442768" y="6224114"/>
            <a:ext cx="649240" cy="351801"/>
            <a:chOff x="3958599" y="6061593"/>
            <a:chExt cx="779398" cy="422330"/>
          </a:xfrm>
        </p:grpSpPr>
        <p:pic>
          <p:nvPicPr>
            <p:cNvPr id="66" name="Picture 4" descr="Student Loans Company">
              <a:extLst>
                <a:ext uri="{FF2B5EF4-FFF2-40B4-BE49-F238E27FC236}">
                  <a16:creationId xmlns:a16="http://schemas.microsoft.com/office/drawing/2014/main" id="{42D23803-A932-CF02-CBF8-F4F907C0917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8599" y="6061593"/>
              <a:ext cx="779398" cy="409072"/>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4" descr="Student Loans Company">
              <a:extLst>
                <a:ext uri="{FF2B5EF4-FFF2-40B4-BE49-F238E27FC236}">
                  <a16:creationId xmlns:a16="http://schemas.microsoft.com/office/drawing/2014/main" id="{CCCD651A-8CA7-2E3D-21A9-8A02E30C9B03}"/>
                </a:ext>
              </a:extLst>
            </p:cNvPr>
            <p:cNvPicPr>
              <a:picLocks noChangeAspect="1" noChangeArrowheads="1"/>
            </p:cNvPicPr>
            <p:nvPr/>
          </p:nvPicPr>
          <p:blipFill rotWithShape="1">
            <a:blip r:embed="rId14">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rcRect t="81571"/>
            <a:stretch/>
          </p:blipFill>
          <p:spPr bwMode="auto">
            <a:xfrm>
              <a:off x="3958599" y="6408536"/>
              <a:ext cx="779398" cy="75387"/>
            </a:xfrm>
            <a:prstGeom prst="rect">
              <a:avLst/>
            </a:prstGeom>
            <a:noFill/>
            <a:extLst>
              <a:ext uri="{909E8E84-426E-40DD-AFC4-6F175D3DCCD1}">
                <a14:hiddenFill xmlns:a14="http://schemas.microsoft.com/office/drawing/2010/main">
                  <a:solidFill>
                    <a:srgbClr val="FFFFFF"/>
                  </a:solidFill>
                </a14:hiddenFill>
              </a:ext>
            </a:extLst>
          </p:spPr>
        </p:pic>
      </p:grpSp>
      <p:pic>
        <p:nvPicPr>
          <p:cNvPr id="68" name="Picture 24">
            <a:extLst>
              <a:ext uri="{FF2B5EF4-FFF2-40B4-BE49-F238E27FC236}">
                <a16:creationId xmlns:a16="http://schemas.microsoft.com/office/drawing/2014/main" id="{4B761524-0391-C1EF-1131-DFCA001DC3E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13292" y="5239738"/>
            <a:ext cx="953890" cy="244806"/>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Group 73">
            <a:extLst>
              <a:ext uri="{FF2B5EF4-FFF2-40B4-BE49-F238E27FC236}">
                <a16:creationId xmlns:a16="http://schemas.microsoft.com/office/drawing/2014/main" id="{632BD261-F37A-3E6C-71B6-790D0DCA2C1A}"/>
              </a:ext>
            </a:extLst>
          </p:cNvPr>
          <p:cNvGrpSpPr/>
          <p:nvPr/>
        </p:nvGrpSpPr>
        <p:grpSpPr>
          <a:xfrm>
            <a:off x="4487410" y="5728771"/>
            <a:ext cx="1005655" cy="255333"/>
            <a:chOff x="5203650" y="5503838"/>
            <a:chExt cx="1207266" cy="306522"/>
          </a:xfrm>
        </p:grpSpPr>
        <p:pic>
          <p:nvPicPr>
            <p:cNvPr id="70" name="Picture 36" descr="HM Revenue and Customs - Wikipedia">
              <a:extLst>
                <a:ext uri="{FF2B5EF4-FFF2-40B4-BE49-F238E27FC236}">
                  <a16:creationId xmlns:a16="http://schemas.microsoft.com/office/drawing/2014/main" id="{1DDD212F-9A67-74F9-595D-6D3CB7E89472}"/>
                </a:ext>
              </a:extLst>
            </p:cNvPr>
            <p:cNvPicPr>
              <a:picLocks noChangeAspect="1" noChangeArrowheads="1"/>
            </p:cNvPicPr>
            <p:nvPr/>
          </p:nvPicPr>
          <p:blipFill>
            <a:blip r:embed="rId17">
              <a:extLst>
                <a:ext uri="{BEBA8EAE-BF5A-486C-A8C5-ECC9F3942E4B}">
                  <a14:imgProps xmlns:a14="http://schemas.microsoft.com/office/drawing/2010/main">
                    <a14:imgLayer r:embed="rId1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203650" y="5503838"/>
              <a:ext cx="511726" cy="305328"/>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58" descr="Department for Environment, Food and Rural Affairs - Wikipedia">
              <a:extLst>
                <a:ext uri="{FF2B5EF4-FFF2-40B4-BE49-F238E27FC236}">
                  <a16:creationId xmlns:a16="http://schemas.microsoft.com/office/drawing/2014/main" id="{FCB39498-2ED6-9CD0-ADE2-B9E2F4890F8E}"/>
                </a:ext>
              </a:extLst>
            </p:cNvPr>
            <p:cNvPicPr>
              <a:picLocks noChangeAspect="1" noChangeArrowheads="1"/>
            </p:cNvPicPr>
            <p:nvPr/>
          </p:nvPicPr>
          <p:blipFill>
            <a:blip r:embed="rId19">
              <a:extLst>
                <a:ext uri="{BEBA8EAE-BF5A-486C-A8C5-ECC9F3942E4B}">
                  <a14:imgProps xmlns:a14="http://schemas.microsoft.com/office/drawing/2010/main">
                    <a14:imgLayer r:embed="rId20">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816118" y="5505032"/>
              <a:ext cx="594798" cy="3053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5" name="Group 74">
            <a:extLst>
              <a:ext uri="{FF2B5EF4-FFF2-40B4-BE49-F238E27FC236}">
                <a16:creationId xmlns:a16="http://schemas.microsoft.com/office/drawing/2014/main" id="{91680E23-DC86-9346-6F58-7DAFC84A5394}"/>
              </a:ext>
            </a:extLst>
          </p:cNvPr>
          <p:cNvGrpSpPr/>
          <p:nvPr/>
        </p:nvGrpSpPr>
        <p:grpSpPr>
          <a:xfrm>
            <a:off x="4547032" y="4774902"/>
            <a:ext cx="886410" cy="201457"/>
            <a:chOff x="5183318" y="4577687"/>
            <a:chExt cx="1064116" cy="241845"/>
          </a:xfrm>
        </p:grpSpPr>
        <p:pic>
          <p:nvPicPr>
            <p:cNvPr id="67" name="Picture 10" descr="Bank of the West">
              <a:extLst>
                <a:ext uri="{FF2B5EF4-FFF2-40B4-BE49-F238E27FC236}">
                  <a16:creationId xmlns:a16="http://schemas.microsoft.com/office/drawing/2014/main" id="{4B77F138-ED50-FBF6-2A28-F404AFF7338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83318" y="4577687"/>
              <a:ext cx="1064116" cy="241845"/>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10" descr="Bank of the West">
              <a:extLst>
                <a:ext uri="{FF2B5EF4-FFF2-40B4-BE49-F238E27FC236}">
                  <a16:creationId xmlns:a16="http://schemas.microsoft.com/office/drawing/2014/main" id="{DEC9DD3C-CDB3-7B94-A2F3-A9847EBE7B8C}"/>
                </a:ext>
              </a:extLst>
            </p:cNvPr>
            <p:cNvPicPr>
              <a:picLocks noChangeAspect="1" noChangeArrowheads="1"/>
            </p:cNvPicPr>
            <p:nvPr/>
          </p:nvPicPr>
          <p:blipFill rotWithShape="1">
            <a:blip r:embed="rId22">
              <a:extLst>
                <a:ext uri="{BEBA8EAE-BF5A-486C-A8C5-ECC9F3942E4B}">
                  <a14:imgProps xmlns:a14="http://schemas.microsoft.com/office/drawing/2010/main">
                    <a14:imgLayer r:embed="rId23">
                      <a14:imgEffect>
                        <a14:brightnessContrast bright="100000"/>
                      </a14:imgEffect>
                    </a14:imgLayer>
                  </a14:imgProps>
                </a:ext>
                <a:ext uri="{28A0092B-C50C-407E-A947-70E740481C1C}">
                  <a14:useLocalDpi xmlns:a14="http://schemas.microsoft.com/office/drawing/2010/main" val="0"/>
                </a:ext>
              </a:extLst>
            </a:blip>
            <a:srcRect l="26674"/>
            <a:stretch/>
          </p:blipFill>
          <p:spPr bwMode="auto">
            <a:xfrm>
              <a:off x="5467163" y="4577687"/>
              <a:ext cx="780271" cy="2418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7" name="Group 86">
            <a:extLst>
              <a:ext uri="{FF2B5EF4-FFF2-40B4-BE49-F238E27FC236}">
                <a16:creationId xmlns:a16="http://schemas.microsoft.com/office/drawing/2014/main" id="{3530F79D-89F6-041F-E8AF-46DA6735D7BC}"/>
              </a:ext>
            </a:extLst>
          </p:cNvPr>
          <p:cNvGrpSpPr/>
          <p:nvPr/>
        </p:nvGrpSpPr>
        <p:grpSpPr>
          <a:xfrm>
            <a:off x="4454482" y="6231893"/>
            <a:ext cx="1071510" cy="361438"/>
            <a:chOff x="5210276" y="6070932"/>
            <a:chExt cx="1286324" cy="433898"/>
          </a:xfrm>
        </p:grpSpPr>
        <p:pic>
          <p:nvPicPr>
            <p:cNvPr id="78" name="Picture 50" descr="Download &quot;i Am Currently Fighting A 'david And Goliath' Battle - Lloyds  Banking Group Logo PNG Image with No Background - PNGkey.com">
              <a:extLst>
                <a:ext uri="{FF2B5EF4-FFF2-40B4-BE49-F238E27FC236}">
                  <a16:creationId xmlns:a16="http://schemas.microsoft.com/office/drawing/2014/main" id="{2B8634CD-DE2B-7276-570A-574D7842B8C8}"/>
                </a:ext>
              </a:extLst>
            </p:cNvPr>
            <p:cNvPicPr>
              <a:picLocks noChangeAspect="1" noChangeArrowheads="1"/>
            </p:cNvPicPr>
            <p:nvPr/>
          </p:nvPicPr>
          <p:blipFill>
            <a:blip r:embed="rId24">
              <a:extLst>
                <a:ext uri="{BEBA8EAE-BF5A-486C-A8C5-ECC9F3942E4B}">
                  <a14:imgProps xmlns:a14="http://schemas.microsoft.com/office/drawing/2010/main">
                    <a14:imgLayer r:embed="rId2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792576" y="6107998"/>
              <a:ext cx="704024" cy="316261"/>
            </a:xfrm>
            <a:prstGeom prst="rect">
              <a:avLst/>
            </a:prstGeom>
            <a:noFill/>
            <a:extLst>
              <a:ext uri="{909E8E84-426E-40DD-AFC4-6F175D3DCCD1}">
                <a14:hiddenFill xmlns:a14="http://schemas.microsoft.com/office/drawing/2010/main">
                  <a:solidFill>
                    <a:srgbClr val="FFFFFF"/>
                  </a:solidFill>
                </a14:hiddenFill>
              </a:ext>
            </a:extLst>
          </p:spPr>
        </p:pic>
        <p:grpSp>
          <p:nvGrpSpPr>
            <p:cNvPr id="81" name="Group 80">
              <a:extLst>
                <a:ext uri="{FF2B5EF4-FFF2-40B4-BE49-F238E27FC236}">
                  <a16:creationId xmlns:a16="http://schemas.microsoft.com/office/drawing/2014/main" id="{CA146003-13D0-E295-A78C-F42C6DA3CA20}"/>
                </a:ext>
              </a:extLst>
            </p:cNvPr>
            <p:cNvGrpSpPr/>
            <p:nvPr/>
          </p:nvGrpSpPr>
          <p:grpSpPr>
            <a:xfrm>
              <a:off x="5210276" y="6070932"/>
              <a:ext cx="430484" cy="433898"/>
              <a:chOff x="5210276" y="6070932"/>
              <a:chExt cx="430484" cy="433898"/>
            </a:xfrm>
          </p:grpSpPr>
          <p:pic>
            <p:nvPicPr>
              <p:cNvPr id="77" name="Picture 38">
                <a:extLst>
                  <a:ext uri="{FF2B5EF4-FFF2-40B4-BE49-F238E27FC236}">
                    <a16:creationId xmlns:a16="http://schemas.microsoft.com/office/drawing/2014/main" id="{90D26E7D-23A8-4523-EC4F-7E412477A639}"/>
                  </a:ext>
                </a:extLst>
              </p:cNvPr>
              <p:cNvPicPr>
                <a:picLocks noChangeAspect="1" noChangeArrowheads="1"/>
              </p:cNvPicPr>
              <p:nvPr/>
            </p:nvPicPr>
            <p:blipFill>
              <a:blip r:embed="rId26">
                <a:extLst>
                  <a:ext uri="{BEBA8EAE-BF5A-486C-A8C5-ECC9F3942E4B}">
                    <a14:imgProps xmlns:a14="http://schemas.microsoft.com/office/drawing/2010/main">
                      <a14:imgLayer r:embed="rId2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210276" y="6070932"/>
                <a:ext cx="430484" cy="433898"/>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38">
                <a:extLst>
                  <a:ext uri="{FF2B5EF4-FFF2-40B4-BE49-F238E27FC236}">
                    <a16:creationId xmlns:a16="http://schemas.microsoft.com/office/drawing/2014/main" id="{A686E2BC-DCA5-5DEC-9DAD-519DCDC84504}"/>
                  </a:ext>
                </a:extLst>
              </p:cNvPr>
              <p:cNvPicPr>
                <a:picLocks noChangeAspect="1" noChangeArrowheads="1"/>
              </p:cNvPicPr>
              <p:nvPr/>
            </p:nvPicPr>
            <p:blipFill rotWithShape="1">
              <a:blip r:embed="rId28">
                <a:extLst>
                  <a:ext uri="{28A0092B-C50C-407E-A947-70E740481C1C}">
                    <a14:useLocalDpi xmlns:a14="http://schemas.microsoft.com/office/drawing/2010/main" val="0"/>
                  </a:ext>
                </a:extLst>
              </a:blip>
              <a:srcRect l="29310" t="42547" r="29310" b="42547"/>
              <a:stretch/>
            </p:blipFill>
            <p:spPr bwMode="auto">
              <a:xfrm>
                <a:off x="5336449" y="6255544"/>
                <a:ext cx="178138" cy="64674"/>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76" name="Picture 28" descr="Edward Jones Logo Black transparent PNG - StickPNG">
            <a:extLst>
              <a:ext uri="{FF2B5EF4-FFF2-40B4-BE49-F238E27FC236}">
                <a16:creationId xmlns:a16="http://schemas.microsoft.com/office/drawing/2014/main" id="{87D7718F-9DED-B968-F279-D678C4D55590}"/>
              </a:ext>
            </a:extLst>
          </p:cNvPr>
          <p:cNvPicPr>
            <a:picLocks noChangeAspect="1" noChangeArrowheads="1"/>
          </p:cNvPicPr>
          <p:nvPr/>
        </p:nvPicPr>
        <p:blipFill rotWithShape="1">
          <a:blip r:embed="rId29">
            <a:extLst>
              <a:ext uri="{BEBA8EAE-BF5A-486C-A8C5-ECC9F3942E4B}">
                <a14:imgProps xmlns:a14="http://schemas.microsoft.com/office/drawing/2010/main">
                  <a14:imgLayer r:embed="rId30">
                    <a14:imgEffect>
                      <a14:brightnessContrast bright="100000"/>
                    </a14:imgEffect>
                  </a14:imgLayer>
                </a14:imgProps>
              </a:ext>
              <a:ext uri="{28A0092B-C50C-407E-A947-70E740481C1C}">
                <a14:useLocalDpi xmlns:a14="http://schemas.microsoft.com/office/drawing/2010/main" val="0"/>
              </a:ext>
            </a:extLst>
          </a:blip>
          <a:srcRect t="31541" b="31541"/>
          <a:stretch/>
        </p:blipFill>
        <p:spPr bwMode="auto">
          <a:xfrm>
            <a:off x="5853200" y="4776851"/>
            <a:ext cx="1036957" cy="198869"/>
          </a:xfrm>
          <a:prstGeom prst="rect">
            <a:avLst/>
          </a:prstGeom>
          <a:noFill/>
          <a:extLst>
            <a:ext uri="{909E8E84-426E-40DD-AFC4-6F175D3DCCD1}">
              <a14:hiddenFill xmlns:a14="http://schemas.microsoft.com/office/drawing/2010/main">
                <a:solidFill>
                  <a:srgbClr val="FFFFFF"/>
                </a:solidFill>
              </a14:hiddenFill>
            </a:ext>
          </a:extLst>
        </p:spPr>
      </p:pic>
      <p:grpSp>
        <p:nvGrpSpPr>
          <p:cNvPr id="83" name="Group 82">
            <a:extLst>
              <a:ext uri="{FF2B5EF4-FFF2-40B4-BE49-F238E27FC236}">
                <a16:creationId xmlns:a16="http://schemas.microsoft.com/office/drawing/2014/main" id="{A27ADFE9-5EBC-525E-834D-351D76C8A562}"/>
              </a:ext>
            </a:extLst>
          </p:cNvPr>
          <p:cNvGrpSpPr/>
          <p:nvPr/>
        </p:nvGrpSpPr>
        <p:grpSpPr>
          <a:xfrm>
            <a:off x="5894734" y="5299081"/>
            <a:ext cx="953888" cy="232192"/>
            <a:chOff x="6700028" y="5634170"/>
            <a:chExt cx="1145123" cy="278741"/>
          </a:xfrm>
        </p:grpSpPr>
        <p:pic>
          <p:nvPicPr>
            <p:cNvPr id="79" name="Picture 52" descr="Societe Generale Logo - Société Générale">
              <a:extLst>
                <a:ext uri="{FF2B5EF4-FFF2-40B4-BE49-F238E27FC236}">
                  <a16:creationId xmlns:a16="http://schemas.microsoft.com/office/drawing/2014/main" id="{4884FDBD-6EE3-08D0-33E3-4EC50FCBF7AB}"/>
                </a:ext>
              </a:extLst>
            </p:cNvPr>
            <p:cNvPicPr>
              <a:picLocks noChangeAspect="1" noChangeArrowheads="1"/>
            </p:cNvPicPr>
            <p:nvPr/>
          </p:nvPicPr>
          <p:blipFill rotWithShape="1">
            <a:blip r:embed="rId31">
              <a:extLst>
                <a:ext uri="{28A0092B-C50C-407E-A947-70E740481C1C}">
                  <a14:useLocalDpi xmlns:a14="http://schemas.microsoft.com/office/drawing/2010/main" val="0"/>
                </a:ext>
              </a:extLst>
            </a:blip>
            <a:srcRect t="37360" b="38299"/>
            <a:stretch/>
          </p:blipFill>
          <p:spPr bwMode="auto">
            <a:xfrm>
              <a:off x="6700028" y="5634170"/>
              <a:ext cx="1145123" cy="278741"/>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52" descr="Societe Generale Logo - Société Générale">
              <a:extLst>
                <a:ext uri="{FF2B5EF4-FFF2-40B4-BE49-F238E27FC236}">
                  <a16:creationId xmlns:a16="http://schemas.microsoft.com/office/drawing/2014/main" id="{CC3A9371-DA01-00E0-7CD8-27BE7388D3A2}"/>
                </a:ext>
              </a:extLst>
            </p:cNvPr>
            <p:cNvPicPr>
              <a:picLocks noChangeAspect="1" noChangeArrowheads="1"/>
            </p:cNvPicPr>
            <p:nvPr/>
          </p:nvPicPr>
          <p:blipFill rotWithShape="1">
            <a:blip r:embed="rId32">
              <a:extLst>
                <a:ext uri="{BEBA8EAE-BF5A-486C-A8C5-ECC9F3942E4B}">
                  <a14:imgProps xmlns:a14="http://schemas.microsoft.com/office/drawing/2010/main">
                    <a14:imgLayer r:embed="rId33">
                      <a14:imgEffect>
                        <a14:brightnessContrast bright="100000"/>
                      </a14:imgEffect>
                    </a14:imgLayer>
                  </a14:imgProps>
                </a:ext>
                <a:ext uri="{28A0092B-C50C-407E-A947-70E740481C1C}">
                  <a14:useLocalDpi xmlns:a14="http://schemas.microsoft.com/office/drawing/2010/main" val="0"/>
                </a:ext>
              </a:extLst>
            </a:blip>
            <a:srcRect l="21576" t="37360" b="38299"/>
            <a:stretch/>
          </p:blipFill>
          <p:spPr bwMode="auto">
            <a:xfrm>
              <a:off x="6946544" y="5634170"/>
              <a:ext cx="898047" cy="278741"/>
            </a:xfrm>
            <a:prstGeom prst="rect">
              <a:avLst/>
            </a:prstGeom>
            <a:noFill/>
            <a:extLst>
              <a:ext uri="{909E8E84-426E-40DD-AFC4-6F175D3DCCD1}">
                <a14:hiddenFill xmlns:a14="http://schemas.microsoft.com/office/drawing/2010/main">
                  <a:solidFill>
                    <a:srgbClr val="FFFFFF"/>
                  </a:solidFill>
                </a14:hiddenFill>
              </a:ext>
            </a:extLst>
          </p:spPr>
        </p:pic>
      </p:grpSp>
      <p:pic>
        <p:nvPicPr>
          <p:cNvPr id="84" name="Picture 32" descr="Verizon Logo transparent PNG - StickPNG">
            <a:extLst>
              <a:ext uri="{FF2B5EF4-FFF2-40B4-BE49-F238E27FC236}">
                <a16:creationId xmlns:a16="http://schemas.microsoft.com/office/drawing/2014/main" id="{AC25AC6F-FBCF-B4D3-BA70-2A0DA8C95B99}"/>
              </a:ext>
            </a:extLst>
          </p:cNvPr>
          <p:cNvPicPr>
            <a:picLocks noChangeAspect="1" noChangeArrowheads="1"/>
          </p:cNvPicPr>
          <p:nvPr/>
        </p:nvPicPr>
        <p:blipFill rotWithShape="1">
          <a:blip r:embed="rId34">
            <a:extLst>
              <a:ext uri="{BEBA8EAE-BF5A-486C-A8C5-ECC9F3942E4B}">
                <a14:imgProps xmlns:a14="http://schemas.microsoft.com/office/drawing/2010/main">
                  <a14:imgLayer r:embed="rId35">
                    <a14:imgEffect>
                      <a14:brightnessContrast bright="100000"/>
                    </a14:imgEffect>
                  </a14:imgLayer>
                </a14:imgProps>
              </a:ext>
              <a:ext uri="{28A0092B-C50C-407E-A947-70E740481C1C}">
                <a14:useLocalDpi xmlns:a14="http://schemas.microsoft.com/office/drawing/2010/main" val="0"/>
              </a:ext>
            </a:extLst>
          </a:blip>
          <a:srcRect t="39762" b="33077"/>
          <a:stretch/>
        </p:blipFill>
        <p:spPr bwMode="auto">
          <a:xfrm>
            <a:off x="5968048" y="6302984"/>
            <a:ext cx="807260" cy="219256"/>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34" descr="Sellafield Ltd Careers">
            <a:extLst>
              <a:ext uri="{FF2B5EF4-FFF2-40B4-BE49-F238E27FC236}">
                <a16:creationId xmlns:a16="http://schemas.microsoft.com/office/drawing/2014/main" id="{4DF398E8-134B-0066-FD30-8473180D0DA5}"/>
              </a:ext>
            </a:extLst>
          </p:cNvPr>
          <p:cNvPicPr>
            <a:picLocks noChangeAspect="1" noChangeArrowheads="1"/>
          </p:cNvPicPr>
          <p:nvPr/>
        </p:nvPicPr>
        <p:blipFill>
          <a:blip r:embed="rId36">
            <a:extLst>
              <a:ext uri="{BEBA8EAE-BF5A-486C-A8C5-ECC9F3942E4B}">
                <a14:imgProps xmlns:a14="http://schemas.microsoft.com/office/drawing/2010/main">
                  <a14:imgLayer r:embed="rId37">
                    <a14:imgEffect>
                      <a14:brightnessContrast bright="100000" contrast="-1000"/>
                    </a14:imgEffect>
                  </a14:imgLayer>
                </a14:imgProps>
              </a:ext>
              <a:ext uri="{28A0092B-C50C-407E-A947-70E740481C1C}">
                <a14:useLocalDpi xmlns:a14="http://schemas.microsoft.com/office/drawing/2010/main" val="0"/>
              </a:ext>
            </a:extLst>
          </a:blip>
          <a:srcRect/>
          <a:stretch>
            <a:fillRect/>
          </a:stretch>
        </p:blipFill>
        <p:spPr bwMode="auto">
          <a:xfrm>
            <a:off x="5941551" y="5860270"/>
            <a:ext cx="860256" cy="165600"/>
          </a:xfrm>
          <a:prstGeom prst="rect">
            <a:avLst/>
          </a:prstGeom>
          <a:noFill/>
          <a:extLst>
            <a:ext uri="{909E8E84-426E-40DD-AFC4-6F175D3DCCD1}">
              <a14:hiddenFill xmlns:a14="http://schemas.microsoft.com/office/drawing/2010/main">
                <a:solidFill>
                  <a:srgbClr val="FFFFFF"/>
                </a:solidFill>
              </a14:hiddenFill>
            </a:ext>
          </a:extLst>
        </p:spPr>
      </p:pic>
      <p:sp>
        <p:nvSpPr>
          <p:cNvPr id="94" name="Rectangle: Single Corner Rounded 93">
            <a:extLst>
              <a:ext uri="{FF2B5EF4-FFF2-40B4-BE49-F238E27FC236}">
                <a16:creationId xmlns:a16="http://schemas.microsoft.com/office/drawing/2014/main" id="{8CB29A55-330A-4F3B-93C6-43E4332A216D}"/>
              </a:ext>
            </a:extLst>
          </p:cNvPr>
          <p:cNvSpPr/>
          <p:nvPr/>
        </p:nvSpPr>
        <p:spPr>
          <a:xfrm rot="10800000" flipV="1">
            <a:off x="7226299" y="4592992"/>
            <a:ext cx="4965698" cy="2265007"/>
          </a:xfrm>
          <a:prstGeom prst="round1Rect">
            <a:avLst>
              <a:gd name="adj" fmla="val 1330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97" name="Picture 96" descr="A picture containing logo&#10;&#10;Description automatically generated">
            <a:extLst>
              <a:ext uri="{FF2B5EF4-FFF2-40B4-BE49-F238E27FC236}">
                <a16:creationId xmlns:a16="http://schemas.microsoft.com/office/drawing/2014/main" id="{4DBB3AFC-F845-7767-4506-5DABD5B8B86B}"/>
              </a:ext>
            </a:extLst>
          </p:cNvPr>
          <p:cNvPicPr>
            <a:picLocks noChangeAspect="1"/>
          </p:cNvPicPr>
          <p:nvPr/>
        </p:nvPicPr>
        <p:blipFill rotWithShape="1">
          <a:blip r:embed="rId38" cstate="screen">
            <a:extLst>
              <a:ext uri="{28A0092B-C50C-407E-A947-70E740481C1C}">
                <a14:useLocalDpi xmlns:a14="http://schemas.microsoft.com/office/drawing/2010/main" val="0"/>
              </a:ext>
            </a:extLst>
          </a:blip>
          <a:srcRect b="24238"/>
          <a:stretch/>
        </p:blipFill>
        <p:spPr>
          <a:xfrm>
            <a:off x="7710417" y="6218632"/>
            <a:ext cx="511787" cy="433357"/>
          </a:xfrm>
          <a:prstGeom prst="rect">
            <a:avLst/>
          </a:prstGeom>
        </p:spPr>
      </p:pic>
      <p:pic>
        <p:nvPicPr>
          <p:cNvPr id="98" name="Picture 97" descr="Logo, icon&#10;&#10;Description automatically generated">
            <a:extLst>
              <a:ext uri="{FF2B5EF4-FFF2-40B4-BE49-F238E27FC236}">
                <a16:creationId xmlns:a16="http://schemas.microsoft.com/office/drawing/2014/main" id="{ACA666C4-7ACF-60C4-B16E-29A57A4695A6}"/>
              </a:ext>
            </a:extLst>
          </p:cNvPr>
          <p:cNvPicPr>
            <a:picLocks noChangeAspect="1"/>
          </p:cNvPicPr>
          <p:nvPr/>
        </p:nvPicPr>
        <p:blipFill rotWithShape="1">
          <a:blip r:embed="rId39" cstate="screen">
            <a:extLst>
              <a:ext uri="{28A0092B-C50C-407E-A947-70E740481C1C}">
                <a14:useLocalDpi xmlns:a14="http://schemas.microsoft.com/office/drawing/2010/main" val="0"/>
              </a:ext>
            </a:extLst>
          </a:blip>
          <a:srcRect b="19351"/>
          <a:stretch/>
        </p:blipFill>
        <p:spPr>
          <a:xfrm>
            <a:off x="9980608" y="6204654"/>
            <a:ext cx="511787" cy="461312"/>
          </a:xfrm>
          <a:prstGeom prst="rect">
            <a:avLst/>
          </a:prstGeom>
        </p:spPr>
      </p:pic>
      <p:pic>
        <p:nvPicPr>
          <p:cNvPr id="95" name="Picture 94" descr="Logo, company name&#10;&#10;Description automatically generated">
            <a:extLst>
              <a:ext uri="{FF2B5EF4-FFF2-40B4-BE49-F238E27FC236}">
                <a16:creationId xmlns:a16="http://schemas.microsoft.com/office/drawing/2014/main" id="{0258A7F4-F5AB-974F-3736-9E2F3AE2D725}"/>
              </a:ext>
            </a:extLst>
          </p:cNvPr>
          <p:cNvPicPr>
            <a:picLocks noChangeAspect="1"/>
          </p:cNvPicPr>
          <p:nvPr/>
        </p:nvPicPr>
        <p:blipFill rotWithShape="1">
          <a:blip r:embed="rId40" cstate="screen">
            <a:extLst>
              <a:ext uri="{28A0092B-C50C-407E-A947-70E740481C1C}">
                <a14:useLocalDpi xmlns:a14="http://schemas.microsoft.com/office/drawing/2010/main" val="0"/>
              </a:ext>
            </a:extLst>
          </a:blip>
          <a:srcRect b="22829"/>
          <a:stretch/>
        </p:blipFill>
        <p:spPr>
          <a:xfrm>
            <a:off x="7710885" y="4879379"/>
            <a:ext cx="510851" cy="440610"/>
          </a:xfrm>
          <a:prstGeom prst="rect">
            <a:avLst/>
          </a:prstGeom>
        </p:spPr>
      </p:pic>
      <p:pic>
        <p:nvPicPr>
          <p:cNvPr id="99" name="Picture 98" descr="A picture containing diagram&#10;&#10;Description automatically generated">
            <a:extLst>
              <a:ext uri="{FF2B5EF4-FFF2-40B4-BE49-F238E27FC236}">
                <a16:creationId xmlns:a16="http://schemas.microsoft.com/office/drawing/2014/main" id="{E72BC7AC-9188-7596-AA19-3C130BFC9FCD}"/>
              </a:ext>
            </a:extLst>
          </p:cNvPr>
          <p:cNvPicPr>
            <a:picLocks noChangeAspect="1"/>
          </p:cNvPicPr>
          <p:nvPr/>
        </p:nvPicPr>
        <p:blipFill rotWithShape="1">
          <a:blip r:embed="rId41" cstate="screen">
            <a:extLst>
              <a:ext uri="{28A0092B-C50C-407E-A947-70E740481C1C}">
                <a14:useLocalDpi xmlns:a14="http://schemas.microsoft.com/office/drawing/2010/main" val="0"/>
              </a:ext>
            </a:extLst>
          </a:blip>
          <a:srcRect b="21887"/>
          <a:stretch/>
        </p:blipFill>
        <p:spPr>
          <a:xfrm>
            <a:off x="9980608" y="4876286"/>
            <a:ext cx="511787" cy="446797"/>
          </a:xfrm>
          <a:prstGeom prst="rect">
            <a:avLst/>
          </a:prstGeom>
        </p:spPr>
      </p:pic>
      <p:pic>
        <p:nvPicPr>
          <p:cNvPr id="96" name="Picture 95" descr="Logo&#10;&#10;Description automatically generated">
            <a:extLst>
              <a:ext uri="{FF2B5EF4-FFF2-40B4-BE49-F238E27FC236}">
                <a16:creationId xmlns:a16="http://schemas.microsoft.com/office/drawing/2014/main" id="{9440D65D-C9A6-151A-58F6-7567CF4A3841}"/>
              </a:ext>
            </a:extLst>
          </p:cNvPr>
          <p:cNvPicPr>
            <a:picLocks noChangeAspect="1"/>
          </p:cNvPicPr>
          <p:nvPr/>
        </p:nvPicPr>
        <p:blipFill rotWithShape="1">
          <a:blip r:embed="rId42" cstate="screen">
            <a:extLst>
              <a:ext uri="{28A0092B-C50C-407E-A947-70E740481C1C}">
                <a14:useLocalDpi xmlns:a14="http://schemas.microsoft.com/office/drawing/2010/main" val="0"/>
              </a:ext>
            </a:extLst>
          </a:blip>
          <a:srcRect b="24641"/>
          <a:stretch/>
        </p:blipFill>
        <p:spPr>
          <a:xfrm>
            <a:off x="7710417" y="5548343"/>
            <a:ext cx="511787" cy="431051"/>
          </a:xfrm>
          <a:prstGeom prst="rect">
            <a:avLst/>
          </a:prstGeom>
        </p:spPr>
      </p:pic>
      <p:pic>
        <p:nvPicPr>
          <p:cNvPr id="100" name="Picture 99" descr="Icon&#10;&#10;Description automatically generated">
            <a:extLst>
              <a:ext uri="{FF2B5EF4-FFF2-40B4-BE49-F238E27FC236}">
                <a16:creationId xmlns:a16="http://schemas.microsoft.com/office/drawing/2014/main" id="{25D24A3F-1C16-53BA-496E-D6E18B4F0430}"/>
              </a:ext>
            </a:extLst>
          </p:cNvPr>
          <p:cNvPicPr>
            <a:picLocks noChangeAspect="1"/>
          </p:cNvPicPr>
          <p:nvPr/>
        </p:nvPicPr>
        <p:blipFill rotWithShape="1">
          <a:blip r:embed="rId43" cstate="screen">
            <a:extLst>
              <a:ext uri="{28A0092B-C50C-407E-A947-70E740481C1C}">
                <a14:useLocalDpi xmlns:a14="http://schemas.microsoft.com/office/drawing/2010/main" val="0"/>
              </a:ext>
            </a:extLst>
          </a:blip>
          <a:srcRect b="17679"/>
          <a:stretch/>
        </p:blipFill>
        <p:spPr>
          <a:xfrm>
            <a:off x="9980608" y="5528433"/>
            <a:ext cx="511786" cy="470871"/>
          </a:xfrm>
          <a:prstGeom prst="rect">
            <a:avLst/>
          </a:prstGeom>
        </p:spPr>
      </p:pic>
      <p:sp>
        <p:nvSpPr>
          <p:cNvPr id="103" name="Text Placeholder 102">
            <a:extLst>
              <a:ext uri="{FF2B5EF4-FFF2-40B4-BE49-F238E27FC236}">
                <a16:creationId xmlns:a16="http://schemas.microsoft.com/office/drawing/2014/main" id="{AE5F8E2B-D400-9700-798F-96033774CCA0}"/>
              </a:ext>
            </a:extLst>
          </p:cNvPr>
          <p:cNvSpPr>
            <a:spLocks noGrp="1"/>
          </p:cNvSpPr>
          <p:nvPr>
            <p:ph type="body" sz="quarter" idx="53"/>
          </p:nvPr>
        </p:nvSpPr>
        <p:spPr>
          <a:xfrm>
            <a:off x="1587497" y="1017754"/>
            <a:ext cx="2722508" cy="1536318"/>
          </a:xfrm>
        </p:spPr>
        <p:txBody>
          <a:bodyPr/>
          <a:lstStyle/>
          <a:p>
            <a:r>
              <a:rPr lang="en-US"/>
              <a:t>A consultancy-led digital transformation solution provider </a:t>
            </a:r>
          </a:p>
          <a:p>
            <a:r>
              <a:rPr lang="en-US"/>
              <a:t>UK headquarters with international footprint</a:t>
            </a:r>
          </a:p>
          <a:p>
            <a:r>
              <a:rPr lang="en-US"/>
              <a:t>Pega Specialized Delivery Partner with 4 Pega Marketplace Solutions</a:t>
            </a:r>
          </a:p>
        </p:txBody>
      </p:sp>
      <p:sp>
        <p:nvSpPr>
          <p:cNvPr id="104" name="Text Placeholder 103">
            <a:extLst>
              <a:ext uri="{FF2B5EF4-FFF2-40B4-BE49-F238E27FC236}">
                <a16:creationId xmlns:a16="http://schemas.microsoft.com/office/drawing/2014/main" id="{61ECD863-65E5-8667-4992-10D36C411961}"/>
              </a:ext>
            </a:extLst>
          </p:cNvPr>
          <p:cNvSpPr>
            <a:spLocks noGrp="1"/>
          </p:cNvSpPr>
          <p:nvPr>
            <p:ph type="body" sz="quarter" idx="54"/>
          </p:nvPr>
        </p:nvSpPr>
        <p:spPr>
          <a:xfrm>
            <a:off x="1587496" y="2793241"/>
            <a:ext cx="2838125" cy="1267014"/>
          </a:xfrm>
        </p:spPr>
        <p:txBody>
          <a:bodyPr/>
          <a:lstStyle/>
          <a:p>
            <a:r>
              <a:rPr lang="en-US"/>
              <a:t>Deep Domain Expertise in Judiciary Domain – Ministry of Justice (MoJ) Saudi Arabia and New Jersey Courts</a:t>
            </a:r>
          </a:p>
          <a:p>
            <a:r>
              <a:rPr lang="en-US"/>
              <a:t>Legal &amp; Justice Framework, upcoming Pega Marketplace Solution</a:t>
            </a:r>
          </a:p>
        </p:txBody>
      </p:sp>
      <p:sp>
        <p:nvSpPr>
          <p:cNvPr id="111" name="Text Placeholder 110">
            <a:extLst>
              <a:ext uri="{FF2B5EF4-FFF2-40B4-BE49-F238E27FC236}">
                <a16:creationId xmlns:a16="http://schemas.microsoft.com/office/drawing/2014/main" id="{3A00A5E9-1AC7-DE6A-00A4-6C4E61254562}"/>
              </a:ext>
            </a:extLst>
          </p:cNvPr>
          <p:cNvSpPr>
            <a:spLocks noGrp="1"/>
          </p:cNvSpPr>
          <p:nvPr>
            <p:ph type="body" sz="quarter" idx="55"/>
          </p:nvPr>
        </p:nvSpPr>
        <p:spPr>
          <a:xfrm>
            <a:off x="5488494" y="2793241"/>
            <a:ext cx="2827200" cy="1382430"/>
          </a:xfrm>
        </p:spPr>
        <p:txBody>
          <a:bodyPr/>
          <a:lstStyle/>
          <a:p>
            <a:r>
              <a:rPr lang="en-US"/>
              <a:t>100+ Members Global Team</a:t>
            </a:r>
          </a:p>
          <a:p>
            <a:r>
              <a:rPr lang="en-US"/>
              <a:t>65+ Pega Certified Consultants</a:t>
            </a:r>
          </a:p>
          <a:p>
            <a:r>
              <a:rPr lang="en-US"/>
              <a:t>7+ Lead System Architects</a:t>
            </a:r>
          </a:p>
          <a:p>
            <a:r>
              <a:rPr lang="en-US"/>
              <a:t>50+ Senior System Architects</a:t>
            </a:r>
          </a:p>
          <a:p>
            <a:r>
              <a:rPr lang="en-US"/>
              <a:t>12+ Lead Business Architects</a:t>
            </a:r>
          </a:p>
        </p:txBody>
      </p:sp>
      <p:sp>
        <p:nvSpPr>
          <p:cNvPr id="112" name="Text Placeholder 111">
            <a:extLst>
              <a:ext uri="{FF2B5EF4-FFF2-40B4-BE49-F238E27FC236}">
                <a16:creationId xmlns:a16="http://schemas.microsoft.com/office/drawing/2014/main" id="{36A027D8-D28E-88A0-D986-1418F898C4FD}"/>
              </a:ext>
            </a:extLst>
          </p:cNvPr>
          <p:cNvSpPr>
            <a:spLocks noGrp="1"/>
          </p:cNvSpPr>
          <p:nvPr>
            <p:ph type="body" sz="quarter" idx="56"/>
          </p:nvPr>
        </p:nvSpPr>
        <p:spPr>
          <a:xfrm>
            <a:off x="5488495" y="1022242"/>
            <a:ext cx="2601569" cy="1497846"/>
          </a:xfrm>
        </p:spPr>
        <p:txBody>
          <a:bodyPr/>
          <a:lstStyle/>
          <a:p>
            <a:r>
              <a:rPr lang="en-US"/>
              <a:t>Pega Cloud Migration experts with first ever Pega Private Cloud on Azure with Kubernetes</a:t>
            </a:r>
          </a:p>
          <a:p>
            <a:r>
              <a:rPr lang="en-US"/>
              <a:t>Pega Modernization expertise with special emphasis on latest constellation architecture</a:t>
            </a:r>
          </a:p>
        </p:txBody>
      </p:sp>
      <p:sp>
        <p:nvSpPr>
          <p:cNvPr id="113" name="Text Placeholder 112">
            <a:extLst>
              <a:ext uri="{FF2B5EF4-FFF2-40B4-BE49-F238E27FC236}">
                <a16:creationId xmlns:a16="http://schemas.microsoft.com/office/drawing/2014/main" id="{8B5EC487-7158-F7CC-72D7-8BED766CD98F}"/>
              </a:ext>
            </a:extLst>
          </p:cNvPr>
          <p:cNvSpPr>
            <a:spLocks noGrp="1"/>
          </p:cNvSpPr>
          <p:nvPr>
            <p:ph type="body" sz="quarter" idx="57"/>
          </p:nvPr>
        </p:nvSpPr>
        <p:spPr>
          <a:xfrm>
            <a:off x="9104484" y="1022242"/>
            <a:ext cx="2660526" cy="1267014"/>
          </a:xfrm>
        </p:spPr>
        <p:txBody>
          <a:bodyPr/>
          <a:lstStyle/>
          <a:p>
            <a:r>
              <a:rPr lang="en-US"/>
              <a:t>G-Cloud 13 Accreditation</a:t>
            </a:r>
          </a:p>
          <a:p>
            <a:r>
              <a:rPr lang="en-US"/>
              <a:t>Extensive Public Services experience with deep Financial Services, Insurance, Telecommunications expertise</a:t>
            </a:r>
          </a:p>
        </p:txBody>
      </p:sp>
      <p:sp>
        <p:nvSpPr>
          <p:cNvPr id="114" name="Text Placeholder 113">
            <a:extLst>
              <a:ext uri="{FF2B5EF4-FFF2-40B4-BE49-F238E27FC236}">
                <a16:creationId xmlns:a16="http://schemas.microsoft.com/office/drawing/2014/main" id="{FDA50223-6A59-9335-A298-04608C6DC977}"/>
              </a:ext>
            </a:extLst>
          </p:cNvPr>
          <p:cNvSpPr>
            <a:spLocks noGrp="1"/>
          </p:cNvSpPr>
          <p:nvPr>
            <p:ph type="body" sz="quarter" idx="58"/>
          </p:nvPr>
        </p:nvSpPr>
        <p:spPr>
          <a:xfrm>
            <a:off x="9104484" y="2793241"/>
            <a:ext cx="2827200" cy="1536318"/>
          </a:xfrm>
        </p:spPr>
        <p:txBody>
          <a:bodyPr/>
          <a:lstStyle/>
          <a:p>
            <a:r>
              <a:rPr lang="en-US"/>
              <a:t>Experts in establishing / running Centre of Excellence (CoE) </a:t>
            </a:r>
          </a:p>
          <a:p>
            <a:r>
              <a:rPr lang="en-US"/>
              <a:t>Authorized Training Partner, with special emphasis on Co-creation and enablement</a:t>
            </a:r>
          </a:p>
          <a:p>
            <a:r>
              <a:rPr lang="en-US"/>
              <a:t>Pega University Program in India</a:t>
            </a:r>
          </a:p>
          <a:p>
            <a:endParaRPr lang="en-ID"/>
          </a:p>
        </p:txBody>
      </p:sp>
      <p:sp>
        <p:nvSpPr>
          <p:cNvPr id="102" name="Text Placeholder 101">
            <a:extLst>
              <a:ext uri="{FF2B5EF4-FFF2-40B4-BE49-F238E27FC236}">
                <a16:creationId xmlns:a16="http://schemas.microsoft.com/office/drawing/2014/main" id="{D4E8C7CE-ED15-DF0C-7BF6-F9F36174E135}"/>
              </a:ext>
            </a:extLst>
          </p:cNvPr>
          <p:cNvSpPr>
            <a:spLocks noGrp="1"/>
          </p:cNvSpPr>
          <p:nvPr>
            <p:ph type="body" sz="quarter" idx="47"/>
          </p:nvPr>
        </p:nvSpPr>
        <p:spPr>
          <a:xfrm>
            <a:off x="753557" y="1104109"/>
            <a:ext cx="630978" cy="369332"/>
          </a:xfrm>
        </p:spPr>
        <p:txBody>
          <a:bodyPr/>
          <a:lstStyle/>
          <a:p>
            <a:r>
              <a:rPr lang="en-ID"/>
              <a:t>01</a:t>
            </a:r>
          </a:p>
        </p:txBody>
      </p:sp>
      <p:sp>
        <p:nvSpPr>
          <p:cNvPr id="115" name="Text Placeholder 114">
            <a:extLst>
              <a:ext uri="{FF2B5EF4-FFF2-40B4-BE49-F238E27FC236}">
                <a16:creationId xmlns:a16="http://schemas.microsoft.com/office/drawing/2014/main" id="{216485A1-3431-14F3-D642-BE01BDF6CBCE}"/>
              </a:ext>
            </a:extLst>
          </p:cNvPr>
          <p:cNvSpPr>
            <a:spLocks noGrp="1"/>
          </p:cNvSpPr>
          <p:nvPr>
            <p:ph type="body" sz="quarter" idx="59"/>
          </p:nvPr>
        </p:nvSpPr>
        <p:spPr>
          <a:xfrm>
            <a:off x="753557" y="2889503"/>
            <a:ext cx="630978" cy="369332"/>
          </a:xfrm>
        </p:spPr>
        <p:txBody>
          <a:bodyPr/>
          <a:lstStyle/>
          <a:p>
            <a:r>
              <a:rPr lang="en-ID"/>
              <a:t>02</a:t>
            </a:r>
          </a:p>
        </p:txBody>
      </p:sp>
      <p:sp>
        <p:nvSpPr>
          <p:cNvPr id="116" name="Text Placeholder 115">
            <a:extLst>
              <a:ext uri="{FF2B5EF4-FFF2-40B4-BE49-F238E27FC236}">
                <a16:creationId xmlns:a16="http://schemas.microsoft.com/office/drawing/2014/main" id="{B5020A7D-D27C-3985-6DF9-87B0B119CA89}"/>
              </a:ext>
            </a:extLst>
          </p:cNvPr>
          <p:cNvSpPr>
            <a:spLocks noGrp="1"/>
          </p:cNvSpPr>
          <p:nvPr>
            <p:ph type="body" sz="quarter" idx="60"/>
          </p:nvPr>
        </p:nvSpPr>
        <p:spPr>
          <a:xfrm>
            <a:off x="4703717" y="1120643"/>
            <a:ext cx="630978" cy="369332"/>
          </a:xfrm>
        </p:spPr>
        <p:txBody>
          <a:bodyPr/>
          <a:lstStyle/>
          <a:p>
            <a:r>
              <a:rPr lang="en-ID"/>
              <a:t>03</a:t>
            </a:r>
          </a:p>
        </p:txBody>
      </p:sp>
      <p:sp>
        <p:nvSpPr>
          <p:cNvPr id="117" name="Text Placeholder 116">
            <a:extLst>
              <a:ext uri="{FF2B5EF4-FFF2-40B4-BE49-F238E27FC236}">
                <a16:creationId xmlns:a16="http://schemas.microsoft.com/office/drawing/2014/main" id="{181AFD93-0FDA-9EE7-F022-53CA8DF0E556}"/>
              </a:ext>
            </a:extLst>
          </p:cNvPr>
          <p:cNvSpPr>
            <a:spLocks noGrp="1"/>
          </p:cNvSpPr>
          <p:nvPr>
            <p:ph type="body" sz="quarter" idx="61"/>
          </p:nvPr>
        </p:nvSpPr>
        <p:spPr>
          <a:xfrm>
            <a:off x="4699704" y="2879596"/>
            <a:ext cx="630978" cy="369332"/>
          </a:xfrm>
        </p:spPr>
        <p:txBody>
          <a:bodyPr/>
          <a:lstStyle/>
          <a:p>
            <a:r>
              <a:rPr lang="en-ID"/>
              <a:t>04</a:t>
            </a:r>
          </a:p>
        </p:txBody>
      </p:sp>
      <p:sp>
        <p:nvSpPr>
          <p:cNvPr id="118" name="Text Placeholder 117">
            <a:extLst>
              <a:ext uri="{FF2B5EF4-FFF2-40B4-BE49-F238E27FC236}">
                <a16:creationId xmlns:a16="http://schemas.microsoft.com/office/drawing/2014/main" id="{738A491C-2F13-EBC3-54F1-54D9288B464E}"/>
              </a:ext>
            </a:extLst>
          </p:cNvPr>
          <p:cNvSpPr>
            <a:spLocks noGrp="1"/>
          </p:cNvSpPr>
          <p:nvPr>
            <p:ph type="body" sz="quarter" idx="62"/>
          </p:nvPr>
        </p:nvSpPr>
        <p:spPr>
          <a:xfrm>
            <a:off x="8315694" y="1118504"/>
            <a:ext cx="630978" cy="369332"/>
          </a:xfrm>
        </p:spPr>
        <p:txBody>
          <a:bodyPr/>
          <a:lstStyle/>
          <a:p>
            <a:r>
              <a:rPr lang="en-ID"/>
              <a:t>05</a:t>
            </a:r>
          </a:p>
        </p:txBody>
      </p:sp>
      <p:sp>
        <p:nvSpPr>
          <p:cNvPr id="119" name="Text Placeholder 118">
            <a:extLst>
              <a:ext uri="{FF2B5EF4-FFF2-40B4-BE49-F238E27FC236}">
                <a16:creationId xmlns:a16="http://schemas.microsoft.com/office/drawing/2014/main" id="{DF731A18-0ADE-1B37-4061-95A44945B9D6}"/>
              </a:ext>
            </a:extLst>
          </p:cNvPr>
          <p:cNvSpPr>
            <a:spLocks noGrp="1"/>
          </p:cNvSpPr>
          <p:nvPr>
            <p:ph type="body" sz="quarter" idx="63"/>
          </p:nvPr>
        </p:nvSpPr>
        <p:spPr>
          <a:xfrm>
            <a:off x="8315694" y="2879596"/>
            <a:ext cx="630978" cy="369332"/>
          </a:xfrm>
        </p:spPr>
        <p:txBody>
          <a:bodyPr/>
          <a:lstStyle/>
          <a:p>
            <a:r>
              <a:rPr lang="en-ID"/>
              <a:t>06</a:t>
            </a:r>
          </a:p>
        </p:txBody>
      </p:sp>
      <p:sp>
        <p:nvSpPr>
          <p:cNvPr id="150" name="Text Placeholder 149">
            <a:extLst>
              <a:ext uri="{FF2B5EF4-FFF2-40B4-BE49-F238E27FC236}">
                <a16:creationId xmlns:a16="http://schemas.microsoft.com/office/drawing/2014/main" id="{FF89AC5E-8C6D-0C9A-97FA-7ACD01968338}"/>
              </a:ext>
            </a:extLst>
          </p:cNvPr>
          <p:cNvSpPr>
            <a:spLocks noGrp="1"/>
          </p:cNvSpPr>
          <p:nvPr>
            <p:ph type="body" sz="quarter" idx="64"/>
          </p:nvPr>
        </p:nvSpPr>
        <p:spPr>
          <a:xfrm>
            <a:off x="8238707" y="4921708"/>
            <a:ext cx="1578728" cy="305212"/>
          </a:xfrm>
        </p:spPr>
        <p:txBody>
          <a:bodyPr/>
          <a:lstStyle/>
          <a:p>
            <a:r>
              <a:rPr lang="en-US"/>
              <a:t>UK</a:t>
            </a:r>
          </a:p>
        </p:txBody>
      </p:sp>
      <p:sp>
        <p:nvSpPr>
          <p:cNvPr id="153" name="Text Placeholder 152">
            <a:extLst>
              <a:ext uri="{FF2B5EF4-FFF2-40B4-BE49-F238E27FC236}">
                <a16:creationId xmlns:a16="http://schemas.microsoft.com/office/drawing/2014/main" id="{1E97CE30-CA15-F73F-000E-13E1F64F12A1}"/>
              </a:ext>
            </a:extLst>
          </p:cNvPr>
          <p:cNvSpPr>
            <a:spLocks noGrp="1"/>
          </p:cNvSpPr>
          <p:nvPr>
            <p:ph type="body" sz="quarter" idx="67"/>
          </p:nvPr>
        </p:nvSpPr>
        <p:spPr>
          <a:xfrm>
            <a:off x="10541164" y="4921708"/>
            <a:ext cx="1500056" cy="305212"/>
          </a:xfrm>
        </p:spPr>
        <p:txBody>
          <a:bodyPr/>
          <a:lstStyle/>
          <a:p>
            <a:r>
              <a:rPr lang="en-US"/>
              <a:t>INDIA</a:t>
            </a:r>
          </a:p>
        </p:txBody>
      </p:sp>
      <p:sp>
        <p:nvSpPr>
          <p:cNvPr id="154" name="Text Placeholder 153">
            <a:extLst>
              <a:ext uri="{FF2B5EF4-FFF2-40B4-BE49-F238E27FC236}">
                <a16:creationId xmlns:a16="http://schemas.microsoft.com/office/drawing/2014/main" id="{3CE86354-4C88-3BC7-CF3B-C725E3DDEA4A}"/>
              </a:ext>
            </a:extLst>
          </p:cNvPr>
          <p:cNvSpPr>
            <a:spLocks noGrp="1"/>
          </p:cNvSpPr>
          <p:nvPr>
            <p:ph type="body" sz="quarter" idx="68"/>
          </p:nvPr>
        </p:nvSpPr>
        <p:spPr>
          <a:xfrm>
            <a:off x="10541163" y="5597873"/>
            <a:ext cx="1500057" cy="305212"/>
          </a:xfrm>
        </p:spPr>
        <p:txBody>
          <a:bodyPr/>
          <a:lstStyle/>
          <a:p>
            <a:r>
              <a:rPr lang="en-US"/>
              <a:t>NETHERLANDS</a:t>
            </a:r>
          </a:p>
        </p:txBody>
      </p:sp>
      <p:sp>
        <p:nvSpPr>
          <p:cNvPr id="155" name="Text Placeholder 154">
            <a:extLst>
              <a:ext uri="{FF2B5EF4-FFF2-40B4-BE49-F238E27FC236}">
                <a16:creationId xmlns:a16="http://schemas.microsoft.com/office/drawing/2014/main" id="{B4A78384-6873-DC14-5E85-FF50A8F5D4A2}"/>
              </a:ext>
            </a:extLst>
          </p:cNvPr>
          <p:cNvSpPr>
            <a:spLocks noGrp="1"/>
          </p:cNvSpPr>
          <p:nvPr>
            <p:ph type="body" sz="quarter" idx="69"/>
          </p:nvPr>
        </p:nvSpPr>
        <p:spPr>
          <a:xfrm>
            <a:off x="10541163" y="6256448"/>
            <a:ext cx="1500057" cy="305212"/>
          </a:xfrm>
        </p:spPr>
        <p:txBody>
          <a:bodyPr/>
          <a:lstStyle/>
          <a:p>
            <a:r>
              <a:rPr lang="en-US"/>
              <a:t>GERMANY</a:t>
            </a:r>
          </a:p>
        </p:txBody>
      </p:sp>
      <p:sp>
        <p:nvSpPr>
          <p:cNvPr id="151" name="Text Placeholder 150">
            <a:extLst>
              <a:ext uri="{FF2B5EF4-FFF2-40B4-BE49-F238E27FC236}">
                <a16:creationId xmlns:a16="http://schemas.microsoft.com/office/drawing/2014/main" id="{4B429ECA-ED31-9AE7-DB47-FE436C26A845}"/>
              </a:ext>
            </a:extLst>
          </p:cNvPr>
          <p:cNvSpPr>
            <a:spLocks noGrp="1"/>
          </p:cNvSpPr>
          <p:nvPr>
            <p:ph type="body" sz="quarter" idx="65"/>
          </p:nvPr>
        </p:nvSpPr>
        <p:spPr>
          <a:xfrm>
            <a:off x="8238707" y="5597873"/>
            <a:ext cx="1578728" cy="305212"/>
          </a:xfrm>
        </p:spPr>
        <p:txBody>
          <a:bodyPr/>
          <a:lstStyle/>
          <a:p>
            <a:r>
              <a:rPr lang="en-US"/>
              <a:t>USA</a:t>
            </a:r>
          </a:p>
        </p:txBody>
      </p:sp>
      <p:sp>
        <p:nvSpPr>
          <p:cNvPr id="152" name="Text Placeholder 151">
            <a:extLst>
              <a:ext uri="{FF2B5EF4-FFF2-40B4-BE49-F238E27FC236}">
                <a16:creationId xmlns:a16="http://schemas.microsoft.com/office/drawing/2014/main" id="{0D6AAA92-CE40-7CBC-549F-1ABEA26D73E7}"/>
              </a:ext>
            </a:extLst>
          </p:cNvPr>
          <p:cNvSpPr>
            <a:spLocks noGrp="1"/>
          </p:cNvSpPr>
          <p:nvPr>
            <p:ph type="body" sz="quarter" idx="66"/>
          </p:nvPr>
        </p:nvSpPr>
        <p:spPr>
          <a:xfrm>
            <a:off x="8238706" y="6256448"/>
            <a:ext cx="1578729" cy="305212"/>
          </a:xfrm>
        </p:spPr>
        <p:txBody>
          <a:bodyPr/>
          <a:lstStyle/>
          <a:p>
            <a:r>
              <a:rPr lang="en-US"/>
              <a:t>SAUDI ARABIA</a:t>
            </a:r>
          </a:p>
        </p:txBody>
      </p:sp>
      <p:sp>
        <p:nvSpPr>
          <p:cNvPr id="192" name="Text Placeholder 191">
            <a:extLst>
              <a:ext uri="{FF2B5EF4-FFF2-40B4-BE49-F238E27FC236}">
                <a16:creationId xmlns:a16="http://schemas.microsoft.com/office/drawing/2014/main" id="{4610C5F5-194D-8A12-7793-A230A592C5E3}"/>
              </a:ext>
            </a:extLst>
          </p:cNvPr>
          <p:cNvSpPr>
            <a:spLocks noGrp="1"/>
          </p:cNvSpPr>
          <p:nvPr>
            <p:ph type="body" sz="quarter" idx="11"/>
          </p:nvPr>
        </p:nvSpPr>
        <p:spPr/>
        <p:txBody>
          <a:bodyPr/>
          <a:lstStyle/>
          <a:p>
            <a:r>
              <a:rPr lang="pt-BR" sz="2800" b="1">
                <a:solidFill>
                  <a:schemeClr val="bg1"/>
                </a:solidFill>
                <a:latin typeface="+mj-lt"/>
              </a:rPr>
              <a:t>COMPANY SNAPSHOT</a:t>
            </a:r>
          </a:p>
        </p:txBody>
      </p:sp>
    </p:spTree>
    <p:extLst>
      <p:ext uri="{BB962C8B-B14F-4D97-AF65-F5344CB8AC3E}">
        <p14:creationId xmlns:p14="http://schemas.microsoft.com/office/powerpoint/2010/main" val="2115678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046F589-BE07-4D76-EC51-4B41235EB1F5}"/>
              </a:ext>
            </a:extLst>
          </p:cNvPr>
          <p:cNvSpPr/>
          <p:nvPr/>
        </p:nvSpPr>
        <p:spPr>
          <a:xfrm>
            <a:off x="960219" y="1488326"/>
            <a:ext cx="3409368" cy="2012255"/>
          </a:xfrm>
          <a:prstGeom prst="roundRect">
            <a:avLst>
              <a:gd name="adj" fmla="val 781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7" name="Rectangle: Rounded Corners 36">
            <a:extLst>
              <a:ext uri="{FF2B5EF4-FFF2-40B4-BE49-F238E27FC236}">
                <a16:creationId xmlns:a16="http://schemas.microsoft.com/office/drawing/2014/main" id="{92F3B2B3-7D02-F2E2-1AA7-CD592D089299}"/>
              </a:ext>
            </a:extLst>
          </p:cNvPr>
          <p:cNvSpPr/>
          <p:nvPr/>
        </p:nvSpPr>
        <p:spPr>
          <a:xfrm>
            <a:off x="4710178" y="1488326"/>
            <a:ext cx="3409368" cy="2012255"/>
          </a:xfrm>
          <a:prstGeom prst="roundRect">
            <a:avLst>
              <a:gd name="adj" fmla="val 781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3" name="Rectangle: Rounded Corners 42">
            <a:extLst>
              <a:ext uri="{FF2B5EF4-FFF2-40B4-BE49-F238E27FC236}">
                <a16:creationId xmlns:a16="http://schemas.microsoft.com/office/drawing/2014/main" id="{5165278B-137D-D201-3354-9EDE84F37DC6}"/>
              </a:ext>
            </a:extLst>
          </p:cNvPr>
          <p:cNvSpPr/>
          <p:nvPr/>
        </p:nvSpPr>
        <p:spPr>
          <a:xfrm>
            <a:off x="8460136" y="1488326"/>
            <a:ext cx="3409368" cy="2012255"/>
          </a:xfrm>
          <a:prstGeom prst="roundRect">
            <a:avLst>
              <a:gd name="adj" fmla="val 781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9" name="Rectangle: Rounded Corners 48">
            <a:extLst>
              <a:ext uri="{FF2B5EF4-FFF2-40B4-BE49-F238E27FC236}">
                <a16:creationId xmlns:a16="http://schemas.microsoft.com/office/drawing/2014/main" id="{0033B3DD-8DFE-B3DC-C2C4-9AB50CD1C926}"/>
              </a:ext>
            </a:extLst>
          </p:cNvPr>
          <p:cNvSpPr/>
          <p:nvPr/>
        </p:nvSpPr>
        <p:spPr>
          <a:xfrm>
            <a:off x="960219" y="4247505"/>
            <a:ext cx="3409368" cy="2012255"/>
          </a:xfrm>
          <a:prstGeom prst="roundRect">
            <a:avLst>
              <a:gd name="adj" fmla="val 781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5" name="Rectangle: Rounded Corners 54">
            <a:extLst>
              <a:ext uri="{FF2B5EF4-FFF2-40B4-BE49-F238E27FC236}">
                <a16:creationId xmlns:a16="http://schemas.microsoft.com/office/drawing/2014/main" id="{D7E23BCD-7FEA-1ABD-F395-37C5255B19FC}"/>
              </a:ext>
            </a:extLst>
          </p:cNvPr>
          <p:cNvSpPr/>
          <p:nvPr/>
        </p:nvSpPr>
        <p:spPr>
          <a:xfrm>
            <a:off x="4710178" y="4247505"/>
            <a:ext cx="3409368" cy="2012255"/>
          </a:xfrm>
          <a:prstGeom prst="roundRect">
            <a:avLst>
              <a:gd name="adj" fmla="val 781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1" name="Rectangle: Rounded Corners 60">
            <a:extLst>
              <a:ext uri="{FF2B5EF4-FFF2-40B4-BE49-F238E27FC236}">
                <a16:creationId xmlns:a16="http://schemas.microsoft.com/office/drawing/2014/main" id="{BFCD44AC-2C94-1242-9626-AF7DE05BE031}"/>
              </a:ext>
            </a:extLst>
          </p:cNvPr>
          <p:cNvSpPr/>
          <p:nvPr/>
        </p:nvSpPr>
        <p:spPr>
          <a:xfrm>
            <a:off x="8460136" y="4247505"/>
            <a:ext cx="3409368" cy="2012255"/>
          </a:xfrm>
          <a:prstGeom prst="roundRect">
            <a:avLst>
              <a:gd name="adj" fmla="val 7811"/>
            </a:avLst>
          </a:prstGeom>
          <a:gradFill>
            <a:gsLst>
              <a:gs pos="57000">
                <a:schemeClr val="accent1">
                  <a:alpha val="96000"/>
                </a:schemeClr>
              </a:gs>
              <a:gs pos="100000">
                <a:schemeClr val="accent1">
                  <a:alpha val="21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72" name="Picture Placeholder 52" descr="kailash.png">
            <a:extLst>
              <a:ext uri="{FF2B5EF4-FFF2-40B4-BE49-F238E27FC236}">
                <a16:creationId xmlns:a16="http://schemas.microsoft.com/office/drawing/2014/main" id="{D1D8D070-494C-46C9-0769-5CD409D709F9}"/>
              </a:ext>
            </a:extLst>
          </p:cNvPr>
          <p:cNvPicPr>
            <a:picLocks noGrp="1" noChangeAspect="1"/>
          </p:cNvPicPr>
          <p:nvPr>
            <p:ph type="pic" sz="quarter" idx="10"/>
          </p:nvPr>
        </p:nvPicPr>
        <p:blipFill>
          <a:blip r:embed="rId2" cstate="screen"/>
          <a:srcRect/>
          <a:stretch/>
        </p:blipFill>
        <p:spPr>
          <a:xfrm>
            <a:off x="3383292" y="1107326"/>
            <a:ext cx="762000" cy="762000"/>
          </a:xfrm>
          <a:ln w="19050">
            <a:solidFill>
              <a:srgbClr val="FCB02B"/>
            </a:solidFill>
          </a:ln>
        </p:spPr>
      </p:pic>
      <p:pic>
        <p:nvPicPr>
          <p:cNvPr id="75" name="Picture Placeholder 63" descr="Datta.png">
            <a:extLst>
              <a:ext uri="{FF2B5EF4-FFF2-40B4-BE49-F238E27FC236}">
                <a16:creationId xmlns:a16="http://schemas.microsoft.com/office/drawing/2014/main" id="{FFE1A669-F418-1627-069D-D811C6012744}"/>
              </a:ext>
            </a:extLst>
          </p:cNvPr>
          <p:cNvPicPr>
            <a:picLocks noGrp="1" noChangeAspect="1"/>
          </p:cNvPicPr>
          <p:nvPr>
            <p:ph type="pic" sz="quarter" idx="11"/>
          </p:nvPr>
        </p:nvPicPr>
        <p:blipFill>
          <a:blip r:embed="rId3" cstate="screen"/>
          <a:srcRect/>
          <a:stretch/>
        </p:blipFill>
        <p:spPr>
          <a:xfrm>
            <a:off x="3383292" y="3866505"/>
            <a:ext cx="762000" cy="762000"/>
          </a:xfrm>
          <a:ln w="19050">
            <a:solidFill>
              <a:schemeClr val="accent2"/>
            </a:solidFill>
          </a:ln>
        </p:spPr>
      </p:pic>
      <p:pic>
        <p:nvPicPr>
          <p:cNvPr id="73" name="Picture 2" descr="Greg Robinson">
            <a:extLst>
              <a:ext uri="{FF2B5EF4-FFF2-40B4-BE49-F238E27FC236}">
                <a16:creationId xmlns:a16="http://schemas.microsoft.com/office/drawing/2014/main" id="{4E704B26-A0D6-42CD-7207-E250D1D36214}"/>
              </a:ext>
            </a:extLst>
          </p:cNvPr>
          <p:cNvPicPr>
            <a:picLocks noGrp="1" noChangeAspect="1" noChangeArrowheads="1"/>
          </p:cNvPicPr>
          <p:nvPr>
            <p:ph type="pic" sz="quarter" idx="12"/>
          </p:nvPr>
        </p:nvPicPr>
        <p:blipFill>
          <a:blip r:embed="rId4">
            <a:extLst>
              <a:ext uri="{28A0092B-C50C-407E-A947-70E740481C1C}">
                <a14:useLocalDpi xmlns:a14="http://schemas.microsoft.com/office/drawing/2010/main" val="0"/>
              </a:ext>
            </a:extLst>
          </a:blip>
          <a:srcRect/>
          <a:stretch/>
        </p:blipFill>
        <p:spPr bwMode="auto">
          <a:xfrm>
            <a:off x="7133251" y="1107326"/>
            <a:ext cx="762000" cy="762000"/>
          </a:xfrm>
          <a:noFill/>
          <a:ln w="19050">
            <a:solidFill>
              <a:schemeClr val="accent2"/>
            </a:solidFill>
          </a:ln>
          <a:extLst>
            <a:ext uri="{909E8E84-426E-40DD-AFC4-6F175D3DCCD1}">
              <a14:hiddenFill xmlns:a14="http://schemas.microsoft.com/office/drawing/2010/main">
                <a:solidFill>
                  <a:srgbClr val="FFFFFF"/>
                </a:solidFill>
              </a14:hiddenFill>
            </a:ext>
          </a:extLst>
        </p:spPr>
      </p:pic>
      <p:pic>
        <p:nvPicPr>
          <p:cNvPr id="76" name="Picture Placeholder 54" descr="Mukesh.png">
            <a:extLst>
              <a:ext uri="{FF2B5EF4-FFF2-40B4-BE49-F238E27FC236}">
                <a16:creationId xmlns:a16="http://schemas.microsoft.com/office/drawing/2014/main" id="{90249DDD-39A5-4280-4ECC-1B9B25FB692D}"/>
              </a:ext>
            </a:extLst>
          </p:cNvPr>
          <p:cNvPicPr>
            <a:picLocks noGrp="1" noChangeAspect="1"/>
          </p:cNvPicPr>
          <p:nvPr>
            <p:ph type="pic" sz="quarter" idx="13"/>
          </p:nvPr>
        </p:nvPicPr>
        <p:blipFill>
          <a:blip r:embed="rId5" cstate="screen"/>
          <a:srcRect/>
          <a:stretch/>
        </p:blipFill>
        <p:spPr>
          <a:xfrm>
            <a:off x="7133251" y="3866505"/>
            <a:ext cx="762000" cy="762000"/>
          </a:xfrm>
          <a:ln w="19050">
            <a:solidFill>
              <a:srgbClr val="FCB02B"/>
            </a:solidFill>
          </a:ln>
        </p:spPr>
      </p:pic>
      <p:pic>
        <p:nvPicPr>
          <p:cNvPr id="74" name="Picture 4" descr="Manasi Lovlekar">
            <a:extLst>
              <a:ext uri="{FF2B5EF4-FFF2-40B4-BE49-F238E27FC236}">
                <a16:creationId xmlns:a16="http://schemas.microsoft.com/office/drawing/2014/main" id="{317ADF41-08BB-786C-1C0B-7700B7B69CB5}"/>
              </a:ext>
            </a:extLst>
          </p:cNvPr>
          <p:cNvPicPr>
            <a:picLocks noGrp="1" noChangeAspect="1" noChangeArrowheads="1"/>
          </p:cNvPicPr>
          <p:nvPr>
            <p:ph type="pic" sz="quarter" idx="14"/>
          </p:nvPr>
        </p:nvPicPr>
        <p:blipFill>
          <a:blip r:embed="rId6">
            <a:extLst>
              <a:ext uri="{28A0092B-C50C-407E-A947-70E740481C1C}">
                <a14:useLocalDpi xmlns:a14="http://schemas.microsoft.com/office/drawing/2010/main" val="0"/>
              </a:ext>
            </a:extLst>
          </a:blip>
          <a:srcRect/>
          <a:stretch/>
        </p:blipFill>
        <p:spPr bwMode="auto">
          <a:xfrm>
            <a:off x="10883209" y="1107326"/>
            <a:ext cx="762000" cy="762000"/>
          </a:xfrm>
          <a:noFill/>
          <a:ln w="19050">
            <a:solidFill>
              <a:schemeClr val="accent2"/>
            </a:solidFill>
          </a:ln>
          <a:extLst>
            <a:ext uri="{909E8E84-426E-40DD-AFC4-6F175D3DCCD1}">
              <a14:hiddenFill xmlns:a14="http://schemas.microsoft.com/office/drawing/2010/main">
                <a:solidFill>
                  <a:srgbClr val="FFFFFF"/>
                </a:solidFill>
              </a14:hiddenFill>
            </a:ext>
          </a:extLst>
        </p:spPr>
      </p:pic>
      <p:pic>
        <p:nvPicPr>
          <p:cNvPr id="99" name="Picture Placeholder 53" descr="ashok.png">
            <a:extLst>
              <a:ext uri="{FF2B5EF4-FFF2-40B4-BE49-F238E27FC236}">
                <a16:creationId xmlns:a16="http://schemas.microsoft.com/office/drawing/2014/main" id="{7B186EB7-D51C-6194-3B17-2B81BA11A05D}"/>
              </a:ext>
            </a:extLst>
          </p:cNvPr>
          <p:cNvPicPr>
            <a:picLocks noGrp="1" noChangeAspect="1"/>
          </p:cNvPicPr>
          <p:nvPr>
            <p:ph type="pic" sz="quarter" idx="15"/>
          </p:nvPr>
        </p:nvPicPr>
        <p:blipFill>
          <a:blip r:embed="rId7" cstate="screen"/>
          <a:srcRect/>
          <a:stretch/>
        </p:blipFill>
        <p:spPr>
          <a:xfrm>
            <a:off x="10883209" y="3866505"/>
            <a:ext cx="762000" cy="762000"/>
          </a:xfrm>
          <a:ln w="19050">
            <a:solidFill>
              <a:schemeClr val="accent2"/>
            </a:solidFill>
          </a:ln>
        </p:spPr>
      </p:pic>
      <p:sp>
        <p:nvSpPr>
          <p:cNvPr id="32" name="Text Placeholder 31">
            <a:extLst>
              <a:ext uri="{FF2B5EF4-FFF2-40B4-BE49-F238E27FC236}">
                <a16:creationId xmlns:a16="http://schemas.microsoft.com/office/drawing/2014/main" id="{AA4C4D9A-7CC1-ABD2-5583-4505B804F9FA}"/>
              </a:ext>
            </a:extLst>
          </p:cNvPr>
          <p:cNvSpPr>
            <a:spLocks noGrp="1"/>
          </p:cNvSpPr>
          <p:nvPr>
            <p:ph type="body" sz="quarter" idx="53"/>
          </p:nvPr>
        </p:nvSpPr>
        <p:spPr>
          <a:xfrm>
            <a:off x="1104661" y="1919416"/>
            <a:ext cx="3114648" cy="1430520"/>
          </a:xfrm>
        </p:spPr>
        <p:txBody>
          <a:bodyPr/>
          <a:lstStyle/>
          <a:p>
            <a:r>
              <a:rPr lang="en-US"/>
              <a:t>During his 25+ year career in the software industry Kailas has worked across the globe as a developer, senior consultant, Lead Systems Architect and business leader.  Before founding EAI Systems, Kailas worked for Lloyds Bank, TCS and Pegasystems</a:t>
            </a:r>
          </a:p>
        </p:txBody>
      </p:sp>
      <p:sp>
        <p:nvSpPr>
          <p:cNvPr id="33" name="Text Placeholder 32">
            <a:extLst>
              <a:ext uri="{FF2B5EF4-FFF2-40B4-BE49-F238E27FC236}">
                <a16:creationId xmlns:a16="http://schemas.microsoft.com/office/drawing/2014/main" id="{40755B99-793F-CC53-4F14-85404C1CE723}"/>
              </a:ext>
            </a:extLst>
          </p:cNvPr>
          <p:cNvSpPr>
            <a:spLocks noGrp="1"/>
          </p:cNvSpPr>
          <p:nvPr>
            <p:ph type="body" sz="quarter" idx="54"/>
          </p:nvPr>
        </p:nvSpPr>
        <p:spPr>
          <a:xfrm>
            <a:off x="4854620" y="1919416"/>
            <a:ext cx="3114648" cy="1430520"/>
          </a:xfrm>
        </p:spPr>
        <p:txBody>
          <a:bodyPr/>
          <a:lstStyle/>
          <a:p>
            <a:r>
              <a:rPr lang="en-US"/>
              <a:t>Lorem ipsum dolor sit amet, consectetuer adipiscing elit. Donec odio. Quisque volutpat mattis eros. Nullam malesuada erat ut turpis. Suspendisse urna nibh viverra non semper suscipit posuere a pede. Quisque volutpat mattis eros. Nullam malesua</a:t>
            </a:r>
          </a:p>
        </p:txBody>
      </p:sp>
      <p:sp>
        <p:nvSpPr>
          <p:cNvPr id="34" name="Text Placeholder 33">
            <a:extLst>
              <a:ext uri="{FF2B5EF4-FFF2-40B4-BE49-F238E27FC236}">
                <a16:creationId xmlns:a16="http://schemas.microsoft.com/office/drawing/2014/main" id="{CF061CC3-BEAD-91FF-5E9D-2F688EDB44C6}"/>
              </a:ext>
            </a:extLst>
          </p:cNvPr>
          <p:cNvSpPr>
            <a:spLocks noGrp="1"/>
          </p:cNvSpPr>
          <p:nvPr>
            <p:ph type="body" sz="quarter" idx="55"/>
          </p:nvPr>
        </p:nvSpPr>
        <p:spPr>
          <a:xfrm>
            <a:off x="8604578" y="1919416"/>
            <a:ext cx="3114648" cy="1430520"/>
          </a:xfrm>
        </p:spPr>
        <p:txBody>
          <a:bodyPr/>
          <a:lstStyle/>
          <a:p>
            <a:r>
              <a:rPr lang="en-US"/>
              <a:t>Lorem ipsum dolor sit amet, consectetuer adipiscing elit. Donec odio. Quisque volutpat mattis eros. Nullam malesuada erat ut turpis. Suspendisse urna nibh viverra non semper suscipit posuere a pede. Quisque volutpat mattis eros. Nullam malesua</a:t>
            </a:r>
          </a:p>
        </p:txBody>
      </p:sp>
      <p:sp>
        <p:nvSpPr>
          <p:cNvPr id="35" name="Text Placeholder 34">
            <a:extLst>
              <a:ext uri="{FF2B5EF4-FFF2-40B4-BE49-F238E27FC236}">
                <a16:creationId xmlns:a16="http://schemas.microsoft.com/office/drawing/2014/main" id="{1DE6A611-0AA2-8101-AC96-8B19F66AD66B}"/>
              </a:ext>
            </a:extLst>
          </p:cNvPr>
          <p:cNvSpPr>
            <a:spLocks noGrp="1"/>
          </p:cNvSpPr>
          <p:nvPr>
            <p:ph type="body" sz="quarter" idx="56"/>
          </p:nvPr>
        </p:nvSpPr>
        <p:spPr>
          <a:xfrm>
            <a:off x="1104661" y="4716695"/>
            <a:ext cx="3114648" cy="1430520"/>
          </a:xfrm>
        </p:spPr>
        <p:txBody>
          <a:bodyPr/>
          <a:lstStyle/>
          <a:p>
            <a:r>
              <a:rPr lang="en-US"/>
              <a:t>Dattatraya has 15+ years of IT experience with strong experience in program and project management running mid to large sized teams. He has successfully delivered multiple complex solutions, with cross-functional and geographically distributed teams.</a:t>
            </a:r>
          </a:p>
        </p:txBody>
      </p:sp>
      <p:sp>
        <p:nvSpPr>
          <p:cNvPr id="36" name="Text Placeholder 35">
            <a:extLst>
              <a:ext uri="{FF2B5EF4-FFF2-40B4-BE49-F238E27FC236}">
                <a16:creationId xmlns:a16="http://schemas.microsoft.com/office/drawing/2014/main" id="{B79635CB-C607-55BE-A37D-84910BE883A4}"/>
              </a:ext>
            </a:extLst>
          </p:cNvPr>
          <p:cNvSpPr>
            <a:spLocks noGrp="1"/>
          </p:cNvSpPr>
          <p:nvPr>
            <p:ph type="body" sz="quarter" idx="57"/>
          </p:nvPr>
        </p:nvSpPr>
        <p:spPr>
          <a:xfrm>
            <a:off x="4854620" y="4716696"/>
            <a:ext cx="3114648" cy="1045799"/>
          </a:xfrm>
        </p:spPr>
        <p:txBody>
          <a:bodyPr/>
          <a:lstStyle/>
          <a:p>
            <a:r>
              <a:rPr lang="en-US"/>
              <a:t>Mukesh has 20+ years of experience in digital transformation, enterprise architecture, low code no code, and robotics automation. Mukesh is ex-Pegasystems and a hands-on PSA.</a:t>
            </a:r>
          </a:p>
        </p:txBody>
      </p:sp>
      <p:sp>
        <p:nvSpPr>
          <p:cNvPr id="38" name="Text Placeholder 37">
            <a:extLst>
              <a:ext uri="{FF2B5EF4-FFF2-40B4-BE49-F238E27FC236}">
                <a16:creationId xmlns:a16="http://schemas.microsoft.com/office/drawing/2014/main" id="{C074F89A-A3F9-AED7-2E9A-FF7C4A2C7A89}"/>
              </a:ext>
            </a:extLst>
          </p:cNvPr>
          <p:cNvSpPr>
            <a:spLocks noGrp="1"/>
          </p:cNvSpPr>
          <p:nvPr>
            <p:ph type="body" sz="quarter" idx="58"/>
          </p:nvPr>
        </p:nvSpPr>
        <p:spPr>
          <a:xfrm>
            <a:off x="8604578" y="4716696"/>
            <a:ext cx="3114648" cy="1045799"/>
          </a:xfrm>
        </p:spPr>
        <p:txBody>
          <a:bodyPr/>
          <a:lstStyle/>
          <a:p>
            <a:r>
              <a:rPr lang="en-US"/>
              <a:t>Ashok has 18+ years experience in the digital transformation sector in the UK, USA and across Europe.  Prior to joining EAI Systems, Ashok worked for Infosys and Cognizant in leading roles.</a:t>
            </a:r>
          </a:p>
        </p:txBody>
      </p:sp>
      <p:sp>
        <p:nvSpPr>
          <p:cNvPr id="42" name="Text Placeholder 41">
            <a:extLst>
              <a:ext uri="{FF2B5EF4-FFF2-40B4-BE49-F238E27FC236}">
                <a16:creationId xmlns:a16="http://schemas.microsoft.com/office/drawing/2014/main" id="{CA1DEB25-4213-4592-F74C-147ABBF775CF}"/>
              </a:ext>
            </a:extLst>
          </p:cNvPr>
          <p:cNvSpPr>
            <a:spLocks noGrp="1"/>
          </p:cNvSpPr>
          <p:nvPr>
            <p:ph type="body" sz="quarter" idx="59"/>
          </p:nvPr>
        </p:nvSpPr>
        <p:spPr>
          <a:xfrm>
            <a:off x="1022154" y="1540714"/>
            <a:ext cx="2276858" cy="261610"/>
          </a:xfrm>
        </p:spPr>
        <p:txBody>
          <a:bodyPr/>
          <a:lstStyle/>
          <a:p>
            <a:r>
              <a:rPr lang="en-US"/>
              <a:t>Founder &amp; CEO  </a:t>
            </a:r>
            <a:endParaRPr lang="en-ID"/>
          </a:p>
        </p:txBody>
      </p:sp>
      <p:sp>
        <p:nvSpPr>
          <p:cNvPr id="44" name="Text Placeholder 43">
            <a:extLst>
              <a:ext uri="{FF2B5EF4-FFF2-40B4-BE49-F238E27FC236}">
                <a16:creationId xmlns:a16="http://schemas.microsoft.com/office/drawing/2014/main" id="{E3FE442E-1C5F-C7EF-3BCA-84AF5110882C}"/>
              </a:ext>
            </a:extLst>
          </p:cNvPr>
          <p:cNvSpPr>
            <a:spLocks noGrp="1"/>
          </p:cNvSpPr>
          <p:nvPr>
            <p:ph type="body" sz="quarter" idx="60"/>
          </p:nvPr>
        </p:nvSpPr>
        <p:spPr>
          <a:xfrm>
            <a:off x="4772113" y="1540714"/>
            <a:ext cx="2210860" cy="253916"/>
          </a:xfrm>
        </p:spPr>
        <p:txBody>
          <a:bodyPr/>
          <a:lstStyle/>
          <a:p>
            <a:r>
              <a:rPr lang="en-US"/>
              <a:t>VP Enterprise Solutions</a:t>
            </a:r>
          </a:p>
        </p:txBody>
      </p:sp>
      <p:sp>
        <p:nvSpPr>
          <p:cNvPr id="48" name="Text Placeholder 47">
            <a:extLst>
              <a:ext uri="{FF2B5EF4-FFF2-40B4-BE49-F238E27FC236}">
                <a16:creationId xmlns:a16="http://schemas.microsoft.com/office/drawing/2014/main" id="{37817A71-C75C-FEC5-DCB3-E5AA83353742}"/>
              </a:ext>
            </a:extLst>
          </p:cNvPr>
          <p:cNvSpPr>
            <a:spLocks noGrp="1"/>
          </p:cNvSpPr>
          <p:nvPr>
            <p:ph type="body" sz="quarter" idx="61"/>
          </p:nvPr>
        </p:nvSpPr>
        <p:spPr>
          <a:xfrm>
            <a:off x="8522071" y="1540714"/>
            <a:ext cx="2280400" cy="253916"/>
          </a:xfrm>
        </p:spPr>
        <p:txBody>
          <a:bodyPr/>
          <a:lstStyle/>
          <a:p>
            <a:r>
              <a:rPr lang="en-US"/>
              <a:t>Global Operations Director</a:t>
            </a:r>
          </a:p>
        </p:txBody>
      </p:sp>
      <p:sp>
        <p:nvSpPr>
          <p:cNvPr id="50" name="Text Placeholder 49">
            <a:extLst>
              <a:ext uri="{FF2B5EF4-FFF2-40B4-BE49-F238E27FC236}">
                <a16:creationId xmlns:a16="http://schemas.microsoft.com/office/drawing/2014/main" id="{EB1264EA-72E1-FA1F-08DF-A50F03E90C39}"/>
              </a:ext>
            </a:extLst>
          </p:cNvPr>
          <p:cNvSpPr>
            <a:spLocks noGrp="1"/>
          </p:cNvSpPr>
          <p:nvPr>
            <p:ph type="body" sz="quarter" idx="62"/>
          </p:nvPr>
        </p:nvSpPr>
        <p:spPr>
          <a:xfrm>
            <a:off x="8522071" y="4299893"/>
            <a:ext cx="2280400" cy="253916"/>
          </a:xfrm>
        </p:spPr>
        <p:txBody>
          <a:bodyPr/>
          <a:lstStyle/>
          <a:p>
            <a:r>
              <a:rPr lang="en-US"/>
              <a:t>Head of Customer Success</a:t>
            </a:r>
          </a:p>
        </p:txBody>
      </p:sp>
      <p:sp>
        <p:nvSpPr>
          <p:cNvPr id="54" name="Text Placeholder 53">
            <a:extLst>
              <a:ext uri="{FF2B5EF4-FFF2-40B4-BE49-F238E27FC236}">
                <a16:creationId xmlns:a16="http://schemas.microsoft.com/office/drawing/2014/main" id="{A9304A7F-56EF-48DF-64BE-C555ADE03F82}"/>
              </a:ext>
            </a:extLst>
          </p:cNvPr>
          <p:cNvSpPr>
            <a:spLocks noGrp="1"/>
          </p:cNvSpPr>
          <p:nvPr>
            <p:ph type="body" sz="quarter" idx="63"/>
          </p:nvPr>
        </p:nvSpPr>
        <p:spPr>
          <a:xfrm>
            <a:off x="4772113" y="4299893"/>
            <a:ext cx="2210860" cy="253916"/>
          </a:xfrm>
        </p:spPr>
        <p:txBody>
          <a:bodyPr/>
          <a:lstStyle/>
          <a:p>
            <a:r>
              <a:rPr lang="en-US"/>
              <a:t>Technical Senior Director</a:t>
            </a:r>
          </a:p>
        </p:txBody>
      </p:sp>
      <p:sp>
        <p:nvSpPr>
          <p:cNvPr id="56" name="Text Placeholder 55">
            <a:extLst>
              <a:ext uri="{FF2B5EF4-FFF2-40B4-BE49-F238E27FC236}">
                <a16:creationId xmlns:a16="http://schemas.microsoft.com/office/drawing/2014/main" id="{11CBFD93-591B-FA82-5DD5-03AE190BACB2}"/>
              </a:ext>
            </a:extLst>
          </p:cNvPr>
          <p:cNvSpPr>
            <a:spLocks noGrp="1"/>
          </p:cNvSpPr>
          <p:nvPr>
            <p:ph type="body" sz="quarter" idx="64"/>
          </p:nvPr>
        </p:nvSpPr>
        <p:spPr>
          <a:xfrm>
            <a:off x="1022154" y="4299893"/>
            <a:ext cx="2276858" cy="261610"/>
          </a:xfrm>
        </p:spPr>
        <p:txBody>
          <a:bodyPr/>
          <a:lstStyle/>
          <a:p>
            <a:r>
              <a:rPr lang="en-US"/>
              <a:t>Delivery Lead</a:t>
            </a:r>
          </a:p>
        </p:txBody>
      </p:sp>
      <p:sp>
        <p:nvSpPr>
          <p:cNvPr id="31" name="Text Placeholder 30">
            <a:extLst>
              <a:ext uri="{FF2B5EF4-FFF2-40B4-BE49-F238E27FC236}">
                <a16:creationId xmlns:a16="http://schemas.microsoft.com/office/drawing/2014/main" id="{D9DFA1C4-6238-84F0-6EA3-2533C051D30A}"/>
              </a:ext>
            </a:extLst>
          </p:cNvPr>
          <p:cNvSpPr>
            <a:spLocks noGrp="1"/>
          </p:cNvSpPr>
          <p:nvPr>
            <p:ph type="body" sz="quarter" idx="47"/>
          </p:nvPr>
        </p:nvSpPr>
        <p:spPr>
          <a:xfrm>
            <a:off x="1022154" y="1211327"/>
            <a:ext cx="2276858" cy="276999"/>
          </a:xfrm>
        </p:spPr>
        <p:txBody>
          <a:bodyPr/>
          <a:lstStyle/>
          <a:p>
            <a:r>
              <a:rPr lang="en-US"/>
              <a:t>Kailas Lovlekar</a:t>
            </a:r>
            <a:endParaRPr lang="en-ID"/>
          </a:p>
        </p:txBody>
      </p:sp>
      <p:sp>
        <p:nvSpPr>
          <p:cNvPr id="60" name="Text Placeholder 59">
            <a:extLst>
              <a:ext uri="{FF2B5EF4-FFF2-40B4-BE49-F238E27FC236}">
                <a16:creationId xmlns:a16="http://schemas.microsoft.com/office/drawing/2014/main" id="{F5F26278-2550-7D6B-2CE6-ED8A6128A3C0}"/>
              </a:ext>
            </a:extLst>
          </p:cNvPr>
          <p:cNvSpPr>
            <a:spLocks noGrp="1"/>
          </p:cNvSpPr>
          <p:nvPr>
            <p:ph type="body" sz="quarter" idx="65"/>
          </p:nvPr>
        </p:nvSpPr>
        <p:spPr>
          <a:xfrm>
            <a:off x="4772114" y="1211328"/>
            <a:ext cx="2210859" cy="276999"/>
          </a:xfrm>
        </p:spPr>
        <p:txBody>
          <a:bodyPr/>
          <a:lstStyle/>
          <a:p>
            <a:r>
              <a:rPr lang="en-US"/>
              <a:t> Greg Robinson</a:t>
            </a:r>
          </a:p>
        </p:txBody>
      </p:sp>
      <p:sp>
        <p:nvSpPr>
          <p:cNvPr id="62" name="Text Placeholder 61">
            <a:extLst>
              <a:ext uri="{FF2B5EF4-FFF2-40B4-BE49-F238E27FC236}">
                <a16:creationId xmlns:a16="http://schemas.microsoft.com/office/drawing/2014/main" id="{2E1DF84F-5658-1167-FC56-972604C7C2C6}"/>
              </a:ext>
            </a:extLst>
          </p:cNvPr>
          <p:cNvSpPr>
            <a:spLocks noGrp="1"/>
          </p:cNvSpPr>
          <p:nvPr>
            <p:ph type="body" sz="quarter" idx="66"/>
          </p:nvPr>
        </p:nvSpPr>
        <p:spPr>
          <a:xfrm>
            <a:off x="8522071" y="1211328"/>
            <a:ext cx="2280400" cy="276999"/>
          </a:xfrm>
        </p:spPr>
        <p:txBody>
          <a:bodyPr/>
          <a:lstStyle/>
          <a:p>
            <a:r>
              <a:rPr lang="en-ID"/>
              <a:t>Manasi Lovlekar</a:t>
            </a:r>
          </a:p>
        </p:txBody>
      </p:sp>
      <p:sp>
        <p:nvSpPr>
          <p:cNvPr id="66" name="Text Placeholder 65">
            <a:extLst>
              <a:ext uri="{FF2B5EF4-FFF2-40B4-BE49-F238E27FC236}">
                <a16:creationId xmlns:a16="http://schemas.microsoft.com/office/drawing/2014/main" id="{870E2640-1D98-B691-A4E0-79AC26427D7E}"/>
              </a:ext>
            </a:extLst>
          </p:cNvPr>
          <p:cNvSpPr>
            <a:spLocks noGrp="1"/>
          </p:cNvSpPr>
          <p:nvPr>
            <p:ph type="body" sz="quarter" idx="67"/>
          </p:nvPr>
        </p:nvSpPr>
        <p:spPr>
          <a:xfrm>
            <a:off x="1022154" y="3970506"/>
            <a:ext cx="2276858" cy="276999"/>
          </a:xfrm>
        </p:spPr>
        <p:txBody>
          <a:bodyPr/>
          <a:lstStyle/>
          <a:p>
            <a:r>
              <a:rPr lang="en-US"/>
              <a:t>Dattatraya More</a:t>
            </a:r>
          </a:p>
        </p:txBody>
      </p:sp>
      <p:sp>
        <p:nvSpPr>
          <p:cNvPr id="67" name="Text Placeholder 66">
            <a:extLst>
              <a:ext uri="{FF2B5EF4-FFF2-40B4-BE49-F238E27FC236}">
                <a16:creationId xmlns:a16="http://schemas.microsoft.com/office/drawing/2014/main" id="{292BBCEB-1DD6-FB7B-7536-952CA12CAC2E}"/>
              </a:ext>
            </a:extLst>
          </p:cNvPr>
          <p:cNvSpPr>
            <a:spLocks noGrp="1"/>
          </p:cNvSpPr>
          <p:nvPr>
            <p:ph type="body" sz="quarter" idx="68"/>
          </p:nvPr>
        </p:nvSpPr>
        <p:spPr>
          <a:xfrm>
            <a:off x="4772114" y="3970507"/>
            <a:ext cx="2210859" cy="276999"/>
          </a:xfrm>
        </p:spPr>
        <p:txBody>
          <a:bodyPr/>
          <a:lstStyle/>
          <a:p>
            <a:r>
              <a:rPr lang="en-US"/>
              <a:t>Mukesh Agarwal </a:t>
            </a:r>
          </a:p>
        </p:txBody>
      </p:sp>
      <p:sp>
        <p:nvSpPr>
          <p:cNvPr id="68" name="Text Placeholder 67">
            <a:extLst>
              <a:ext uri="{FF2B5EF4-FFF2-40B4-BE49-F238E27FC236}">
                <a16:creationId xmlns:a16="http://schemas.microsoft.com/office/drawing/2014/main" id="{01A5CDAE-A08B-5524-8DBF-C53A85343AA0}"/>
              </a:ext>
            </a:extLst>
          </p:cNvPr>
          <p:cNvSpPr>
            <a:spLocks noGrp="1"/>
          </p:cNvSpPr>
          <p:nvPr>
            <p:ph type="body" sz="quarter" idx="69"/>
          </p:nvPr>
        </p:nvSpPr>
        <p:spPr>
          <a:xfrm>
            <a:off x="8522071" y="3970507"/>
            <a:ext cx="2280400" cy="276999"/>
          </a:xfrm>
        </p:spPr>
        <p:txBody>
          <a:bodyPr/>
          <a:lstStyle/>
          <a:p>
            <a:r>
              <a:rPr lang="en-US"/>
              <a:t>Ashok Burman </a:t>
            </a:r>
          </a:p>
        </p:txBody>
      </p:sp>
      <p:sp>
        <p:nvSpPr>
          <p:cNvPr id="123" name="Text Placeholder 122">
            <a:extLst>
              <a:ext uri="{FF2B5EF4-FFF2-40B4-BE49-F238E27FC236}">
                <a16:creationId xmlns:a16="http://schemas.microsoft.com/office/drawing/2014/main" id="{2AC28F10-443F-4E7B-B773-CDD197B6663A}"/>
              </a:ext>
            </a:extLst>
          </p:cNvPr>
          <p:cNvSpPr>
            <a:spLocks noGrp="1"/>
          </p:cNvSpPr>
          <p:nvPr>
            <p:ph type="body" sz="quarter" idx="70"/>
          </p:nvPr>
        </p:nvSpPr>
        <p:spPr/>
        <p:txBody>
          <a:bodyPr/>
          <a:lstStyle/>
          <a:p>
            <a:r>
              <a:rPr lang="pt-BR" sz="2800" b="1">
                <a:solidFill>
                  <a:schemeClr val="bg1"/>
                </a:solidFill>
                <a:latin typeface="+mj-lt"/>
              </a:rPr>
              <a:t>OUR LEADERSHIP TEAM</a:t>
            </a:r>
          </a:p>
        </p:txBody>
      </p:sp>
    </p:spTree>
    <p:extLst>
      <p:ext uri="{BB962C8B-B14F-4D97-AF65-F5344CB8AC3E}">
        <p14:creationId xmlns:p14="http://schemas.microsoft.com/office/powerpoint/2010/main" val="3052523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68727D6D-1233-55BC-7601-A47644D3DD65}"/>
              </a:ext>
            </a:extLst>
          </p:cNvPr>
          <p:cNvSpPr/>
          <p:nvPr/>
        </p:nvSpPr>
        <p:spPr>
          <a:xfrm rot="10800000">
            <a:off x="1110683" y="5131513"/>
            <a:ext cx="1165802" cy="863204"/>
          </a:xfrm>
          <a:custGeom>
            <a:avLst/>
            <a:gdLst/>
            <a:ahLst/>
            <a:cxnLst/>
            <a:rect l="l" t="t" r="r" b="b"/>
            <a:pathLst>
              <a:path w="56480" h="41820">
                <a:moveTo>
                  <a:pt x="56108" y="0"/>
                </a:moveTo>
                <a:lnTo>
                  <a:pt x="56108" y="7739"/>
                </a:lnTo>
                <a:cubicBezTo>
                  <a:pt x="51097" y="9277"/>
                  <a:pt x="47724" y="12055"/>
                  <a:pt x="45987" y="16073"/>
                </a:cubicBezTo>
                <a:cubicBezTo>
                  <a:pt x="44995" y="18206"/>
                  <a:pt x="44598" y="20265"/>
                  <a:pt x="44797" y="22250"/>
                </a:cubicBezTo>
                <a:lnTo>
                  <a:pt x="56480" y="22250"/>
                </a:lnTo>
                <a:lnTo>
                  <a:pt x="56480" y="41820"/>
                </a:lnTo>
                <a:lnTo>
                  <a:pt x="35272" y="41820"/>
                </a:lnTo>
                <a:lnTo>
                  <a:pt x="35272" y="26119"/>
                </a:lnTo>
                <a:cubicBezTo>
                  <a:pt x="35272" y="18578"/>
                  <a:pt x="37095" y="12675"/>
                  <a:pt x="40741" y="8408"/>
                </a:cubicBezTo>
                <a:cubicBezTo>
                  <a:pt x="44388" y="4142"/>
                  <a:pt x="49510" y="1339"/>
                  <a:pt x="56108" y="0"/>
                </a:cubicBezTo>
                <a:close/>
                <a:moveTo>
                  <a:pt x="20835" y="0"/>
                </a:moveTo>
                <a:lnTo>
                  <a:pt x="20835" y="7739"/>
                </a:lnTo>
                <a:cubicBezTo>
                  <a:pt x="15775" y="9326"/>
                  <a:pt x="12377" y="12055"/>
                  <a:pt x="10641" y="15924"/>
                </a:cubicBezTo>
                <a:cubicBezTo>
                  <a:pt x="9748" y="17958"/>
                  <a:pt x="9376" y="20067"/>
                  <a:pt x="9525" y="22250"/>
                </a:cubicBezTo>
                <a:lnTo>
                  <a:pt x="21208" y="22250"/>
                </a:lnTo>
                <a:lnTo>
                  <a:pt x="21208" y="41820"/>
                </a:lnTo>
                <a:lnTo>
                  <a:pt x="0" y="41820"/>
                </a:lnTo>
                <a:lnTo>
                  <a:pt x="0" y="26119"/>
                </a:lnTo>
                <a:cubicBezTo>
                  <a:pt x="0" y="18678"/>
                  <a:pt x="1773" y="12799"/>
                  <a:pt x="5320" y="8483"/>
                </a:cubicBezTo>
                <a:cubicBezTo>
                  <a:pt x="8867" y="4167"/>
                  <a:pt x="14039" y="1339"/>
                  <a:pt x="20835" y="0"/>
                </a:cubicBezTo>
                <a:close/>
              </a:path>
            </a:pathLst>
          </a:custGeom>
          <a:solidFill>
            <a:schemeClr val="accent2">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pic>
        <p:nvPicPr>
          <p:cNvPr id="24" name="Picture Placeholder 23">
            <a:extLst>
              <a:ext uri="{FF2B5EF4-FFF2-40B4-BE49-F238E27FC236}">
                <a16:creationId xmlns:a16="http://schemas.microsoft.com/office/drawing/2014/main" id="{C664BDA2-8D12-D0B1-76B5-7BBDE4B04DCC}"/>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35" r="35"/>
          <a:stretch/>
        </p:blipFill>
        <p:spPr>
          <a:xfrm>
            <a:off x="6016484" y="0"/>
            <a:ext cx="6175515" cy="5413829"/>
          </a:xfrm>
        </p:spPr>
      </p:pic>
      <p:sp>
        <p:nvSpPr>
          <p:cNvPr id="9" name="Text Placeholder 8">
            <a:extLst>
              <a:ext uri="{FF2B5EF4-FFF2-40B4-BE49-F238E27FC236}">
                <a16:creationId xmlns:a16="http://schemas.microsoft.com/office/drawing/2014/main" id="{6112F007-5EB0-99E5-8E01-A02BFC5F994B}"/>
              </a:ext>
            </a:extLst>
          </p:cNvPr>
          <p:cNvSpPr>
            <a:spLocks noGrp="1"/>
          </p:cNvSpPr>
          <p:nvPr>
            <p:ph type="body" sz="quarter" idx="11"/>
          </p:nvPr>
        </p:nvSpPr>
        <p:spPr>
          <a:xfrm>
            <a:off x="887639" y="613359"/>
            <a:ext cx="4349298" cy="2016016"/>
          </a:xfrm>
        </p:spPr>
        <p:txBody>
          <a:bodyPr/>
          <a:lstStyle/>
          <a:p>
            <a:r>
              <a:rPr lang="pt-BR"/>
              <a:t>CLIENT ACCOLADES</a:t>
            </a:r>
            <a:endParaRPr lang="en-ID"/>
          </a:p>
        </p:txBody>
      </p:sp>
      <p:sp>
        <p:nvSpPr>
          <p:cNvPr id="12" name="Text Placeholder 11">
            <a:extLst>
              <a:ext uri="{FF2B5EF4-FFF2-40B4-BE49-F238E27FC236}">
                <a16:creationId xmlns:a16="http://schemas.microsoft.com/office/drawing/2014/main" id="{51DD77FC-F0F3-E0DF-57DD-40DE80F69512}"/>
              </a:ext>
            </a:extLst>
          </p:cNvPr>
          <p:cNvSpPr>
            <a:spLocks noGrp="1"/>
          </p:cNvSpPr>
          <p:nvPr>
            <p:ph type="body" sz="quarter" idx="53"/>
          </p:nvPr>
        </p:nvSpPr>
        <p:spPr>
          <a:xfrm>
            <a:off x="887639" y="2629375"/>
            <a:ext cx="4922034" cy="1699824"/>
          </a:xfrm>
        </p:spPr>
        <p:txBody>
          <a:bodyPr/>
          <a:lstStyle/>
          <a:p>
            <a:r>
              <a:rPr lang="en-US"/>
              <a:t>We would like to express our sincere appreciation for your service to us as one of our most reliable regular vendors. Ever since we signed our contract, you have provided the highest quality products. Deliveries are often received as expected, and you are quick to resolve any issues that arise.</a:t>
            </a:r>
          </a:p>
          <a:p>
            <a:r>
              <a:rPr lang="en-US"/>
              <a:t>We look forward to extending our contract with you for years to come and hope you will continue to provide such excellent service to us. We could not conduct our business without you!</a:t>
            </a:r>
          </a:p>
        </p:txBody>
      </p:sp>
      <p:sp>
        <p:nvSpPr>
          <p:cNvPr id="10" name="Text Placeholder 9">
            <a:extLst>
              <a:ext uri="{FF2B5EF4-FFF2-40B4-BE49-F238E27FC236}">
                <a16:creationId xmlns:a16="http://schemas.microsoft.com/office/drawing/2014/main" id="{97520099-3665-681B-C923-9AF5EC6C51D3}"/>
              </a:ext>
            </a:extLst>
          </p:cNvPr>
          <p:cNvSpPr>
            <a:spLocks noGrp="1"/>
          </p:cNvSpPr>
          <p:nvPr>
            <p:ph type="body" sz="quarter" idx="47"/>
          </p:nvPr>
        </p:nvSpPr>
        <p:spPr>
          <a:xfrm>
            <a:off x="1110684" y="4478646"/>
            <a:ext cx="4698989" cy="276999"/>
          </a:xfrm>
        </p:spPr>
        <p:txBody>
          <a:bodyPr/>
          <a:lstStyle/>
          <a:p>
            <a:r>
              <a:rPr lang="en-US"/>
              <a:t>Ministry of Justice, Saudi Arabia</a:t>
            </a:r>
          </a:p>
        </p:txBody>
      </p:sp>
      <p:sp>
        <p:nvSpPr>
          <p:cNvPr id="22" name="Text Placeholder 21">
            <a:extLst>
              <a:ext uri="{FF2B5EF4-FFF2-40B4-BE49-F238E27FC236}">
                <a16:creationId xmlns:a16="http://schemas.microsoft.com/office/drawing/2014/main" id="{842D8B7F-3B83-11F5-BF20-B16333002752}"/>
              </a:ext>
            </a:extLst>
          </p:cNvPr>
          <p:cNvSpPr>
            <a:spLocks noGrp="1"/>
          </p:cNvSpPr>
          <p:nvPr>
            <p:ph type="body" sz="quarter" idx="54"/>
          </p:nvPr>
        </p:nvSpPr>
        <p:spPr>
          <a:xfrm>
            <a:off x="1715390" y="5213407"/>
            <a:ext cx="6107810" cy="661078"/>
          </a:xfrm>
        </p:spPr>
        <p:txBody>
          <a:bodyPr/>
          <a:lstStyle/>
          <a:p>
            <a:r>
              <a:rPr lang="en-US"/>
              <a:t>Thanks to EAI Systems’ Center of Excellence (CoE) service to enhance governance, re-use and collaboration. Business and IT stakeholders are working together like never before in the history of New Jersey Courts</a:t>
            </a:r>
          </a:p>
        </p:txBody>
      </p:sp>
      <p:sp>
        <p:nvSpPr>
          <p:cNvPr id="23" name="Text Placeholder 22">
            <a:extLst>
              <a:ext uri="{FF2B5EF4-FFF2-40B4-BE49-F238E27FC236}">
                <a16:creationId xmlns:a16="http://schemas.microsoft.com/office/drawing/2014/main" id="{9DA9665F-4D2D-71A8-55A4-507780E22545}"/>
              </a:ext>
            </a:extLst>
          </p:cNvPr>
          <p:cNvSpPr>
            <a:spLocks noGrp="1"/>
          </p:cNvSpPr>
          <p:nvPr>
            <p:ph type="body" sz="quarter" idx="55"/>
          </p:nvPr>
        </p:nvSpPr>
        <p:spPr>
          <a:xfrm>
            <a:off x="1938434" y="5942405"/>
            <a:ext cx="5884766" cy="276999"/>
          </a:xfrm>
        </p:spPr>
        <p:txBody>
          <a:bodyPr/>
          <a:lstStyle/>
          <a:p>
            <a:r>
              <a:rPr lang="en-US"/>
              <a:t>New Jersey Courts, United States</a:t>
            </a:r>
          </a:p>
        </p:txBody>
      </p:sp>
      <p:sp>
        <p:nvSpPr>
          <p:cNvPr id="16" name="Rectangle 15">
            <a:extLst>
              <a:ext uri="{FF2B5EF4-FFF2-40B4-BE49-F238E27FC236}">
                <a16:creationId xmlns:a16="http://schemas.microsoft.com/office/drawing/2014/main" id="{F65335C4-CFDF-6D1A-95E3-DBA0E77A2333}"/>
              </a:ext>
            </a:extLst>
          </p:cNvPr>
          <p:cNvSpPr/>
          <p:nvPr/>
        </p:nvSpPr>
        <p:spPr>
          <a:xfrm>
            <a:off x="989103" y="4530957"/>
            <a:ext cx="95386" cy="1723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18">
            <a:extLst>
              <a:ext uri="{FF2B5EF4-FFF2-40B4-BE49-F238E27FC236}">
                <a16:creationId xmlns:a16="http://schemas.microsoft.com/office/drawing/2014/main" id="{B7C1C8D5-FFBE-04F2-B186-E1FC1A7A296B}"/>
              </a:ext>
            </a:extLst>
          </p:cNvPr>
          <p:cNvSpPr/>
          <p:nvPr/>
        </p:nvSpPr>
        <p:spPr>
          <a:xfrm>
            <a:off x="1816854" y="5994717"/>
            <a:ext cx="95386" cy="1723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Freeform: Shape 19">
            <a:extLst>
              <a:ext uri="{FF2B5EF4-FFF2-40B4-BE49-F238E27FC236}">
                <a16:creationId xmlns:a16="http://schemas.microsoft.com/office/drawing/2014/main" id="{22702892-0557-F859-D557-678E53BD322E}"/>
              </a:ext>
            </a:extLst>
          </p:cNvPr>
          <p:cNvSpPr/>
          <p:nvPr/>
        </p:nvSpPr>
        <p:spPr>
          <a:xfrm>
            <a:off x="4930198" y="3540718"/>
            <a:ext cx="1165802" cy="863204"/>
          </a:xfrm>
          <a:custGeom>
            <a:avLst/>
            <a:gdLst/>
            <a:ahLst/>
            <a:cxnLst/>
            <a:rect l="l" t="t" r="r" b="b"/>
            <a:pathLst>
              <a:path w="56480" h="41820">
                <a:moveTo>
                  <a:pt x="56108" y="0"/>
                </a:moveTo>
                <a:lnTo>
                  <a:pt x="56108" y="7739"/>
                </a:lnTo>
                <a:cubicBezTo>
                  <a:pt x="51097" y="9277"/>
                  <a:pt x="47724" y="12055"/>
                  <a:pt x="45987" y="16073"/>
                </a:cubicBezTo>
                <a:cubicBezTo>
                  <a:pt x="44995" y="18206"/>
                  <a:pt x="44598" y="20265"/>
                  <a:pt x="44797" y="22250"/>
                </a:cubicBezTo>
                <a:lnTo>
                  <a:pt x="56480" y="22250"/>
                </a:lnTo>
                <a:lnTo>
                  <a:pt x="56480" y="41820"/>
                </a:lnTo>
                <a:lnTo>
                  <a:pt x="35272" y="41820"/>
                </a:lnTo>
                <a:lnTo>
                  <a:pt x="35272" y="26119"/>
                </a:lnTo>
                <a:cubicBezTo>
                  <a:pt x="35272" y="18578"/>
                  <a:pt x="37095" y="12675"/>
                  <a:pt x="40741" y="8408"/>
                </a:cubicBezTo>
                <a:cubicBezTo>
                  <a:pt x="44388" y="4142"/>
                  <a:pt x="49510" y="1339"/>
                  <a:pt x="56108" y="0"/>
                </a:cubicBezTo>
                <a:close/>
                <a:moveTo>
                  <a:pt x="20835" y="0"/>
                </a:moveTo>
                <a:lnTo>
                  <a:pt x="20835" y="7739"/>
                </a:lnTo>
                <a:cubicBezTo>
                  <a:pt x="15775" y="9326"/>
                  <a:pt x="12377" y="12055"/>
                  <a:pt x="10641" y="15924"/>
                </a:cubicBezTo>
                <a:cubicBezTo>
                  <a:pt x="9748" y="17958"/>
                  <a:pt x="9376" y="20067"/>
                  <a:pt x="9525" y="22250"/>
                </a:cubicBezTo>
                <a:lnTo>
                  <a:pt x="21208" y="22250"/>
                </a:lnTo>
                <a:lnTo>
                  <a:pt x="21208" y="41820"/>
                </a:lnTo>
                <a:lnTo>
                  <a:pt x="0" y="41820"/>
                </a:lnTo>
                <a:lnTo>
                  <a:pt x="0" y="26119"/>
                </a:lnTo>
                <a:cubicBezTo>
                  <a:pt x="0" y="18678"/>
                  <a:pt x="1773" y="12799"/>
                  <a:pt x="5320" y="8483"/>
                </a:cubicBezTo>
                <a:cubicBezTo>
                  <a:pt x="8867" y="4167"/>
                  <a:pt x="14039" y="1339"/>
                  <a:pt x="20835" y="0"/>
                </a:cubicBezTo>
                <a:close/>
              </a:path>
            </a:pathLst>
          </a:custGeom>
          <a:solidFill>
            <a:schemeClr val="accent2">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pic>
        <p:nvPicPr>
          <p:cNvPr id="2" name="Picture 1">
            <a:extLst>
              <a:ext uri="{FF2B5EF4-FFF2-40B4-BE49-F238E27FC236}">
                <a16:creationId xmlns:a16="http://schemas.microsoft.com/office/drawing/2014/main" id="{82419C5D-BE3C-AB93-AB92-94CF0697EBB4}"/>
              </a:ext>
            </a:extLst>
          </p:cNvPr>
          <p:cNvPicPr>
            <a:picLocks noChangeAspect="1"/>
          </p:cNvPicPr>
          <p:nvPr/>
        </p:nvPicPr>
        <p:blipFill>
          <a:blip r:embed="rId3"/>
          <a:stretch>
            <a:fillRect/>
          </a:stretch>
        </p:blipFill>
        <p:spPr>
          <a:xfrm>
            <a:off x="11241718" y="314964"/>
            <a:ext cx="550269" cy="438150"/>
          </a:xfrm>
          <a:prstGeom prst="rect">
            <a:avLst/>
          </a:prstGeom>
        </p:spPr>
      </p:pic>
    </p:spTree>
    <p:extLst>
      <p:ext uri="{BB962C8B-B14F-4D97-AF65-F5344CB8AC3E}">
        <p14:creationId xmlns:p14="http://schemas.microsoft.com/office/powerpoint/2010/main" val="3463683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hand touching a touch screen&#10;&#10;Description automatically generated">
            <a:extLst>
              <a:ext uri="{FF2B5EF4-FFF2-40B4-BE49-F238E27FC236}">
                <a16:creationId xmlns:a16="http://schemas.microsoft.com/office/drawing/2014/main" id="{3BBACB9C-E08E-5E8C-2B6D-1F44C585AB65}"/>
              </a:ext>
            </a:extLst>
          </p:cNvPr>
          <p:cNvPicPr>
            <a:picLocks noGrp="1" noChangeAspect="1"/>
          </p:cNvPicPr>
          <p:nvPr>
            <p:ph type="pic" sz="quarter" idx="10"/>
          </p:nvPr>
        </p:nvPicPr>
        <p:blipFill>
          <a:blip r:embed="rId2"/>
          <a:srcRect l="27563" r="27563"/>
          <a:stretch/>
        </p:blipFill>
        <p:spPr>
          <a:xfrm>
            <a:off x="0" y="0"/>
            <a:ext cx="5384800" cy="6858000"/>
          </a:xfrm>
        </p:spPr>
      </p:pic>
      <p:sp>
        <p:nvSpPr>
          <p:cNvPr id="12" name="Rectangle 11">
            <a:extLst>
              <a:ext uri="{FF2B5EF4-FFF2-40B4-BE49-F238E27FC236}">
                <a16:creationId xmlns:a16="http://schemas.microsoft.com/office/drawing/2014/main" id="{8C0A7EEE-E751-5B49-7C36-5D5A6EDABE6C}"/>
              </a:ext>
            </a:extLst>
          </p:cNvPr>
          <p:cNvSpPr/>
          <p:nvPr/>
        </p:nvSpPr>
        <p:spPr>
          <a:xfrm>
            <a:off x="0" y="-1"/>
            <a:ext cx="12192000" cy="6858000"/>
          </a:xfrm>
          <a:prstGeom prst="rect">
            <a:avLst/>
          </a:prstGeom>
          <a:gradFill>
            <a:gsLst>
              <a:gs pos="44000">
                <a:schemeClr val="tx1"/>
              </a:gs>
              <a:gs pos="0">
                <a:schemeClr val="accent1">
                  <a:alpha val="80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410" name="Group 1409">
            <a:extLst>
              <a:ext uri="{FF2B5EF4-FFF2-40B4-BE49-F238E27FC236}">
                <a16:creationId xmlns:a16="http://schemas.microsoft.com/office/drawing/2014/main" id="{06835D17-BA56-C8AF-79BF-8C276A240DE3}"/>
              </a:ext>
            </a:extLst>
          </p:cNvPr>
          <p:cNvGrpSpPr/>
          <p:nvPr/>
        </p:nvGrpSpPr>
        <p:grpSpPr>
          <a:xfrm>
            <a:off x="1" y="2724173"/>
            <a:ext cx="12191999" cy="4133827"/>
            <a:chOff x="0" y="1362116"/>
            <a:chExt cx="12191999" cy="4133827"/>
          </a:xfrm>
          <a:gradFill>
            <a:gsLst>
              <a:gs pos="23000">
                <a:schemeClr val="accent1">
                  <a:alpha val="34000"/>
                </a:schemeClr>
              </a:gs>
              <a:gs pos="100000">
                <a:schemeClr val="accent1">
                  <a:alpha val="0"/>
                </a:schemeClr>
              </a:gs>
            </a:gsLst>
            <a:lin ang="4800000" scaled="0"/>
          </a:gradFill>
        </p:grpSpPr>
        <p:sp>
          <p:nvSpPr>
            <p:cNvPr id="1411" name="Freeform: Shape 1410">
              <a:extLst>
                <a:ext uri="{FF2B5EF4-FFF2-40B4-BE49-F238E27FC236}">
                  <a16:creationId xmlns:a16="http://schemas.microsoft.com/office/drawing/2014/main" id="{ED3EC446-E19A-8C39-FFC1-1947A234BFE7}"/>
                </a:ext>
              </a:extLst>
            </p:cNvPr>
            <p:cNvSpPr/>
            <p:nvPr/>
          </p:nvSpPr>
          <p:spPr>
            <a:xfrm>
              <a:off x="565122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12" name="Freeform: Shape 1411">
              <a:extLst>
                <a:ext uri="{FF2B5EF4-FFF2-40B4-BE49-F238E27FC236}">
                  <a16:creationId xmlns:a16="http://schemas.microsoft.com/office/drawing/2014/main" id="{CD6BA72F-36C5-7E2E-9803-9E5459927AEF}"/>
                </a:ext>
              </a:extLst>
            </p:cNvPr>
            <p:cNvSpPr/>
            <p:nvPr/>
          </p:nvSpPr>
          <p:spPr>
            <a:xfrm rot="17550026">
              <a:off x="5023405" y="1675995"/>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413" name="Freeform: Shape 1412">
              <a:extLst>
                <a:ext uri="{FF2B5EF4-FFF2-40B4-BE49-F238E27FC236}">
                  <a16:creationId xmlns:a16="http://schemas.microsoft.com/office/drawing/2014/main" id="{B6239C7C-33C1-E940-420A-3727A6DF8DBC}"/>
                </a:ext>
              </a:extLst>
            </p:cNvPr>
            <p:cNvSpPr/>
            <p:nvPr/>
          </p:nvSpPr>
          <p:spPr>
            <a:xfrm>
              <a:off x="4395399"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414" name="Freeform: Shape 1413">
              <a:extLst>
                <a:ext uri="{FF2B5EF4-FFF2-40B4-BE49-F238E27FC236}">
                  <a16:creationId xmlns:a16="http://schemas.microsoft.com/office/drawing/2014/main" id="{8901FC9B-0D52-653B-C1BD-021F42CA0657}"/>
                </a:ext>
              </a:extLst>
            </p:cNvPr>
            <p:cNvSpPr/>
            <p:nvPr/>
          </p:nvSpPr>
          <p:spPr>
            <a:xfrm>
              <a:off x="544192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15" name="Freeform: Shape 1414">
              <a:extLst>
                <a:ext uri="{FF2B5EF4-FFF2-40B4-BE49-F238E27FC236}">
                  <a16:creationId xmlns:a16="http://schemas.microsoft.com/office/drawing/2014/main" id="{3C67385D-F22A-3788-D881-43400156DFBF}"/>
                </a:ext>
              </a:extLst>
            </p:cNvPr>
            <p:cNvSpPr/>
            <p:nvPr/>
          </p:nvSpPr>
          <p:spPr>
            <a:xfrm>
              <a:off x="5127965"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16" name="Freeform: Shape 1415">
              <a:extLst>
                <a:ext uri="{FF2B5EF4-FFF2-40B4-BE49-F238E27FC236}">
                  <a16:creationId xmlns:a16="http://schemas.microsoft.com/office/drawing/2014/main" id="{45039AD6-A95D-AD35-E949-971707D8A097}"/>
                </a:ext>
              </a:extLst>
            </p:cNvPr>
            <p:cNvSpPr/>
            <p:nvPr/>
          </p:nvSpPr>
          <p:spPr>
            <a:xfrm>
              <a:off x="324422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17" name="Freeform: Shape 1416">
              <a:extLst>
                <a:ext uri="{FF2B5EF4-FFF2-40B4-BE49-F238E27FC236}">
                  <a16:creationId xmlns:a16="http://schemas.microsoft.com/office/drawing/2014/main" id="{31E90F20-AA33-699E-4C42-53D9BA46C220}"/>
                </a:ext>
              </a:extLst>
            </p:cNvPr>
            <p:cNvSpPr/>
            <p:nvPr/>
          </p:nvSpPr>
          <p:spPr>
            <a:xfrm>
              <a:off x="303491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18" name="Freeform: Shape 1417">
              <a:extLst>
                <a:ext uri="{FF2B5EF4-FFF2-40B4-BE49-F238E27FC236}">
                  <a16:creationId xmlns:a16="http://schemas.microsoft.com/office/drawing/2014/main" id="{1AE1D716-6CB8-5163-C2CF-A9A175F5F8F8}"/>
                </a:ext>
              </a:extLst>
            </p:cNvPr>
            <p:cNvSpPr/>
            <p:nvPr/>
          </p:nvSpPr>
          <p:spPr>
            <a:xfrm>
              <a:off x="30349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19" name="Freeform: Shape 1418">
              <a:extLst>
                <a:ext uri="{FF2B5EF4-FFF2-40B4-BE49-F238E27FC236}">
                  <a16:creationId xmlns:a16="http://schemas.microsoft.com/office/drawing/2014/main" id="{57D4768D-638F-0F41-B401-43904181E3FF}"/>
                </a:ext>
              </a:extLst>
            </p:cNvPr>
            <p:cNvSpPr/>
            <p:nvPr/>
          </p:nvSpPr>
          <p:spPr>
            <a:xfrm>
              <a:off x="2825613"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20" name="Freeform: Shape 1419">
              <a:extLst>
                <a:ext uri="{FF2B5EF4-FFF2-40B4-BE49-F238E27FC236}">
                  <a16:creationId xmlns:a16="http://schemas.microsoft.com/office/drawing/2014/main" id="{6079BF0D-2706-BECB-F41A-6EB32A21EAED}"/>
                </a:ext>
              </a:extLst>
            </p:cNvPr>
            <p:cNvSpPr/>
            <p:nvPr/>
          </p:nvSpPr>
          <p:spPr>
            <a:xfrm>
              <a:off x="25116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21" name="Freeform: Shape 1420">
              <a:extLst>
                <a:ext uri="{FF2B5EF4-FFF2-40B4-BE49-F238E27FC236}">
                  <a16:creationId xmlns:a16="http://schemas.microsoft.com/office/drawing/2014/main" id="{B52EB8EC-74AC-D5D0-3104-8E4191B6B959}"/>
                </a:ext>
              </a:extLst>
            </p:cNvPr>
            <p:cNvSpPr/>
            <p:nvPr/>
          </p:nvSpPr>
          <p:spPr>
            <a:xfrm>
              <a:off x="251165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22" name="Freeform: Shape 1421">
              <a:extLst>
                <a:ext uri="{FF2B5EF4-FFF2-40B4-BE49-F238E27FC236}">
                  <a16:creationId xmlns:a16="http://schemas.microsoft.com/office/drawing/2014/main" id="{90C99D21-851D-A3BE-6786-C06942D17BAF}"/>
                </a:ext>
              </a:extLst>
            </p:cNvPr>
            <p:cNvSpPr/>
            <p:nvPr/>
          </p:nvSpPr>
          <p:spPr>
            <a:xfrm>
              <a:off x="2093047"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lnTo>
                    <a:pt x="26163" y="0"/>
                  </a:lnTo>
                  <a:cubicBezTo>
                    <a:pt x="26163" y="0"/>
                    <a:pt x="26163" y="0"/>
                    <a:pt x="26163" y="0"/>
                  </a:cubicBezTo>
                  <a:cubicBezTo>
                    <a:pt x="11861" y="0"/>
                    <a:pt x="0" y="11861"/>
                    <a:pt x="0" y="26163"/>
                  </a:cubicBezTo>
                  <a:cubicBezTo>
                    <a:pt x="0" y="40466"/>
                    <a:pt x="11861" y="51977"/>
                    <a:pt x="26163" y="51977"/>
                  </a:cubicBezTo>
                  <a:close/>
                </a:path>
              </a:pathLst>
            </a:custGeom>
            <a:grpFill/>
            <a:ln w="3488" cap="flat">
              <a:noFill/>
              <a:prstDash val="solid"/>
              <a:miter/>
            </a:ln>
          </p:spPr>
          <p:txBody>
            <a:bodyPr rtlCol="0" anchor="ctr"/>
            <a:lstStyle/>
            <a:p>
              <a:endParaRPr lang="en-ID"/>
            </a:p>
          </p:txBody>
        </p:sp>
        <p:sp>
          <p:nvSpPr>
            <p:cNvPr id="1423" name="Freeform: Shape 1422">
              <a:extLst>
                <a:ext uri="{FF2B5EF4-FFF2-40B4-BE49-F238E27FC236}">
                  <a16:creationId xmlns:a16="http://schemas.microsoft.com/office/drawing/2014/main" id="{1C1F6925-87F1-DB97-D62F-4EE76E45B94C}"/>
                </a:ext>
              </a:extLst>
            </p:cNvPr>
            <p:cNvSpPr/>
            <p:nvPr/>
          </p:nvSpPr>
          <p:spPr>
            <a:xfrm>
              <a:off x="4186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24" name="Freeform: Shape 1423">
              <a:extLst>
                <a:ext uri="{FF2B5EF4-FFF2-40B4-BE49-F238E27FC236}">
                  <a16:creationId xmlns:a16="http://schemas.microsoft.com/office/drawing/2014/main" id="{FBF67025-34D8-6BAF-1700-6148156F17F5}"/>
                </a:ext>
              </a:extLst>
            </p:cNvPr>
            <p:cNvSpPr/>
            <p:nvPr/>
          </p:nvSpPr>
          <p:spPr>
            <a:xfrm>
              <a:off x="10465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25" name="Freeform: Shape 1424">
              <a:extLst>
                <a:ext uri="{FF2B5EF4-FFF2-40B4-BE49-F238E27FC236}">
                  <a16:creationId xmlns:a16="http://schemas.microsoft.com/office/drawing/2014/main" id="{5BF3A006-8D72-696E-C382-50E0D7AAD7D7}"/>
                </a:ext>
              </a:extLst>
            </p:cNvPr>
            <p:cNvSpPr/>
            <p:nvPr/>
          </p:nvSpPr>
          <p:spPr>
            <a:xfrm>
              <a:off x="0" y="2408639"/>
              <a:ext cx="52326" cy="52326"/>
            </a:xfrm>
            <a:custGeom>
              <a:avLst/>
              <a:gdLst>
                <a:gd name="connsiteX0" fmla="*/ 9419 w 52326"/>
                <a:gd name="connsiteY0" fmla="*/ 46396 h 52326"/>
                <a:gd name="connsiteX1" fmla="*/ 26163 w 52326"/>
                <a:gd name="connsiteY1" fmla="*/ 52326 h 52326"/>
                <a:gd name="connsiteX2" fmla="*/ 52326 w 52326"/>
                <a:gd name="connsiteY2" fmla="*/ 26163 h 52326"/>
                <a:gd name="connsiteX3" fmla="*/ 43256 w 52326"/>
                <a:gd name="connsiteY3" fmla="*/ 6628 h 52326"/>
                <a:gd name="connsiteX4" fmla="*/ 26163 w 52326"/>
                <a:gd name="connsiteY4" fmla="*/ 0 h 52326"/>
                <a:gd name="connsiteX5" fmla="*/ 26163 w 52326"/>
                <a:gd name="connsiteY5" fmla="*/ 0 h 52326"/>
                <a:gd name="connsiteX6" fmla="*/ 0 w 52326"/>
                <a:gd name="connsiteY6" fmla="*/ 26163 h 52326"/>
                <a:gd name="connsiteX7" fmla="*/ 9419 w 52326"/>
                <a:gd name="connsiteY7" fmla="*/ 46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9419" y="46396"/>
                  </a:moveTo>
                  <a:cubicBezTo>
                    <a:pt x="13954" y="50233"/>
                    <a:pt x="19884" y="52326"/>
                    <a:pt x="26163" y="52326"/>
                  </a:cubicBezTo>
                  <a:cubicBezTo>
                    <a:pt x="40466" y="52326"/>
                    <a:pt x="52326" y="40466"/>
                    <a:pt x="52326" y="26163"/>
                  </a:cubicBezTo>
                  <a:cubicBezTo>
                    <a:pt x="52326" y="18140"/>
                    <a:pt x="48838" y="11163"/>
                    <a:pt x="43256" y="6628"/>
                  </a:cubicBezTo>
                  <a:cubicBezTo>
                    <a:pt x="38721" y="2442"/>
                    <a:pt x="32791" y="0"/>
                    <a:pt x="26163" y="0"/>
                  </a:cubicBezTo>
                  <a:lnTo>
                    <a:pt x="26163" y="0"/>
                  </a:lnTo>
                  <a:cubicBezTo>
                    <a:pt x="11861" y="0"/>
                    <a:pt x="0" y="11861"/>
                    <a:pt x="0" y="26163"/>
                  </a:cubicBezTo>
                  <a:cubicBezTo>
                    <a:pt x="0" y="34186"/>
                    <a:pt x="3837" y="41512"/>
                    <a:pt x="9419" y="46396"/>
                  </a:cubicBezTo>
                  <a:close/>
                </a:path>
              </a:pathLst>
            </a:custGeom>
            <a:grpFill/>
            <a:ln w="3488" cap="flat">
              <a:noFill/>
              <a:prstDash val="solid"/>
              <a:miter/>
            </a:ln>
          </p:spPr>
          <p:txBody>
            <a:bodyPr rtlCol="0" anchor="ctr"/>
            <a:lstStyle/>
            <a:p>
              <a:endParaRPr lang="en-ID"/>
            </a:p>
          </p:txBody>
        </p:sp>
        <p:sp>
          <p:nvSpPr>
            <p:cNvPr id="1426" name="Freeform: Shape 1425">
              <a:extLst>
                <a:ext uri="{FF2B5EF4-FFF2-40B4-BE49-F238E27FC236}">
                  <a16:creationId xmlns:a16="http://schemas.microsoft.com/office/drawing/2014/main" id="{EEEC041C-DE10-C9C7-6718-A8D4AEEE8256}"/>
                </a:ext>
              </a:extLst>
            </p:cNvPr>
            <p:cNvSpPr/>
            <p:nvPr/>
          </p:nvSpPr>
          <p:spPr>
            <a:xfrm>
              <a:off x="5337270"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27" name="Freeform: Shape 1426">
              <a:extLst>
                <a:ext uri="{FF2B5EF4-FFF2-40B4-BE49-F238E27FC236}">
                  <a16:creationId xmlns:a16="http://schemas.microsoft.com/office/drawing/2014/main" id="{79C4929E-BA08-8FAE-3375-83764976BE89}"/>
                </a:ext>
              </a:extLst>
            </p:cNvPr>
            <p:cNvSpPr/>
            <p:nvPr/>
          </p:nvSpPr>
          <p:spPr>
            <a:xfrm>
              <a:off x="59651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28" name="Freeform: Shape 1427">
              <a:extLst>
                <a:ext uri="{FF2B5EF4-FFF2-40B4-BE49-F238E27FC236}">
                  <a16:creationId xmlns:a16="http://schemas.microsoft.com/office/drawing/2014/main" id="{D4DA3B31-3D7C-209E-DDEB-70F24F4A5D6D}"/>
                </a:ext>
              </a:extLst>
            </p:cNvPr>
            <p:cNvSpPr/>
            <p:nvPr/>
          </p:nvSpPr>
          <p:spPr>
            <a:xfrm>
              <a:off x="596518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29" name="Freeform: Shape 1428">
              <a:extLst>
                <a:ext uri="{FF2B5EF4-FFF2-40B4-BE49-F238E27FC236}">
                  <a16:creationId xmlns:a16="http://schemas.microsoft.com/office/drawing/2014/main" id="{B27F72AD-F631-EA00-D9C2-2EFC3C9A9CD0}"/>
                </a:ext>
              </a:extLst>
            </p:cNvPr>
            <p:cNvSpPr/>
            <p:nvPr/>
          </p:nvSpPr>
          <p:spPr>
            <a:xfrm>
              <a:off x="554657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30" name="Freeform: Shape 1429">
              <a:extLst>
                <a:ext uri="{FF2B5EF4-FFF2-40B4-BE49-F238E27FC236}">
                  <a16:creationId xmlns:a16="http://schemas.microsoft.com/office/drawing/2014/main" id="{E4D60E1C-7952-6B5E-3DC6-1B398C97BA52}"/>
                </a:ext>
              </a:extLst>
            </p:cNvPr>
            <p:cNvSpPr/>
            <p:nvPr/>
          </p:nvSpPr>
          <p:spPr>
            <a:xfrm>
              <a:off x="50233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31" name="Freeform: Shape 1430">
              <a:extLst>
                <a:ext uri="{FF2B5EF4-FFF2-40B4-BE49-F238E27FC236}">
                  <a16:creationId xmlns:a16="http://schemas.microsoft.com/office/drawing/2014/main" id="{F41909F4-05C4-446F-DA8E-0F3DC5EF2222}"/>
                </a:ext>
              </a:extLst>
            </p:cNvPr>
            <p:cNvSpPr/>
            <p:nvPr/>
          </p:nvSpPr>
          <p:spPr>
            <a:xfrm>
              <a:off x="418609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32" name="Freeform: Shape 1431">
              <a:extLst>
                <a:ext uri="{FF2B5EF4-FFF2-40B4-BE49-F238E27FC236}">
                  <a16:creationId xmlns:a16="http://schemas.microsoft.com/office/drawing/2014/main" id="{0AB61107-08BD-B10D-41A8-C9CBE9BC946A}"/>
                </a:ext>
              </a:extLst>
            </p:cNvPr>
            <p:cNvSpPr/>
            <p:nvPr/>
          </p:nvSpPr>
          <p:spPr>
            <a:xfrm>
              <a:off x="5441922"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33" name="Freeform: Shape 1432">
              <a:extLst>
                <a:ext uri="{FF2B5EF4-FFF2-40B4-BE49-F238E27FC236}">
                  <a16:creationId xmlns:a16="http://schemas.microsoft.com/office/drawing/2014/main" id="{C4B9BE91-08E4-994A-255F-E24257423FA0}"/>
                </a:ext>
              </a:extLst>
            </p:cNvPr>
            <p:cNvSpPr/>
            <p:nvPr/>
          </p:nvSpPr>
          <p:spPr>
            <a:xfrm>
              <a:off x="544192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34" name="Freeform: Shape 1433">
              <a:extLst>
                <a:ext uri="{FF2B5EF4-FFF2-40B4-BE49-F238E27FC236}">
                  <a16:creationId xmlns:a16="http://schemas.microsoft.com/office/drawing/2014/main" id="{9CAA783F-A9A7-1F1C-1F58-65C257EC6C5F}"/>
                </a:ext>
              </a:extLst>
            </p:cNvPr>
            <p:cNvSpPr/>
            <p:nvPr/>
          </p:nvSpPr>
          <p:spPr>
            <a:xfrm>
              <a:off x="544192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35" name="Freeform: Shape 1434">
              <a:extLst>
                <a:ext uri="{FF2B5EF4-FFF2-40B4-BE49-F238E27FC236}">
                  <a16:creationId xmlns:a16="http://schemas.microsoft.com/office/drawing/2014/main" id="{1FF8DACB-F24F-981F-67FA-BC9EB961DE10}"/>
                </a:ext>
              </a:extLst>
            </p:cNvPr>
            <p:cNvSpPr/>
            <p:nvPr/>
          </p:nvSpPr>
          <p:spPr>
            <a:xfrm>
              <a:off x="49186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36" name="Freeform: Shape 1435">
              <a:extLst>
                <a:ext uri="{FF2B5EF4-FFF2-40B4-BE49-F238E27FC236}">
                  <a16:creationId xmlns:a16="http://schemas.microsoft.com/office/drawing/2014/main" id="{02235B1D-718A-D39B-4778-A13BD64D28E8}"/>
                </a:ext>
              </a:extLst>
            </p:cNvPr>
            <p:cNvSpPr/>
            <p:nvPr/>
          </p:nvSpPr>
          <p:spPr>
            <a:xfrm>
              <a:off x="408144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37" name="Freeform: Shape 1436">
              <a:extLst>
                <a:ext uri="{FF2B5EF4-FFF2-40B4-BE49-F238E27FC236}">
                  <a16:creationId xmlns:a16="http://schemas.microsoft.com/office/drawing/2014/main" id="{C441838B-71CB-A352-3B25-898DFCAEE60C}"/>
                </a:ext>
              </a:extLst>
            </p:cNvPr>
            <p:cNvSpPr/>
            <p:nvPr/>
          </p:nvSpPr>
          <p:spPr>
            <a:xfrm>
              <a:off x="387213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38" name="Freeform: Shape 1437">
              <a:extLst>
                <a:ext uri="{FF2B5EF4-FFF2-40B4-BE49-F238E27FC236}">
                  <a16:creationId xmlns:a16="http://schemas.microsoft.com/office/drawing/2014/main" id="{1EB8E52F-B561-A726-5676-6DDB249D4877}"/>
                </a:ext>
              </a:extLst>
            </p:cNvPr>
            <p:cNvSpPr/>
            <p:nvPr/>
          </p:nvSpPr>
          <p:spPr>
            <a:xfrm>
              <a:off x="28256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39" name="Freeform: Shape 1438">
              <a:extLst>
                <a:ext uri="{FF2B5EF4-FFF2-40B4-BE49-F238E27FC236}">
                  <a16:creationId xmlns:a16="http://schemas.microsoft.com/office/drawing/2014/main" id="{8CBACCEA-78A7-5A97-E3E4-019786DDCE78}"/>
                </a:ext>
              </a:extLst>
            </p:cNvPr>
            <p:cNvSpPr/>
            <p:nvPr/>
          </p:nvSpPr>
          <p:spPr>
            <a:xfrm>
              <a:off x="272096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0" name="Freeform: Shape 1439">
              <a:extLst>
                <a:ext uri="{FF2B5EF4-FFF2-40B4-BE49-F238E27FC236}">
                  <a16:creationId xmlns:a16="http://schemas.microsoft.com/office/drawing/2014/main" id="{ED1B0669-8D97-D711-D341-FD0F634F44D0}"/>
                </a:ext>
              </a:extLst>
            </p:cNvPr>
            <p:cNvSpPr/>
            <p:nvPr/>
          </p:nvSpPr>
          <p:spPr>
            <a:xfrm>
              <a:off x="240700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1" name="Freeform: Shape 1440">
              <a:extLst>
                <a:ext uri="{FF2B5EF4-FFF2-40B4-BE49-F238E27FC236}">
                  <a16:creationId xmlns:a16="http://schemas.microsoft.com/office/drawing/2014/main" id="{A567C051-2C0A-CDCB-3DDF-1FFDDE6A232B}"/>
                </a:ext>
              </a:extLst>
            </p:cNvPr>
            <p:cNvSpPr/>
            <p:nvPr/>
          </p:nvSpPr>
          <p:spPr>
            <a:xfrm>
              <a:off x="18837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42" name="Freeform: Shape 1441">
              <a:extLst>
                <a:ext uri="{FF2B5EF4-FFF2-40B4-BE49-F238E27FC236}">
                  <a16:creationId xmlns:a16="http://schemas.microsoft.com/office/drawing/2014/main" id="{EE0473B0-6234-2B83-4FDF-078E016F31AF}"/>
                </a:ext>
              </a:extLst>
            </p:cNvPr>
            <p:cNvSpPr/>
            <p:nvPr/>
          </p:nvSpPr>
          <p:spPr>
            <a:xfrm>
              <a:off x="136048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43" name="Freeform: Shape 1442">
              <a:extLst>
                <a:ext uri="{FF2B5EF4-FFF2-40B4-BE49-F238E27FC236}">
                  <a16:creationId xmlns:a16="http://schemas.microsoft.com/office/drawing/2014/main" id="{6ED3BE56-B1BE-AC1E-4B9C-FA10EF6F006E}"/>
                </a:ext>
              </a:extLst>
            </p:cNvPr>
            <p:cNvSpPr/>
            <p:nvPr/>
          </p:nvSpPr>
          <p:spPr>
            <a:xfrm>
              <a:off x="136048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4" name="Freeform: Shape 1443">
              <a:extLst>
                <a:ext uri="{FF2B5EF4-FFF2-40B4-BE49-F238E27FC236}">
                  <a16:creationId xmlns:a16="http://schemas.microsoft.com/office/drawing/2014/main" id="{AC3E2126-17B5-96A8-C534-A0CCB819921E}"/>
                </a:ext>
              </a:extLst>
            </p:cNvPr>
            <p:cNvSpPr/>
            <p:nvPr/>
          </p:nvSpPr>
          <p:spPr>
            <a:xfrm>
              <a:off x="125582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5" name="Freeform: Shape 1444">
              <a:extLst>
                <a:ext uri="{FF2B5EF4-FFF2-40B4-BE49-F238E27FC236}">
                  <a16:creationId xmlns:a16="http://schemas.microsoft.com/office/drawing/2014/main" id="{7A992786-745D-B738-A38B-A1AC553F2E9A}"/>
                </a:ext>
              </a:extLst>
            </p:cNvPr>
            <p:cNvSpPr/>
            <p:nvPr/>
          </p:nvSpPr>
          <p:spPr>
            <a:xfrm>
              <a:off x="1046523"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46" name="Freeform: Shape 1445">
              <a:extLst>
                <a:ext uri="{FF2B5EF4-FFF2-40B4-BE49-F238E27FC236}">
                  <a16:creationId xmlns:a16="http://schemas.microsoft.com/office/drawing/2014/main" id="{FD0E4860-50F8-8875-034E-8EEABC4A5C27}"/>
                </a:ext>
              </a:extLst>
            </p:cNvPr>
            <p:cNvSpPr/>
            <p:nvPr/>
          </p:nvSpPr>
          <p:spPr>
            <a:xfrm>
              <a:off x="94187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7" name="Freeform: Shape 1446">
              <a:extLst>
                <a:ext uri="{FF2B5EF4-FFF2-40B4-BE49-F238E27FC236}">
                  <a16:creationId xmlns:a16="http://schemas.microsoft.com/office/drawing/2014/main" id="{B6AA509D-DFD5-F51A-6C98-B1868388FFFC}"/>
                </a:ext>
              </a:extLst>
            </p:cNvPr>
            <p:cNvSpPr/>
            <p:nvPr/>
          </p:nvSpPr>
          <p:spPr>
            <a:xfrm>
              <a:off x="0"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48" name="Freeform: Shape 1447">
              <a:extLst>
                <a:ext uri="{FF2B5EF4-FFF2-40B4-BE49-F238E27FC236}">
                  <a16:creationId xmlns:a16="http://schemas.microsoft.com/office/drawing/2014/main" id="{1B7113BD-71DE-D4A6-164B-0E37181CA2E6}"/>
                </a:ext>
              </a:extLst>
            </p:cNvPr>
            <p:cNvSpPr/>
            <p:nvPr/>
          </p:nvSpPr>
          <p:spPr>
            <a:xfrm>
              <a:off x="3034918"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49" name="Freeform: Shape 1448">
              <a:extLst>
                <a:ext uri="{FF2B5EF4-FFF2-40B4-BE49-F238E27FC236}">
                  <a16:creationId xmlns:a16="http://schemas.microsoft.com/office/drawing/2014/main" id="{75E7B482-5D25-A562-4BDB-696712BEDB35}"/>
                </a:ext>
              </a:extLst>
            </p:cNvPr>
            <p:cNvSpPr/>
            <p:nvPr/>
          </p:nvSpPr>
          <p:spPr>
            <a:xfrm>
              <a:off x="3872137"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50" name="Freeform: Shape 1449">
              <a:extLst>
                <a:ext uri="{FF2B5EF4-FFF2-40B4-BE49-F238E27FC236}">
                  <a16:creationId xmlns:a16="http://schemas.microsoft.com/office/drawing/2014/main" id="{08B28205-12E9-F70B-59A6-34C920084007}"/>
                </a:ext>
              </a:extLst>
            </p:cNvPr>
            <p:cNvSpPr/>
            <p:nvPr/>
          </p:nvSpPr>
          <p:spPr>
            <a:xfrm>
              <a:off x="57558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51" name="Freeform: Shape 1450">
              <a:extLst>
                <a:ext uri="{FF2B5EF4-FFF2-40B4-BE49-F238E27FC236}">
                  <a16:creationId xmlns:a16="http://schemas.microsoft.com/office/drawing/2014/main" id="{DA0E135F-030A-A258-BCAB-D077B5380E52}"/>
                </a:ext>
              </a:extLst>
            </p:cNvPr>
            <p:cNvSpPr/>
            <p:nvPr/>
          </p:nvSpPr>
          <p:spPr>
            <a:xfrm>
              <a:off x="59651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52" name="Freeform: Shape 1451">
              <a:extLst>
                <a:ext uri="{FF2B5EF4-FFF2-40B4-BE49-F238E27FC236}">
                  <a16:creationId xmlns:a16="http://schemas.microsoft.com/office/drawing/2014/main" id="{9549EDE6-2387-9D6E-4AB7-C8FC7D44868C}"/>
                </a:ext>
              </a:extLst>
            </p:cNvPr>
            <p:cNvSpPr/>
            <p:nvPr/>
          </p:nvSpPr>
          <p:spPr>
            <a:xfrm>
              <a:off x="554657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53" name="Freeform: Shape 1452">
              <a:extLst>
                <a:ext uri="{FF2B5EF4-FFF2-40B4-BE49-F238E27FC236}">
                  <a16:creationId xmlns:a16="http://schemas.microsoft.com/office/drawing/2014/main" id="{A47C2D48-F4A6-F977-7098-559EEC7146EE}"/>
                </a:ext>
              </a:extLst>
            </p:cNvPr>
            <p:cNvSpPr/>
            <p:nvPr/>
          </p:nvSpPr>
          <p:spPr>
            <a:xfrm>
              <a:off x="4395399"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454" name="Freeform: Shape 1453">
              <a:extLst>
                <a:ext uri="{FF2B5EF4-FFF2-40B4-BE49-F238E27FC236}">
                  <a16:creationId xmlns:a16="http://schemas.microsoft.com/office/drawing/2014/main" id="{41F71B1C-6E8F-F671-56F0-92DBBB7E39F1}"/>
                </a:ext>
              </a:extLst>
            </p:cNvPr>
            <p:cNvSpPr/>
            <p:nvPr/>
          </p:nvSpPr>
          <p:spPr>
            <a:xfrm>
              <a:off x="5127965" y="5443557"/>
              <a:ext cx="52674" cy="52326"/>
            </a:xfrm>
            <a:custGeom>
              <a:avLst/>
              <a:gdLst>
                <a:gd name="connsiteX0" fmla="*/ 26163 w 52674"/>
                <a:gd name="connsiteY0" fmla="*/ 0 h 52326"/>
                <a:gd name="connsiteX1" fmla="*/ 0 w 52674"/>
                <a:gd name="connsiteY1" fmla="*/ 26163 h 52326"/>
                <a:gd name="connsiteX2" fmla="*/ 26163 w 52674"/>
                <a:gd name="connsiteY2" fmla="*/ 52326 h 52326"/>
                <a:gd name="connsiteX3" fmla="*/ 29652 w 52674"/>
                <a:gd name="connsiteY3" fmla="*/ 51977 h 52326"/>
                <a:gd name="connsiteX4" fmla="*/ 36628 w 52674"/>
                <a:gd name="connsiteY4" fmla="*/ 50233 h 52326"/>
                <a:gd name="connsiteX5" fmla="*/ 42558 w 52674"/>
                <a:gd name="connsiteY5" fmla="*/ 46745 h 52326"/>
                <a:gd name="connsiteX6" fmla="*/ 45001 w 52674"/>
                <a:gd name="connsiteY6" fmla="*/ 44652 h 52326"/>
                <a:gd name="connsiteX7" fmla="*/ 52675 w 52674"/>
                <a:gd name="connsiteY7" fmla="*/ 26163 h 52326"/>
                <a:gd name="connsiteX8" fmla="*/ 26163 w 52674"/>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4" h="52326">
                  <a:moveTo>
                    <a:pt x="26163" y="0"/>
                  </a:moveTo>
                  <a:cubicBezTo>
                    <a:pt x="11861" y="0"/>
                    <a:pt x="0" y="11861"/>
                    <a:pt x="0" y="26163"/>
                  </a:cubicBezTo>
                  <a:cubicBezTo>
                    <a:pt x="0" y="40465"/>
                    <a:pt x="11861" y="52326"/>
                    <a:pt x="26163" y="52326"/>
                  </a:cubicBezTo>
                  <a:cubicBezTo>
                    <a:pt x="27210" y="52326"/>
                    <a:pt x="28256" y="52326"/>
                    <a:pt x="29652" y="51977"/>
                  </a:cubicBezTo>
                  <a:cubicBezTo>
                    <a:pt x="32093" y="51629"/>
                    <a:pt x="34535" y="50931"/>
                    <a:pt x="36628" y="50233"/>
                  </a:cubicBezTo>
                  <a:cubicBezTo>
                    <a:pt x="38721" y="49187"/>
                    <a:pt x="40814" y="48140"/>
                    <a:pt x="42558" y="46745"/>
                  </a:cubicBezTo>
                  <a:cubicBezTo>
                    <a:pt x="43256" y="46047"/>
                    <a:pt x="44303" y="45349"/>
                    <a:pt x="45001" y="44652"/>
                  </a:cubicBezTo>
                  <a:cubicBezTo>
                    <a:pt x="49884" y="39768"/>
                    <a:pt x="52675" y="33489"/>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455" name="Freeform: Shape 1454">
              <a:extLst>
                <a:ext uri="{FF2B5EF4-FFF2-40B4-BE49-F238E27FC236}">
                  <a16:creationId xmlns:a16="http://schemas.microsoft.com/office/drawing/2014/main" id="{0286833B-D0B0-5F6E-3AD6-B5634B95A832}"/>
                </a:ext>
              </a:extLst>
            </p:cNvPr>
            <p:cNvSpPr/>
            <p:nvPr/>
          </p:nvSpPr>
          <p:spPr>
            <a:xfrm>
              <a:off x="3872137"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456" name="Freeform: Shape 1455">
              <a:extLst>
                <a:ext uri="{FF2B5EF4-FFF2-40B4-BE49-F238E27FC236}">
                  <a16:creationId xmlns:a16="http://schemas.microsoft.com/office/drawing/2014/main" id="{42274FE8-7ACE-9AA2-2BAA-3E06543FA40B}"/>
                </a:ext>
              </a:extLst>
            </p:cNvPr>
            <p:cNvSpPr/>
            <p:nvPr/>
          </p:nvSpPr>
          <p:spPr>
            <a:xfrm>
              <a:off x="345352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57" name="Freeform: Shape 1456">
              <a:extLst>
                <a:ext uri="{FF2B5EF4-FFF2-40B4-BE49-F238E27FC236}">
                  <a16:creationId xmlns:a16="http://schemas.microsoft.com/office/drawing/2014/main" id="{D999D24D-591E-1B29-B23D-B627E175407D}"/>
                </a:ext>
              </a:extLst>
            </p:cNvPr>
            <p:cNvSpPr/>
            <p:nvPr/>
          </p:nvSpPr>
          <p:spPr>
            <a:xfrm>
              <a:off x="324422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58" name="Freeform: Shape 1457">
              <a:extLst>
                <a:ext uri="{FF2B5EF4-FFF2-40B4-BE49-F238E27FC236}">
                  <a16:creationId xmlns:a16="http://schemas.microsoft.com/office/drawing/2014/main" id="{CFE69950-9BA3-0835-C31B-3C46B95A6BFE}"/>
                </a:ext>
              </a:extLst>
            </p:cNvPr>
            <p:cNvSpPr/>
            <p:nvPr/>
          </p:nvSpPr>
          <p:spPr>
            <a:xfrm>
              <a:off x="324422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459" name="Freeform: Shape 1458">
              <a:extLst>
                <a:ext uri="{FF2B5EF4-FFF2-40B4-BE49-F238E27FC236}">
                  <a16:creationId xmlns:a16="http://schemas.microsoft.com/office/drawing/2014/main" id="{02D4C3D7-5D4C-C627-F8AA-2EED23152D36}"/>
                </a:ext>
              </a:extLst>
            </p:cNvPr>
            <p:cNvSpPr/>
            <p:nvPr/>
          </p:nvSpPr>
          <p:spPr>
            <a:xfrm>
              <a:off x="3244223"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23023 w 52326"/>
                <a:gd name="connsiteY6" fmla="*/ 349 h 52326"/>
                <a:gd name="connsiteX7" fmla="*/ 15698 w 52326"/>
                <a:gd name="connsiteY7" fmla="*/ 2442 h 52326"/>
                <a:gd name="connsiteX8" fmla="*/ 0 w 52326"/>
                <a:gd name="connsiteY8" fmla="*/ 26512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25117" y="0"/>
                    <a:pt x="24070" y="0"/>
                    <a:pt x="23023" y="349"/>
                  </a:cubicBezTo>
                  <a:cubicBezTo>
                    <a:pt x="20582" y="698"/>
                    <a:pt x="18140" y="1395"/>
                    <a:pt x="15698" y="2442"/>
                  </a:cubicBezTo>
                  <a:cubicBezTo>
                    <a:pt x="6279" y="6279"/>
                    <a:pt x="0" y="15698"/>
                    <a:pt x="0" y="26512"/>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60" name="Freeform: Shape 1459">
              <a:extLst>
                <a:ext uri="{FF2B5EF4-FFF2-40B4-BE49-F238E27FC236}">
                  <a16:creationId xmlns:a16="http://schemas.microsoft.com/office/drawing/2014/main" id="{94A4CEDA-2217-2562-841E-28F024E8BB46}"/>
                </a:ext>
              </a:extLst>
            </p:cNvPr>
            <p:cNvSpPr/>
            <p:nvPr/>
          </p:nvSpPr>
          <p:spPr>
            <a:xfrm>
              <a:off x="23023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61" name="Freeform: Shape 1460">
              <a:extLst>
                <a:ext uri="{FF2B5EF4-FFF2-40B4-BE49-F238E27FC236}">
                  <a16:creationId xmlns:a16="http://schemas.microsoft.com/office/drawing/2014/main" id="{BA06F803-517C-7F45-B777-7E5ADC76D6E1}"/>
                </a:ext>
              </a:extLst>
            </p:cNvPr>
            <p:cNvSpPr/>
            <p:nvPr/>
          </p:nvSpPr>
          <p:spPr>
            <a:xfrm>
              <a:off x="146513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62" name="Freeform: Shape 1461">
              <a:extLst>
                <a:ext uri="{FF2B5EF4-FFF2-40B4-BE49-F238E27FC236}">
                  <a16:creationId xmlns:a16="http://schemas.microsoft.com/office/drawing/2014/main" id="{C780B9B9-F1EE-3EA3-F05A-90CD1561F26B}"/>
                </a:ext>
              </a:extLst>
            </p:cNvPr>
            <p:cNvSpPr/>
            <p:nvPr/>
          </p:nvSpPr>
          <p:spPr>
            <a:xfrm>
              <a:off x="136048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63" name="Freeform: Shape 1462">
              <a:extLst>
                <a:ext uri="{FF2B5EF4-FFF2-40B4-BE49-F238E27FC236}">
                  <a16:creationId xmlns:a16="http://schemas.microsoft.com/office/drawing/2014/main" id="{84D02AD3-4314-C68D-558F-530714618764}"/>
                </a:ext>
              </a:extLst>
            </p:cNvPr>
            <p:cNvSpPr/>
            <p:nvPr/>
          </p:nvSpPr>
          <p:spPr>
            <a:xfrm>
              <a:off x="94187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64" name="Freeform: Shape 1463">
              <a:extLst>
                <a:ext uri="{FF2B5EF4-FFF2-40B4-BE49-F238E27FC236}">
                  <a16:creationId xmlns:a16="http://schemas.microsoft.com/office/drawing/2014/main" id="{B7FCB390-1BC6-3B84-4397-218A5CF669C6}"/>
                </a:ext>
              </a:extLst>
            </p:cNvPr>
            <p:cNvSpPr/>
            <p:nvPr/>
          </p:nvSpPr>
          <p:spPr>
            <a:xfrm>
              <a:off x="4186094" y="4187729"/>
              <a:ext cx="52326" cy="52326"/>
            </a:xfrm>
            <a:custGeom>
              <a:avLst/>
              <a:gdLst>
                <a:gd name="connsiteX0" fmla="*/ 52326 w 52326"/>
                <a:gd name="connsiteY0" fmla="*/ 23372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52326 w 52326"/>
                <a:gd name="connsiteY5" fmla="*/ 26163 h 52326"/>
                <a:gd name="connsiteX6" fmla="*/ 52326 w 52326"/>
                <a:gd name="connsiteY6"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3372"/>
                  </a:moveTo>
                  <a:cubicBezTo>
                    <a:pt x="50931" y="10116"/>
                    <a:pt x="39768"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1465" name="Freeform: Shape 1464">
              <a:extLst>
                <a:ext uri="{FF2B5EF4-FFF2-40B4-BE49-F238E27FC236}">
                  <a16:creationId xmlns:a16="http://schemas.microsoft.com/office/drawing/2014/main" id="{F3101497-B367-CE2A-3362-113829BE5832}"/>
                </a:ext>
              </a:extLst>
            </p:cNvPr>
            <p:cNvSpPr/>
            <p:nvPr/>
          </p:nvSpPr>
          <p:spPr>
            <a:xfrm>
              <a:off x="1360480" y="3873772"/>
              <a:ext cx="52326" cy="52326"/>
            </a:xfrm>
            <a:custGeom>
              <a:avLst/>
              <a:gdLst>
                <a:gd name="connsiteX0" fmla="*/ 26163 w 52326"/>
                <a:gd name="connsiteY0" fmla="*/ 52326 h 52326"/>
                <a:gd name="connsiteX1" fmla="*/ 52326 w 52326"/>
                <a:gd name="connsiteY1" fmla="*/ 26163 h 52326"/>
                <a:gd name="connsiteX2" fmla="*/ 45698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8" y="8721"/>
                  </a:cubicBezTo>
                  <a:cubicBezTo>
                    <a:pt x="40814" y="3140"/>
                    <a:pt x="33838" y="0"/>
                    <a:pt x="26163" y="0"/>
                  </a:cubicBezTo>
                  <a:cubicBezTo>
                    <a:pt x="11861"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1466" name="Freeform: Shape 1465">
              <a:extLst>
                <a:ext uri="{FF2B5EF4-FFF2-40B4-BE49-F238E27FC236}">
                  <a16:creationId xmlns:a16="http://schemas.microsoft.com/office/drawing/2014/main" id="{86E0B950-363D-FFFD-04F4-E461A3836FA3}"/>
                </a:ext>
              </a:extLst>
            </p:cNvPr>
            <p:cNvSpPr/>
            <p:nvPr/>
          </p:nvSpPr>
          <p:spPr>
            <a:xfrm>
              <a:off x="26163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67" name="Freeform: Shape 1466">
              <a:extLst>
                <a:ext uri="{FF2B5EF4-FFF2-40B4-BE49-F238E27FC236}">
                  <a16:creationId xmlns:a16="http://schemas.microsoft.com/office/drawing/2014/main" id="{97C11A72-FC77-E033-A42C-07D92253C11A}"/>
                </a:ext>
              </a:extLst>
            </p:cNvPr>
            <p:cNvSpPr/>
            <p:nvPr/>
          </p:nvSpPr>
          <p:spPr>
            <a:xfrm>
              <a:off x="5755879"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68" name="Freeform: Shape 1467">
              <a:extLst>
                <a:ext uri="{FF2B5EF4-FFF2-40B4-BE49-F238E27FC236}">
                  <a16:creationId xmlns:a16="http://schemas.microsoft.com/office/drawing/2014/main" id="{8BEBA8C1-807B-94AA-46A0-3E48E55F2184}"/>
                </a:ext>
              </a:extLst>
            </p:cNvPr>
            <p:cNvSpPr/>
            <p:nvPr/>
          </p:nvSpPr>
          <p:spPr>
            <a:xfrm>
              <a:off x="4918660" y="3350510"/>
              <a:ext cx="52326" cy="52326"/>
            </a:xfrm>
            <a:custGeom>
              <a:avLst/>
              <a:gdLst>
                <a:gd name="connsiteX0" fmla="*/ 18489 w 52326"/>
                <a:gd name="connsiteY0" fmla="*/ 51280 h 52326"/>
                <a:gd name="connsiteX1" fmla="*/ 22326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6" y="51977"/>
                  </a:cubicBezTo>
                  <a:cubicBezTo>
                    <a:pt x="23721" y="52326"/>
                    <a:pt x="24768" y="52326"/>
                    <a:pt x="26163" y="52326"/>
                  </a:cubicBez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1469" name="Freeform: Shape 1468">
              <a:extLst>
                <a:ext uri="{FF2B5EF4-FFF2-40B4-BE49-F238E27FC236}">
                  <a16:creationId xmlns:a16="http://schemas.microsoft.com/office/drawing/2014/main" id="{37DFB1EE-D483-18E1-CCF6-CBD126A61D6B}"/>
                </a:ext>
              </a:extLst>
            </p:cNvPr>
            <p:cNvSpPr/>
            <p:nvPr/>
          </p:nvSpPr>
          <p:spPr>
            <a:xfrm>
              <a:off x="491866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70" name="Freeform: Shape 1469">
              <a:extLst>
                <a:ext uri="{FF2B5EF4-FFF2-40B4-BE49-F238E27FC236}">
                  <a16:creationId xmlns:a16="http://schemas.microsoft.com/office/drawing/2014/main" id="{50E1CED4-DB39-67D4-9018-23D4217B5982}"/>
                </a:ext>
              </a:extLst>
            </p:cNvPr>
            <p:cNvSpPr/>
            <p:nvPr/>
          </p:nvSpPr>
          <p:spPr>
            <a:xfrm>
              <a:off x="491866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71" name="Freeform: Shape 1470">
              <a:extLst>
                <a:ext uri="{FF2B5EF4-FFF2-40B4-BE49-F238E27FC236}">
                  <a16:creationId xmlns:a16="http://schemas.microsoft.com/office/drawing/2014/main" id="{ADCFFE0B-62C5-3313-5EEE-2D83CD4E6802}"/>
                </a:ext>
              </a:extLst>
            </p:cNvPr>
            <p:cNvSpPr/>
            <p:nvPr/>
          </p:nvSpPr>
          <p:spPr>
            <a:xfrm>
              <a:off x="23023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72" name="Freeform: Shape 1471">
              <a:extLst>
                <a:ext uri="{FF2B5EF4-FFF2-40B4-BE49-F238E27FC236}">
                  <a16:creationId xmlns:a16="http://schemas.microsoft.com/office/drawing/2014/main" id="{ADC73ECE-8D20-A3EB-1BA1-E6A113301604}"/>
                </a:ext>
              </a:extLst>
            </p:cNvPr>
            <p:cNvSpPr/>
            <p:nvPr/>
          </p:nvSpPr>
          <p:spPr>
            <a:xfrm>
              <a:off x="2093047"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473" name="Freeform: Shape 1472">
              <a:extLst>
                <a:ext uri="{FF2B5EF4-FFF2-40B4-BE49-F238E27FC236}">
                  <a16:creationId xmlns:a16="http://schemas.microsoft.com/office/drawing/2014/main" id="{416705FF-1AD8-6648-FE64-10044D200177}"/>
                </a:ext>
              </a:extLst>
            </p:cNvPr>
            <p:cNvSpPr/>
            <p:nvPr/>
          </p:nvSpPr>
          <p:spPr>
            <a:xfrm>
              <a:off x="941871"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474" name="Freeform: Shape 1473">
              <a:extLst>
                <a:ext uri="{FF2B5EF4-FFF2-40B4-BE49-F238E27FC236}">
                  <a16:creationId xmlns:a16="http://schemas.microsoft.com/office/drawing/2014/main" id="{8349A0B2-A0CF-37A8-C3DC-25242DBD65D9}"/>
                </a:ext>
              </a:extLst>
            </p:cNvPr>
            <p:cNvSpPr/>
            <p:nvPr/>
          </p:nvSpPr>
          <p:spPr>
            <a:xfrm>
              <a:off x="313957"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475" name="Freeform: Shape 1474">
              <a:extLst>
                <a:ext uri="{FF2B5EF4-FFF2-40B4-BE49-F238E27FC236}">
                  <a16:creationId xmlns:a16="http://schemas.microsoft.com/office/drawing/2014/main" id="{B3D756C3-B791-3C84-A36D-908E040B1E22}"/>
                </a:ext>
              </a:extLst>
            </p:cNvPr>
            <p:cNvSpPr/>
            <p:nvPr/>
          </p:nvSpPr>
          <p:spPr>
            <a:xfrm>
              <a:off x="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76" name="Freeform: Shape 1475">
              <a:extLst>
                <a:ext uri="{FF2B5EF4-FFF2-40B4-BE49-F238E27FC236}">
                  <a16:creationId xmlns:a16="http://schemas.microsoft.com/office/drawing/2014/main" id="{ECFCAD64-3F1E-D596-3C94-0779758201A9}"/>
                </a:ext>
              </a:extLst>
            </p:cNvPr>
            <p:cNvSpPr/>
            <p:nvPr/>
          </p:nvSpPr>
          <p:spPr>
            <a:xfrm>
              <a:off x="3244560" y="3978424"/>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1477" name="Freeform: Shape 1476">
              <a:extLst>
                <a:ext uri="{FF2B5EF4-FFF2-40B4-BE49-F238E27FC236}">
                  <a16:creationId xmlns:a16="http://schemas.microsoft.com/office/drawing/2014/main" id="{B0907809-46F4-32E1-9C5B-48875616C9E4}"/>
                </a:ext>
              </a:extLst>
            </p:cNvPr>
            <p:cNvSpPr/>
            <p:nvPr/>
          </p:nvSpPr>
          <p:spPr>
            <a:xfrm>
              <a:off x="324422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78" name="Freeform: Shape 1477">
              <a:extLst>
                <a:ext uri="{FF2B5EF4-FFF2-40B4-BE49-F238E27FC236}">
                  <a16:creationId xmlns:a16="http://schemas.microsoft.com/office/drawing/2014/main" id="{2679E671-ED18-C5AD-1ABD-176B61FFACE8}"/>
                </a:ext>
              </a:extLst>
            </p:cNvPr>
            <p:cNvSpPr/>
            <p:nvPr/>
          </p:nvSpPr>
          <p:spPr>
            <a:xfrm>
              <a:off x="5127965" y="5338905"/>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3140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40" y="13605"/>
                  </a:cubicBezTo>
                  <a:cubicBezTo>
                    <a:pt x="3140" y="13605"/>
                    <a:pt x="3140" y="13954"/>
                    <a:pt x="3140" y="13954"/>
                  </a:cubicBezTo>
                  <a:cubicBezTo>
                    <a:pt x="2791" y="14651"/>
                    <a:pt x="2442" y="15349"/>
                    <a:pt x="2093" y="16047"/>
                  </a:cubicBezTo>
                  <a:cubicBezTo>
                    <a:pt x="698" y="19186"/>
                    <a:pt x="0" y="22675"/>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479" name="Freeform: Shape 1478">
              <a:extLst>
                <a:ext uri="{FF2B5EF4-FFF2-40B4-BE49-F238E27FC236}">
                  <a16:creationId xmlns:a16="http://schemas.microsoft.com/office/drawing/2014/main" id="{7895FC00-4F72-7193-6F04-D74890002F3E}"/>
                </a:ext>
              </a:extLst>
            </p:cNvPr>
            <p:cNvSpPr/>
            <p:nvPr/>
          </p:nvSpPr>
          <p:spPr>
            <a:xfrm>
              <a:off x="2093047"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80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480" name="Freeform: Shape 1479">
              <a:extLst>
                <a:ext uri="{FF2B5EF4-FFF2-40B4-BE49-F238E27FC236}">
                  <a16:creationId xmlns:a16="http://schemas.microsoft.com/office/drawing/2014/main" id="{3E74F61F-E8A9-DC0A-61A8-2FFD1B485F36}"/>
                </a:ext>
              </a:extLst>
            </p:cNvPr>
            <p:cNvSpPr/>
            <p:nvPr/>
          </p:nvSpPr>
          <p:spPr>
            <a:xfrm>
              <a:off x="5755879"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81" name="Freeform: Shape 1480">
              <a:extLst>
                <a:ext uri="{FF2B5EF4-FFF2-40B4-BE49-F238E27FC236}">
                  <a16:creationId xmlns:a16="http://schemas.microsoft.com/office/drawing/2014/main" id="{DA4CFBBF-FA3E-AF5A-AC36-2E60A66E08D6}"/>
                </a:ext>
              </a:extLst>
            </p:cNvPr>
            <p:cNvSpPr/>
            <p:nvPr/>
          </p:nvSpPr>
          <p:spPr>
            <a:xfrm>
              <a:off x="56512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82" name="Freeform: Shape 1481">
              <a:extLst>
                <a:ext uri="{FF2B5EF4-FFF2-40B4-BE49-F238E27FC236}">
                  <a16:creationId xmlns:a16="http://schemas.microsoft.com/office/drawing/2014/main" id="{6BCF52BC-29E2-FE17-F6B3-659F3D5AC770}"/>
                </a:ext>
              </a:extLst>
            </p:cNvPr>
            <p:cNvSpPr/>
            <p:nvPr/>
          </p:nvSpPr>
          <p:spPr>
            <a:xfrm>
              <a:off x="512796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83" name="Freeform: Shape 1482">
              <a:extLst>
                <a:ext uri="{FF2B5EF4-FFF2-40B4-BE49-F238E27FC236}">
                  <a16:creationId xmlns:a16="http://schemas.microsoft.com/office/drawing/2014/main" id="{095C7B49-AF0F-A463-CD99-99BF21F18CB0}"/>
                </a:ext>
              </a:extLst>
            </p:cNvPr>
            <p:cNvSpPr/>
            <p:nvPr/>
          </p:nvSpPr>
          <p:spPr>
            <a:xfrm>
              <a:off x="251165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84" name="Freeform: Shape 1483">
              <a:extLst>
                <a:ext uri="{FF2B5EF4-FFF2-40B4-BE49-F238E27FC236}">
                  <a16:creationId xmlns:a16="http://schemas.microsoft.com/office/drawing/2014/main" id="{3D6439B7-3FB3-A6F9-B0F0-7393D26D2220}"/>
                </a:ext>
              </a:extLst>
            </p:cNvPr>
            <p:cNvSpPr/>
            <p:nvPr/>
          </p:nvSpPr>
          <p:spPr>
            <a:xfrm>
              <a:off x="1674437" y="3978773"/>
              <a:ext cx="52326" cy="52326"/>
            </a:xfrm>
            <a:custGeom>
              <a:avLst/>
              <a:gdLst>
                <a:gd name="connsiteX0" fmla="*/ 40814 w 52326"/>
                <a:gd name="connsiteY0" fmla="*/ 4186 h 52326"/>
                <a:gd name="connsiteX1" fmla="*/ 37675 w 52326"/>
                <a:gd name="connsiteY1" fmla="*/ 2442 h 52326"/>
                <a:gd name="connsiteX2" fmla="*/ 33838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1" y="3140"/>
                    <a:pt x="37675" y="2442"/>
                  </a:cubicBezTo>
                  <a:cubicBezTo>
                    <a:pt x="36279" y="1744"/>
                    <a:pt x="35233" y="1395"/>
                    <a:pt x="33838" y="1047"/>
                  </a:cubicBezTo>
                  <a:cubicBezTo>
                    <a:pt x="31396" y="349"/>
                    <a:pt x="28605"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1485" name="Freeform: Shape 1484">
              <a:extLst>
                <a:ext uri="{FF2B5EF4-FFF2-40B4-BE49-F238E27FC236}">
                  <a16:creationId xmlns:a16="http://schemas.microsoft.com/office/drawing/2014/main" id="{03DD7714-A4C7-E8A0-3378-2543E1F05BCF}"/>
                </a:ext>
              </a:extLst>
            </p:cNvPr>
            <p:cNvSpPr/>
            <p:nvPr/>
          </p:nvSpPr>
          <p:spPr>
            <a:xfrm>
              <a:off x="13604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86" name="Freeform: Shape 1485">
              <a:extLst>
                <a:ext uri="{FF2B5EF4-FFF2-40B4-BE49-F238E27FC236}">
                  <a16:creationId xmlns:a16="http://schemas.microsoft.com/office/drawing/2014/main" id="{0E6B3069-0E89-028B-4A9B-A307634AA777}"/>
                </a:ext>
              </a:extLst>
            </p:cNvPr>
            <p:cNvSpPr/>
            <p:nvPr/>
          </p:nvSpPr>
          <p:spPr>
            <a:xfrm>
              <a:off x="94187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87" name="Freeform: Shape 1486">
              <a:extLst>
                <a:ext uri="{FF2B5EF4-FFF2-40B4-BE49-F238E27FC236}">
                  <a16:creationId xmlns:a16="http://schemas.microsoft.com/office/drawing/2014/main" id="{B1698F68-C145-879D-A950-C522E5ECBF97}"/>
                </a:ext>
              </a:extLst>
            </p:cNvPr>
            <p:cNvSpPr/>
            <p:nvPr/>
          </p:nvSpPr>
          <p:spPr>
            <a:xfrm>
              <a:off x="62791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488" name="Freeform: Shape 1487">
              <a:extLst>
                <a:ext uri="{FF2B5EF4-FFF2-40B4-BE49-F238E27FC236}">
                  <a16:creationId xmlns:a16="http://schemas.microsoft.com/office/drawing/2014/main" id="{605E2001-AF4C-BB5B-ED30-2FCB20E9A6E8}"/>
                </a:ext>
              </a:extLst>
            </p:cNvPr>
            <p:cNvSpPr/>
            <p:nvPr/>
          </p:nvSpPr>
          <p:spPr>
            <a:xfrm>
              <a:off x="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89" name="Freeform: Shape 1488">
              <a:extLst>
                <a:ext uri="{FF2B5EF4-FFF2-40B4-BE49-F238E27FC236}">
                  <a16:creationId xmlns:a16="http://schemas.microsoft.com/office/drawing/2014/main" id="{2B529543-1BFA-D91F-3BD3-6FDEFCEBF178}"/>
                </a:ext>
              </a:extLst>
            </p:cNvPr>
            <p:cNvSpPr/>
            <p:nvPr/>
          </p:nvSpPr>
          <p:spPr>
            <a:xfrm>
              <a:off x="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90" name="Freeform: Shape 1489">
              <a:extLst>
                <a:ext uri="{FF2B5EF4-FFF2-40B4-BE49-F238E27FC236}">
                  <a16:creationId xmlns:a16="http://schemas.microsoft.com/office/drawing/2014/main" id="{196A77D3-99AD-1765-E592-031D37D5C7AA}"/>
                </a:ext>
              </a:extLst>
            </p:cNvPr>
            <p:cNvSpPr/>
            <p:nvPr/>
          </p:nvSpPr>
          <p:spPr>
            <a:xfrm>
              <a:off x="5651227"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91" name="Freeform: Shape 1490">
              <a:extLst>
                <a:ext uri="{FF2B5EF4-FFF2-40B4-BE49-F238E27FC236}">
                  <a16:creationId xmlns:a16="http://schemas.microsoft.com/office/drawing/2014/main" id="{D3719414-098B-8BE1-2FBE-DFA3313A04C6}"/>
                </a:ext>
              </a:extLst>
            </p:cNvPr>
            <p:cNvSpPr/>
            <p:nvPr/>
          </p:nvSpPr>
          <p:spPr>
            <a:xfrm>
              <a:off x="3453527" y="4083077"/>
              <a:ext cx="52326" cy="52326"/>
            </a:xfrm>
            <a:custGeom>
              <a:avLst/>
              <a:gdLst>
                <a:gd name="connsiteX0" fmla="*/ 26163 w 52326"/>
                <a:gd name="connsiteY0" fmla="*/ 0 h 52326"/>
                <a:gd name="connsiteX1" fmla="*/ 1046 w 52326"/>
                <a:gd name="connsiteY1" fmla="*/ 18489 h 52326"/>
                <a:gd name="connsiteX2" fmla="*/ 0 w 52326"/>
                <a:gd name="connsiteY2" fmla="*/ 26163 h 52326"/>
                <a:gd name="connsiteX3" fmla="*/ 26163 w 52326"/>
                <a:gd name="connsiteY3" fmla="*/ 52326 h 52326"/>
                <a:gd name="connsiteX4" fmla="*/ 51628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2" y="0"/>
                    <a:pt x="4535" y="7675"/>
                    <a:pt x="1046" y="18489"/>
                  </a:cubicBezTo>
                  <a:cubicBezTo>
                    <a:pt x="349" y="20930"/>
                    <a:pt x="0" y="23721"/>
                    <a:pt x="0" y="26163"/>
                  </a:cubicBezTo>
                  <a:cubicBezTo>
                    <a:pt x="0" y="40465"/>
                    <a:pt x="11861" y="52326"/>
                    <a:pt x="26163" y="52326"/>
                  </a:cubicBezTo>
                  <a:cubicBezTo>
                    <a:pt x="38721" y="52326"/>
                    <a:pt x="49187" y="43256"/>
                    <a:pt x="51628" y="31396"/>
                  </a:cubicBezTo>
                  <a:cubicBezTo>
                    <a:pt x="51977" y="29652"/>
                    <a:pt x="52326" y="2790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492" name="Freeform: Shape 1491">
              <a:extLst>
                <a:ext uri="{FF2B5EF4-FFF2-40B4-BE49-F238E27FC236}">
                  <a16:creationId xmlns:a16="http://schemas.microsoft.com/office/drawing/2014/main" id="{24589824-A1DF-FD1C-D696-1DC68785432B}"/>
                </a:ext>
              </a:extLst>
            </p:cNvPr>
            <p:cNvSpPr/>
            <p:nvPr/>
          </p:nvSpPr>
          <p:spPr>
            <a:xfrm>
              <a:off x="52326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93" name="Freeform: Shape 1492">
              <a:extLst>
                <a:ext uri="{FF2B5EF4-FFF2-40B4-BE49-F238E27FC236}">
                  <a16:creationId xmlns:a16="http://schemas.microsoft.com/office/drawing/2014/main" id="{D701FDC9-B7FB-8941-7A78-BA73AC3E434C}"/>
                </a:ext>
              </a:extLst>
            </p:cNvPr>
            <p:cNvSpPr/>
            <p:nvPr/>
          </p:nvSpPr>
          <p:spPr>
            <a:xfrm>
              <a:off x="418609" y="3141206"/>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1494" name="Freeform: Shape 1493">
              <a:extLst>
                <a:ext uri="{FF2B5EF4-FFF2-40B4-BE49-F238E27FC236}">
                  <a16:creationId xmlns:a16="http://schemas.microsoft.com/office/drawing/2014/main" id="{C642F03D-C859-B627-3711-040C46568578}"/>
                </a:ext>
              </a:extLst>
            </p:cNvPr>
            <p:cNvSpPr/>
            <p:nvPr/>
          </p:nvSpPr>
          <p:spPr>
            <a:xfrm>
              <a:off x="533727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95" name="Freeform: Shape 1494">
              <a:extLst>
                <a:ext uri="{FF2B5EF4-FFF2-40B4-BE49-F238E27FC236}">
                  <a16:creationId xmlns:a16="http://schemas.microsoft.com/office/drawing/2014/main" id="{79798D36-3420-DBFB-8B67-359F54DDF4E3}"/>
                </a:ext>
              </a:extLst>
            </p:cNvPr>
            <p:cNvSpPr/>
            <p:nvPr/>
          </p:nvSpPr>
          <p:spPr>
            <a:xfrm>
              <a:off x="533727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96" name="Freeform: Shape 1495">
              <a:extLst>
                <a:ext uri="{FF2B5EF4-FFF2-40B4-BE49-F238E27FC236}">
                  <a16:creationId xmlns:a16="http://schemas.microsoft.com/office/drawing/2014/main" id="{DFD79C1E-5828-0C7B-EA60-E6C7003B1087}"/>
                </a:ext>
              </a:extLst>
            </p:cNvPr>
            <p:cNvSpPr/>
            <p:nvPr/>
          </p:nvSpPr>
          <p:spPr>
            <a:xfrm>
              <a:off x="533727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497" name="Freeform: Shape 1496">
              <a:extLst>
                <a:ext uri="{FF2B5EF4-FFF2-40B4-BE49-F238E27FC236}">
                  <a16:creationId xmlns:a16="http://schemas.microsoft.com/office/drawing/2014/main" id="{EAF7D92F-FFAD-47A4-0F70-9693FC654241}"/>
                </a:ext>
              </a:extLst>
            </p:cNvPr>
            <p:cNvSpPr/>
            <p:nvPr/>
          </p:nvSpPr>
          <p:spPr>
            <a:xfrm>
              <a:off x="596518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98" name="Freeform: Shape 1497">
              <a:extLst>
                <a:ext uri="{FF2B5EF4-FFF2-40B4-BE49-F238E27FC236}">
                  <a16:creationId xmlns:a16="http://schemas.microsoft.com/office/drawing/2014/main" id="{88129515-7D1D-C484-40AF-1D6AB83E2C99}"/>
                </a:ext>
              </a:extLst>
            </p:cNvPr>
            <p:cNvSpPr/>
            <p:nvPr/>
          </p:nvSpPr>
          <p:spPr>
            <a:xfrm>
              <a:off x="554657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99" name="Freeform: Shape 1498">
              <a:extLst>
                <a:ext uri="{FF2B5EF4-FFF2-40B4-BE49-F238E27FC236}">
                  <a16:creationId xmlns:a16="http://schemas.microsoft.com/office/drawing/2014/main" id="{C7B04CAD-3490-74A6-9B50-7C044ED3A7A7}"/>
                </a:ext>
              </a:extLst>
            </p:cNvPr>
            <p:cNvSpPr/>
            <p:nvPr/>
          </p:nvSpPr>
          <p:spPr>
            <a:xfrm>
              <a:off x="554657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00" name="Freeform: Shape 1499">
              <a:extLst>
                <a:ext uri="{FF2B5EF4-FFF2-40B4-BE49-F238E27FC236}">
                  <a16:creationId xmlns:a16="http://schemas.microsoft.com/office/drawing/2014/main" id="{94D527A8-BF59-9E07-2518-2A5533DD0847}"/>
                </a:ext>
              </a:extLst>
            </p:cNvPr>
            <p:cNvSpPr/>
            <p:nvPr/>
          </p:nvSpPr>
          <p:spPr>
            <a:xfrm>
              <a:off x="523261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01" name="Freeform: Shape 1500">
              <a:extLst>
                <a:ext uri="{FF2B5EF4-FFF2-40B4-BE49-F238E27FC236}">
                  <a16:creationId xmlns:a16="http://schemas.microsoft.com/office/drawing/2014/main" id="{D71537E5-8443-808F-E593-B4F799309A19}"/>
                </a:ext>
              </a:extLst>
            </p:cNvPr>
            <p:cNvSpPr/>
            <p:nvPr/>
          </p:nvSpPr>
          <p:spPr>
            <a:xfrm>
              <a:off x="46047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02" name="Freeform: Shape 1501">
              <a:extLst>
                <a:ext uri="{FF2B5EF4-FFF2-40B4-BE49-F238E27FC236}">
                  <a16:creationId xmlns:a16="http://schemas.microsoft.com/office/drawing/2014/main" id="{FA5264CB-7E01-6542-5CEE-5A40EA019E6B}"/>
                </a:ext>
              </a:extLst>
            </p:cNvPr>
            <p:cNvSpPr/>
            <p:nvPr/>
          </p:nvSpPr>
          <p:spPr>
            <a:xfrm>
              <a:off x="439539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03" name="Freeform: Shape 1502">
              <a:extLst>
                <a:ext uri="{FF2B5EF4-FFF2-40B4-BE49-F238E27FC236}">
                  <a16:creationId xmlns:a16="http://schemas.microsoft.com/office/drawing/2014/main" id="{B87621CF-CFFF-C5FA-7C6B-6B78B868D279}"/>
                </a:ext>
              </a:extLst>
            </p:cNvPr>
            <p:cNvSpPr/>
            <p:nvPr/>
          </p:nvSpPr>
          <p:spPr>
            <a:xfrm>
              <a:off x="418609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04" name="Freeform: Shape 1503">
              <a:extLst>
                <a:ext uri="{FF2B5EF4-FFF2-40B4-BE49-F238E27FC236}">
                  <a16:creationId xmlns:a16="http://schemas.microsoft.com/office/drawing/2014/main" id="{161508BB-AADB-7431-EAE8-94D6EC0BAD0F}"/>
                </a:ext>
              </a:extLst>
            </p:cNvPr>
            <p:cNvSpPr/>
            <p:nvPr/>
          </p:nvSpPr>
          <p:spPr>
            <a:xfrm>
              <a:off x="37674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05" name="Freeform: Shape 1504">
              <a:extLst>
                <a:ext uri="{FF2B5EF4-FFF2-40B4-BE49-F238E27FC236}">
                  <a16:creationId xmlns:a16="http://schemas.microsoft.com/office/drawing/2014/main" id="{C6486C7A-957B-CC37-5324-5447EE7627BD}"/>
                </a:ext>
              </a:extLst>
            </p:cNvPr>
            <p:cNvSpPr/>
            <p:nvPr/>
          </p:nvSpPr>
          <p:spPr>
            <a:xfrm>
              <a:off x="512796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06" name="Freeform: Shape 1505">
              <a:extLst>
                <a:ext uri="{FF2B5EF4-FFF2-40B4-BE49-F238E27FC236}">
                  <a16:creationId xmlns:a16="http://schemas.microsoft.com/office/drawing/2014/main" id="{DD47D7E5-B9BF-D8D2-7D69-D7C6CBA23B96}"/>
                </a:ext>
              </a:extLst>
            </p:cNvPr>
            <p:cNvSpPr/>
            <p:nvPr/>
          </p:nvSpPr>
          <p:spPr>
            <a:xfrm>
              <a:off x="38721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07" name="Freeform: Shape 1506">
              <a:extLst>
                <a:ext uri="{FF2B5EF4-FFF2-40B4-BE49-F238E27FC236}">
                  <a16:creationId xmlns:a16="http://schemas.microsoft.com/office/drawing/2014/main" id="{CCDCBE88-F8EC-33A3-34D3-B44B99D1D535}"/>
                </a:ext>
              </a:extLst>
            </p:cNvPr>
            <p:cNvSpPr/>
            <p:nvPr/>
          </p:nvSpPr>
          <p:spPr>
            <a:xfrm>
              <a:off x="366283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08" name="Freeform: Shape 1507">
              <a:extLst>
                <a:ext uri="{FF2B5EF4-FFF2-40B4-BE49-F238E27FC236}">
                  <a16:creationId xmlns:a16="http://schemas.microsoft.com/office/drawing/2014/main" id="{22F523B8-5F3E-396F-2840-BB29049C7F70}"/>
                </a:ext>
              </a:extLst>
            </p:cNvPr>
            <p:cNvSpPr/>
            <p:nvPr/>
          </p:nvSpPr>
          <p:spPr>
            <a:xfrm>
              <a:off x="3453527" y="3350510"/>
              <a:ext cx="52326" cy="52326"/>
            </a:xfrm>
            <a:custGeom>
              <a:avLst/>
              <a:gdLst>
                <a:gd name="connsiteX0" fmla="*/ 26163 w 52326"/>
                <a:gd name="connsiteY0" fmla="*/ 52326 h 52326"/>
                <a:gd name="connsiteX1" fmla="*/ 26163 w 52326"/>
                <a:gd name="connsiteY1" fmla="*/ 52326 h 52326"/>
                <a:gd name="connsiteX2" fmla="*/ 38721 w 52326"/>
                <a:gd name="connsiteY2" fmla="*/ 49187 h 52326"/>
                <a:gd name="connsiteX3" fmla="*/ 52326 w 52326"/>
                <a:gd name="connsiteY3" fmla="*/ 26163 h 52326"/>
                <a:gd name="connsiteX4" fmla="*/ 26163 w 52326"/>
                <a:gd name="connsiteY4" fmla="*/ 0 h 52326"/>
                <a:gd name="connsiteX5" fmla="*/ 13605 w 52326"/>
                <a:gd name="connsiteY5" fmla="*/ 3140 h 52326"/>
                <a:gd name="connsiteX6" fmla="*/ 10465 w 52326"/>
                <a:gd name="connsiteY6" fmla="*/ 5233 h 52326"/>
                <a:gd name="connsiteX7" fmla="*/ 7675 w 52326"/>
                <a:gd name="connsiteY7" fmla="*/ 767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1" y="49187"/>
                  </a:cubicBezTo>
                  <a:cubicBezTo>
                    <a:pt x="46745" y="44652"/>
                    <a:pt x="52326" y="36280"/>
                    <a:pt x="52326" y="26163"/>
                  </a:cubicBezTo>
                  <a:cubicBezTo>
                    <a:pt x="52326" y="11861"/>
                    <a:pt x="40465" y="0"/>
                    <a:pt x="26163" y="0"/>
                  </a:cubicBezTo>
                  <a:cubicBezTo>
                    <a:pt x="21628" y="0"/>
                    <a:pt x="17442" y="1046"/>
                    <a:pt x="13605" y="3140"/>
                  </a:cubicBezTo>
                  <a:cubicBezTo>
                    <a:pt x="12558" y="3837"/>
                    <a:pt x="11512" y="4535"/>
                    <a:pt x="10465" y="5233"/>
                  </a:cubicBezTo>
                  <a:cubicBezTo>
                    <a:pt x="9419" y="5930"/>
                    <a:pt x="8372" y="6628"/>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09" name="Freeform: Shape 1508">
              <a:extLst>
                <a:ext uri="{FF2B5EF4-FFF2-40B4-BE49-F238E27FC236}">
                  <a16:creationId xmlns:a16="http://schemas.microsoft.com/office/drawing/2014/main" id="{2A6ED830-7FA9-B03F-03B3-9C31A50B9E2F}"/>
                </a:ext>
              </a:extLst>
            </p:cNvPr>
            <p:cNvSpPr/>
            <p:nvPr/>
          </p:nvSpPr>
          <p:spPr>
            <a:xfrm>
              <a:off x="3244223"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10" name="Freeform: Shape 1509">
              <a:extLst>
                <a:ext uri="{FF2B5EF4-FFF2-40B4-BE49-F238E27FC236}">
                  <a16:creationId xmlns:a16="http://schemas.microsoft.com/office/drawing/2014/main" id="{2F5C72AA-CBFC-70F9-B250-5DFF05FB2D44}"/>
                </a:ext>
              </a:extLst>
            </p:cNvPr>
            <p:cNvSpPr/>
            <p:nvPr/>
          </p:nvSpPr>
          <p:spPr>
            <a:xfrm>
              <a:off x="303491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11" name="Freeform: Shape 1510">
              <a:extLst>
                <a:ext uri="{FF2B5EF4-FFF2-40B4-BE49-F238E27FC236}">
                  <a16:creationId xmlns:a16="http://schemas.microsoft.com/office/drawing/2014/main" id="{94F92C35-6BE7-D521-AEB8-B798A469697E}"/>
                </a:ext>
              </a:extLst>
            </p:cNvPr>
            <p:cNvSpPr/>
            <p:nvPr/>
          </p:nvSpPr>
          <p:spPr>
            <a:xfrm>
              <a:off x="293026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12" name="Freeform: Shape 1511">
              <a:extLst>
                <a:ext uri="{FF2B5EF4-FFF2-40B4-BE49-F238E27FC236}">
                  <a16:creationId xmlns:a16="http://schemas.microsoft.com/office/drawing/2014/main" id="{C3522061-A1B0-A537-3A7A-9DFA178066AA}"/>
                </a:ext>
              </a:extLst>
            </p:cNvPr>
            <p:cNvSpPr/>
            <p:nvPr/>
          </p:nvSpPr>
          <p:spPr>
            <a:xfrm rot="17550026">
              <a:off x="1151246" y="3978445"/>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513" name="Freeform: Shape 1512">
              <a:extLst>
                <a:ext uri="{FF2B5EF4-FFF2-40B4-BE49-F238E27FC236}">
                  <a16:creationId xmlns:a16="http://schemas.microsoft.com/office/drawing/2014/main" id="{6546C435-67A0-73AA-CD6A-1B4FB5A347FE}"/>
                </a:ext>
              </a:extLst>
            </p:cNvPr>
            <p:cNvSpPr/>
            <p:nvPr/>
          </p:nvSpPr>
          <p:spPr>
            <a:xfrm>
              <a:off x="94187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14" name="Freeform: Shape 1513">
              <a:extLst>
                <a:ext uri="{FF2B5EF4-FFF2-40B4-BE49-F238E27FC236}">
                  <a16:creationId xmlns:a16="http://schemas.microsoft.com/office/drawing/2014/main" id="{15EAB21A-3D71-9B26-7C41-A02089D121A2}"/>
                </a:ext>
              </a:extLst>
            </p:cNvPr>
            <p:cNvSpPr/>
            <p:nvPr/>
          </p:nvSpPr>
          <p:spPr>
            <a:xfrm>
              <a:off x="837218"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515" name="Freeform: Shape 1514">
              <a:extLst>
                <a:ext uri="{FF2B5EF4-FFF2-40B4-BE49-F238E27FC236}">
                  <a16:creationId xmlns:a16="http://schemas.microsoft.com/office/drawing/2014/main" id="{AA5CDDAF-37EE-97C8-CE9B-15B8A87179F9}"/>
                </a:ext>
              </a:extLst>
            </p:cNvPr>
            <p:cNvSpPr/>
            <p:nvPr/>
          </p:nvSpPr>
          <p:spPr>
            <a:xfrm>
              <a:off x="73256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16" name="Freeform: Shape 1515">
              <a:extLst>
                <a:ext uri="{FF2B5EF4-FFF2-40B4-BE49-F238E27FC236}">
                  <a16:creationId xmlns:a16="http://schemas.microsoft.com/office/drawing/2014/main" id="{DC0F5551-F6A1-32AF-00F4-7581653CB9DE}"/>
                </a:ext>
              </a:extLst>
            </p:cNvPr>
            <p:cNvSpPr/>
            <p:nvPr/>
          </p:nvSpPr>
          <p:spPr>
            <a:xfrm>
              <a:off x="10465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17" name="Freeform: Shape 1516">
              <a:extLst>
                <a:ext uri="{FF2B5EF4-FFF2-40B4-BE49-F238E27FC236}">
                  <a16:creationId xmlns:a16="http://schemas.microsoft.com/office/drawing/2014/main" id="{180DD45E-6371-5802-1EE9-E4A49BC72BD2}"/>
                </a:ext>
              </a:extLst>
            </p:cNvPr>
            <p:cNvSpPr/>
            <p:nvPr/>
          </p:nvSpPr>
          <p:spPr>
            <a:xfrm>
              <a:off x="1779090"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1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1" y="0"/>
                    <a:pt x="0" y="11861"/>
                    <a:pt x="0" y="26163"/>
                  </a:cubicBezTo>
                  <a:cubicBezTo>
                    <a:pt x="0" y="26163"/>
                    <a:pt x="0" y="26163"/>
                    <a:pt x="0" y="26163"/>
                  </a:cubicBezTo>
                  <a:cubicBezTo>
                    <a:pt x="0" y="40465"/>
                    <a:pt x="11861" y="52326"/>
                    <a:pt x="26163" y="52326"/>
                  </a:cubicBezTo>
                  <a:cubicBezTo>
                    <a:pt x="27907" y="52326"/>
                    <a:pt x="29652" y="51977"/>
                    <a:pt x="31396" y="51629"/>
                  </a:cubicBezTo>
                  <a:cubicBezTo>
                    <a:pt x="33838" y="51279"/>
                    <a:pt x="36280" y="50233"/>
                    <a:pt x="38373" y="49187"/>
                  </a:cubicBezTo>
                  <a:cubicBezTo>
                    <a:pt x="38373" y="49187"/>
                    <a:pt x="38721" y="49187"/>
                    <a:pt x="38721" y="49187"/>
                  </a:cubicBezTo>
                  <a:cubicBezTo>
                    <a:pt x="46745"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18" name="Freeform: Shape 1517">
              <a:extLst>
                <a:ext uri="{FF2B5EF4-FFF2-40B4-BE49-F238E27FC236}">
                  <a16:creationId xmlns:a16="http://schemas.microsoft.com/office/drawing/2014/main" id="{DBCE17C6-2EF0-BD48-E74C-55E541D87130}"/>
                </a:ext>
              </a:extLst>
            </p:cNvPr>
            <p:cNvSpPr/>
            <p:nvPr/>
          </p:nvSpPr>
          <p:spPr>
            <a:xfrm>
              <a:off x="1988394" y="5338905"/>
              <a:ext cx="52326" cy="52326"/>
            </a:xfrm>
            <a:custGeom>
              <a:avLst/>
              <a:gdLst>
                <a:gd name="connsiteX0" fmla="*/ 26163 w 52326"/>
                <a:gd name="connsiteY0" fmla="*/ 0 h 52326"/>
                <a:gd name="connsiteX1" fmla="*/ 3140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6" y="0"/>
                    <a:pt x="7675" y="5581"/>
                    <a:pt x="3140" y="13605"/>
                  </a:cubicBezTo>
                  <a:cubicBezTo>
                    <a:pt x="1046" y="17442"/>
                    <a:pt x="0" y="21628"/>
                    <a:pt x="0" y="26163"/>
                  </a:cubicBezTo>
                  <a:cubicBezTo>
                    <a:pt x="0" y="40465"/>
                    <a:pt x="11861" y="52326"/>
                    <a:pt x="26163" y="52326"/>
                  </a:cubicBezTo>
                  <a:cubicBezTo>
                    <a:pt x="35931" y="52326"/>
                    <a:pt x="44652" y="46745"/>
                    <a:pt x="49187" y="38721"/>
                  </a:cubicBezTo>
                  <a:cubicBezTo>
                    <a:pt x="51280"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19" name="Freeform: Shape 1518">
              <a:extLst>
                <a:ext uri="{FF2B5EF4-FFF2-40B4-BE49-F238E27FC236}">
                  <a16:creationId xmlns:a16="http://schemas.microsoft.com/office/drawing/2014/main" id="{5C123394-0F32-E324-F442-8A1481C04BF1}"/>
                </a:ext>
              </a:extLst>
            </p:cNvPr>
            <p:cNvSpPr/>
            <p:nvPr/>
          </p:nvSpPr>
          <p:spPr>
            <a:xfrm>
              <a:off x="1255828" y="4815643"/>
              <a:ext cx="52326" cy="52326"/>
            </a:xfrm>
            <a:custGeom>
              <a:avLst/>
              <a:gdLst>
                <a:gd name="connsiteX0" fmla="*/ 38721 w 52326"/>
                <a:gd name="connsiteY0" fmla="*/ 3140 h 52326"/>
                <a:gd name="connsiteX1" fmla="*/ 26163 w 52326"/>
                <a:gd name="connsiteY1" fmla="*/ 0 h 52326"/>
                <a:gd name="connsiteX2" fmla="*/ 0 w 52326"/>
                <a:gd name="connsiteY2" fmla="*/ 26163 h 52326"/>
                <a:gd name="connsiteX3" fmla="*/ 13605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1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1" y="3140"/>
                  </a:moveTo>
                  <a:cubicBezTo>
                    <a:pt x="34884" y="1046"/>
                    <a:pt x="30698" y="0"/>
                    <a:pt x="26163" y="0"/>
                  </a:cubicBezTo>
                  <a:cubicBezTo>
                    <a:pt x="11861" y="0"/>
                    <a:pt x="0" y="11861"/>
                    <a:pt x="0" y="26163"/>
                  </a:cubicBezTo>
                  <a:cubicBezTo>
                    <a:pt x="0" y="35931"/>
                    <a:pt x="5581" y="44652"/>
                    <a:pt x="13605" y="49187"/>
                  </a:cubicBezTo>
                  <a:cubicBezTo>
                    <a:pt x="17442" y="51280"/>
                    <a:pt x="21628" y="52326"/>
                    <a:pt x="26163" y="52326"/>
                  </a:cubicBezTo>
                  <a:lnTo>
                    <a:pt x="26163" y="52326"/>
                  </a:lnTo>
                  <a:cubicBezTo>
                    <a:pt x="40466" y="52326"/>
                    <a:pt x="52326" y="40465"/>
                    <a:pt x="52326" y="26163"/>
                  </a:cubicBezTo>
                  <a:cubicBezTo>
                    <a:pt x="52326" y="16396"/>
                    <a:pt x="46745" y="7675"/>
                    <a:pt x="38721" y="3140"/>
                  </a:cubicBezTo>
                  <a:close/>
                </a:path>
              </a:pathLst>
            </a:custGeom>
            <a:grpFill/>
            <a:ln w="3488" cap="flat">
              <a:noFill/>
              <a:prstDash val="solid"/>
              <a:miter/>
            </a:ln>
          </p:spPr>
          <p:txBody>
            <a:bodyPr rtlCol="0" anchor="ctr"/>
            <a:lstStyle/>
            <a:p>
              <a:endParaRPr lang="en-ID"/>
            </a:p>
          </p:txBody>
        </p:sp>
        <p:sp>
          <p:nvSpPr>
            <p:cNvPr id="1520" name="Freeform: Shape 1519">
              <a:extLst>
                <a:ext uri="{FF2B5EF4-FFF2-40B4-BE49-F238E27FC236}">
                  <a16:creationId xmlns:a16="http://schemas.microsoft.com/office/drawing/2014/main" id="{33B71B7B-8049-3EAC-D207-CA17ABC43690}"/>
                </a:ext>
              </a:extLst>
            </p:cNvPr>
            <p:cNvSpPr/>
            <p:nvPr/>
          </p:nvSpPr>
          <p:spPr>
            <a:xfrm>
              <a:off x="57558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21" name="Freeform: Shape 1520">
              <a:extLst>
                <a:ext uri="{FF2B5EF4-FFF2-40B4-BE49-F238E27FC236}">
                  <a16:creationId xmlns:a16="http://schemas.microsoft.com/office/drawing/2014/main" id="{DF7FD230-4261-A2E8-1F73-A51C3EF22B59}"/>
                </a:ext>
              </a:extLst>
            </p:cNvPr>
            <p:cNvSpPr/>
            <p:nvPr/>
          </p:nvSpPr>
          <p:spPr>
            <a:xfrm>
              <a:off x="46047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22" name="Freeform: Shape 1521">
              <a:extLst>
                <a:ext uri="{FF2B5EF4-FFF2-40B4-BE49-F238E27FC236}">
                  <a16:creationId xmlns:a16="http://schemas.microsoft.com/office/drawing/2014/main" id="{979A4FE4-C7E6-478D-6222-AD6B9321D1FA}"/>
                </a:ext>
              </a:extLst>
            </p:cNvPr>
            <p:cNvSpPr/>
            <p:nvPr/>
          </p:nvSpPr>
          <p:spPr>
            <a:xfrm>
              <a:off x="418609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23" name="Freeform: Shape 1522">
              <a:extLst>
                <a:ext uri="{FF2B5EF4-FFF2-40B4-BE49-F238E27FC236}">
                  <a16:creationId xmlns:a16="http://schemas.microsoft.com/office/drawing/2014/main" id="{3EB91D9F-5396-0502-7917-F37716B89BDD}"/>
                </a:ext>
              </a:extLst>
            </p:cNvPr>
            <p:cNvSpPr/>
            <p:nvPr/>
          </p:nvSpPr>
          <p:spPr>
            <a:xfrm>
              <a:off x="397678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24" name="Freeform: Shape 1523">
              <a:extLst>
                <a:ext uri="{FF2B5EF4-FFF2-40B4-BE49-F238E27FC236}">
                  <a16:creationId xmlns:a16="http://schemas.microsoft.com/office/drawing/2014/main" id="{240C30BB-686F-BE76-1C1A-9179D240D55E}"/>
                </a:ext>
              </a:extLst>
            </p:cNvPr>
            <p:cNvSpPr/>
            <p:nvPr/>
          </p:nvSpPr>
          <p:spPr>
            <a:xfrm>
              <a:off x="544192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25" name="Freeform: Shape 1524">
              <a:extLst>
                <a:ext uri="{FF2B5EF4-FFF2-40B4-BE49-F238E27FC236}">
                  <a16:creationId xmlns:a16="http://schemas.microsoft.com/office/drawing/2014/main" id="{7DE025CF-ABD5-6E7A-0D83-3F6809825C3F}"/>
                </a:ext>
              </a:extLst>
            </p:cNvPr>
            <p:cNvSpPr/>
            <p:nvPr/>
          </p:nvSpPr>
          <p:spPr>
            <a:xfrm>
              <a:off x="491866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26" name="Freeform: Shape 1525">
              <a:extLst>
                <a:ext uri="{FF2B5EF4-FFF2-40B4-BE49-F238E27FC236}">
                  <a16:creationId xmlns:a16="http://schemas.microsoft.com/office/drawing/2014/main" id="{A8D08903-9629-F1F4-0C80-28BC75B51420}"/>
                </a:ext>
              </a:extLst>
            </p:cNvPr>
            <p:cNvSpPr/>
            <p:nvPr/>
          </p:nvSpPr>
          <p:spPr>
            <a:xfrm>
              <a:off x="47093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27" name="Freeform: Shape 1526">
              <a:extLst>
                <a:ext uri="{FF2B5EF4-FFF2-40B4-BE49-F238E27FC236}">
                  <a16:creationId xmlns:a16="http://schemas.microsoft.com/office/drawing/2014/main" id="{55FAA09D-3ABE-9803-06B2-8969D209F000}"/>
                </a:ext>
              </a:extLst>
            </p:cNvPr>
            <p:cNvSpPr/>
            <p:nvPr/>
          </p:nvSpPr>
          <p:spPr>
            <a:xfrm>
              <a:off x="38721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28" name="Freeform: Shape 1527">
              <a:extLst>
                <a:ext uri="{FF2B5EF4-FFF2-40B4-BE49-F238E27FC236}">
                  <a16:creationId xmlns:a16="http://schemas.microsoft.com/office/drawing/2014/main" id="{9B7352AD-95DD-5CD3-DFB8-C0DF014D9F59}"/>
                </a:ext>
              </a:extLst>
            </p:cNvPr>
            <p:cNvSpPr/>
            <p:nvPr/>
          </p:nvSpPr>
          <p:spPr>
            <a:xfrm>
              <a:off x="3034918"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8" y="46396"/>
                    <a:pt x="49884" y="37326"/>
                  </a:cubicBezTo>
                  <a:cubicBezTo>
                    <a:pt x="50931" y="34884"/>
                    <a:pt x="51628" y="32442"/>
                    <a:pt x="51977" y="29652"/>
                  </a:cubicBezTo>
                  <a:cubicBezTo>
                    <a:pt x="51977" y="28605"/>
                    <a:pt x="52326" y="27558"/>
                    <a:pt x="52326" y="26163"/>
                  </a:cubicBezTo>
                  <a:cubicBezTo>
                    <a:pt x="52326" y="11860"/>
                    <a:pt x="40465" y="0"/>
                    <a:pt x="26163" y="0"/>
                  </a:cubicBezTo>
                  <a:lnTo>
                    <a:pt x="26163" y="0"/>
                  </a:lnTo>
                  <a:cubicBezTo>
                    <a:pt x="15349" y="0"/>
                    <a:pt x="5930" y="6628"/>
                    <a:pt x="2093" y="16047"/>
                  </a:cubicBezTo>
                  <a:cubicBezTo>
                    <a:pt x="1046" y="18140"/>
                    <a:pt x="698" y="20582"/>
                    <a:pt x="349" y="22675"/>
                  </a:cubicBezTo>
                  <a:cubicBezTo>
                    <a:pt x="349" y="23721"/>
                    <a:pt x="0" y="25116"/>
                    <a:pt x="0" y="26163"/>
                  </a:cubicBezTo>
                  <a:cubicBezTo>
                    <a:pt x="0" y="40814"/>
                    <a:pt x="11861" y="52675"/>
                    <a:pt x="26163" y="52675"/>
                  </a:cubicBezTo>
                  <a:close/>
                </a:path>
              </a:pathLst>
            </a:custGeom>
            <a:grpFill/>
            <a:ln w="3488" cap="flat">
              <a:noFill/>
              <a:prstDash val="solid"/>
              <a:miter/>
            </a:ln>
          </p:spPr>
          <p:txBody>
            <a:bodyPr rtlCol="0" anchor="ctr"/>
            <a:lstStyle/>
            <a:p>
              <a:endParaRPr lang="en-ID"/>
            </a:p>
          </p:txBody>
        </p:sp>
        <p:sp>
          <p:nvSpPr>
            <p:cNvPr id="1529" name="Freeform: Shape 1528">
              <a:extLst>
                <a:ext uri="{FF2B5EF4-FFF2-40B4-BE49-F238E27FC236}">
                  <a16:creationId xmlns:a16="http://schemas.microsoft.com/office/drawing/2014/main" id="{36E600EC-31CC-EFE3-636C-8E6BD2E573C1}"/>
                </a:ext>
              </a:extLst>
            </p:cNvPr>
            <p:cNvSpPr/>
            <p:nvPr/>
          </p:nvSpPr>
          <p:spPr>
            <a:xfrm>
              <a:off x="28256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30" name="Freeform: Shape 1529">
              <a:extLst>
                <a:ext uri="{FF2B5EF4-FFF2-40B4-BE49-F238E27FC236}">
                  <a16:creationId xmlns:a16="http://schemas.microsoft.com/office/drawing/2014/main" id="{2AF1887E-F5F6-6074-61FB-432C99D0E2E6}"/>
                </a:ext>
              </a:extLst>
            </p:cNvPr>
            <p:cNvSpPr/>
            <p:nvPr/>
          </p:nvSpPr>
          <p:spPr>
            <a:xfrm>
              <a:off x="23023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31" name="Freeform: Shape 1530">
              <a:extLst>
                <a:ext uri="{FF2B5EF4-FFF2-40B4-BE49-F238E27FC236}">
                  <a16:creationId xmlns:a16="http://schemas.microsoft.com/office/drawing/2014/main" id="{853189B1-7B84-B73F-5E66-8C7F500258A1}"/>
                </a:ext>
              </a:extLst>
            </p:cNvPr>
            <p:cNvSpPr/>
            <p:nvPr/>
          </p:nvSpPr>
          <p:spPr>
            <a:xfrm>
              <a:off x="94187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32" name="Freeform: Shape 1531">
              <a:extLst>
                <a:ext uri="{FF2B5EF4-FFF2-40B4-BE49-F238E27FC236}">
                  <a16:creationId xmlns:a16="http://schemas.microsoft.com/office/drawing/2014/main" id="{CCB35918-1479-5493-9AA3-B559F20DB7E7}"/>
                </a:ext>
              </a:extLst>
            </p:cNvPr>
            <p:cNvSpPr/>
            <p:nvPr/>
          </p:nvSpPr>
          <p:spPr>
            <a:xfrm>
              <a:off x="20930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33" name="Freeform: Shape 1532">
              <a:extLst>
                <a:ext uri="{FF2B5EF4-FFF2-40B4-BE49-F238E27FC236}">
                  <a16:creationId xmlns:a16="http://schemas.microsoft.com/office/drawing/2014/main" id="{A0EB4E29-EA5E-C7BF-A2BF-7E543D85CB66}"/>
                </a:ext>
              </a:extLst>
            </p:cNvPr>
            <p:cNvSpPr/>
            <p:nvPr/>
          </p:nvSpPr>
          <p:spPr>
            <a:xfrm>
              <a:off x="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34" name="Freeform: Shape 1533">
              <a:extLst>
                <a:ext uri="{FF2B5EF4-FFF2-40B4-BE49-F238E27FC236}">
                  <a16:creationId xmlns:a16="http://schemas.microsoft.com/office/drawing/2014/main" id="{53FD09C6-0D44-D7DB-9000-6B025E3DB65C}"/>
                </a:ext>
              </a:extLst>
            </p:cNvPr>
            <p:cNvSpPr/>
            <p:nvPr/>
          </p:nvSpPr>
          <p:spPr>
            <a:xfrm>
              <a:off x="512796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35" name="Freeform: Shape 1534">
              <a:extLst>
                <a:ext uri="{FF2B5EF4-FFF2-40B4-BE49-F238E27FC236}">
                  <a16:creationId xmlns:a16="http://schemas.microsoft.com/office/drawing/2014/main" id="{EACD14EB-1269-E55C-1BC9-3CA4C212899B}"/>
                </a:ext>
              </a:extLst>
            </p:cNvPr>
            <p:cNvSpPr/>
            <p:nvPr/>
          </p:nvSpPr>
          <p:spPr>
            <a:xfrm>
              <a:off x="5127965"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1"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1536" name="Freeform: Shape 1535">
              <a:extLst>
                <a:ext uri="{FF2B5EF4-FFF2-40B4-BE49-F238E27FC236}">
                  <a16:creationId xmlns:a16="http://schemas.microsoft.com/office/drawing/2014/main" id="{25F755A8-7809-E93E-1A1E-1EFE87F4486A}"/>
                </a:ext>
              </a:extLst>
            </p:cNvPr>
            <p:cNvSpPr/>
            <p:nvPr/>
          </p:nvSpPr>
          <p:spPr>
            <a:xfrm>
              <a:off x="2511656"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537" name="Freeform: Shape 1536">
              <a:extLst>
                <a:ext uri="{FF2B5EF4-FFF2-40B4-BE49-F238E27FC236}">
                  <a16:creationId xmlns:a16="http://schemas.microsoft.com/office/drawing/2014/main" id="{7D545197-CA01-4819-8E06-D1A75DD1F299}"/>
                </a:ext>
              </a:extLst>
            </p:cNvPr>
            <p:cNvSpPr/>
            <p:nvPr/>
          </p:nvSpPr>
          <p:spPr>
            <a:xfrm>
              <a:off x="6069836" y="3350510"/>
              <a:ext cx="51990" cy="52674"/>
            </a:xfrm>
            <a:custGeom>
              <a:avLst/>
              <a:gdLst>
                <a:gd name="connsiteX0" fmla="*/ 36280 w 51990"/>
                <a:gd name="connsiteY0" fmla="*/ 2093 h 52674"/>
                <a:gd name="connsiteX1" fmla="*/ 26163 w 51990"/>
                <a:gd name="connsiteY1" fmla="*/ 0 h 52674"/>
                <a:gd name="connsiteX2" fmla="*/ 26163 w 51990"/>
                <a:gd name="connsiteY2" fmla="*/ 0 h 52674"/>
                <a:gd name="connsiteX3" fmla="*/ 20930 w 51990"/>
                <a:gd name="connsiteY3" fmla="*/ 698 h 52674"/>
                <a:gd name="connsiteX4" fmla="*/ 18489 w 51990"/>
                <a:gd name="connsiteY4" fmla="*/ 1395 h 52674"/>
                <a:gd name="connsiteX5" fmla="*/ 2093 w 51990"/>
                <a:gd name="connsiteY5" fmla="*/ 16047 h 52674"/>
                <a:gd name="connsiteX6" fmla="*/ 0 w 51990"/>
                <a:gd name="connsiteY6" fmla="*/ 26163 h 52674"/>
                <a:gd name="connsiteX7" fmla="*/ 0 w 51990"/>
                <a:gd name="connsiteY7" fmla="*/ 28954 h 52674"/>
                <a:gd name="connsiteX8" fmla="*/ 18140 w 51990"/>
                <a:gd name="connsiteY8" fmla="*/ 51280 h 52674"/>
                <a:gd name="connsiteX9" fmla="*/ 20582 w 51990"/>
                <a:gd name="connsiteY9" fmla="*/ 51977 h 52674"/>
                <a:gd name="connsiteX10" fmla="*/ 25814 w 51990"/>
                <a:gd name="connsiteY10" fmla="*/ 52675 h 52674"/>
                <a:gd name="connsiteX11" fmla="*/ 25814 w 51990"/>
                <a:gd name="connsiteY11" fmla="*/ 52675 h 52674"/>
                <a:gd name="connsiteX12" fmla="*/ 35931 w 51990"/>
                <a:gd name="connsiteY12" fmla="*/ 50582 h 52674"/>
                <a:gd name="connsiteX13" fmla="*/ 51977 w 51990"/>
                <a:gd name="connsiteY13" fmla="*/ 26512 h 52674"/>
                <a:gd name="connsiteX14" fmla="*/ 36280 w 51990"/>
                <a:gd name="connsiteY14" fmla="*/ 209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90" h="52674">
                  <a:moveTo>
                    <a:pt x="36280" y="2093"/>
                  </a:moveTo>
                  <a:cubicBezTo>
                    <a:pt x="33140" y="698"/>
                    <a:pt x="29652" y="0"/>
                    <a:pt x="26163" y="0"/>
                  </a:cubicBezTo>
                  <a:lnTo>
                    <a:pt x="26163" y="0"/>
                  </a:lnTo>
                  <a:cubicBezTo>
                    <a:pt x="24419" y="0"/>
                    <a:pt x="22675" y="349"/>
                    <a:pt x="20930" y="698"/>
                  </a:cubicBezTo>
                  <a:cubicBezTo>
                    <a:pt x="20233" y="1046"/>
                    <a:pt x="19186" y="1046"/>
                    <a:pt x="18489" y="1395"/>
                  </a:cubicBezTo>
                  <a:cubicBezTo>
                    <a:pt x="11163" y="3837"/>
                    <a:pt x="5233" y="9070"/>
                    <a:pt x="2093" y="16047"/>
                  </a:cubicBezTo>
                  <a:cubicBezTo>
                    <a:pt x="698" y="19186"/>
                    <a:pt x="0" y="22675"/>
                    <a:pt x="0" y="26163"/>
                  </a:cubicBezTo>
                  <a:cubicBezTo>
                    <a:pt x="0" y="27210"/>
                    <a:pt x="0" y="27907"/>
                    <a:pt x="0" y="28954"/>
                  </a:cubicBezTo>
                  <a:cubicBezTo>
                    <a:pt x="1047" y="39419"/>
                    <a:pt x="8372" y="48140"/>
                    <a:pt x="18140" y="51280"/>
                  </a:cubicBezTo>
                  <a:cubicBezTo>
                    <a:pt x="18838" y="51628"/>
                    <a:pt x="19884" y="51628"/>
                    <a:pt x="20582" y="51977"/>
                  </a:cubicBezTo>
                  <a:cubicBezTo>
                    <a:pt x="22326" y="52326"/>
                    <a:pt x="24070" y="52675"/>
                    <a:pt x="25814" y="52675"/>
                  </a:cubicBezTo>
                  <a:lnTo>
                    <a:pt x="25814" y="52675"/>
                  </a:lnTo>
                  <a:cubicBezTo>
                    <a:pt x="29303" y="52675"/>
                    <a:pt x="32791" y="51977"/>
                    <a:pt x="35931" y="50582"/>
                  </a:cubicBezTo>
                  <a:cubicBezTo>
                    <a:pt x="45349" y="46745"/>
                    <a:pt x="51977" y="37326"/>
                    <a:pt x="51977" y="26512"/>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1538" name="Freeform: Shape 1537">
              <a:extLst>
                <a:ext uri="{FF2B5EF4-FFF2-40B4-BE49-F238E27FC236}">
                  <a16:creationId xmlns:a16="http://schemas.microsoft.com/office/drawing/2014/main" id="{9BD62D8E-23F0-09FD-3442-33D61E9AEDEC}"/>
                </a:ext>
              </a:extLst>
            </p:cNvPr>
            <p:cNvSpPr/>
            <p:nvPr/>
          </p:nvSpPr>
          <p:spPr>
            <a:xfrm>
              <a:off x="4081442"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539" name="Freeform: Shape 1538">
              <a:extLst>
                <a:ext uri="{FF2B5EF4-FFF2-40B4-BE49-F238E27FC236}">
                  <a16:creationId xmlns:a16="http://schemas.microsoft.com/office/drawing/2014/main" id="{2F84AE52-2974-A85B-17A3-846F45935FDE}"/>
                </a:ext>
              </a:extLst>
            </p:cNvPr>
            <p:cNvSpPr/>
            <p:nvPr/>
          </p:nvSpPr>
          <p:spPr>
            <a:xfrm>
              <a:off x="4081442"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40" name="Freeform: Shape 1539">
              <a:extLst>
                <a:ext uri="{FF2B5EF4-FFF2-40B4-BE49-F238E27FC236}">
                  <a16:creationId xmlns:a16="http://schemas.microsoft.com/office/drawing/2014/main" id="{9AFA2BC2-C492-B1B6-F7BB-80875B64E74E}"/>
                </a:ext>
              </a:extLst>
            </p:cNvPr>
            <p:cNvSpPr/>
            <p:nvPr/>
          </p:nvSpPr>
          <p:spPr>
            <a:xfrm>
              <a:off x="3662832"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41" name="Freeform: Shape 1540">
              <a:extLst>
                <a:ext uri="{FF2B5EF4-FFF2-40B4-BE49-F238E27FC236}">
                  <a16:creationId xmlns:a16="http://schemas.microsoft.com/office/drawing/2014/main" id="{1F8572C1-A847-0DAD-777F-63C1FCB449D8}"/>
                </a:ext>
              </a:extLst>
            </p:cNvPr>
            <p:cNvSpPr/>
            <p:nvPr/>
          </p:nvSpPr>
          <p:spPr>
            <a:xfrm>
              <a:off x="3139570" y="5443557"/>
              <a:ext cx="52326" cy="52326"/>
            </a:xfrm>
            <a:custGeom>
              <a:avLst/>
              <a:gdLst>
                <a:gd name="connsiteX0" fmla="*/ 26163 w 52326"/>
                <a:gd name="connsiteY0" fmla="*/ 52326 h 52326"/>
                <a:gd name="connsiteX1" fmla="*/ 26163 w 52326"/>
                <a:gd name="connsiteY1" fmla="*/ 52326 h 52326"/>
                <a:gd name="connsiteX2" fmla="*/ 33838 w 52326"/>
                <a:gd name="connsiteY2" fmla="*/ 51279 h 52326"/>
                <a:gd name="connsiteX3" fmla="*/ 37326 w 52326"/>
                <a:gd name="connsiteY3" fmla="*/ 49884 h 52326"/>
                <a:gd name="connsiteX4" fmla="*/ 40814 w 52326"/>
                <a:gd name="connsiteY4" fmla="*/ 47791 h 52326"/>
                <a:gd name="connsiteX5" fmla="*/ 52326 w 52326"/>
                <a:gd name="connsiteY5" fmla="*/ 26163 h 52326"/>
                <a:gd name="connsiteX6" fmla="*/ 26163 w 52326"/>
                <a:gd name="connsiteY6" fmla="*/ 0 h 52326"/>
                <a:gd name="connsiteX7" fmla="*/ 18489 w 52326"/>
                <a:gd name="connsiteY7" fmla="*/ 1047 h 52326"/>
                <a:gd name="connsiteX8" fmla="*/ 15000 w 52326"/>
                <a:gd name="connsiteY8" fmla="*/ 2442 h 52326"/>
                <a:gd name="connsiteX9" fmla="*/ 11512 w 52326"/>
                <a:gd name="connsiteY9" fmla="*/ 4535 h 52326"/>
                <a:gd name="connsiteX10" fmla="*/ 0 w 52326"/>
                <a:gd name="connsiteY10" fmla="*/ 26163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28954" y="52326"/>
                    <a:pt x="31396" y="51977"/>
                    <a:pt x="33838" y="51279"/>
                  </a:cubicBezTo>
                  <a:cubicBezTo>
                    <a:pt x="34884" y="50931"/>
                    <a:pt x="36280" y="50582"/>
                    <a:pt x="37326" y="49884"/>
                  </a:cubicBezTo>
                  <a:cubicBezTo>
                    <a:pt x="38373" y="49187"/>
                    <a:pt x="39768" y="48838"/>
                    <a:pt x="40814" y="47791"/>
                  </a:cubicBezTo>
                  <a:cubicBezTo>
                    <a:pt x="47791" y="43256"/>
                    <a:pt x="52326" y="35233"/>
                    <a:pt x="52326" y="26163"/>
                  </a:cubicBezTo>
                  <a:cubicBezTo>
                    <a:pt x="52326" y="11861"/>
                    <a:pt x="40465" y="0"/>
                    <a:pt x="26163" y="0"/>
                  </a:cubicBezTo>
                  <a:cubicBezTo>
                    <a:pt x="23372" y="0"/>
                    <a:pt x="20930" y="349"/>
                    <a:pt x="18489" y="1047"/>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42" name="Freeform: Shape 1541">
              <a:extLst>
                <a:ext uri="{FF2B5EF4-FFF2-40B4-BE49-F238E27FC236}">
                  <a16:creationId xmlns:a16="http://schemas.microsoft.com/office/drawing/2014/main" id="{C0B4AA10-B146-7509-0696-159AD9B63098}"/>
                </a:ext>
              </a:extLst>
            </p:cNvPr>
            <p:cNvSpPr/>
            <p:nvPr/>
          </p:nvSpPr>
          <p:spPr>
            <a:xfrm>
              <a:off x="272096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43" name="Freeform: Shape 1542">
              <a:extLst>
                <a:ext uri="{FF2B5EF4-FFF2-40B4-BE49-F238E27FC236}">
                  <a16:creationId xmlns:a16="http://schemas.microsoft.com/office/drawing/2014/main" id="{DE0C1A9F-9B0B-DD17-A4DF-26930FD1D4DA}"/>
                </a:ext>
              </a:extLst>
            </p:cNvPr>
            <p:cNvSpPr/>
            <p:nvPr/>
          </p:nvSpPr>
          <p:spPr>
            <a:xfrm>
              <a:off x="2093047" y="5443557"/>
              <a:ext cx="52326" cy="52326"/>
            </a:xfrm>
            <a:custGeom>
              <a:avLst/>
              <a:gdLst>
                <a:gd name="connsiteX0" fmla="*/ 33838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8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8"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8" y="1047"/>
                  </a:cubicBezTo>
                  <a:close/>
                </a:path>
              </a:pathLst>
            </a:custGeom>
            <a:grpFill/>
            <a:ln w="3488" cap="flat">
              <a:noFill/>
              <a:prstDash val="solid"/>
              <a:miter/>
            </a:ln>
          </p:spPr>
          <p:txBody>
            <a:bodyPr rtlCol="0" anchor="ctr"/>
            <a:lstStyle/>
            <a:p>
              <a:endParaRPr lang="en-ID"/>
            </a:p>
          </p:txBody>
        </p:sp>
        <p:sp>
          <p:nvSpPr>
            <p:cNvPr id="1544" name="Freeform: Shape 1543">
              <a:extLst>
                <a:ext uri="{FF2B5EF4-FFF2-40B4-BE49-F238E27FC236}">
                  <a16:creationId xmlns:a16="http://schemas.microsoft.com/office/drawing/2014/main" id="{E3D51CB7-DC54-1E77-8560-FA5BA1BD076B}"/>
                </a:ext>
              </a:extLst>
            </p:cNvPr>
            <p:cNvSpPr/>
            <p:nvPr/>
          </p:nvSpPr>
          <p:spPr>
            <a:xfrm>
              <a:off x="2093047" y="3664467"/>
              <a:ext cx="52326" cy="52326"/>
            </a:xfrm>
            <a:custGeom>
              <a:avLst/>
              <a:gdLst>
                <a:gd name="connsiteX0" fmla="*/ 26163 w 52326"/>
                <a:gd name="connsiteY0" fmla="*/ 52326 h 52326"/>
                <a:gd name="connsiteX1" fmla="*/ 26163 w 52326"/>
                <a:gd name="connsiteY1" fmla="*/ 52326 h 52326"/>
                <a:gd name="connsiteX2" fmla="*/ 44652 w 52326"/>
                <a:gd name="connsiteY2" fmla="*/ 44652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3489" y="52326"/>
                    <a:pt x="39768" y="49535"/>
                    <a:pt x="44652" y="44652"/>
                  </a:cubicBezTo>
                  <a:cubicBezTo>
                    <a:pt x="49535" y="39768"/>
                    <a:pt x="52326" y="33489"/>
                    <a:pt x="52326" y="26163"/>
                  </a:cubicBezTo>
                  <a:cubicBezTo>
                    <a:pt x="52326" y="11861"/>
                    <a:pt x="40465" y="0"/>
                    <a:pt x="26163" y="0"/>
                  </a:cubicBezTo>
                  <a:cubicBezTo>
                    <a:pt x="18838" y="0"/>
                    <a:pt x="12558" y="2791"/>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45" name="Freeform: Shape 1544">
              <a:extLst>
                <a:ext uri="{FF2B5EF4-FFF2-40B4-BE49-F238E27FC236}">
                  <a16:creationId xmlns:a16="http://schemas.microsoft.com/office/drawing/2014/main" id="{03D213E8-1CE8-8BFB-AAEA-7E64D5E253DB}"/>
                </a:ext>
              </a:extLst>
            </p:cNvPr>
            <p:cNvSpPr/>
            <p:nvPr/>
          </p:nvSpPr>
          <p:spPr>
            <a:xfrm>
              <a:off x="62791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46" name="Freeform: Shape 1545">
              <a:extLst>
                <a:ext uri="{FF2B5EF4-FFF2-40B4-BE49-F238E27FC236}">
                  <a16:creationId xmlns:a16="http://schemas.microsoft.com/office/drawing/2014/main" id="{23654C26-8F94-61F5-496E-00502A11A1FB}"/>
                </a:ext>
              </a:extLst>
            </p:cNvPr>
            <p:cNvSpPr/>
            <p:nvPr/>
          </p:nvSpPr>
          <p:spPr>
            <a:xfrm>
              <a:off x="31395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47" name="Freeform: Shape 1546">
              <a:extLst>
                <a:ext uri="{FF2B5EF4-FFF2-40B4-BE49-F238E27FC236}">
                  <a16:creationId xmlns:a16="http://schemas.microsoft.com/office/drawing/2014/main" id="{7C2FB8E0-A0FB-C629-2E1C-B53454E2E621}"/>
                </a:ext>
              </a:extLst>
            </p:cNvPr>
            <p:cNvSpPr/>
            <p:nvPr/>
          </p:nvSpPr>
          <p:spPr>
            <a:xfrm>
              <a:off x="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48" name="Freeform: Shape 1547">
              <a:extLst>
                <a:ext uri="{FF2B5EF4-FFF2-40B4-BE49-F238E27FC236}">
                  <a16:creationId xmlns:a16="http://schemas.microsoft.com/office/drawing/2014/main" id="{42B02836-8A2D-DB8A-9899-AA1778D49874}"/>
                </a:ext>
              </a:extLst>
            </p:cNvPr>
            <p:cNvSpPr/>
            <p:nvPr/>
          </p:nvSpPr>
          <p:spPr>
            <a:xfrm>
              <a:off x="0"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49" name="Freeform: Shape 1548">
              <a:extLst>
                <a:ext uri="{FF2B5EF4-FFF2-40B4-BE49-F238E27FC236}">
                  <a16:creationId xmlns:a16="http://schemas.microsoft.com/office/drawing/2014/main" id="{D80222BB-B029-3DF4-AD82-6C31E54EE17A}"/>
                </a:ext>
              </a:extLst>
            </p:cNvPr>
            <p:cNvSpPr/>
            <p:nvPr/>
          </p:nvSpPr>
          <p:spPr>
            <a:xfrm>
              <a:off x="5023313" y="3664467"/>
              <a:ext cx="52674" cy="52326"/>
            </a:xfrm>
            <a:custGeom>
              <a:avLst/>
              <a:gdLst>
                <a:gd name="connsiteX0" fmla="*/ 26163 w 52674"/>
                <a:gd name="connsiteY0" fmla="*/ 0 h 52326"/>
                <a:gd name="connsiteX1" fmla="*/ 0 w 52674"/>
                <a:gd name="connsiteY1" fmla="*/ 26163 h 52326"/>
                <a:gd name="connsiteX2" fmla="*/ 15349 w 52674"/>
                <a:gd name="connsiteY2" fmla="*/ 49884 h 52326"/>
                <a:gd name="connsiteX3" fmla="*/ 23372 w 52674"/>
                <a:gd name="connsiteY3" fmla="*/ 51977 h 52326"/>
                <a:gd name="connsiteX4" fmla="*/ 26512 w 52674"/>
                <a:gd name="connsiteY4" fmla="*/ 52326 h 52326"/>
                <a:gd name="connsiteX5" fmla="*/ 52675 w 52674"/>
                <a:gd name="connsiteY5" fmla="*/ 26163 h 52326"/>
                <a:gd name="connsiteX6" fmla="*/ 26163 w 52674"/>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4" h="52326">
                  <a:moveTo>
                    <a:pt x="26163" y="0"/>
                  </a:move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814" y="52326"/>
                    <a:pt x="52675" y="40465"/>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50" name="Freeform: Shape 1549">
              <a:extLst>
                <a:ext uri="{FF2B5EF4-FFF2-40B4-BE49-F238E27FC236}">
                  <a16:creationId xmlns:a16="http://schemas.microsoft.com/office/drawing/2014/main" id="{CC618BAB-5BA4-64AD-DA90-9E31D5810874}"/>
                </a:ext>
              </a:extLst>
            </p:cNvPr>
            <p:cNvSpPr/>
            <p:nvPr/>
          </p:nvSpPr>
          <p:spPr>
            <a:xfrm>
              <a:off x="3872137"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3605" y="0"/>
                    <a:pt x="3140" y="9070"/>
                    <a:pt x="698" y="20930"/>
                  </a:cubicBezTo>
                  <a:cubicBezTo>
                    <a:pt x="349" y="22675"/>
                    <a:pt x="0" y="2441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51" name="Freeform: Shape 1550">
              <a:extLst>
                <a:ext uri="{FF2B5EF4-FFF2-40B4-BE49-F238E27FC236}">
                  <a16:creationId xmlns:a16="http://schemas.microsoft.com/office/drawing/2014/main" id="{D4823B19-C072-2008-92F3-15F6E21B3D2F}"/>
                </a:ext>
              </a:extLst>
            </p:cNvPr>
            <p:cNvSpPr/>
            <p:nvPr/>
          </p:nvSpPr>
          <p:spPr>
            <a:xfrm>
              <a:off x="5023313" y="3350510"/>
              <a:ext cx="52326" cy="52326"/>
            </a:xfrm>
            <a:custGeom>
              <a:avLst/>
              <a:gdLst>
                <a:gd name="connsiteX0" fmla="*/ 0 w 52326"/>
                <a:gd name="connsiteY0" fmla="*/ 26163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0 w 52326"/>
                <a:gd name="connsiteY9" fmla="*/ 26163 h 52326"/>
                <a:gd name="connsiteX10" fmla="*/ 0 w 52326"/>
                <a:gd name="connsiteY10"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0" y="26163"/>
                  </a:moveTo>
                  <a:cubicBezTo>
                    <a:pt x="0" y="26163"/>
                    <a:pt x="0" y="26163"/>
                    <a:pt x="0" y="26163"/>
                  </a:cubicBezTo>
                  <a:cubicBezTo>
                    <a:pt x="0" y="40465"/>
                    <a:pt x="11861" y="52326"/>
                    <a:pt x="26163" y="52326"/>
                  </a:cubicBez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552" name="Freeform: Shape 1551">
              <a:extLst>
                <a:ext uri="{FF2B5EF4-FFF2-40B4-BE49-F238E27FC236}">
                  <a16:creationId xmlns:a16="http://schemas.microsoft.com/office/drawing/2014/main" id="{826468CB-8263-E18C-55D2-70CFD9A9568F}"/>
                </a:ext>
              </a:extLst>
            </p:cNvPr>
            <p:cNvSpPr/>
            <p:nvPr/>
          </p:nvSpPr>
          <p:spPr>
            <a:xfrm>
              <a:off x="3244223"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53" name="Freeform: Shape 1552">
              <a:extLst>
                <a:ext uri="{FF2B5EF4-FFF2-40B4-BE49-F238E27FC236}">
                  <a16:creationId xmlns:a16="http://schemas.microsoft.com/office/drawing/2014/main" id="{BEE1F025-2549-6816-F287-7A612864C142}"/>
                </a:ext>
              </a:extLst>
            </p:cNvPr>
            <p:cNvSpPr/>
            <p:nvPr/>
          </p:nvSpPr>
          <p:spPr>
            <a:xfrm>
              <a:off x="1674437"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54" name="Freeform: Shape 1553">
              <a:extLst>
                <a:ext uri="{FF2B5EF4-FFF2-40B4-BE49-F238E27FC236}">
                  <a16:creationId xmlns:a16="http://schemas.microsoft.com/office/drawing/2014/main" id="{313881E2-1F26-611A-5189-55C6E32E88CF}"/>
                </a:ext>
              </a:extLst>
            </p:cNvPr>
            <p:cNvSpPr/>
            <p:nvPr/>
          </p:nvSpPr>
          <p:spPr>
            <a:xfrm>
              <a:off x="2093047"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55" name="Freeform: Shape 1554">
              <a:extLst>
                <a:ext uri="{FF2B5EF4-FFF2-40B4-BE49-F238E27FC236}">
                  <a16:creationId xmlns:a16="http://schemas.microsoft.com/office/drawing/2014/main" id="{89DF3D6A-D238-C3BC-ED05-BD9A6C9B7864}"/>
                </a:ext>
              </a:extLst>
            </p:cNvPr>
            <p:cNvSpPr/>
            <p:nvPr/>
          </p:nvSpPr>
          <p:spPr>
            <a:xfrm>
              <a:off x="533727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56" name="Freeform: Shape 1555">
              <a:extLst>
                <a:ext uri="{FF2B5EF4-FFF2-40B4-BE49-F238E27FC236}">
                  <a16:creationId xmlns:a16="http://schemas.microsoft.com/office/drawing/2014/main" id="{C8E618B1-EB39-B535-A877-13EAA2E029E9}"/>
                </a:ext>
              </a:extLst>
            </p:cNvPr>
            <p:cNvSpPr/>
            <p:nvPr/>
          </p:nvSpPr>
          <p:spPr>
            <a:xfrm>
              <a:off x="5546575"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7 w 52326"/>
                <a:gd name="connsiteY3" fmla="*/ 2442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5"/>
                    <a:pt x="52326" y="26163"/>
                  </a:cubicBezTo>
                  <a:cubicBezTo>
                    <a:pt x="52326" y="15698"/>
                    <a:pt x="46047" y="6628"/>
                    <a:pt x="36977" y="2442"/>
                  </a:cubicBezTo>
                  <a:cubicBezTo>
                    <a:pt x="34535" y="1395"/>
                    <a:pt x="31744" y="698"/>
                    <a:pt x="29303" y="349"/>
                  </a:cubicBezTo>
                  <a:cubicBezTo>
                    <a:pt x="28256" y="349"/>
                    <a:pt x="27210"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57" name="Freeform: Shape 1556">
              <a:extLst>
                <a:ext uri="{FF2B5EF4-FFF2-40B4-BE49-F238E27FC236}">
                  <a16:creationId xmlns:a16="http://schemas.microsoft.com/office/drawing/2014/main" id="{2D401418-080A-7260-61A8-AB612168503D}"/>
                </a:ext>
              </a:extLst>
            </p:cNvPr>
            <p:cNvSpPr/>
            <p:nvPr/>
          </p:nvSpPr>
          <p:spPr>
            <a:xfrm>
              <a:off x="460470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58" name="Freeform: Shape 1557">
              <a:extLst>
                <a:ext uri="{FF2B5EF4-FFF2-40B4-BE49-F238E27FC236}">
                  <a16:creationId xmlns:a16="http://schemas.microsoft.com/office/drawing/2014/main" id="{FD8B7B70-5203-32E4-CF88-30BBDBD09EB6}"/>
                </a:ext>
              </a:extLst>
            </p:cNvPr>
            <p:cNvSpPr/>
            <p:nvPr/>
          </p:nvSpPr>
          <p:spPr>
            <a:xfrm>
              <a:off x="439539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59" name="Freeform: Shape 1558">
              <a:extLst>
                <a:ext uri="{FF2B5EF4-FFF2-40B4-BE49-F238E27FC236}">
                  <a16:creationId xmlns:a16="http://schemas.microsoft.com/office/drawing/2014/main" id="{C6EE96C2-5556-401A-6642-89F0AD1F3305}"/>
                </a:ext>
              </a:extLst>
            </p:cNvPr>
            <p:cNvSpPr/>
            <p:nvPr/>
          </p:nvSpPr>
          <p:spPr>
            <a:xfrm>
              <a:off x="408144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60" name="Freeform: Shape 1559">
              <a:extLst>
                <a:ext uri="{FF2B5EF4-FFF2-40B4-BE49-F238E27FC236}">
                  <a16:creationId xmlns:a16="http://schemas.microsoft.com/office/drawing/2014/main" id="{AB513D2F-9274-83D5-F1C2-F4A13D20D1C9}"/>
                </a:ext>
              </a:extLst>
            </p:cNvPr>
            <p:cNvSpPr/>
            <p:nvPr/>
          </p:nvSpPr>
          <p:spPr>
            <a:xfrm>
              <a:off x="366283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61" name="Freeform: Shape 1560">
              <a:extLst>
                <a:ext uri="{FF2B5EF4-FFF2-40B4-BE49-F238E27FC236}">
                  <a16:creationId xmlns:a16="http://schemas.microsoft.com/office/drawing/2014/main" id="{85788BDE-2F66-0747-222E-F7D824041BAF}"/>
                </a:ext>
              </a:extLst>
            </p:cNvPr>
            <p:cNvSpPr/>
            <p:nvPr/>
          </p:nvSpPr>
          <p:spPr>
            <a:xfrm>
              <a:off x="3558180" y="3350510"/>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lnTo>
                    <a:pt x="26163" y="52326"/>
                  </a:lnTo>
                  <a:cubicBezTo>
                    <a:pt x="40465" y="52326"/>
                    <a:pt x="52326" y="40465"/>
                    <a:pt x="52326" y="26163"/>
                  </a:cubicBezTo>
                  <a:cubicBezTo>
                    <a:pt x="52326" y="11861"/>
                    <a:pt x="40465" y="0"/>
                    <a:pt x="26163" y="0"/>
                  </a:cubicBezTo>
                  <a:lnTo>
                    <a:pt x="26163" y="0"/>
                  </a:ln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62" name="Freeform: Shape 1561">
              <a:extLst>
                <a:ext uri="{FF2B5EF4-FFF2-40B4-BE49-F238E27FC236}">
                  <a16:creationId xmlns:a16="http://schemas.microsoft.com/office/drawing/2014/main" id="{E7F19A85-35C0-20FB-E65A-C075071FEE76}"/>
                </a:ext>
              </a:extLst>
            </p:cNvPr>
            <p:cNvSpPr/>
            <p:nvPr/>
          </p:nvSpPr>
          <p:spPr>
            <a:xfrm>
              <a:off x="3558180"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63" name="Freeform: Shape 1562">
              <a:extLst>
                <a:ext uri="{FF2B5EF4-FFF2-40B4-BE49-F238E27FC236}">
                  <a16:creationId xmlns:a16="http://schemas.microsoft.com/office/drawing/2014/main" id="{CA53EE93-A890-6BA2-5ABD-D7EBA508558F}"/>
                </a:ext>
              </a:extLst>
            </p:cNvPr>
            <p:cNvSpPr/>
            <p:nvPr/>
          </p:nvSpPr>
          <p:spPr>
            <a:xfrm>
              <a:off x="355818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64" name="Freeform: Shape 1563">
              <a:extLst>
                <a:ext uri="{FF2B5EF4-FFF2-40B4-BE49-F238E27FC236}">
                  <a16:creationId xmlns:a16="http://schemas.microsoft.com/office/drawing/2014/main" id="{43ADCD2C-92EF-69D8-9614-3D1512011AB5}"/>
                </a:ext>
              </a:extLst>
            </p:cNvPr>
            <p:cNvSpPr/>
            <p:nvPr/>
          </p:nvSpPr>
          <p:spPr>
            <a:xfrm>
              <a:off x="2511656"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6" y="52326"/>
                    <a:pt x="41163" y="48838"/>
                    <a:pt x="46047" y="43256"/>
                  </a:cubicBezTo>
                  <a:cubicBezTo>
                    <a:pt x="46396" y="42907"/>
                    <a:pt x="46745" y="42210"/>
                    <a:pt x="47094" y="41861"/>
                  </a:cubicBezTo>
                  <a:cubicBezTo>
                    <a:pt x="47791" y="40814"/>
                    <a:pt x="48489" y="39768"/>
                    <a:pt x="49187" y="38721"/>
                  </a:cubicBezTo>
                  <a:cubicBezTo>
                    <a:pt x="51280" y="34884"/>
                    <a:pt x="52326" y="30698"/>
                    <a:pt x="52326" y="26163"/>
                  </a:cubicBezTo>
                  <a:cubicBezTo>
                    <a:pt x="52326" y="11861"/>
                    <a:pt x="40465" y="0"/>
                    <a:pt x="26163" y="0"/>
                  </a:cubicBezTo>
                  <a:lnTo>
                    <a:pt x="26163" y="0"/>
                  </a:lnTo>
                  <a:cubicBezTo>
                    <a:pt x="16396" y="0"/>
                    <a:pt x="7675" y="5581"/>
                    <a:pt x="3140" y="13605"/>
                  </a:cubicBezTo>
                  <a:cubicBezTo>
                    <a:pt x="1046"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65" name="Freeform: Shape 1564">
              <a:extLst>
                <a:ext uri="{FF2B5EF4-FFF2-40B4-BE49-F238E27FC236}">
                  <a16:creationId xmlns:a16="http://schemas.microsoft.com/office/drawing/2014/main" id="{9EA6FD02-532A-068A-C6FA-C7C966357C8D}"/>
                </a:ext>
              </a:extLst>
            </p:cNvPr>
            <p:cNvSpPr/>
            <p:nvPr/>
          </p:nvSpPr>
          <p:spPr>
            <a:xfrm>
              <a:off x="167443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66" name="Freeform: Shape 1565">
              <a:extLst>
                <a:ext uri="{FF2B5EF4-FFF2-40B4-BE49-F238E27FC236}">
                  <a16:creationId xmlns:a16="http://schemas.microsoft.com/office/drawing/2014/main" id="{8E63E3CA-826C-8398-B764-E63E7AB1CD67}"/>
                </a:ext>
              </a:extLst>
            </p:cNvPr>
            <p:cNvSpPr/>
            <p:nvPr/>
          </p:nvSpPr>
          <p:spPr>
            <a:xfrm>
              <a:off x="136048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67" name="Freeform: Shape 1566">
              <a:extLst>
                <a:ext uri="{FF2B5EF4-FFF2-40B4-BE49-F238E27FC236}">
                  <a16:creationId xmlns:a16="http://schemas.microsoft.com/office/drawing/2014/main" id="{11B66D34-5E94-582C-0B55-70B29BFD71E5}"/>
                </a:ext>
              </a:extLst>
            </p:cNvPr>
            <p:cNvSpPr/>
            <p:nvPr/>
          </p:nvSpPr>
          <p:spPr>
            <a:xfrm>
              <a:off x="83721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68" name="Freeform: Shape 1567">
              <a:extLst>
                <a:ext uri="{FF2B5EF4-FFF2-40B4-BE49-F238E27FC236}">
                  <a16:creationId xmlns:a16="http://schemas.microsoft.com/office/drawing/2014/main" id="{B17773CD-4D3B-33B5-77C1-9A1D1569004B}"/>
                </a:ext>
              </a:extLst>
            </p:cNvPr>
            <p:cNvSpPr/>
            <p:nvPr/>
          </p:nvSpPr>
          <p:spPr>
            <a:xfrm rot="17550026">
              <a:off x="523350" y="5338960"/>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569" name="Freeform: Shape 1568">
              <a:extLst>
                <a:ext uri="{FF2B5EF4-FFF2-40B4-BE49-F238E27FC236}">
                  <a16:creationId xmlns:a16="http://schemas.microsoft.com/office/drawing/2014/main" id="{48633F4F-6134-E719-F2E2-B3982F784694}"/>
                </a:ext>
              </a:extLst>
            </p:cNvPr>
            <p:cNvSpPr/>
            <p:nvPr/>
          </p:nvSpPr>
          <p:spPr>
            <a:xfrm>
              <a:off x="418609"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70" name="Freeform: Shape 1569">
              <a:extLst>
                <a:ext uri="{FF2B5EF4-FFF2-40B4-BE49-F238E27FC236}">
                  <a16:creationId xmlns:a16="http://schemas.microsoft.com/office/drawing/2014/main" id="{D97BA649-5C4B-4407-1159-C330E7813C5C}"/>
                </a:ext>
              </a:extLst>
            </p:cNvPr>
            <p:cNvSpPr/>
            <p:nvPr/>
          </p:nvSpPr>
          <p:spPr>
            <a:xfrm>
              <a:off x="20930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71" name="Freeform: Shape 1570">
              <a:extLst>
                <a:ext uri="{FF2B5EF4-FFF2-40B4-BE49-F238E27FC236}">
                  <a16:creationId xmlns:a16="http://schemas.microsoft.com/office/drawing/2014/main" id="{618F3450-709C-BBBF-99C8-69D428792599}"/>
                </a:ext>
              </a:extLst>
            </p:cNvPr>
            <p:cNvSpPr/>
            <p:nvPr/>
          </p:nvSpPr>
          <p:spPr>
            <a:xfrm>
              <a:off x="2511656"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4" y="0"/>
                    <a:pt x="26163" y="0"/>
                  </a:cubicBezTo>
                  <a:cubicBezTo>
                    <a:pt x="11861" y="0"/>
                    <a:pt x="0" y="11861"/>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572" name="Freeform: Shape 1571">
              <a:extLst>
                <a:ext uri="{FF2B5EF4-FFF2-40B4-BE49-F238E27FC236}">
                  <a16:creationId xmlns:a16="http://schemas.microsoft.com/office/drawing/2014/main" id="{27A831E8-8AE3-17FE-8492-784F15EB4BCC}"/>
                </a:ext>
              </a:extLst>
            </p:cNvPr>
            <p:cNvSpPr/>
            <p:nvPr/>
          </p:nvSpPr>
          <p:spPr>
            <a:xfrm>
              <a:off x="5546575" y="3350510"/>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373"/>
                    <a:pt x="3140" y="38373"/>
                  </a:cubicBezTo>
                  <a:cubicBezTo>
                    <a:pt x="7674" y="46745"/>
                    <a:pt x="16395"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1"/>
                    <a:pt x="0" y="26163"/>
                  </a:cubicBezTo>
                  <a:cubicBezTo>
                    <a:pt x="0" y="29652"/>
                    <a:pt x="698" y="33140"/>
                    <a:pt x="2093" y="36280"/>
                  </a:cubicBezTo>
                  <a:cubicBezTo>
                    <a:pt x="2442" y="36977"/>
                    <a:pt x="2791" y="37675"/>
                    <a:pt x="3140" y="38373"/>
                  </a:cubicBezTo>
                  <a:close/>
                </a:path>
              </a:pathLst>
            </a:custGeom>
            <a:grpFill/>
            <a:ln w="3488" cap="flat">
              <a:noFill/>
              <a:prstDash val="solid"/>
              <a:miter/>
            </a:ln>
          </p:spPr>
          <p:txBody>
            <a:bodyPr rtlCol="0" anchor="ctr"/>
            <a:lstStyle/>
            <a:p>
              <a:endParaRPr lang="en-ID"/>
            </a:p>
          </p:txBody>
        </p:sp>
        <p:sp>
          <p:nvSpPr>
            <p:cNvPr id="1573" name="Freeform: Shape 1572">
              <a:extLst>
                <a:ext uri="{FF2B5EF4-FFF2-40B4-BE49-F238E27FC236}">
                  <a16:creationId xmlns:a16="http://schemas.microsoft.com/office/drawing/2014/main" id="{46CB05C0-2DC7-D8D3-1522-A816AD27D2BF}"/>
                </a:ext>
              </a:extLst>
            </p:cNvPr>
            <p:cNvSpPr/>
            <p:nvPr/>
          </p:nvSpPr>
          <p:spPr>
            <a:xfrm>
              <a:off x="4604703" y="5338905"/>
              <a:ext cx="52326" cy="52326"/>
            </a:xfrm>
            <a:custGeom>
              <a:avLst/>
              <a:gdLst>
                <a:gd name="connsiteX0" fmla="*/ 49187 w 52326"/>
                <a:gd name="connsiteY0" fmla="*/ 13605 h 52326"/>
                <a:gd name="connsiteX1" fmla="*/ 26163 w 52326"/>
                <a:gd name="connsiteY1" fmla="*/ 0 h 52326"/>
                <a:gd name="connsiteX2" fmla="*/ 0 w 52326"/>
                <a:gd name="connsiteY2" fmla="*/ 26163 h 52326"/>
                <a:gd name="connsiteX3" fmla="*/ 3140 w 52326"/>
                <a:gd name="connsiteY3" fmla="*/ 38721 h 52326"/>
                <a:gd name="connsiteX4" fmla="*/ 26163 w 52326"/>
                <a:gd name="connsiteY4" fmla="*/ 52326 h 52326"/>
                <a:gd name="connsiteX5" fmla="*/ 52326 w 52326"/>
                <a:gd name="connsiteY5" fmla="*/ 26163 h 52326"/>
                <a:gd name="connsiteX6" fmla="*/ 49187 w 52326"/>
                <a:gd name="connsiteY6" fmla="*/ 13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9187" y="13605"/>
                  </a:moveTo>
                  <a:cubicBezTo>
                    <a:pt x="44652" y="5581"/>
                    <a:pt x="36280" y="0"/>
                    <a:pt x="26163" y="0"/>
                  </a:cubicBezTo>
                  <a:cubicBezTo>
                    <a:pt x="11861" y="0"/>
                    <a:pt x="0" y="11861"/>
                    <a:pt x="0" y="26163"/>
                  </a:cubicBezTo>
                  <a:cubicBezTo>
                    <a:pt x="0" y="30698"/>
                    <a:pt x="1047" y="34884"/>
                    <a:pt x="3140" y="38721"/>
                  </a:cubicBezTo>
                  <a:cubicBezTo>
                    <a:pt x="7674" y="46745"/>
                    <a:pt x="16047" y="52326"/>
                    <a:pt x="26163" y="52326"/>
                  </a:cubicBezTo>
                  <a:cubicBezTo>
                    <a:pt x="40465" y="52326"/>
                    <a:pt x="52326" y="40465"/>
                    <a:pt x="52326" y="26163"/>
                  </a:cubicBezTo>
                  <a:cubicBezTo>
                    <a:pt x="52326" y="21628"/>
                    <a:pt x="51279" y="17442"/>
                    <a:pt x="49187" y="13605"/>
                  </a:cubicBezTo>
                  <a:close/>
                </a:path>
              </a:pathLst>
            </a:custGeom>
            <a:grpFill/>
            <a:ln w="3488" cap="flat">
              <a:noFill/>
              <a:prstDash val="solid"/>
              <a:miter/>
            </a:ln>
          </p:spPr>
          <p:txBody>
            <a:bodyPr rtlCol="0" anchor="ctr"/>
            <a:lstStyle/>
            <a:p>
              <a:endParaRPr lang="en-ID"/>
            </a:p>
          </p:txBody>
        </p:sp>
        <p:sp>
          <p:nvSpPr>
            <p:cNvPr id="1574" name="Freeform: Shape 1573">
              <a:extLst>
                <a:ext uri="{FF2B5EF4-FFF2-40B4-BE49-F238E27FC236}">
                  <a16:creationId xmlns:a16="http://schemas.microsoft.com/office/drawing/2014/main" id="{FF6774BF-3A2E-DED7-4E90-2BE26E4D3672}"/>
                </a:ext>
              </a:extLst>
            </p:cNvPr>
            <p:cNvSpPr/>
            <p:nvPr/>
          </p:nvSpPr>
          <p:spPr>
            <a:xfrm>
              <a:off x="941871" y="5443557"/>
              <a:ext cx="52326" cy="52326"/>
            </a:xfrm>
            <a:custGeom>
              <a:avLst/>
              <a:gdLst>
                <a:gd name="connsiteX0" fmla="*/ 698 w 52326"/>
                <a:gd name="connsiteY0" fmla="*/ 31396 h 52326"/>
                <a:gd name="connsiteX1" fmla="*/ 26163 w 52326"/>
                <a:gd name="connsiteY1" fmla="*/ 52326 h 52326"/>
                <a:gd name="connsiteX2" fmla="*/ 26163 w 52326"/>
                <a:gd name="connsiteY2" fmla="*/ 52326 h 52326"/>
                <a:gd name="connsiteX3" fmla="*/ 52326 w 52326"/>
                <a:gd name="connsiteY3" fmla="*/ 26163 h 52326"/>
                <a:gd name="connsiteX4" fmla="*/ 51628 w 52326"/>
                <a:gd name="connsiteY4" fmla="*/ 20930 h 52326"/>
                <a:gd name="connsiteX5" fmla="*/ 26163 w 52326"/>
                <a:gd name="connsiteY5" fmla="*/ 0 h 52326"/>
                <a:gd name="connsiteX6" fmla="*/ 0 w 52326"/>
                <a:gd name="connsiteY6" fmla="*/ 26163 h 52326"/>
                <a:gd name="connsiteX7" fmla="*/ 698 w 52326"/>
                <a:gd name="connsiteY7" fmla="*/ 31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698" y="31396"/>
                  </a:moveTo>
                  <a:cubicBezTo>
                    <a:pt x="3140" y="43256"/>
                    <a:pt x="13605" y="52326"/>
                    <a:pt x="26163" y="52326"/>
                  </a:cubicBezTo>
                  <a:lnTo>
                    <a:pt x="26163" y="52326"/>
                  </a:lnTo>
                  <a:cubicBezTo>
                    <a:pt x="40466" y="52326"/>
                    <a:pt x="52326" y="40465"/>
                    <a:pt x="52326" y="26163"/>
                  </a:cubicBezTo>
                  <a:cubicBezTo>
                    <a:pt x="52326" y="24419"/>
                    <a:pt x="51977" y="22675"/>
                    <a:pt x="51628" y="20930"/>
                  </a:cubicBezTo>
                  <a:cubicBezTo>
                    <a:pt x="49187" y="9070"/>
                    <a:pt x="38721" y="0"/>
                    <a:pt x="26163" y="0"/>
                  </a:cubicBezTo>
                  <a:cubicBezTo>
                    <a:pt x="11861" y="0"/>
                    <a:pt x="0" y="11861"/>
                    <a:pt x="0" y="26163"/>
                  </a:cubicBezTo>
                  <a:cubicBezTo>
                    <a:pt x="0" y="27907"/>
                    <a:pt x="349" y="29652"/>
                    <a:pt x="698" y="31396"/>
                  </a:cubicBezTo>
                  <a:close/>
                </a:path>
              </a:pathLst>
            </a:custGeom>
            <a:grpFill/>
            <a:ln w="3488" cap="flat">
              <a:noFill/>
              <a:prstDash val="solid"/>
              <a:miter/>
            </a:ln>
          </p:spPr>
          <p:txBody>
            <a:bodyPr rtlCol="0" anchor="ctr"/>
            <a:lstStyle/>
            <a:p>
              <a:endParaRPr lang="en-ID"/>
            </a:p>
          </p:txBody>
        </p:sp>
        <p:sp>
          <p:nvSpPr>
            <p:cNvPr id="1575" name="Freeform: Shape 1574">
              <a:extLst>
                <a:ext uri="{FF2B5EF4-FFF2-40B4-BE49-F238E27FC236}">
                  <a16:creationId xmlns:a16="http://schemas.microsoft.com/office/drawing/2014/main" id="{C53A805A-C511-5184-5108-43E3B2C869E4}"/>
                </a:ext>
              </a:extLst>
            </p:cNvPr>
            <p:cNvSpPr/>
            <p:nvPr/>
          </p:nvSpPr>
          <p:spPr>
            <a:xfrm>
              <a:off x="439539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76" name="Freeform: Shape 1575">
              <a:extLst>
                <a:ext uri="{FF2B5EF4-FFF2-40B4-BE49-F238E27FC236}">
                  <a16:creationId xmlns:a16="http://schemas.microsoft.com/office/drawing/2014/main" id="{6EE81557-E5CB-A703-2938-3C0F18E3803D}"/>
                </a:ext>
              </a:extLst>
            </p:cNvPr>
            <p:cNvSpPr/>
            <p:nvPr/>
          </p:nvSpPr>
          <p:spPr>
            <a:xfrm>
              <a:off x="4395399"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77" name="Freeform: Shape 1576">
              <a:extLst>
                <a:ext uri="{FF2B5EF4-FFF2-40B4-BE49-F238E27FC236}">
                  <a16:creationId xmlns:a16="http://schemas.microsoft.com/office/drawing/2014/main" id="{B7C32CC7-3E16-AB81-C02A-2A53ECFF9745}"/>
                </a:ext>
              </a:extLst>
            </p:cNvPr>
            <p:cNvSpPr/>
            <p:nvPr/>
          </p:nvSpPr>
          <p:spPr>
            <a:xfrm>
              <a:off x="5127965"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78" name="Freeform: Shape 1577">
              <a:extLst>
                <a:ext uri="{FF2B5EF4-FFF2-40B4-BE49-F238E27FC236}">
                  <a16:creationId xmlns:a16="http://schemas.microsoft.com/office/drawing/2014/main" id="{AAED0492-2EAC-E0DB-0E37-F3593927AE95}"/>
                </a:ext>
              </a:extLst>
            </p:cNvPr>
            <p:cNvSpPr/>
            <p:nvPr/>
          </p:nvSpPr>
          <p:spPr>
            <a:xfrm>
              <a:off x="47093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79" name="Freeform: Shape 1578">
              <a:extLst>
                <a:ext uri="{FF2B5EF4-FFF2-40B4-BE49-F238E27FC236}">
                  <a16:creationId xmlns:a16="http://schemas.microsoft.com/office/drawing/2014/main" id="{7DF12FE9-B361-42D3-4520-354A281A4E32}"/>
                </a:ext>
              </a:extLst>
            </p:cNvPr>
            <p:cNvSpPr/>
            <p:nvPr/>
          </p:nvSpPr>
          <p:spPr>
            <a:xfrm>
              <a:off x="45000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80" name="Freeform: Shape 1579">
              <a:extLst>
                <a:ext uri="{FF2B5EF4-FFF2-40B4-BE49-F238E27FC236}">
                  <a16:creationId xmlns:a16="http://schemas.microsoft.com/office/drawing/2014/main" id="{B631884E-8322-8860-AAF3-486CE2223FD4}"/>
                </a:ext>
              </a:extLst>
            </p:cNvPr>
            <p:cNvSpPr/>
            <p:nvPr/>
          </p:nvSpPr>
          <p:spPr>
            <a:xfrm>
              <a:off x="38721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81" name="Freeform: Shape 1580">
              <a:extLst>
                <a:ext uri="{FF2B5EF4-FFF2-40B4-BE49-F238E27FC236}">
                  <a16:creationId xmlns:a16="http://schemas.microsoft.com/office/drawing/2014/main" id="{692892FD-502F-414E-721B-1B32D484532A}"/>
                </a:ext>
              </a:extLst>
            </p:cNvPr>
            <p:cNvSpPr/>
            <p:nvPr/>
          </p:nvSpPr>
          <p:spPr>
            <a:xfrm>
              <a:off x="324422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82" name="Freeform: Shape 1581">
              <a:extLst>
                <a:ext uri="{FF2B5EF4-FFF2-40B4-BE49-F238E27FC236}">
                  <a16:creationId xmlns:a16="http://schemas.microsoft.com/office/drawing/2014/main" id="{43FDCD64-31A1-6A7C-5A5C-DDA2507EC5BB}"/>
                </a:ext>
              </a:extLst>
            </p:cNvPr>
            <p:cNvSpPr/>
            <p:nvPr/>
          </p:nvSpPr>
          <p:spPr>
            <a:xfrm>
              <a:off x="293026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83" name="Freeform: Shape 1582">
              <a:extLst>
                <a:ext uri="{FF2B5EF4-FFF2-40B4-BE49-F238E27FC236}">
                  <a16:creationId xmlns:a16="http://schemas.microsoft.com/office/drawing/2014/main" id="{1585544A-8477-92B5-BF8C-C3BB031ABB06}"/>
                </a:ext>
              </a:extLst>
            </p:cNvPr>
            <p:cNvSpPr/>
            <p:nvPr/>
          </p:nvSpPr>
          <p:spPr>
            <a:xfrm>
              <a:off x="251165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84" name="Freeform: Shape 1583">
              <a:extLst>
                <a:ext uri="{FF2B5EF4-FFF2-40B4-BE49-F238E27FC236}">
                  <a16:creationId xmlns:a16="http://schemas.microsoft.com/office/drawing/2014/main" id="{076AC3D1-DE01-CE8B-F651-87EE21358A15}"/>
                </a:ext>
              </a:extLst>
            </p:cNvPr>
            <p:cNvSpPr/>
            <p:nvPr/>
          </p:nvSpPr>
          <p:spPr>
            <a:xfrm>
              <a:off x="23023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85" name="Freeform: Shape 1584">
              <a:extLst>
                <a:ext uri="{FF2B5EF4-FFF2-40B4-BE49-F238E27FC236}">
                  <a16:creationId xmlns:a16="http://schemas.microsoft.com/office/drawing/2014/main" id="{54D78EDE-FE23-C2A0-049A-EE89CE187FF3}"/>
                </a:ext>
              </a:extLst>
            </p:cNvPr>
            <p:cNvSpPr/>
            <p:nvPr/>
          </p:nvSpPr>
          <p:spPr>
            <a:xfrm>
              <a:off x="146513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86" name="Freeform: Shape 1585">
              <a:extLst>
                <a:ext uri="{FF2B5EF4-FFF2-40B4-BE49-F238E27FC236}">
                  <a16:creationId xmlns:a16="http://schemas.microsoft.com/office/drawing/2014/main" id="{724CB545-2AFD-08E9-B28C-B47200ABECB9}"/>
                </a:ext>
              </a:extLst>
            </p:cNvPr>
            <p:cNvSpPr/>
            <p:nvPr/>
          </p:nvSpPr>
          <p:spPr>
            <a:xfrm>
              <a:off x="136048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87" name="Freeform: Shape 1586">
              <a:extLst>
                <a:ext uri="{FF2B5EF4-FFF2-40B4-BE49-F238E27FC236}">
                  <a16:creationId xmlns:a16="http://schemas.microsoft.com/office/drawing/2014/main" id="{E15B3F50-DDF2-E5CC-BED3-CFE32D831325}"/>
                </a:ext>
              </a:extLst>
            </p:cNvPr>
            <p:cNvSpPr/>
            <p:nvPr/>
          </p:nvSpPr>
          <p:spPr>
            <a:xfrm>
              <a:off x="627914"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588" name="Freeform: Shape 1587">
              <a:extLst>
                <a:ext uri="{FF2B5EF4-FFF2-40B4-BE49-F238E27FC236}">
                  <a16:creationId xmlns:a16="http://schemas.microsoft.com/office/drawing/2014/main" id="{953092AE-7879-F542-6D6B-03654B31BD95}"/>
                </a:ext>
              </a:extLst>
            </p:cNvPr>
            <p:cNvSpPr/>
            <p:nvPr/>
          </p:nvSpPr>
          <p:spPr>
            <a:xfrm>
              <a:off x="57558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89" name="Freeform: Shape 1588">
              <a:extLst>
                <a:ext uri="{FF2B5EF4-FFF2-40B4-BE49-F238E27FC236}">
                  <a16:creationId xmlns:a16="http://schemas.microsoft.com/office/drawing/2014/main" id="{D301CCD3-6FB0-FECF-F2E3-3617E6046749}"/>
                </a:ext>
              </a:extLst>
            </p:cNvPr>
            <p:cNvSpPr/>
            <p:nvPr/>
          </p:nvSpPr>
          <p:spPr>
            <a:xfrm>
              <a:off x="596518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90" name="Freeform: Shape 1589">
              <a:extLst>
                <a:ext uri="{FF2B5EF4-FFF2-40B4-BE49-F238E27FC236}">
                  <a16:creationId xmlns:a16="http://schemas.microsoft.com/office/drawing/2014/main" id="{B5DCA7ED-27F5-5D38-ADF9-B6431FE7A45C}"/>
                </a:ext>
              </a:extLst>
            </p:cNvPr>
            <p:cNvSpPr/>
            <p:nvPr/>
          </p:nvSpPr>
          <p:spPr>
            <a:xfrm>
              <a:off x="596518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91" name="Freeform: Shape 1590">
              <a:extLst>
                <a:ext uri="{FF2B5EF4-FFF2-40B4-BE49-F238E27FC236}">
                  <a16:creationId xmlns:a16="http://schemas.microsoft.com/office/drawing/2014/main" id="{985E749E-4F32-841C-BFFE-4DD1D6670D1C}"/>
                </a:ext>
              </a:extLst>
            </p:cNvPr>
            <p:cNvSpPr/>
            <p:nvPr/>
          </p:nvSpPr>
          <p:spPr>
            <a:xfrm>
              <a:off x="5651568" y="4710991"/>
              <a:ext cx="51984" cy="52326"/>
            </a:xfrm>
            <a:custGeom>
              <a:avLst/>
              <a:gdLst>
                <a:gd name="connsiteX0" fmla="*/ 25822 w 51984"/>
                <a:gd name="connsiteY0" fmla="*/ 52326 h 52326"/>
                <a:gd name="connsiteX1" fmla="*/ 35938 w 51984"/>
                <a:gd name="connsiteY1" fmla="*/ 50233 h 52326"/>
                <a:gd name="connsiteX2" fmla="*/ 51985 w 51984"/>
                <a:gd name="connsiteY2" fmla="*/ 26163 h 52326"/>
                <a:gd name="connsiteX3" fmla="*/ 25822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2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2" y="52326"/>
                  </a:moveTo>
                  <a:cubicBezTo>
                    <a:pt x="29310" y="52326"/>
                    <a:pt x="32799" y="51628"/>
                    <a:pt x="35938" y="50233"/>
                  </a:cubicBezTo>
                  <a:cubicBezTo>
                    <a:pt x="45357" y="46396"/>
                    <a:pt x="51985" y="36977"/>
                    <a:pt x="51985" y="26163"/>
                  </a:cubicBezTo>
                  <a:cubicBezTo>
                    <a:pt x="51985" y="11861"/>
                    <a:pt x="40124" y="0"/>
                    <a:pt x="25822" y="0"/>
                  </a:cubicBezTo>
                  <a:cubicBezTo>
                    <a:pt x="24078" y="0"/>
                    <a:pt x="22333" y="349"/>
                    <a:pt x="20589" y="698"/>
                  </a:cubicBezTo>
                  <a:cubicBezTo>
                    <a:pt x="18147" y="1046"/>
                    <a:pt x="15705" y="2093"/>
                    <a:pt x="13612" y="3140"/>
                  </a:cubicBezTo>
                  <a:cubicBezTo>
                    <a:pt x="13612" y="3140"/>
                    <a:pt x="13612" y="3140"/>
                    <a:pt x="13612" y="3140"/>
                  </a:cubicBezTo>
                  <a:cubicBezTo>
                    <a:pt x="5589" y="7675"/>
                    <a:pt x="8" y="16047"/>
                    <a:pt x="8" y="26163"/>
                  </a:cubicBezTo>
                  <a:cubicBezTo>
                    <a:pt x="-341" y="40465"/>
                    <a:pt x="11519" y="52326"/>
                    <a:pt x="25822" y="52326"/>
                  </a:cubicBezTo>
                  <a:close/>
                </a:path>
              </a:pathLst>
            </a:custGeom>
            <a:grpFill/>
            <a:ln w="3488" cap="flat">
              <a:noFill/>
              <a:prstDash val="solid"/>
              <a:miter/>
            </a:ln>
          </p:spPr>
          <p:txBody>
            <a:bodyPr rtlCol="0" anchor="ctr"/>
            <a:lstStyle/>
            <a:p>
              <a:endParaRPr lang="en-ID"/>
            </a:p>
          </p:txBody>
        </p:sp>
        <p:sp>
          <p:nvSpPr>
            <p:cNvPr id="1592" name="Freeform: Shape 1591">
              <a:extLst>
                <a:ext uri="{FF2B5EF4-FFF2-40B4-BE49-F238E27FC236}">
                  <a16:creationId xmlns:a16="http://schemas.microsoft.com/office/drawing/2014/main" id="{573256D4-7596-9D58-5DE5-F6EFA5A7678D}"/>
                </a:ext>
              </a:extLst>
            </p:cNvPr>
            <p:cNvSpPr/>
            <p:nvPr/>
          </p:nvSpPr>
          <p:spPr>
            <a:xfrm>
              <a:off x="50233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93" name="Freeform: Shape 1592">
              <a:extLst>
                <a:ext uri="{FF2B5EF4-FFF2-40B4-BE49-F238E27FC236}">
                  <a16:creationId xmlns:a16="http://schemas.microsoft.com/office/drawing/2014/main" id="{D17D6ED7-8230-B06A-92AB-52348254A14C}"/>
                </a:ext>
              </a:extLst>
            </p:cNvPr>
            <p:cNvSpPr/>
            <p:nvPr/>
          </p:nvSpPr>
          <p:spPr>
            <a:xfrm>
              <a:off x="4604703" y="25132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0" y="26163"/>
                  </a:moveTo>
                  <a:cubicBezTo>
                    <a:pt x="0" y="40466"/>
                    <a:pt x="11861" y="52326"/>
                    <a:pt x="26163" y="52326"/>
                  </a:cubicBezTo>
                  <a:cubicBezTo>
                    <a:pt x="40465" y="52326"/>
                    <a:pt x="52326" y="40466"/>
                    <a:pt x="52326" y="26163"/>
                  </a:cubicBezTo>
                  <a:cubicBezTo>
                    <a:pt x="52326" y="11861"/>
                    <a:pt x="40465" y="0"/>
                    <a:pt x="26163" y="0"/>
                  </a:cubicBez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594" name="Freeform: Shape 1593">
              <a:extLst>
                <a:ext uri="{FF2B5EF4-FFF2-40B4-BE49-F238E27FC236}">
                  <a16:creationId xmlns:a16="http://schemas.microsoft.com/office/drawing/2014/main" id="{4E26DD89-20DB-A640-B97C-C04B71097109}"/>
                </a:ext>
              </a:extLst>
            </p:cNvPr>
            <p:cNvSpPr/>
            <p:nvPr/>
          </p:nvSpPr>
          <p:spPr>
            <a:xfrm>
              <a:off x="3976789"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95" name="Freeform: Shape 1594">
              <a:extLst>
                <a:ext uri="{FF2B5EF4-FFF2-40B4-BE49-F238E27FC236}">
                  <a16:creationId xmlns:a16="http://schemas.microsoft.com/office/drawing/2014/main" id="{C1576B31-6288-8EF9-9A4B-447238C558B8}"/>
                </a:ext>
              </a:extLst>
            </p:cNvPr>
            <p:cNvSpPr/>
            <p:nvPr/>
          </p:nvSpPr>
          <p:spPr>
            <a:xfrm>
              <a:off x="261630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96" name="Freeform: Shape 1595">
              <a:extLst>
                <a:ext uri="{FF2B5EF4-FFF2-40B4-BE49-F238E27FC236}">
                  <a16:creationId xmlns:a16="http://schemas.microsoft.com/office/drawing/2014/main" id="{32C24548-D470-4DF1-FF28-0D6AE6C7F0DA}"/>
                </a:ext>
              </a:extLst>
            </p:cNvPr>
            <p:cNvSpPr/>
            <p:nvPr/>
          </p:nvSpPr>
          <p:spPr>
            <a:xfrm>
              <a:off x="2616309"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cubicBezTo>
                    <a:pt x="26163" y="0"/>
                    <a:pt x="26163"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97" name="Freeform: Shape 1596">
              <a:extLst>
                <a:ext uri="{FF2B5EF4-FFF2-40B4-BE49-F238E27FC236}">
                  <a16:creationId xmlns:a16="http://schemas.microsoft.com/office/drawing/2014/main" id="{FA5FA0FF-AA5B-0A24-8D25-7A08B2A5840F}"/>
                </a:ext>
              </a:extLst>
            </p:cNvPr>
            <p:cNvSpPr/>
            <p:nvPr/>
          </p:nvSpPr>
          <p:spPr>
            <a:xfrm>
              <a:off x="25116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98" name="Freeform: Shape 1597">
              <a:extLst>
                <a:ext uri="{FF2B5EF4-FFF2-40B4-BE49-F238E27FC236}">
                  <a16:creationId xmlns:a16="http://schemas.microsoft.com/office/drawing/2014/main" id="{CF9E73CB-2EE0-116D-35F9-AB7C232EB140}"/>
                </a:ext>
              </a:extLst>
            </p:cNvPr>
            <p:cNvSpPr/>
            <p:nvPr/>
          </p:nvSpPr>
          <p:spPr>
            <a:xfrm>
              <a:off x="2302351"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599" name="Freeform: Shape 1598">
              <a:extLst>
                <a:ext uri="{FF2B5EF4-FFF2-40B4-BE49-F238E27FC236}">
                  <a16:creationId xmlns:a16="http://schemas.microsoft.com/office/drawing/2014/main" id="{23D91606-7B06-43EC-50FB-671321F08BE6}"/>
                </a:ext>
              </a:extLst>
            </p:cNvPr>
            <p:cNvSpPr/>
            <p:nvPr/>
          </p:nvSpPr>
          <p:spPr>
            <a:xfrm>
              <a:off x="188374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00" name="Freeform: Shape 1599">
              <a:extLst>
                <a:ext uri="{FF2B5EF4-FFF2-40B4-BE49-F238E27FC236}">
                  <a16:creationId xmlns:a16="http://schemas.microsoft.com/office/drawing/2014/main" id="{DEABE8B0-CD58-4175-21D6-4810FE4CC9CB}"/>
                </a:ext>
              </a:extLst>
            </p:cNvPr>
            <p:cNvSpPr/>
            <p:nvPr/>
          </p:nvSpPr>
          <p:spPr>
            <a:xfrm>
              <a:off x="1151175"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01" name="Freeform: Shape 1600">
              <a:extLst>
                <a:ext uri="{FF2B5EF4-FFF2-40B4-BE49-F238E27FC236}">
                  <a16:creationId xmlns:a16="http://schemas.microsoft.com/office/drawing/2014/main" id="{D5961487-5031-A437-A7F6-D67B6F9DEC90}"/>
                </a:ext>
              </a:extLst>
            </p:cNvPr>
            <p:cNvSpPr/>
            <p:nvPr/>
          </p:nvSpPr>
          <p:spPr>
            <a:xfrm>
              <a:off x="62791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02" name="Freeform: Shape 1601">
              <a:extLst>
                <a:ext uri="{FF2B5EF4-FFF2-40B4-BE49-F238E27FC236}">
                  <a16:creationId xmlns:a16="http://schemas.microsoft.com/office/drawing/2014/main" id="{5DECC261-9244-6DAD-2F82-D7E9C348A6BF}"/>
                </a:ext>
              </a:extLst>
            </p:cNvPr>
            <p:cNvSpPr/>
            <p:nvPr/>
          </p:nvSpPr>
          <p:spPr>
            <a:xfrm>
              <a:off x="523261" y="502494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26163 w 52326"/>
                <a:gd name="connsiteY4" fmla="*/ 52326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52326"/>
                  </a:moveTo>
                  <a:cubicBezTo>
                    <a:pt x="40466" y="52326"/>
                    <a:pt x="52326" y="40465"/>
                    <a:pt x="52326" y="26163"/>
                  </a:cubicBezTo>
                  <a:cubicBezTo>
                    <a:pt x="52326" y="11861"/>
                    <a:pt x="40466"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03" name="Freeform: Shape 1602">
              <a:extLst>
                <a:ext uri="{FF2B5EF4-FFF2-40B4-BE49-F238E27FC236}">
                  <a16:creationId xmlns:a16="http://schemas.microsoft.com/office/drawing/2014/main" id="{6B73C29F-94DE-1933-1AD6-918595EE79E7}"/>
                </a:ext>
              </a:extLst>
            </p:cNvPr>
            <p:cNvSpPr/>
            <p:nvPr/>
          </p:nvSpPr>
          <p:spPr>
            <a:xfrm>
              <a:off x="31395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04" name="Freeform: Shape 1603">
              <a:extLst>
                <a:ext uri="{FF2B5EF4-FFF2-40B4-BE49-F238E27FC236}">
                  <a16:creationId xmlns:a16="http://schemas.microsoft.com/office/drawing/2014/main" id="{FA242E39-805C-B046-F94E-5B47F9AF4E6C}"/>
                </a:ext>
              </a:extLst>
            </p:cNvPr>
            <p:cNvSpPr/>
            <p:nvPr/>
          </p:nvSpPr>
          <p:spPr>
            <a:xfrm>
              <a:off x="418609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605" name="Freeform: Shape 1604">
              <a:extLst>
                <a:ext uri="{FF2B5EF4-FFF2-40B4-BE49-F238E27FC236}">
                  <a16:creationId xmlns:a16="http://schemas.microsoft.com/office/drawing/2014/main" id="{F1AF4759-EE77-1AE2-50AF-6DE14FB6CF52}"/>
                </a:ext>
              </a:extLst>
            </p:cNvPr>
            <p:cNvSpPr/>
            <p:nvPr/>
          </p:nvSpPr>
          <p:spPr>
            <a:xfrm>
              <a:off x="3034918" y="4187729"/>
              <a:ext cx="52326" cy="52674"/>
            </a:xfrm>
            <a:custGeom>
              <a:avLst/>
              <a:gdLst>
                <a:gd name="connsiteX0" fmla="*/ 52326 w 52326"/>
                <a:gd name="connsiteY0" fmla="*/ 26163 h 52674"/>
                <a:gd name="connsiteX1" fmla="*/ 51977 w 52326"/>
                <a:gd name="connsiteY1" fmla="*/ 22326 h 52674"/>
                <a:gd name="connsiteX2" fmla="*/ 51280 w 52326"/>
                <a:gd name="connsiteY2" fmla="*/ 18489 h 52674"/>
                <a:gd name="connsiteX3" fmla="*/ 26163 w 52326"/>
                <a:gd name="connsiteY3" fmla="*/ 0 h 52674"/>
                <a:gd name="connsiteX4" fmla="*/ 0 w 52326"/>
                <a:gd name="connsiteY4" fmla="*/ 26163 h 52674"/>
                <a:gd name="connsiteX5" fmla="*/ 0 w 52326"/>
                <a:gd name="connsiteY5" fmla="*/ 26163 h 52674"/>
                <a:gd name="connsiteX6" fmla="*/ 349 w 52326"/>
                <a:gd name="connsiteY6" fmla="*/ 29303 h 52674"/>
                <a:gd name="connsiteX7" fmla="*/ 2442 w 52326"/>
                <a:gd name="connsiteY7" fmla="*/ 36628 h 52674"/>
                <a:gd name="connsiteX8" fmla="*/ 5930 w 52326"/>
                <a:gd name="connsiteY8" fmla="*/ 42559 h 52674"/>
                <a:gd name="connsiteX9" fmla="*/ 8023 w 52326"/>
                <a:gd name="connsiteY9" fmla="*/ 45001 h 52674"/>
                <a:gd name="connsiteX10" fmla="*/ 26512 w 52326"/>
                <a:gd name="connsiteY10" fmla="*/ 52675 h 52674"/>
                <a:gd name="connsiteX11" fmla="*/ 52326 w 52326"/>
                <a:gd name="connsiteY11" fmla="*/ 26163 h 52674"/>
                <a:gd name="connsiteX12" fmla="*/ 52326 w 52326"/>
                <a:gd name="connsiteY12"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26" h="52674">
                  <a:moveTo>
                    <a:pt x="52326" y="26163"/>
                  </a:moveTo>
                  <a:cubicBezTo>
                    <a:pt x="52326" y="24768"/>
                    <a:pt x="52326" y="23721"/>
                    <a:pt x="51977" y="22326"/>
                  </a:cubicBezTo>
                  <a:cubicBezTo>
                    <a:pt x="51628" y="20930"/>
                    <a:pt x="51628" y="19535"/>
                    <a:pt x="51280" y="18489"/>
                  </a:cubicBezTo>
                  <a:cubicBezTo>
                    <a:pt x="48140" y="7675"/>
                    <a:pt x="38024" y="0"/>
                    <a:pt x="26163" y="0"/>
                  </a:cubicBezTo>
                  <a:cubicBezTo>
                    <a:pt x="11861" y="0"/>
                    <a:pt x="0" y="11861"/>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606" name="Freeform: Shape 1605">
              <a:extLst>
                <a:ext uri="{FF2B5EF4-FFF2-40B4-BE49-F238E27FC236}">
                  <a16:creationId xmlns:a16="http://schemas.microsoft.com/office/drawing/2014/main" id="{507BB13D-8E86-F500-05C1-875658F84E08}"/>
                </a:ext>
              </a:extLst>
            </p:cNvPr>
            <p:cNvSpPr/>
            <p:nvPr/>
          </p:nvSpPr>
          <p:spPr>
            <a:xfrm>
              <a:off x="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07" name="Freeform: Shape 1606">
              <a:extLst>
                <a:ext uri="{FF2B5EF4-FFF2-40B4-BE49-F238E27FC236}">
                  <a16:creationId xmlns:a16="http://schemas.microsoft.com/office/drawing/2014/main" id="{3DDD8EAD-E203-5D9B-6F16-315871EB9D5D}"/>
                </a:ext>
              </a:extLst>
            </p:cNvPr>
            <p:cNvSpPr/>
            <p:nvPr/>
          </p:nvSpPr>
          <p:spPr>
            <a:xfrm>
              <a:off x="5755879"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79" y="51977"/>
                    <a:pt x="21279" y="51977"/>
                    <a:pt x="21628" y="51977"/>
                  </a:cubicBezTo>
                  <a:cubicBezTo>
                    <a:pt x="23023" y="52326"/>
                    <a:pt x="24768" y="52326"/>
                    <a:pt x="26163" y="52326"/>
                  </a:cubicBezTo>
                  <a:lnTo>
                    <a:pt x="26163" y="52326"/>
                  </a:lnTo>
                  <a:cubicBezTo>
                    <a:pt x="26163" y="52326"/>
                    <a:pt x="26163" y="52326"/>
                    <a:pt x="26163" y="52326"/>
                  </a:cubicBezTo>
                  <a:cubicBezTo>
                    <a:pt x="40465" y="52326"/>
                    <a:pt x="52326" y="40465"/>
                    <a:pt x="52326" y="26163"/>
                  </a:cubicBezTo>
                  <a:lnTo>
                    <a:pt x="52326" y="26163"/>
                  </a:lnTo>
                  <a:cubicBezTo>
                    <a:pt x="52326" y="11860"/>
                    <a:pt x="40465" y="0"/>
                    <a:pt x="26163" y="0"/>
                  </a:cubicBezTo>
                  <a:cubicBezTo>
                    <a:pt x="26163" y="0"/>
                    <a:pt x="26163" y="0"/>
                    <a:pt x="26163" y="0"/>
                  </a:cubicBezTo>
                  <a:lnTo>
                    <a:pt x="26163" y="0"/>
                  </a:lnTo>
                  <a:cubicBezTo>
                    <a:pt x="11861"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1608" name="Freeform: Shape 1607">
              <a:extLst>
                <a:ext uri="{FF2B5EF4-FFF2-40B4-BE49-F238E27FC236}">
                  <a16:creationId xmlns:a16="http://schemas.microsoft.com/office/drawing/2014/main" id="{FD9B131A-FFD0-C224-75E2-B546BA47EBF4}"/>
                </a:ext>
              </a:extLst>
            </p:cNvPr>
            <p:cNvSpPr/>
            <p:nvPr/>
          </p:nvSpPr>
          <p:spPr>
            <a:xfrm>
              <a:off x="1255828"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09" name="Freeform: Shape 1608">
              <a:extLst>
                <a:ext uri="{FF2B5EF4-FFF2-40B4-BE49-F238E27FC236}">
                  <a16:creationId xmlns:a16="http://schemas.microsoft.com/office/drawing/2014/main" id="{5ED672ED-AA85-81B4-FE9E-9EF69E92D9C9}"/>
                </a:ext>
              </a:extLst>
            </p:cNvPr>
            <p:cNvSpPr/>
            <p:nvPr/>
          </p:nvSpPr>
          <p:spPr>
            <a:xfrm>
              <a:off x="230235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10" name="Freeform: Shape 1609">
              <a:extLst>
                <a:ext uri="{FF2B5EF4-FFF2-40B4-BE49-F238E27FC236}">
                  <a16:creationId xmlns:a16="http://schemas.microsoft.com/office/drawing/2014/main" id="{A140B3F7-8E90-13A3-457F-D0866CBA3986}"/>
                </a:ext>
              </a:extLst>
            </p:cNvPr>
            <p:cNvSpPr/>
            <p:nvPr/>
          </p:nvSpPr>
          <p:spPr>
            <a:xfrm>
              <a:off x="4395399" y="4187729"/>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611" name="Freeform: Shape 1610">
              <a:extLst>
                <a:ext uri="{FF2B5EF4-FFF2-40B4-BE49-F238E27FC236}">
                  <a16:creationId xmlns:a16="http://schemas.microsoft.com/office/drawing/2014/main" id="{E5FF65A3-08E9-65A2-F602-DCA89FE6D1B6}"/>
                </a:ext>
              </a:extLst>
            </p:cNvPr>
            <p:cNvSpPr/>
            <p:nvPr/>
          </p:nvSpPr>
          <p:spPr>
            <a:xfrm>
              <a:off x="575587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12" name="Freeform: Shape 1611">
              <a:extLst>
                <a:ext uri="{FF2B5EF4-FFF2-40B4-BE49-F238E27FC236}">
                  <a16:creationId xmlns:a16="http://schemas.microsoft.com/office/drawing/2014/main" id="{8BBE9B58-857D-1A2F-E562-7BDCD66CD87C}"/>
                </a:ext>
              </a:extLst>
            </p:cNvPr>
            <p:cNvSpPr/>
            <p:nvPr/>
          </p:nvSpPr>
          <p:spPr>
            <a:xfrm>
              <a:off x="502331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13" name="Freeform: Shape 1612">
              <a:extLst>
                <a:ext uri="{FF2B5EF4-FFF2-40B4-BE49-F238E27FC236}">
                  <a16:creationId xmlns:a16="http://schemas.microsoft.com/office/drawing/2014/main" id="{51C7F604-0DC8-9703-D6D0-F78F467B333B}"/>
                </a:ext>
              </a:extLst>
            </p:cNvPr>
            <p:cNvSpPr/>
            <p:nvPr/>
          </p:nvSpPr>
          <p:spPr>
            <a:xfrm>
              <a:off x="40814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14" name="Freeform: Shape 1613">
              <a:extLst>
                <a:ext uri="{FF2B5EF4-FFF2-40B4-BE49-F238E27FC236}">
                  <a16:creationId xmlns:a16="http://schemas.microsoft.com/office/drawing/2014/main" id="{81B4F213-4784-0AF3-21BC-26F66C6A7C42}"/>
                </a:ext>
              </a:extLst>
            </p:cNvPr>
            <p:cNvSpPr/>
            <p:nvPr/>
          </p:nvSpPr>
          <p:spPr>
            <a:xfrm>
              <a:off x="40814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15" name="Freeform: Shape 1614">
              <a:extLst>
                <a:ext uri="{FF2B5EF4-FFF2-40B4-BE49-F238E27FC236}">
                  <a16:creationId xmlns:a16="http://schemas.microsoft.com/office/drawing/2014/main" id="{9661BB41-6D19-B0A4-E24D-720D4B3F641A}"/>
                </a:ext>
              </a:extLst>
            </p:cNvPr>
            <p:cNvSpPr/>
            <p:nvPr/>
          </p:nvSpPr>
          <p:spPr>
            <a:xfrm>
              <a:off x="355818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16" name="Freeform: Shape 1615">
              <a:extLst>
                <a:ext uri="{FF2B5EF4-FFF2-40B4-BE49-F238E27FC236}">
                  <a16:creationId xmlns:a16="http://schemas.microsoft.com/office/drawing/2014/main" id="{EAD8AE72-D8EE-C831-FF5E-52EF050CB969}"/>
                </a:ext>
              </a:extLst>
            </p:cNvPr>
            <p:cNvSpPr/>
            <p:nvPr/>
          </p:nvSpPr>
          <p:spPr>
            <a:xfrm>
              <a:off x="345352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17" name="Freeform: Shape 1616">
              <a:extLst>
                <a:ext uri="{FF2B5EF4-FFF2-40B4-BE49-F238E27FC236}">
                  <a16:creationId xmlns:a16="http://schemas.microsoft.com/office/drawing/2014/main" id="{75CFD850-ED58-F572-4694-F1CD1D1190FC}"/>
                </a:ext>
              </a:extLst>
            </p:cNvPr>
            <p:cNvSpPr/>
            <p:nvPr/>
          </p:nvSpPr>
          <p:spPr>
            <a:xfrm>
              <a:off x="324422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18" name="Freeform: Shape 1617">
              <a:extLst>
                <a:ext uri="{FF2B5EF4-FFF2-40B4-BE49-F238E27FC236}">
                  <a16:creationId xmlns:a16="http://schemas.microsoft.com/office/drawing/2014/main" id="{9A615C34-6921-A25F-E5A8-BA72D56066AF}"/>
                </a:ext>
              </a:extLst>
            </p:cNvPr>
            <p:cNvSpPr/>
            <p:nvPr/>
          </p:nvSpPr>
          <p:spPr>
            <a:xfrm>
              <a:off x="313957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19" name="Freeform: Shape 1618">
              <a:extLst>
                <a:ext uri="{FF2B5EF4-FFF2-40B4-BE49-F238E27FC236}">
                  <a16:creationId xmlns:a16="http://schemas.microsoft.com/office/drawing/2014/main" id="{ECFE888D-907C-5C49-E658-53666F13B452}"/>
                </a:ext>
              </a:extLst>
            </p:cNvPr>
            <p:cNvSpPr/>
            <p:nvPr/>
          </p:nvSpPr>
          <p:spPr>
            <a:xfrm>
              <a:off x="303491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20" name="Freeform: Shape 1619">
              <a:extLst>
                <a:ext uri="{FF2B5EF4-FFF2-40B4-BE49-F238E27FC236}">
                  <a16:creationId xmlns:a16="http://schemas.microsoft.com/office/drawing/2014/main" id="{21E0B9AA-36DA-09CB-0583-AD18E5D3AB7D}"/>
                </a:ext>
              </a:extLst>
            </p:cNvPr>
            <p:cNvSpPr/>
            <p:nvPr/>
          </p:nvSpPr>
          <p:spPr>
            <a:xfrm>
              <a:off x="2930266"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621" name="Freeform: Shape 1620">
              <a:extLst>
                <a:ext uri="{FF2B5EF4-FFF2-40B4-BE49-F238E27FC236}">
                  <a16:creationId xmlns:a16="http://schemas.microsoft.com/office/drawing/2014/main" id="{A0B81898-D677-7364-ADAB-9BCAF27709C9}"/>
                </a:ext>
              </a:extLst>
            </p:cNvPr>
            <p:cNvSpPr/>
            <p:nvPr/>
          </p:nvSpPr>
          <p:spPr>
            <a:xfrm>
              <a:off x="293026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22" name="Freeform: Shape 1621">
              <a:extLst>
                <a:ext uri="{FF2B5EF4-FFF2-40B4-BE49-F238E27FC236}">
                  <a16:creationId xmlns:a16="http://schemas.microsoft.com/office/drawing/2014/main" id="{0493BC32-FA87-5F04-648B-1F4EE125247E}"/>
                </a:ext>
              </a:extLst>
            </p:cNvPr>
            <p:cNvSpPr/>
            <p:nvPr/>
          </p:nvSpPr>
          <p:spPr>
            <a:xfrm>
              <a:off x="240700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23" name="Freeform: Shape 1622">
              <a:extLst>
                <a:ext uri="{FF2B5EF4-FFF2-40B4-BE49-F238E27FC236}">
                  <a16:creationId xmlns:a16="http://schemas.microsoft.com/office/drawing/2014/main" id="{7FD56672-7F33-C47E-7F62-0684EC2A90FC}"/>
                </a:ext>
              </a:extLst>
            </p:cNvPr>
            <p:cNvSpPr/>
            <p:nvPr/>
          </p:nvSpPr>
          <p:spPr>
            <a:xfrm>
              <a:off x="1779090"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624" name="Freeform: Shape 1623">
              <a:extLst>
                <a:ext uri="{FF2B5EF4-FFF2-40B4-BE49-F238E27FC236}">
                  <a16:creationId xmlns:a16="http://schemas.microsoft.com/office/drawing/2014/main" id="{9AB3820C-FF8C-199E-2362-1B41EB5EFAC5}"/>
                </a:ext>
              </a:extLst>
            </p:cNvPr>
            <p:cNvSpPr/>
            <p:nvPr/>
          </p:nvSpPr>
          <p:spPr>
            <a:xfrm>
              <a:off x="16744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25" name="Freeform: Shape 1624">
              <a:extLst>
                <a:ext uri="{FF2B5EF4-FFF2-40B4-BE49-F238E27FC236}">
                  <a16:creationId xmlns:a16="http://schemas.microsoft.com/office/drawing/2014/main" id="{08276DD9-1170-321F-BC04-C6CDBBDDFD1B}"/>
                </a:ext>
              </a:extLst>
            </p:cNvPr>
            <p:cNvSpPr/>
            <p:nvPr/>
          </p:nvSpPr>
          <p:spPr>
            <a:xfrm>
              <a:off x="167443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26" name="Freeform: Shape 1625">
              <a:extLst>
                <a:ext uri="{FF2B5EF4-FFF2-40B4-BE49-F238E27FC236}">
                  <a16:creationId xmlns:a16="http://schemas.microsoft.com/office/drawing/2014/main" id="{DB2E7F47-1BF9-6893-3862-C842C98CAB03}"/>
                </a:ext>
              </a:extLst>
            </p:cNvPr>
            <p:cNvSpPr/>
            <p:nvPr/>
          </p:nvSpPr>
          <p:spPr>
            <a:xfrm>
              <a:off x="136048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27" name="Freeform: Shape 1626">
              <a:extLst>
                <a:ext uri="{FF2B5EF4-FFF2-40B4-BE49-F238E27FC236}">
                  <a16:creationId xmlns:a16="http://schemas.microsoft.com/office/drawing/2014/main" id="{41A6B339-6E1B-931F-0AEC-E5B3F2E887B1}"/>
                </a:ext>
              </a:extLst>
            </p:cNvPr>
            <p:cNvSpPr/>
            <p:nvPr/>
          </p:nvSpPr>
          <p:spPr>
            <a:xfrm>
              <a:off x="104652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28" name="Freeform: Shape 1627">
              <a:extLst>
                <a:ext uri="{FF2B5EF4-FFF2-40B4-BE49-F238E27FC236}">
                  <a16:creationId xmlns:a16="http://schemas.microsoft.com/office/drawing/2014/main" id="{8FAA1CA5-63A7-4A34-5894-670D0927ADBB}"/>
                </a:ext>
              </a:extLst>
            </p:cNvPr>
            <p:cNvSpPr/>
            <p:nvPr/>
          </p:nvSpPr>
          <p:spPr>
            <a:xfrm>
              <a:off x="313957"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629" name="Freeform: Shape 1628">
              <a:extLst>
                <a:ext uri="{FF2B5EF4-FFF2-40B4-BE49-F238E27FC236}">
                  <a16:creationId xmlns:a16="http://schemas.microsoft.com/office/drawing/2014/main" id="{2C6F45A6-2B43-FB0E-03C4-AB21B2345DC7}"/>
                </a:ext>
              </a:extLst>
            </p:cNvPr>
            <p:cNvSpPr/>
            <p:nvPr/>
          </p:nvSpPr>
          <p:spPr>
            <a:xfrm>
              <a:off x="37674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30" name="Freeform: Shape 1629">
              <a:extLst>
                <a:ext uri="{FF2B5EF4-FFF2-40B4-BE49-F238E27FC236}">
                  <a16:creationId xmlns:a16="http://schemas.microsoft.com/office/drawing/2014/main" id="{CE612A72-B272-A73E-9862-B4FF86997EDD}"/>
                </a:ext>
              </a:extLst>
            </p:cNvPr>
            <p:cNvSpPr/>
            <p:nvPr/>
          </p:nvSpPr>
          <p:spPr>
            <a:xfrm>
              <a:off x="4604703"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31" name="Freeform: Shape 1630">
              <a:extLst>
                <a:ext uri="{FF2B5EF4-FFF2-40B4-BE49-F238E27FC236}">
                  <a16:creationId xmlns:a16="http://schemas.microsoft.com/office/drawing/2014/main" id="{39E437FA-F987-95D1-77E1-BDE98F9723FE}"/>
                </a:ext>
              </a:extLst>
            </p:cNvPr>
            <p:cNvSpPr/>
            <p:nvPr/>
          </p:nvSpPr>
          <p:spPr>
            <a:xfrm>
              <a:off x="4500051" y="5338905"/>
              <a:ext cx="52326" cy="52326"/>
            </a:xfrm>
            <a:custGeom>
              <a:avLst/>
              <a:gdLst>
                <a:gd name="connsiteX0" fmla="*/ 26163 w 52326"/>
                <a:gd name="connsiteY0" fmla="*/ 0 h 52326"/>
                <a:gd name="connsiteX1" fmla="*/ 26163 w 52326"/>
                <a:gd name="connsiteY1" fmla="*/ 0 h 52326"/>
                <a:gd name="connsiteX2" fmla="*/ 11512 w 52326"/>
                <a:gd name="connsiteY2" fmla="*/ 4535 h 52326"/>
                <a:gd name="connsiteX3" fmla="*/ 0 w 52326"/>
                <a:gd name="connsiteY3" fmla="*/ 26163 h 52326"/>
                <a:gd name="connsiteX4" fmla="*/ 26163 w 52326"/>
                <a:gd name="connsiteY4" fmla="*/ 52326 h 52326"/>
                <a:gd name="connsiteX5" fmla="*/ 40814 w 52326"/>
                <a:gd name="connsiteY5" fmla="*/ 47791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0582" y="0"/>
                    <a:pt x="15698" y="1744"/>
                    <a:pt x="11512" y="4535"/>
                  </a:cubicBezTo>
                  <a:cubicBezTo>
                    <a:pt x="4535" y="9070"/>
                    <a:pt x="0" y="17093"/>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632" name="Freeform: Shape 1631">
              <a:extLst>
                <a:ext uri="{FF2B5EF4-FFF2-40B4-BE49-F238E27FC236}">
                  <a16:creationId xmlns:a16="http://schemas.microsoft.com/office/drawing/2014/main" id="{51A276BF-E11C-3F4D-5510-A859055FC538}"/>
                </a:ext>
              </a:extLst>
            </p:cNvPr>
            <p:cNvSpPr/>
            <p:nvPr/>
          </p:nvSpPr>
          <p:spPr>
            <a:xfrm>
              <a:off x="554657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33" name="Freeform: Shape 1632">
              <a:extLst>
                <a:ext uri="{FF2B5EF4-FFF2-40B4-BE49-F238E27FC236}">
                  <a16:creationId xmlns:a16="http://schemas.microsoft.com/office/drawing/2014/main" id="{0D18A993-DB25-6483-E326-8605FC4BA9E4}"/>
                </a:ext>
              </a:extLst>
            </p:cNvPr>
            <p:cNvSpPr/>
            <p:nvPr/>
          </p:nvSpPr>
          <p:spPr>
            <a:xfrm>
              <a:off x="565122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34" name="Freeform: Shape 1633">
              <a:extLst>
                <a:ext uri="{FF2B5EF4-FFF2-40B4-BE49-F238E27FC236}">
                  <a16:creationId xmlns:a16="http://schemas.microsoft.com/office/drawing/2014/main" id="{066D03DB-0E38-C376-4528-3DA1B7895922}"/>
                </a:ext>
              </a:extLst>
            </p:cNvPr>
            <p:cNvSpPr/>
            <p:nvPr/>
          </p:nvSpPr>
          <p:spPr>
            <a:xfrm>
              <a:off x="52326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35" name="Freeform: Shape 1634">
              <a:extLst>
                <a:ext uri="{FF2B5EF4-FFF2-40B4-BE49-F238E27FC236}">
                  <a16:creationId xmlns:a16="http://schemas.microsoft.com/office/drawing/2014/main" id="{60F98BF6-2B43-8500-62D6-9476A87D794E}"/>
                </a:ext>
              </a:extLst>
            </p:cNvPr>
            <p:cNvSpPr/>
            <p:nvPr/>
          </p:nvSpPr>
          <p:spPr>
            <a:xfrm>
              <a:off x="52326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36" name="Freeform: Shape 1635">
              <a:extLst>
                <a:ext uri="{FF2B5EF4-FFF2-40B4-BE49-F238E27FC236}">
                  <a16:creationId xmlns:a16="http://schemas.microsoft.com/office/drawing/2014/main" id="{7AA162ED-A952-7622-FBE9-CA9DE8EF50F1}"/>
                </a:ext>
              </a:extLst>
            </p:cNvPr>
            <p:cNvSpPr/>
            <p:nvPr/>
          </p:nvSpPr>
          <p:spPr>
            <a:xfrm>
              <a:off x="39767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37" name="Freeform: Shape 1636">
              <a:extLst>
                <a:ext uri="{FF2B5EF4-FFF2-40B4-BE49-F238E27FC236}">
                  <a16:creationId xmlns:a16="http://schemas.microsoft.com/office/drawing/2014/main" id="{5879708F-A969-9F7E-7EE6-78C53ECD8395}"/>
                </a:ext>
              </a:extLst>
            </p:cNvPr>
            <p:cNvSpPr/>
            <p:nvPr/>
          </p:nvSpPr>
          <p:spPr>
            <a:xfrm>
              <a:off x="397678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38" name="Freeform: Shape 1637">
              <a:extLst>
                <a:ext uri="{FF2B5EF4-FFF2-40B4-BE49-F238E27FC236}">
                  <a16:creationId xmlns:a16="http://schemas.microsoft.com/office/drawing/2014/main" id="{B87D09FE-4E4F-6DBB-F7B7-CBE2BF26133F}"/>
                </a:ext>
              </a:extLst>
            </p:cNvPr>
            <p:cNvSpPr/>
            <p:nvPr/>
          </p:nvSpPr>
          <p:spPr>
            <a:xfrm>
              <a:off x="397678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39" name="Freeform: Shape 1638">
              <a:extLst>
                <a:ext uri="{FF2B5EF4-FFF2-40B4-BE49-F238E27FC236}">
                  <a16:creationId xmlns:a16="http://schemas.microsoft.com/office/drawing/2014/main" id="{9B72805F-1FA8-6C78-3779-6BF20EDE885C}"/>
                </a:ext>
              </a:extLst>
            </p:cNvPr>
            <p:cNvSpPr/>
            <p:nvPr/>
          </p:nvSpPr>
          <p:spPr>
            <a:xfrm>
              <a:off x="3767484"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0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40" name="Freeform: Shape 1639">
              <a:extLst>
                <a:ext uri="{FF2B5EF4-FFF2-40B4-BE49-F238E27FC236}">
                  <a16:creationId xmlns:a16="http://schemas.microsoft.com/office/drawing/2014/main" id="{37E84D5F-A8DD-65A9-3198-0E160C5777A3}"/>
                </a:ext>
              </a:extLst>
            </p:cNvPr>
            <p:cNvSpPr/>
            <p:nvPr/>
          </p:nvSpPr>
          <p:spPr>
            <a:xfrm>
              <a:off x="512796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41" name="Freeform: Shape 1640">
              <a:extLst>
                <a:ext uri="{FF2B5EF4-FFF2-40B4-BE49-F238E27FC236}">
                  <a16:creationId xmlns:a16="http://schemas.microsoft.com/office/drawing/2014/main" id="{90030BDC-C519-D6DA-A6C3-9DFD839DC7F3}"/>
                </a:ext>
              </a:extLst>
            </p:cNvPr>
            <p:cNvSpPr/>
            <p:nvPr/>
          </p:nvSpPr>
          <p:spPr>
            <a:xfrm>
              <a:off x="512796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42" name="Freeform: Shape 1641">
              <a:extLst>
                <a:ext uri="{FF2B5EF4-FFF2-40B4-BE49-F238E27FC236}">
                  <a16:creationId xmlns:a16="http://schemas.microsoft.com/office/drawing/2014/main" id="{F348435C-3E74-9FFA-2FCE-0C974A903F72}"/>
                </a:ext>
              </a:extLst>
            </p:cNvPr>
            <p:cNvSpPr/>
            <p:nvPr/>
          </p:nvSpPr>
          <p:spPr>
            <a:xfrm>
              <a:off x="4918660"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643" name="Freeform: Shape 1642">
              <a:extLst>
                <a:ext uri="{FF2B5EF4-FFF2-40B4-BE49-F238E27FC236}">
                  <a16:creationId xmlns:a16="http://schemas.microsoft.com/office/drawing/2014/main" id="{9131B651-2556-4EAA-DB49-BBADE67AD809}"/>
                </a:ext>
              </a:extLst>
            </p:cNvPr>
            <p:cNvSpPr/>
            <p:nvPr/>
          </p:nvSpPr>
          <p:spPr>
            <a:xfrm>
              <a:off x="4081442"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44" name="Freeform: Shape 1643">
              <a:extLst>
                <a:ext uri="{FF2B5EF4-FFF2-40B4-BE49-F238E27FC236}">
                  <a16:creationId xmlns:a16="http://schemas.microsoft.com/office/drawing/2014/main" id="{16728297-54AF-53C4-9005-058E1F62AE48}"/>
                </a:ext>
              </a:extLst>
            </p:cNvPr>
            <p:cNvSpPr/>
            <p:nvPr/>
          </p:nvSpPr>
          <p:spPr>
            <a:xfrm>
              <a:off x="272096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45" name="Freeform: Shape 1644">
              <a:extLst>
                <a:ext uri="{FF2B5EF4-FFF2-40B4-BE49-F238E27FC236}">
                  <a16:creationId xmlns:a16="http://schemas.microsoft.com/office/drawing/2014/main" id="{55A85AFC-4DBB-3A0D-1C30-A8AF5C0B87D5}"/>
                </a:ext>
              </a:extLst>
            </p:cNvPr>
            <p:cNvSpPr/>
            <p:nvPr/>
          </p:nvSpPr>
          <p:spPr>
            <a:xfrm>
              <a:off x="230235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46" name="Freeform: Shape 1645">
              <a:extLst>
                <a:ext uri="{FF2B5EF4-FFF2-40B4-BE49-F238E27FC236}">
                  <a16:creationId xmlns:a16="http://schemas.microsoft.com/office/drawing/2014/main" id="{2111E199-9775-A83D-169C-18F2BF50F550}"/>
                </a:ext>
              </a:extLst>
            </p:cNvPr>
            <p:cNvSpPr/>
            <p:nvPr/>
          </p:nvSpPr>
          <p:spPr>
            <a:xfrm>
              <a:off x="837218"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647" name="Freeform: Shape 1646">
              <a:extLst>
                <a:ext uri="{FF2B5EF4-FFF2-40B4-BE49-F238E27FC236}">
                  <a16:creationId xmlns:a16="http://schemas.microsoft.com/office/drawing/2014/main" id="{60439AF5-C2E8-440E-6896-997AAC69DEB3}"/>
                </a:ext>
              </a:extLst>
            </p:cNvPr>
            <p:cNvSpPr/>
            <p:nvPr/>
          </p:nvSpPr>
          <p:spPr>
            <a:xfrm>
              <a:off x="62791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48" name="Freeform: Shape 1647">
              <a:extLst>
                <a:ext uri="{FF2B5EF4-FFF2-40B4-BE49-F238E27FC236}">
                  <a16:creationId xmlns:a16="http://schemas.microsoft.com/office/drawing/2014/main" id="{1AEA7353-43EF-D881-3D92-C8A5FCA78A22}"/>
                </a:ext>
              </a:extLst>
            </p:cNvPr>
            <p:cNvSpPr/>
            <p:nvPr/>
          </p:nvSpPr>
          <p:spPr>
            <a:xfrm>
              <a:off x="31395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49" name="Freeform: Shape 1648">
              <a:extLst>
                <a:ext uri="{FF2B5EF4-FFF2-40B4-BE49-F238E27FC236}">
                  <a16:creationId xmlns:a16="http://schemas.microsoft.com/office/drawing/2014/main" id="{97DE9478-B055-BEC1-95F8-B727F5BC8EAE}"/>
                </a:ext>
              </a:extLst>
            </p:cNvPr>
            <p:cNvSpPr/>
            <p:nvPr/>
          </p:nvSpPr>
          <p:spPr>
            <a:xfrm>
              <a:off x="209304"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650" name="Freeform: Shape 1649">
              <a:extLst>
                <a:ext uri="{FF2B5EF4-FFF2-40B4-BE49-F238E27FC236}">
                  <a16:creationId xmlns:a16="http://schemas.microsoft.com/office/drawing/2014/main" id="{AEBB8FE5-7C6A-743A-2722-BE4667E4FA54}"/>
                </a:ext>
              </a:extLst>
            </p:cNvPr>
            <p:cNvSpPr/>
            <p:nvPr/>
          </p:nvSpPr>
          <p:spPr>
            <a:xfrm>
              <a:off x="209304" y="418772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51" name="Freeform: Shape 1650">
              <a:extLst>
                <a:ext uri="{FF2B5EF4-FFF2-40B4-BE49-F238E27FC236}">
                  <a16:creationId xmlns:a16="http://schemas.microsoft.com/office/drawing/2014/main" id="{B320B446-D58A-D2B9-B74C-7C0B0ABDBF8A}"/>
                </a:ext>
              </a:extLst>
            </p:cNvPr>
            <p:cNvSpPr/>
            <p:nvPr/>
          </p:nvSpPr>
          <p:spPr>
            <a:xfrm>
              <a:off x="5337270" y="3245509"/>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40" y="38721"/>
                  </a:cubicBezTo>
                  <a:cubicBezTo>
                    <a:pt x="7674" y="46745"/>
                    <a:pt x="16047" y="52326"/>
                    <a:pt x="26163" y="52326"/>
                  </a:cubicBezTo>
                  <a:cubicBezTo>
                    <a:pt x="40465" y="52326"/>
                    <a:pt x="52326" y="40465"/>
                    <a:pt x="52326" y="26163"/>
                  </a:cubicBezTo>
                  <a:lnTo>
                    <a:pt x="52326" y="26163"/>
                  </a:lnTo>
                  <a:cubicBezTo>
                    <a:pt x="52326" y="21628"/>
                    <a:pt x="51279" y="17442"/>
                    <a:pt x="49187" y="13605"/>
                  </a:cubicBezTo>
                  <a:cubicBezTo>
                    <a:pt x="44652" y="5581"/>
                    <a:pt x="36280"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1652" name="Freeform: Shape 1651">
              <a:extLst>
                <a:ext uri="{FF2B5EF4-FFF2-40B4-BE49-F238E27FC236}">
                  <a16:creationId xmlns:a16="http://schemas.microsoft.com/office/drawing/2014/main" id="{FB2E4639-C3E3-94BF-F25B-C99163EA582B}"/>
                </a:ext>
              </a:extLst>
            </p:cNvPr>
            <p:cNvSpPr/>
            <p:nvPr/>
          </p:nvSpPr>
          <p:spPr>
            <a:xfrm>
              <a:off x="4081442"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977 w 52326"/>
                <a:gd name="connsiteY3" fmla="*/ 21977 h 52326"/>
                <a:gd name="connsiteX4" fmla="*/ 26163 w 52326"/>
                <a:gd name="connsiteY4" fmla="*/ 0 h 52326"/>
                <a:gd name="connsiteX5" fmla="*/ 0 w 52326"/>
                <a:gd name="connsiteY5" fmla="*/ 26163 h 52326"/>
                <a:gd name="connsiteX6" fmla="*/ 1047 w 52326"/>
                <a:gd name="connsiteY6" fmla="*/ 3383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5" y="52326"/>
                    <a:pt x="52326" y="40466"/>
                    <a:pt x="52326" y="26163"/>
                  </a:cubicBezTo>
                  <a:cubicBezTo>
                    <a:pt x="52326" y="24768"/>
                    <a:pt x="52326" y="23372"/>
                    <a:pt x="51977" y="21977"/>
                  </a:cubicBezTo>
                  <a:cubicBezTo>
                    <a:pt x="49884" y="9419"/>
                    <a:pt x="39070"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1653" name="Freeform: Shape 1652">
              <a:extLst>
                <a:ext uri="{FF2B5EF4-FFF2-40B4-BE49-F238E27FC236}">
                  <a16:creationId xmlns:a16="http://schemas.microsoft.com/office/drawing/2014/main" id="{E647338D-6955-30AB-B056-42D3B16FB94A}"/>
                </a:ext>
              </a:extLst>
            </p:cNvPr>
            <p:cNvSpPr/>
            <p:nvPr/>
          </p:nvSpPr>
          <p:spPr>
            <a:xfrm>
              <a:off x="2302351" y="4605990"/>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79 h 52326"/>
                <a:gd name="connsiteX9" fmla="*/ 2791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791" y="38373"/>
                  </a:moveTo>
                  <a:cubicBezTo>
                    <a:pt x="2791" y="38373"/>
                    <a:pt x="2791" y="38721"/>
                    <a:pt x="3140" y="38721"/>
                  </a:cubicBezTo>
                  <a:cubicBezTo>
                    <a:pt x="7675" y="46745"/>
                    <a:pt x="16047"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1654" name="Freeform: Shape 1653">
              <a:extLst>
                <a:ext uri="{FF2B5EF4-FFF2-40B4-BE49-F238E27FC236}">
                  <a16:creationId xmlns:a16="http://schemas.microsoft.com/office/drawing/2014/main" id="{C7520A14-2848-7AFA-0327-57E6CCA7E5CE}"/>
                </a:ext>
              </a:extLst>
            </p:cNvPr>
            <p:cNvSpPr/>
            <p:nvPr/>
          </p:nvSpPr>
          <p:spPr>
            <a:xfrm>
              <a:off x="4290746"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1655" name="Freeform: Shape 1654">
              <a:extLst>
                <a:ext uri="{FF2B5EF4-FFF2-40B4-BE49-F238E27FC236}">
                  <a16:creationId xmlns:a16="http://schemas.microsoft.com/office/drawing/2014/main" id="{EEB3D960-AD1F-D066-E26C-4760E91C437A}"/>
                </a:ext>
              </a:extLst>
            </p:cNvPr>
            <p:cNvSpPr/>
            <p:nvPr/>
          </p:nvSpPr>
          <p:spPr>
            <a:xfrm>
              <a:off x="3034569" y="4397034"/>
              <a:ext cx="52674" cy="52674"/>
            </a:xfrm>
            <a:custGeom>
              <a:avLst/>
              <a:gdLst>
                <a:gd name="connsiteX0" fmla="*/ 52675 w 52674"/>
                <a:gd name="connsiteY0" fmla="*/ 26163 h 52674"/>
                <a:gd name="connsiteX1" fmla="*/ 26512 w 52674"/>
                <a:gd name="connsiteY1" fmla="*/ 0 h 52674"/>
                <a:gd name="connsiteX2" fmla="*/ 23721 w 52674"/>
                <a:gd name="connsiteY2" fmla="*/ 0 h 52674"/>
                <a:gd name="connsiteX3" fmla="*/ 4535 w 52674"/>
                <a:gd name="connsiteY3" fmla="*/ 11512 h 52674"/>
                <a:gd name="connsiteX4" fmla="*/ 2791 w 52674"/>
                <a:gd name="connsiteY4" fmla="*/ 14651 h 52674"/>
                <a:gd name="connsiteX5" fmla="*/ 349 w 52674"/>
                <a:gd name="connsiteY5" fmla="*/ 22675 h 52674"/>
                <a:gd name="connsiteX6" fmla="*/ 0 w 52674"/>
                <a:gd name="connsiteY6" fmla="*/ 26163 h 52674"/>
                <a:gd name="connsiteX7" fmla="*/ 0 w 52674"/>
                <a:gd name="connsiteY7" fmla="*/ 26163 h 52674"/>
                <a:gd name="connsiteX8" fmla="*/ 349 w 52674"/>
                <a:gd name="connsiteY8" fmla="*/ 29303 h 52674"/>
                <a:gd name="connsiteX9" fmla="*/ 2442 w 52674"/>
                <a:gd name="connsiteY9" fmla="*/ 36628 h 52674"/>
                <a:gd name="connsiteX10" fmla="*/ 5930 w 52674"/>
                <a:gd name="connsiteY10" fmla="*/ 42559 h 52674"/>
                <a:gd name="connsiteX11" fmla="*/ 8023 w 52674"/>
                <a:gd name="connsiteY11" fmla="*/ 45001 h 52674"/>
                <a:gd name="connsiteX12" fmla="*/ 26512 w 52674"/>
                <a:gd name="connsiteY12" fmla="*/ 52675 h 52674"/>
                <a:gd name="connsiteX13" fmla="*/ 52675 w 52674"/>
                <a:gd name="connsiteY13" fmla="*/ 26163 h 52674"/>
                <a:gd name="connsiteX14" fmla="*/ 52675 w 52674"/>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4" h="52674">
                  <a:moveTo>
                    <a:pt x="52675" y="26163"/>
                  </a:moveTo>
                  <a:cubicBezTo>
                    <a:pt x="52675" y="11861"/>
                    <a:pt x="40814" y="0"/>
                    <a:pt x="26512" y="0"/>
                  </a:cubicBezTo>
                  <a:cubicBezTo>
                    <a:pt x="25465" y="0"/>
                    <a:pt x="24768" y="0"/>
                    <a:pt x="23721" y="0"/>
                  </a:cubicBezTo>
                  <a:cubicBezTo>
                    <a:pt x="15698" y="698"/>
                    <a:pt x="9070" y="5233"/>
                    <a:pt x="4535" y="11512"/>
                  </a:cubicBezTo>
                  <a:cubicBezTo>
                    <a:pt x="3837" y="12558"/>
                    <a:pt x="3139"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814"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1656" name="Freeform: Shape 1655">
              <a:extLst>
                <a:ext uri="{FF2B5EF4-FFF2-40B4-BE49-F238E27FC236}">
                  <a16:creationId xmlns:a16="http://schemas.microsoft.com/office/drawing/2014/main" id="{1E14BF84-BC0B-045B-620A-B6D1AC112D27}"/>
                </a:ext>
              </a:extLst>
            </p:cNvPr>
            <p:cNvSpPr/>
            <p:nvPr/>
          </p:nvSpPr>
          <p:spPr>
            <a:xfrm>
              <a:off x="533727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57" name="Freeform: Shape 1656">
              <a:extLst>
                <a:ext uri="{FF2B5EF4-FFF2-40B4-BE49-F238E27FC236}">
                  <a16:creationId xmlns:a16="http://schemas.microsoft.com/office/drawing/2014/main" id="{19833F7B-7CAD-8074-75FA-D36E7E1BEE5B}"/>
                </a:ext>
              </a:extLst>
            </p:cNvPr>
            <p:cNvSpPr/>
            <p:nvPr/>
          </p:nvSpPr>
          <p:spPr>
            <a:xfrm>
              <a:off x="533727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58" name="Freeform: Shape 1657">
              <a:extLst>
                <a:ext uri="{FF2B5EF4-FFF2-40B4-BE49-F238E27FC236}">
                  <a16:creationId xmlns:a16="http://schemas.microsoft.com/office/drawing/2014/main" id="{1117B88D-4C3F-EC4B-144B-9D33CF7B2541}"/>
                </a:ext>
              </a:extLst>
            </p:cNvPr>
            <p:cNvSpPr/>
            <p:nvPr/>
          </p:nvSpPr>
          <p:spPr>
            <a:xfrm>
              <a:off x="52326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59" name="Freeform: Shape 1658">
              <a:extLst>
                <a:ext uri="{FF2B5EF4-FFF2-40B4-BE49-F238E27FC236}">
                  <a16:creationId xmlns:a16="http://schemas.microsoft.com/office/drawing/2014/main" id="{000E4CDC-8D56-9099-A31A-210118F2A148}"/>
                </a:ext>
              </a:extLst>
            </p:cNvPr>
            <p:cNvSpPr/>
            <p:nvPr/>
          </p:nvSpPr>
          <p:spPr>
            <a:xfrm>
              <a:off x="5023313"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660" name="Freeform: Shape 1659">
              <a:extLst>
                <a:ext uri="{FF2B5EF4-FFF2-40B4-BE49-F238E27FC236}">
                  <a16:creationId xmlns:a16="http://schemas.microsoft.com/office/drawing/2014/main" id="{D3C59777-784B-00C3-B5C2-BAB99ADC39E8}"/>
                </a:ext>
              </a:extLst>
            </p:cNvPr>
            <p:cNvSpPr/>
            <p:nvPr/>
          </p:nvSpPr>
          <p:spPr>
            <a:xfrm>
              <a:off x="418609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61" name="Freeform: Shape 1660">
              <a:extLst>
                <a:ext uri="{FF2B5EF4-FFF2-40B4-BE49-F238E27FC236}">
                  <a16:creationId xmlns:a16="http://schemas.microsoft.com/office/drawing/2014/main" id="{C9199D0A-9BD0-7A9B-A1CE-D77F064ADFE1}"/>
                </a:ext>
              </a:extLst>
            </p:cNvPr>
            <p:cNvSpPr/>
            <p:nvPr/>
          </p:nvSpPr>
          <p:spPr>
            <a:xfrm>
              <a:off x="4186094" y="4501686"/>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662" name="Freeform: Shape 1661">
              <a:extLst>
                <a:ext uri="{FF2B5EF4-FFF2-40B4-BE49-F238E27FC236}">
                  <a16:creationId xmlns:a16="http://schemas.microsoft.com/office/drawing/2014/main" id="{AB5C43A2-5BB2-BFCF-09A2-8FC1884CA32A}"/>
                </a:ext>
              </a:extLst>
            </p:cNvPr>
            <p:cNvSpPr/>
            <p:nvPr/>
          </p:nvSpPr>
          <p:spPr>
            <a:xfrm>
              <a:off x="418609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63" name="Freeform: Shape 1662">
              <a:extLst>
                <a:ext uri="{FF2B5EF4-FFF2-40B4-BE49-F238E27FC236}">
                  <a16:creationId xmlns:a16="http://schemas.microsoft.com/office/drawing/2014/main" id="{D8628048-7B5E-4DE5-305C-483F628B505B}"/>
                </a:ext>
              </a:extLst>
            </p:cNvPr>
            <p:cNvSpPr/>
            <p:nvPr/>
          </p:nvSpPr>
          <p:spPr>
            <a:xfrm>
              <a:off x="5127965"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664" name="Freeform: Shape 1663">
              <a:extLst>
                <a:ext uri="{FF2B5EF4-FFF2-40B4-BE49-F238E27FC236}">
                  <a16:creationId xmlns:a16="http://schemas.microsoft.com/office/drawing/2014/main" id="{B363A120-91BD-D822-3A77-F6ADD6EBF08A}"/>
                </a:ext>
              </a:extLst>
            </p:cNvPr>
            <p:cNvSpPr/>
            <p:nvPr/>
          </p:nvSpPr>
          <p:spPr>
            <a:xfrm>
              <a:off x="49186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65" name="Freeform: Shape 1664">
              <a:extLst>
                <a:ext uri="{FF2B5EF4-FFF2-40B4-BE49-F238E27FC236}">
                  <a16:creationId xmlns:a16="http://schemas.microsoft.com/office/drawing/2014/main" id="{6F606B09-7830-293D-D78D-C269EFE704AA}"/>
                </a:ext>
              </a:extLst>
            </p:cNvPr>
            <p:cNvSpPr/>
            <p:nvPr/>
          </p:nvSpPr>
          <p:spPr>
            <a:xfrm>
              <a:off x="408144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66" name="Freeform: Shape 1665">
              <a:extLst>
                <a:ext uri="{FF2B5EF4-FFF2-40B4-BE49-F238E27FC236}">
                  <a16:creationId xmlns:a16="http://schemas.microsoft.com/office/drawing/2014/main" id="{11FA5240-F82B-E257-2971-48408627ED22}"/>
                </a:ext>
              </a:extLst>
            </p:cNvPr>
            <p:cNvSpPr/>
            <p:nvPr/>
          </p:nvSpPr>
          <p:spPr>
            <a:xfrm>
              <a:off x="355818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67" name="Freeform: Shape 1666">
              <a:extLst>
                <a:ext uri="{FF2B5EF4-FFF2-40B4-BE49-F238E27FC236}">
                  <a16:creationId xmlns:a16="http://schemas.microsoft.com/office/drawing/2014/main" id="{508F017A-FFD3-98F2-B6D2-736AAF7D5087}"/>
                </a:ext>
              </a:extLst>
            </p:cNvPr>
            <p:cNvSpPr/>
            <p:nvPr/>
          </p:nvSpPr>
          <p:spPr>
            <a:xfrm>
              <a:off x="324422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68" name="Freeform: Shape 1667">
              <a:extLst>
                <a:ext uri="{FF2B5EF4-FFF2-40B4-BE49-F238E27FC236}">
                  <a16:creationId xmlns:a16="http://schemas.microsoft.com/office/drawing/2014/main" id="{8DA21BC3-9D07-DD50-E80B-CE28E2837C7D}"/>
                </a:ext>
              </a:extLst>
            </p:cNvPr>
            <p:cNvSpPr/>
            <p:nvPr/>
          </p:nvSpPr>
          <p:spPr>
            <a:xfrm>
              <a:off x="3244223"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69" name="Freeform: Shape 1668">
              <a:extLst>
                <a:ext uri="{FF2B5EF4-FFF2-40B4-BE49-F238E27FC236}">
                  <a16:creationId xmlns:a16="http://schemas.microsoft.com/office/drawing/2014/main" id="{E15434E6-DAE1-F36C-1090-B95AFFF36637}"/>
                </a:ext>
              </a:extLst>
            </p:cNvPr>
            <p:cNvSpPr/>
            <p:nvPr/>
          </p:nvSpPr>
          <p:spPr>
            <a:xfrm>
              <a:off x="293026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70" name="Freeform: Shape 1669">
              <a:extLst>
                <a:ext uri="{FF2B5EF4-FFF2-40B4-BE49-F238E27FC236}">
                  <a16:creationId xmlns:a16="http://schemas.microsoft.com/office/drawing/2014/main" id="{AE06655F-AF08-803C-D30D-CDC27CB8B593}"/>
                </a:ext>
              </a:extLst>
            </p:cNvPr>
            <p:cNvSpPr/>
            <p:nvPr/>
          </p:nvSpPr>
          <p:spPr>
            <a:xfrm>
              <a:off x="293026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71" name="Freeform: Shape 1670">
              <a:extLst>
                <a:ext uri="{FF2B5EF4-FFF2-40B4-BE49-F238E27FC236}">
                  <a16:creationId xmlns:a16="http://schemas.microsoft.com/office/drawing/2014/main" id="{6A6F3EF4-5AF6-2D3A-5E55-6525BB7238FF}"/>
                </a:ext>
              </a:extLst>
            </p:cNvPr>
            <p:cNvSpPr/>
            <p:nvPr/>
          </p:nvSpPr>
          <p:spPr>
            <a:xfrm>
              <a:off x="25116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72" name="Freeform: Shape 1671">
              <a:extLst>
                <a:ext uri="{FF2B5EF4-FFF2-40B4-BE49-F238E27FC236}">
                  <a16:creationId xmlns:a16="http://schemas.microsoft.com/office/drawing/2014/main" id="{29E243E3-5961-07A4-1D56-B1C478BAEF07}"/>
                </a:ext>
              </a:extLst>
            </p:cNvPr>
            <p:cNvSpPr/>
            <p:nvPr/>
          </p:nvSpPr>
          <p:spPr>
            <a:xfrm>
              <a:off x="2302351"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673" name="Freeform: Shape 1672">
              <a:extLst>
                <a:ext uri="{FF2B5EF4-FFF2-40B4-BE49-F238E27FC236}">
                  <a16:creationId xmlns:a16="http://schemas.microsoft.com/office/drawing/2014/main" id="{BC7039FE-6FBE-58FF-DD29-5349ACB0902A}"/>
                </a:ext>
              </a:extLst>
            </p:cNvPr>
            <p:cNvSpPr/>
            <p:nvPr/>
          </p:nvSpPr>
          <p:spPr>
            <a:xfrm>
              <a:off x="230235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74" name="Freeform: Shape 1673">
              <a:extLst>
                <a:ext uri="{FF2B5EF4-FFF2-40B4-BE49-F238E27FC236}">
                  <a16:creationId xmlns:a16="http://schemas.microsoft.com/office/drawing/2014/main" id="{05947EEF-0B07-E657-360E-46419567BBD0}"/>
                </a:ext>
              </a:extLst>
            </p:cNvPr>
            <p:cNvSpPr/>
            <p:nvPr/>
          </p:nvSpPr>
          <p:spPr>
            <a:xfrm>
              <a:off x="2093047"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675" name="Freeform: Shape 1674">
              <a:extLst>
                <a:ext uri="{FF2B5EF4-FFF2-40B4-BE49-F238E27FC236}">
                  <a16:creationId xmlns:a16="http://schemas.microsoft.com/office/drawing/2014/main" id="{761477F6-E3D4-FA60-EC3D-9EF21C57015F}"/>
                </a:ext>
              </a:extLst>
            </p:cNvPr>
            <p:cNvSpPr/>
            <p:nvPr/>
          </p:nvSpPr>
          <p:spPr>
            <a:xfrm>
              <a:off x="1674437"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1" y="0"/>
                    <a:pt x="0" y="11861"/>
                    <a:pt x="0" y="26163"/>
                  </a:cubicBezTo>
                  <a:lnTo>
                    <a:pt x="0" y="26163"/>
                  </a:lnTo>
                  <a:lnTo>
                    <a:pt x="0" y="26163"/>
                  </a:ln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676" name="Freeform: Shape 1675">
              <a:extLst>
                <a:ext uri="{FF2B5EF4-FFF2-40B4-BE49-F238E27FC236}">
                  <a16:creationId xmlns:a16="http://schemas.microsoft.com/office/drawing/2014/main" id="{C46A83E0-99FE-3AD4-F06F-6F82D1CFCF0A}"/>
                </a:ext>
              </a:extLst>
            </p:cNvPr>
            <p:cNvSpPr/>
            <p:nvPr/>
          </p:nvSpPr>
          <p:spPr>
            <a:xfrm>
              <a:off x="146513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77" name="Freeform: Shape 1676">
              <a:extLst>
                <a:ext uri="{FF2B5EF4-FFF2-40B4-BE49-F238E27FC236}">
                  <a16:creationId xmlns:a16="http://schemas.microsoft.com/office/drawing/2014/main" id="{10C8C0F4-1944-6FDD-F5C0-E788505F1EE5}"/>
                </a:ext>
              </a:extLst>
            </p:cNvPr>
            <p:cNvSpPr/>
            <p:nvPr/>
          </p:nvSpPr>
          <p:spPr>
            <a:xfrm>
              <a:off x="115117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78" name="Freeform: Shape 1677">
              <a:extLst>
                <a:ext uri="{FF2B5EF4-FFF2-40B4-BE49-F238E27FC236}">
                  <a16:creationId xmlns:a16="http://schemas.microsoft.com/office/drawing/2014/main" id="{F4E5BFF1-C6DA-D882-6BBC-A0A986016500}"/>
                </a:ext>
              </a:extLst>
            </p:cNvPr>
            <p:cNvSpPr/>
            <p:nvPr/>
          </p:nvSpPr>
          <p:spPr>
            <a:xfrm>
              <a:off x="62791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79" name="Freeform: Shape 1678">
              <a:extLst>
                <a:ext uri="{FF2B5EF4-FFF2-40B4-BE49-F238E27FC236}">
                  <a16:creationId xmlns:a16="http://schemas.microsoft.com/office/drawing/2014/main" id="{493855FB-1C91-DE5D-A931-ED1CC8A93D79}"/>
                </a:ext>
              </a:extLst>
            </p:cNvPr>
            <p:cNvSpPr/>
            <p:nvPr/>
          </p:nvSpPr>
          <p:spPr>
            <a:xfrm>
              <a:off x="62791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80" name="Freeform: Shape 1679">
              <a:extLst>
                <a:ext uri="{FF2B5EF4-FFF2-40B4-BE49-F238E27FC236}">
                  <a16:creationId xmlns:a16="http://schemas.microsoft.com/office/drawing/2014/main" id="{EAB24608-86CD-3C87-4804-4D0CA252BAB1}"/>
                </a:ext>
              </a:extLst>
            </p:cNvPr>
            <p:cNvSpPr/>
            <p:nvPr/>
          </p:nvSpPr>
          <p:spPr>
            <a:xfrm>
              <a:off x="3244223" y="4187729"/>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6" y="0"/>
                    <a:pt x="7675" y="5581"/>
                    <a:pt x="3140" y="13605"/>
                  </a:cubicBezTo>
                  <a:cubicBezTo>
                    <a:pt x="2791" y="14302"/>
                    <a:pt x="2442" y="15000"/>
                    <a:pt x="2093" y="16047"/>
                  </a:cubicBezTo>
                  <a:cubicBezTo>
                    <a:pt x="698" y="19186"/>
                    <a:pt x="0" y="22675"/>
                    <a:pt x="0" y="26163"/>
                  </a:cubicBezTo>
                  <a:cubicBezTo>
                    <a:pt x="0" y="40465"/>
                    <a:pt x="11861" y="52326"/>
                    <a:pt x="26163" y="52326"/>
                  </a:cubicBezTo>
                  <a:lnTo>
                    <a:pt x="26163" y="52326"/>
                  </a:ln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681" name="Freeform: Shape 1680">
              <a:extLst>
                <a:ext uri="{FF2B5EF4-FFF2-40B4-BE49-F238E27FC236}">
                  <a16:creationId xmlns:a16="http://schemas.microsoft.com/office/drawing/2014/main" id="{1948771A-97CD-B22E-50AF-7B19F4984233}"/>
                </a:ext>
              </a:extLst>
            </p:cNvPr>
            <p:cNvSpPr/>
            <p:nvPr/>
          </p:nvSpPr>
          <p:spPr>
            <a:xfrm>
              <a:off x="5127965" y="5234253"/>
              <a:ext cx="52326" cy="52326"/>
            </a:xfrm>
            <a:custGeom>
              <a:avLst/>
              <a:gdLst>
                <a:gd name="connsiteX0" fmla="*/ 33837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1682" name="Freeform: Shape 1681">
              <a:extLst>
                <a:ext uri="{FF2B5EF4-FFF2-40B4-BE49-F238E27FC236}">
                  <a16:creationId xmlns:a16="http://schemas.microsoft.com/office/drawing/2014/main" id="{BDD48A50-1FE9-0C1B-3AD9-A308519628F5}"/>
                </a:ext>
              </a:extLst>
            </p:cNvPr>
            <p:cNvSpPr/>
            <p:nvPr/>
          </p:nvSpPr>
          <p:spPr>
            <a:xfrm>
              <a:off x="3872478" y="3455511"/>
              <a:ext cx="52333" cy="51977"/>
            </a:xfrm>
            <a:custGeom>
              <a:avLst/>
              <a:gdLst>
                <a:gd name="connsiteX0" fmla="*/ 25822 w 52333"/>
                <a:gd name="connsiteY0" fmla="*/ 51977 h 51977"/>
                <a:gd name="connsiteX1" fmla="*/ 38380 w 52333"/>
                <a:gd name="connsiteY1" fmla="*/ 48838 h 51977"/>
                <a:gd name="connsiteX2" fmla="*/ 39078 w 52333"/>
                <a:gd name="connsiteY2" fmla="*/ 48489 h 51977"/>
                <a:gd name="connsiteX3" fmla="*/ 41171 w 52333"/>
                <a:gd name="connsiteY3" fmla="*/ 47094 h 51977"/>
                <a:gd name="connsiteX4" fmla="*/ 44311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2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2" y="51977"/>
                  </a:moveTo>
                  <a:cubicBezTo>
                    <a:pt x="30357" y="51977"/>
                    <a:pt x="34543" y="50931"/>
                    <a:pt x="38380" y="48838"/>
                  </a:cubicBezTo>
                  <a:cubicBezTo>
                    <a:pt x="38729" y="48838"/>
                    <a:pt x="38729" y="48489"/>
                    <a:pt x="39078" y="48489"/>
                  </a:cubicBezTo>
                  <a:cubicBezTo>
                    <a:pt x="39775" y="48140"/>
                    <a:pt x="40473" y="47791"/>
                    <a:pt x="41171" y="47094"/>
                  </a:cubicBezTo>
                  <a:cubicBezTo>
                    <a:pt x="42217" y="46396"/>
                    <a:pt x="43264" y="45349"/>
                    <a:pt x="44311" y="44652"/>
                  </a:cubicBezTo>
                  <a:cubicBezTo>
                    <a:pt x="44311" y="44652"/>
                    <a:pt x="44311"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2" y="1744"/>
                    <a:pt x="14659" y="2791"/>
                  </a:cubicBezTo>
                  <a:cubicBezTo>
                    <a:pt x="12217" y="4186"/>
                    <a:pt x="9775" y="5582"/>
                    <a:pt x="7682" y="7675"/>
                  </a:cubicBezTo>
                  <a:cubicBezTo>
                    <a:pt x="2798" y="12558"/>
                    <a:pt x="8" y="18838"/>
                    <a:pt x="8" y="26163"/>
                  </a:cubicBezTo>
                  <a:cubicBezTo>
                    <a:pt x="-341" y="40117"/>
                    <a:pt x="11519" y="51977"/>
                    <a:pt x="25822" y="51977"/>
                  </a:cubicBezTo>
                  <a:close/>
                </a:path>
              </a:pathLst>
            </a:custGeom>
            <a:grpFill/>
            <a:ln w="3488" cap="flat">
              <a:noFill/>
              <a:prstDash val="solid"/>
              <a:miter/>
            </a:ln>
          </p:spPr>
          <p:txBody>
            <a:bodyPr rtlCol="0" anchor="ctr"/>
            <a:lstStyle/>
            <a:p>
              <a:endParaRPr lang="en-ID"/>
            </a:p>
          </p:txBody>
        </p:sp>
        <p:sp>
          <p:nvSpPr>
            <p:cNvPr id="1683" name="Freeform: Shape 1682">
              <a:extLst>
                <a:ext uri="{FF2B5EF4-FFF2-40B4-BE49-F238E27FC236}">
                  <a16:creationId xmlns:a16="http://schemas.microsoft.com/office/drawing/2014/main" id="{C47A5318-E431-1FC1-689B-9F9CEEA1C33B}"/>
                </a:ext>
              </a:extLst>
            </p:cNvPr>
            <p:cNvSpPr/>
            <p:nvPr/>
          </p:nvSpPr>
          <p:spPr>
            <a:xfrm>
              <a:off x="52326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84" name="Freeform: Shape 1683">
              <a:extLst>
                <a:ext uri="{FF2B5EF4-FFF2-40B4-BE49-F238E27FC236}">
                  <a16:creationId xmlns:a16="http://schemas.microsoft.com/office/drawing/2014/main" id="{62E1B73B-68F9-5EF2-EA38-125CFD216E54}"/>
                </a:ext>
              </a:extLst>
            </p:cNvPr>
            <p:cNvSpPr/>
            <p:nvPr/>
          </p:nvSpPr>
          <p:spPr>
            <a:xfrm>
              <a:off x="5755879" y="2199334"/>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85" name="Freeform: Shape 1684">
              <a:extLst>
                <a:ext uri="{FF2B5EF4-FFF2-40B4-BE49-F238E27FC236}">
                  <a16:creationId xmlns:a16="http://schemas.microsoft.com/office/drawing/2014/main" id="{E5F02024-80AB-74FB-0C97-2545E5222126}"/>
                </a:ext>
              </a:extLst>
            </p:cNvPr>
            <p:cNvSpPr/>
            <p:nvPr/>
          </p:nvSpPr>
          <p:spPr>
            <a:xfrm>
              <a:off x="575587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86" name="Freeform: Shape 1685">
              <a:extLst>
                <a:ext uri="{FF2B5EF4-FFF2-40B4-BE49-F238E27FC236}">
                  <a16:creationId xmlns:a16="http://schemas.microsoft.com/office/drawing/2014/main" id="{29BE3C7E-51AF-CC18-7738-144D2D365F43}"/>
                </a:ext>
              </a:extLst>
            </p:cNvPr>
            <p:cNvSpPr/>
            <p:nvPr/>
          </p:nvSpPr>
          <p:spPr>
            <a:xfrm>
              <a:off x="554657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87" name="Freeform: Shape 1686">
              <a:extLst>
                <a:ext uri="{FF2B5EF4-FFF2-40B4-BE49-F238E27FC236}">
                  <a16:creationId xmlns:a16="http://schemas.microsoft.com/office/drawing/2014/main" id="{A06E9A36-7ADD-D7EA-E8A5-337DC53126C9}"/>
                </a:ext>
              </a:extLst>
            </p:cNvPr>
            <p:cNvSpPr/>
            <p:nvPr/>
          </p:nvSpPr>
          <p:spPr>
            <a:xfrm>
              <a:off x="5023313"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88" name="Freeform: Shape 1687">
              <a:extLst>
                <a:ext uri="{FF2B5EF4-FFF2-40B4-BE49-F238E27FC236}">
                  <a16:creationId xmlns:a16="http://schemas.microsoft.com/office/drawing/2014/main" id="{7F3DDD6F-2816-8ED2-3B3B-E4C729D54AE9}"/>
                </a:ext>
              </a:extLst>
            </p:cNvPr>
            <p:cNvSpPr/>
            <p:nvPr/>
          </p:nvSpPr>
          <p:spPr>
            <a:xfrm>
              <a:off x="460470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89" name="Freeform: Shape 1688">
              <a:extLst>
                <a:ext uri="{FF2B5EF4-FFF2-40B4-BE49-F238E27FC236}">
                  <a16:creationId xmlns:a16="http://schemas.microsoft.com/office/drawing/2014/main" id="{8F88F169-2456-9852-D3DF-A1467C42F451}"/>
                </a:ext>
              </a:extLst>
            </p:cNvPr>
            <p:cNvSpPr/>
            <p:nvPr/>
          </p:nvSpPr>
          <p:spPr>
            <a:xfrm>
              <a:off x="544192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90" name="Freeform: Shape 1689">
              <a:extLst>
                <a:ext uri="{FF2B5EF4-FFF2-40B4-BE49-F238E27FC236}">
                  <a16:creationId xmlns:a16="http://schemas.microsoft.com/office/drawing/2014/main" id="{3EB8B2BE-CD5C-4F68-06D8-9BB01F7C2A42}"/>
                </a:ext>
              </a:extLst>
            </p:cNvPr>
            <p:cNvSpPr/>
            <p:nvPr/>
          </p:nvSpPr>
          <p:spPr>
            <a:xfrm>
              <a:off x="177909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91" name="Freeform: Shape 1690">
              <a:extLst>
                <a:ext uri="{FF2B5EF4-FFF2-40B4-BE49-F238E27FC236}">
                  <a16:creationId xmlns:a16="http://schemas.microsoft.com/office/drawing/2014/main" id="{AA8E13CF-5C60-A1BA-FF0D-F57863ECC3EA}"/>
                </a:ext>
              </a:extLst>
            </p:cNvPr>
            <p:cNvSpPr/>
            <p:nvPr/>
          </p:nvSpPr>
          <p:spPr>
            <a:xfrm>
              <a:off x="16744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92" name="Freeform: Shape 1691">
              <a:extLst>
                <a:ext uri="{FF2B5EF4-FFF2-40B4-BE49-F238E27FC236}">
                  <a16:creationId xmlns:a16="http://schemas.microsoft.com/office/drawing/2014/main" id="{0102B3EE-6726-76D0-A775-7B3AA4831920}"/>
                </a:ext>
              </a:extLst>
            </p:cNvPr>
            <p:cNvSpPr/>
            <p:nvPr/>
          </p:nvSpPr>
          <p:spPr>
            <a:xfrm>
              <a:off x="62791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93" name="Freeform: Shape 1692">
              <a:extLst>
                <a:ext uri="{FF2B5EF4-FFF2-40B4-BE49-F238E27FC236}">
                  <a16:creationId xmlns:a16="http://schemas.microsoft.com/office/drawing/2014/main" id="{CC7BA774-58AB-3291-C64F-E216BCF14221}"/>
                </a:ext>
              </a:extLst>
            </p:cNvPr>
            <p:cNvSpPr/>
            <p:nvPr/>
          </p:nvSpPr>
          <p:spPr>
            <a:xfrm rot="17550026">
              <a:off x="523353" y="5443616"/>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694" name="Freeform: Shape 1693">
              <a:extLst>
                <a:ext uri="{FF2B5EF4-FFF2-40B4-BE49-F238E27FC236}">
                  <a16:creationId xmlns:a16="http://schemas.microsoft.com/office/drawing/2014/main" id="{CCEBC272-4EBA-103A-1847-ED7A223B019A}"/>
                </a:ext>
              </a:extLst>
            </p:cNvPr>
            <p:cNvSpPr/>
            <p:nvPr/>
          </p:nvSpPr>
          <p:spPr>
            <a:xfrm>
              <a:off x="209304"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695" name="Freeform: Shape 1694">
              <a:extLst>
                <a:ext uri="{FF2B5EF4-FFF2-40B4-BE49-F238E27FC236}">
                  <a16:creationId xmlns:a16="http://schemas.microsoft.com/office/drawing/2014/main" id="{CC8E6966-AFAC-6F28-45AF-F9FCC3CC4147}"/>
                </a:ext>
              </a:extLst>
            </p:cNvPr>
            <p:cNvSpPr/>
            <p:nvPr/>
          </p:nvSpPr>
          <p:spPr>
            <a:xfrm>
              <a:off x="5755879" y="3350510"/>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96" name="Freeform: Shape 1695">
              <a:extLst>
                <a:ext uri="{FF2B5EF4-FFF2-40B4-BE49-F238E27FC236}">
                  <a16:creationId xmlns:a16="http://schemas.microsoft.com/office/drawing/2014/main" id="{6B40F929-D60E-B882-E885-E8F1FA7767BD}"/>
                </a:ext>
              </a:extLst>
            </p:cNvPr>
            <p:cNvSpPr/>
            <p:nvPr/>
          </p:nvSpPr>
          <p:spPr>
            <a:xfrm>
              <a:off x="4814008" y="4606338"/>
              <a:ext cx="52326" cy="52326"/>
            </a:xfrm>
            <a:custGeom>
              <a:avLst/>
              <a:gdLst>
                <a:gd name="connsiteX0" fmla="*/ 42908 w 52326"/>
                <a:gd name="connsiteY0" fmla="*/ 5930 h 52326"/>
                <a:gd name="connsiteX1" fmla="*/ 42908 w 52326"/>
                <a:gd name="connsiteY1" fmla="*/ 5930 h 52326"/>
                <a:gd name="connsiteX2" fmla="*/ 38721 w 52326"/>
                <a:gd name="connsiteY2" fmla="*/ 3140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 name="connsiteX10" fmla="*/ 42908 w 52326"/>
                <a:gd name="connsiteY10"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42908" y="5930"/>
                  </a:moveTo>
                  <a:cubicBezTo>
                    <a:pt x="42908" y="5930"/>
                    <a:pt x="42908" y="5930"/>
                    <a:pt x="42908" y="5930"/>
                  </a:cubicBezTo>
                  <a:cubicBezTo>
                    <a:pt x="41512" y="4884"/>
                    <a:pt x="40117" y="3837"/>
                    <a:pt x="38721" y="3140"/>
                  </a:cubicBezTo>
                  <a:cubicBezTo>
                    <a:pt x="34884" y="1046"/>
                    <a:pt x="30698"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lnTo>
                    <a:pt x="52326" y="26163"/>
                  </a:ln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1697" name="Freeform: Shape 1696">
              <a:extLst>
                <a:ext uri="{FF2B5EF4-FFF2-40B4-BE49-F238E27FC236}">
                  <a16:creationId xmlns:a16="http://schemas.microsoft.com/office/drawing/2014/main" id="{291AD4AE-EF79-C3A4-4C9C-7D08BD8E6A78}"/>
                </a:ext>
              </a:extLst>
            </p:cNvPr>
            <p:cNvSpPr/>
            <p:nvPr/>
          </p:nvSpPr>
          <p:spPr>
            <a:xfrm>
              <a:off x="2511656"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98" name="Freeform: Shape 1697">
              <a:extLst>
                <a:ext uri="{FF2B5EF4-FFF2-40B4-BE49-F238E27FC236}">
                  <a16:creationId xmlns:a16="http://schemas.microsoft.com/office/drawing/2014/main" id="{9B1930BE-D54C-5B70-0629-FEB9537A6B0B}"/>
                </a:ext>
              </a:extLst>
            </p:cNvPr>
            <p:cNvSpPr/>
            <p:nvPr/>
          </p:nvSpPr>
          <p:spPr>
            <a:xfrm>
              <a:off x="606983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99" name="Freeform: Shape 1698">
              <a:extLst>
                <a:ext uri="{FF2B5EF4-FFF2-40B4-BE49-F238E27FC236}">
                  <a16:creationId xmlns:a16="http://schemas.microsoft.com/office/drawing/2014/main" id="{034E86DB-88A4-3F29-2EC9-64F9D24E5249}"/>
                </a:ext>
              </a:extLst>
            </p:cNvPr>
            <p:cNvSpPr/>
            <p:nvPr/>
          </p:nvSpPr>
          <p:spPr>
            <a:xfrm>
              <a:off x="52326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00" name="Freeform: Shape 1699">
              <a:extLst>
                <a:ext uri="{FF2B5EF4-FFF2-40B4-BE49-F238E27FC236}">
                  <a16:creationId xmlns:a16="http://schemas.microsoft.com/office/drawing/2014/main" id="{6E6DC434-E724-7F74-C26E-1D9D4CA9DD33}"/>
                </a:ext>
              </a:extLst>
            </p:cNvPr>
            <p:cNvSpPr/>
            <p:nvPr/>
          </p:nvSpPr>
          <p:spPr>
            <a:xfrm>
              <a:off x="48140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01" name="Freeform: Shape 1700">
              <a:extLst>
                <a:ext uri="{FF2B5EF4-FFF2-40B4-BE49-F238E27FC236}">
                  <a16:creationId xmlns:a16="http://schemas.microsoft.com/office/drawing/2014/main" id="{186F2379-FEEA-CB29-CB6A-1C045200321A}"/>
                </a:ext>
              </a:extLst>
            </p:cNvPr>
            <p:cNvSpPr/>
            <p:nvPr/>
          </p:nvSpPr>
          <p:spPr>
            <a:xfrm>
              <a:off x="4395399"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702" name="Freeform: Shape 1701">
              <a:extLst>
                <a:ext uri="{FF2B5EF4-FFF2-40B4-BE49-F238E27FC236}">
                  <a16:creationId xmlns:a16="http://schemas.microsoft.com/office/drawing/2014/main" id="{D6A1DBB6-76C1-AE5A-606C-CF22C914518E}"/>
                </a:ext>
              </a:extLst>
            </p:cNvPr>
            <p:cNvSpPr/>
            <p:nvPr/>
          </p:nvSpPr>
          <p:spPr>
            <a:xfrm>
              <a:off x="491866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03" name="Freeform: Shape 1702">
              <a:extLst>
                <a:ext uri="{FF2B5EF4-FFF2-40B4-BE49-F238E27FC236}">
                  <a16:creationId xmlns:a16="http://schemas.microsoft.com/office/drawing/2014/main" id="{238B7AEA-FB32-2BDF-8248-DAACD8D0D4AF}"/>
                </a:ext>
              </a:extLst>
            </p:cNvPr>
            <p:cNvSpPr/>
            <p:nvPr/>
          </p:nvSpPr>
          <p:spPr>
            <a:xfrm>
              <a:off x="2720961"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704" name="Freeform: Shape 1703">
              <a:extLst>
                <a:ext uri="{FF2B5EF4-FFF2-40B4-BE49-F238E27FC236}">
                  <a16:creationId xmlns:a16="http://schemas.microsoft.com/office/drawing/2014/main" id="{CDC325B9-BB4C-4818-E9D5-A7E9F8D83491}"/>
                </a:ext>
              </a:extLst>
            </p:cNvPr>
            <p:cNvSpPr/>
            <p:nvPr/>
          </p:nvSpPr>
          <p:spPr>
            <a:xfrm>
              <a:off x="1674437"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05" name="Freeform: Shape 1704">
              <a:extLst>
                <a:ext uri="{FF2B5EF4-FFF2-40B4-BE49-F238E27FC236}">
                  <a16:creationId xmlns:a16="http://schemas.microsoft.com/office/drawing/2014/main" id="{9991C60D-B9F3-7FF4-D53C-CB8BF927DEC6}"/>
                </a:ext>
              </a:extLst>
            </p:cNvPr>
            <p:cNvSpPr/>
            <p:nvPr/>
          </p:nvSpPr>
          <p:spPr>
            <a:xfrm>
              <a:off x="732566"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06" name="Freeform: Shape 1705">
              <a:extLst>
                <a:ext uri="{FF2B5EF4-FFF2-40B4-BE49-F238E27FC236}">
                  <a16:creationId xmlns:a16="http://schemas.microsoft.com/office/drawing/2014/main" id="{23A4ED76-E6A8-E467-3E98-CA57F23542D2}"/>
                </a:ext>
              </a:extLst>
            </p:cNvPr>
            <p:cNvSpPr/>
            <p:nvPr/>
          </p:nvSpPr>
          <p:spPr>
            <a:xfrm>
              <a:off x="627914"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07" name="Freeform: Shape 1706">
              <a:extLst>
                <a:ext uri="{FF2B5EF4-FFF2-40B4-BE49-F238E27FC236}">
                  <a16:creationId xmlns:a16="http://schemas.microsoft.com/office/drawing/2014/main" id="{9826D6CF-1572-35EA-EEF3-B53A2DE93682}"/>
                </a:ext>
              </a:extLst>
            </p:cNvPr>
            <p:cNvSpPr/>
            <p:nvPr/>
          </p:nvSpPr>
          <p:spPr>
            <a:xfrm>
              <a:off x="62791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708" name="Freeform: Shape 1707">
              <a:extLst>
                <a:ext uri="{FF2B5EF4-FFF2-40B4-BE49-F238E27FC236}">
                  <a16:creationId xmlns:a16="http://schemas.microsoft.com/office/drawing/2014/main" id="{387E383D-87B8-D660-C187-76A6C84B46BC}"/>
                </a:ext>
              </a:extLst>
            </p:cNvPr>
            <p:cNvSpPr/>
            <p:nvPr/>
          </p:nvSpPr>
          <p:spPr>
            <a:xfrm>
              <a:off x="104652"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09" name="Freeform: Shape 1708">
              <a:extLst>
                <a:ext uri="{FF2B5EF4-FFF2-40B4-BE49-F238E27FC236}">
                  <a16:creationId xmlns:a16="http://schemas.microsoft.com/office/drawing/2014/main" id="{5E252F23-D394-6BBB-5234-D888F85FA511}"/>
                </a:ext>
              </a:extLst>
            </p:cNvPr>
            <p:cNvSpPr/>
            <p:nvPr/>
          </p:nvSpPr>
          <p:spPr>
            <a:xfrm>
              <a:off x="104652"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10" name="Freeform: Shape 1709">
              <a:extLst>
                <a:ext uri="{FF2B5EF4-FFF2-40B4-BE49-F238E27FC236}">
                  <a16:creationId xmlns:a16="http://schemas.microsoft.com/office/drawing/2014/main" id="{D3FA2131-F068-AAEF-C6B2-C3D977FD826B}"/>
                </a:ext>
              </a:extLst>
            </p:cNvPr>
            <p:cNvSpPr/>
            <p:nvPr/>
          </p:nvSpPr>
          <p:spPr>
            <a:xfrm>
              <a:off x="0"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6"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1711" name="Freeform: Shape 1710">
              <a:extLst>
                <a:ext uri="{FF2B5EF4-FFF2-40B4-BE49-F238E27FC236}">
                  <a16:creationId xmlns:a16="http://schemas.microsoft.com/office/drawing/2014/main" id="{80850914-E7B5-D5E7-AD96-0814FCA6A387}"/>
                </a:ext>
              </a:extLst>
            </p:cNvPr>
            <p:cNvSpPr/>
            <p:nvPr/>
          </p:nvSpPr>
          <p:spPr>
            <a:xfrm>
              <a:off x="4186094"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40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8" y="0"/>
                    <a:pt x="12558" y="2791"/>
                    <a:pt x="7674" y="7675"/>
                  </a:cubicBezTo>
                  <a:cubicBezTo>
                    <a:pt x="6628" y="8721"/>
                    <a:pt x="5930" y="9419"/>
                    <a:pt x="5233" y="10465"/>
                  </a:cubicBezTo>
                  <a:cubicBezTo>
                    <a:pt x="4535" y="11512"/>
                    <a:pt x="3837" y="12558"/>
                    <a:pt x="3140" y="13605"/>
                  </a:cubicBezTo>
                  <a:cubicBezTo>
                    <a:pt x="1047" y="17442"/>
                    <a:pt x="0" y="21628"/>
                    <a:pt x="0" y="26163"/>
                  </a:cubicBezTo>
                  <a:lnTo>
                    <a:pt x="0" y="26163"/>
                  </a:ln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712" name="Freeform: Shape 1711">
              <a:extLst>
                <a:ext uri="{FF2B5EF4-FFF2-40B4-BE49-F238E27FC236}">
                  <a16:creationId xmlns:a16="http://schemas.microsoft.com/office/drawing/2014/main" id="{B16DE886-2B08-90CC-269F-5B2E84DEE044}"/>
                </a:ext>
              </a:extLst>
            </p:cNvPr>
            <p:cNvSpPr/>
            <p:nvPr/>
          </p:nvSpPr>
          <p:spPr>
            <a:xfrm>
              <a:off x="941871"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6" y="52326"/>
                    <a:pt x="52326" y="40465"/>
                    <a:pt x="52326" y="26163"/>
                  </a:cubicBezTo>
                  <a:cubicBezTo>
                    <a:pt x="52326" y="26163"/>
                    <a:pt x="52326" y="26163"/>
                    <a:pt x="52326" y="26163"/>
                  </a:cubicBezTo>
                  <a:cubicBezTo>
                    <a:pt x="52326" y="11861"/>
                    <a:pt x="40466"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1713" name="Freeform: Shape 1712">
              <a:extLst>
                <a:ext uri="{FF2B5EF4-FFF2-40B4-BE49-F238E27FC236}">
                  <a16:creationId xmlns:a16="http://schemas.microsoft.com/office/drawing/2014/main" id="{F4B6FF0B-190B-7789-83EF-627BCE61F4AF}"/>
                </a:ext>
              </a:extLst>
            </p:cNvPr>
            <p:cNvSpPr/>
            <p:nvPr/>
          </p:nvSpPr>
          <p:spPr>
            <a:xfrm>
              <a:off x="2720961"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49884 w 52326"/>
                <a:gd name="connsiteY5" fmla="*/ 36977 h 52326"/>
                <a:gd name="connsiteX6" fmla="*/ 51977 w 52326"/>
                <a:gd name="connsiteY6" fmla="*/ 29303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11861"/>
                    <a:pt x="40465" y="0"/>
                    <a:pt x="26163" y="0"/>
                  </a:cubicBezTo>
                  <a:cubicBezTo>
                    <a:pt x="11861" y="0"/>
                    <a:pt x="0" y="11861"/>
                    <a:pt x="0" y="26163"/>
                  </a:cubicBezTo>
                  <a:cubicBezTo>
                    <a:pt x="0" y="27210"/>
                    <a:pt x="0" y="27907"/>
                    <a:pt x="0" y="28954"/>
                  </a:cubicBezTo>
                  <a:cubicBezTo>
                    <a:pt x="1395" y="42210"/>
                    <a:pt x="12558" y="52326"/>
                    <a:pt x="26163" y="52326"/>
                  </a:cubicBezTo>
                  <a:cubicBezTo>
                    <a:pt x="36628" y="52326"/>
                    <a:pt x="45698" y="46047"/>
                    <a:pt x="49884" y="36977"/>
                  </a:cubicBezTo>
                  <a:cubicBezTo>
                    <a:pt x="50931" y="34535"/>
                    <a:pt x="51628" y="32093"/>
                    <a:pt x="51977" y="29303"/>
                  </a:cubicBezTo>
                  <a:cubicBezTo>
                    <a:pt x="52326" y="28256"/>
                    <a:pt x="52326" y="27210"/>
                    <a:pt x="52326" y="26163"/>
                  </a:cubicBezTo>
                  <a:lnTo>
                    <a:pt x="52326" y="26163"/>
                  </a:lnTo>
                  <a:close/>
                </a:path>
              </a:pathLst>
            </a:custGeom>
            <a:grpFill/>
            <a:ln w="3488" cap="flat">
              <a:noFill/>
              <a:prstDash val="solid"/>
              <a:miter/>
            </a:ln>
          </p:spPr>
          <p:txBody>
            <a:bodyPr rtlCol="0" anchor="ctr"/>
            <a:lstStyle/>
            <a:p>
              <a:endParaRPr lang="en-ID"/>
            </a:p>
          </p:txBody>
        </p:sp>
        <p:sp>
          <p:nvSpPr>
            <p:cNvPr id="1714" name="Freeform: Shape 1713">
              <a:extLst>
                <a:ext uri="{FF2B5EF4-FFF2-40B4-BE49-F238E27FC236}">
                  <a16:creationId xmlns:a16="http://schemas.microsoft.com/office/drawing/2014/main" id="{E22C4699-D235-4AFD-C74A-BF3F265E5542}"/>
                </a:ext>
              </a:extLst>
            </p:cNvPr>
            <p:cNvSpPr/>
            <p:nvPr/>
          </p:nvSpPr>
          <p:spPr>
            <a:xfrm>
              <a:off x="606983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15" name="Freeform: Shape 1714">
              <a:extLst>
                <a:ext uri="{FF2B5EF4-FFF2-40B4-BE49-F238E27FC236}">
                  <a16:creationId xmlns:a16="http://schemas.microsoft.com/office/drawing/2014/main" id="{11D0C01A-910C-4489-8970-6EEE1800FFC0}"/>
                </a:ext>
              </a:extLst>
            </p:cNvPr>
            <p:cNvSpPr/>
            <p:nvPr/>
          </p:nvSpPr>
          <p:spPr>
            <a:xfrm>
              <a:off x="481400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16" name="Freeform: Shape 1715">
              <a:extLst>
                <a:ext uri="{FF2B5EF4-FFF2-40B4-BE49-F238E27FC236}">
                  <a16:creationId xmlns:a16="http://schemas.microsoft.com/office/drawing/2014/main" id="{3E2C9C15-4B11-B7E1-B362-847E4D4DBFC4}"/>
                </a:ext>
              </a:extLst>
            </p:cNvPr>
            <p:cNvSpPr/>
            <p:nvPr/>
          </p:nvSpPr>
          <p:spPr>
            <a:xfrm>
              <a:off x="450005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17" name="Freeform: Shape 1716">
              <a:extLst>
                <a:ext uri="{FF2B5EF4-FFF2-40B4-BE49-F238E27FC236}">
                  <a16:creationId xmlns:a16="http://schemas.microsoft.com/office/drawing/2014/main" id="{E262E235-CC87-B788-AE2F-C55697605ED0}"/>
                </a:ext>
              </a:extLst>
            </p:cNvPr>
            <p:cNvSpPr/>
            <p:nvPr/>
          </p:nvSpPr>
          <p:spPr>
            <a:xfrm>
              <a:off x="408144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18" name="Freeform: Shape 1717">
              <a:extLst>
                <a:ext uri="{FF2B5EF4-FFF2-40B4-BE49-F238E27FC236}">
                  <a16:creationId xmlns:a16="http://schemas.microsoft.com/office/drawing/2014/main" id="{9A9E02A7-9561-6D22-3FEF-2049A0931FAF}"/>
                </a:ext>
              </a:extLst>
            </p:cNvPr>
            <p:cNvSpPr/>
            <p:nvPr/>
          </p:nvSpPr>
          <p:spPr>
            <a:xfrm>
              <a:off x="34535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19" name="Freeform: Shape 1718">
              <a:extLst>
                <a:ext uri="{FF2B5EF4-FFF2-40B4-BE49-F238E27FC236}">
                  <a16:creationId xmlns:a16="http://schemas.microsoft.com/office/drawing/2014/main" id="{C5C4EEFB-3CBF-5941-8BA0-1D78A42A0E75}"/>
                </a:ext>
              </a:extLst>
            </p:cNvPr>
            <p:cNvSpPr/>
            <p:nvPr/>
          </p:nvSpPr>
          <p:spPr>
            <a:xfrm>
              <a:off x="30349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20" name="Freeform: Shape 1719">
              <a:extLst>
                <a:ext uri="{FF2B5EF4-FFF2-40B4-BE49-F238E27FC236}">
                  <a16:creationId xmlns:a16="http://schemas.microsoft.com/office/drawing/2014/main" id="{6FD1D739-1F26-AD91-7D45-2CD717298CBD}"/>
                </a:ext>
              </a:extLst>
            </p:cNvPr>
            <p:cNvSpPr/>
            <p:nvPr/>
          </p:nvSpPr>
          <p:spPr>
            <a:xfrm>
              <a:off x="272096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21" name="Freeform: Shape 1720">
              <a:extLst>
                <a:ext uri="{FF2B5EF4-FFF2-40B4-BE49-F238E27FC236}">
                  <a16:creationId xmlns:a16="http://schemas.microsoft.com/office/drawing/2014/main" id="{C0EC029E-8ADF-3EC1-1D06-B30FA4ACDFCB}"/>
                </a:ext>
              </a:extLst>
            </p:cNvPr>
            <p:cNvSpPr/>
            <p:nvPr/>
          </p:nvSpPr>
          <p:spPr>
            <a:xfrm>
              <a:off x="418609"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22" name="Freeform: Shape 1721">
              <a:extLst>
                <a:ext uri="{FF2B5EF4-FFF2-40B4-BE49-F238E27FC236}">
                  <a16:creationId xmlns:a16="http://schemas.microsoft.com/office/drawing/2014/main" id="{204EB317-8917-C04C-6C8D-B2D87EF51EED}"/>
                </a:ext>
              </a:extLst>
            </p:cNvPr>
            <p:cNvSpPr/>
            <p:nvPr/>
          </p:nvSpPr>
          <p:spPr>
            <a:xfrm>
              <a:off x="41860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23" name="Freeform: Shape 1722">
              <a:extLst>
                <a:ext uri="{FF2B5EF4-FFF2-40B4-BE49-F238E27FC236}">
                  <a16:creationId xmlns:a16="http://schemas.microsoft.com/office/drawing/2014/main" id="{71DE1887-BC01-C1E2-785F-3DE8757B3899}"/>
                </a:ext>
              </a:extLst>
            </p:cNvPr>
            <p:cNvSpPr/>
            <p:nvPr/>
          </p:nvSpPr>
          <p:spPr>
            <a:xfrm>
              <a:off x="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24" name="Freeform: Shape 1723">
              <a:extLst>
                <a:ext uri="{FF2B5EF4-FFF2-40B4-BE49-F238E27FC236}">
                  <a16:creationId xmlns:a16="http://schemas.microsoft.com/office/drawing/2014/main" id="{B82F2D94-3BBA-9723-90C0-642AF12BB388}"/>
                </a:ext>
              </a:extLst>
            </p:cNvPr>
            <p:cNvSpPr/>
            <p:nvPr/>
          </p:nvSpPr>
          <p:spPr>
            <a:xfrm>
              <a:off x="5965184" y="4606338"/>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1512 w 52326"/>
                <a:gd name="connsiteY5" fmla="*/ 453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cubicBezTo>
                    <a:pt x="20582" y="0"/>
                    <a:pt x="15698" y="1744"/>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25" name="Freeform: Shape 1724">
              <a:extLst>
                <a:ext uri="{FF2B5EF4-FFF2-40B4-BE49-F238E27FC236}">
                  <a16:creationId xmlns:a16="http://schemas.microsoft.com/office/drawing/2014/main" id="{B3E814D4-9654-AF42-5D78-7052042D91EA}"/>
                </a:ext>
              </a:extLst>
            </p:cNvPr>
            <p:cNvSpPr/>
            <p:nvPr/>
          </p:nvSpPr>
          <p:spPr>
            <a:xfrm>
              <a:off x="59651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26" name="Freeform: Shape 1725">
              <a:extLst>
                <a:ext uri="{FF2B5EF4-FFF2-40B4-BE49-F238E27FC236}">
                  <a16:creationId xmlns:a16="http://schemas.microsoft.com/office/drawing/2014/main" id="{CA5054FD-1A2D-3AAC-6FA5-2C892566350A}"/>
                </a:ext>
              </a:extLst>
            </p:cNvPr>
            <p:cNvSpPr/>
            <p:nvPr/>
          </p:nvSpPr>
          <p:spPr>
            <a:xfrm>
              <a:off x="523261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27" name="Freeform: Shape 1726">
              <a:extLst>
                <a:ext uri="{FF2B5EF4-FFF2-40B4-BE49-F238E27FC236}">
                  <a16:creationId xmlns:a16="http://schemas.microsoft.com/office/drawing/2014/main" id="{1F40AAB4-D427-76D3-723C-7597E3FA9754}"/>
                </a:ext>
              </a:extLst>
            </p:cNvPr>
            <p:cNvSpPr/>
            <p:nvPr/>
          </p:nvSpPr>
          <p:spPr>
            <a:xfrm>
              <a:off x="460470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28" name="Freeform: Shape 1727">
              <a:extLst>
                <a:ext uri="{FF2B5EF4-FFF2-40B4-BE49-F238E27FC236}">
                  <a16:creationId xmlns:a16="http://schemas.microsoft.com/office/drawing/2014/main" id="{727BAC79-1C2B-C217-8E0B-B753127D2B9E}"/>
                </a:ext>
              </a:extLst>
            </p:cNvPr>
            <p:cNvSpPr/>
            <p:nvPr/>
          </p:nvSpPr>
          <p:spPr>
            <a:xfrm>
              <a:off x="491866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29" name="Freeform: Shape 1728">
              <a:extLst>
                <a:ext uri="{FF2B5EF4-FFF2-40B4-BE49-F238E27FC236}">
                  <a16:creationId xmlns:a16="http://schemas.microsoft.com/office/drawing/2014/main" id="{7CC9C47E-BBB5-304C-90BA-7485B551024B}"/>
                </a:ext>
              </a:extLst>
            </p:cNvPr>
            <p:cNvSpPr/>
            <p:nvPr/>
          </p:nvSpPr>
          <p:spPr>
            <a:xfrm>
              <a:off x="491866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30" name="Freeform: Shape 1729">
              <a:extLst>
                <a:ext uri="{FF2B5EF4-FFF2-40B4-BE49-F238E27FC236}">
                  <a16:creationId xmlns:a16="http://schemas.microsoft.com/office/drawing/2014/main" id="{2EA71E44-429D-EA6D-CED1-B1B0B1BDD3BA}"/>
                </a:ext>
              </a:extLst>
            </p:cNvPr>
            <p:cNvSpPr/>
            <p:nvPr/>
          </p:nvSpPr>
          <p:spPr>
            <a:xfrm>
              <a:off x="3872137"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31" name="Freeform: Shape 1730">
              <a:extLst>
                <a:ext uri="{FF2B5EF4-FFF2-40B4-BE49-F238E27FC236}">
                  <a16:creationId xmlns:a16="http://schemas.microsoft.com/office/drawing/2014/main" id="{1DF6A302-6BA4-321E-E7FB-50E5D6E1788B}"/>
                </a:ext>
              </a:extLst>
            </p:cNvPr>
            <p:cNvSpPr/>
            <p:nvPr/>
          </p:nvSpPr>
          <p:spPr>
            <a:xfrm>
              <a:off x="334887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32" name="Freeform: Shape 1731">
              <a:extLst>
                <a:ext uri="{FF2B5EF4-FFF2-40B4-BE49-F238E27FC236}">
                  <a16:creationId xmlns:a16="http://schemas.microsoft.com/office/drawing/2014/main" id="{212C512C-6C9B-620E-ADAA-395C3F399B03}"/>
                </a:ext>
              </a:extLst>
            </p:cNvPr>
            <p:cNvSpPr/>
            <p:nvPr/>
          </p:nvSpPr>
          <p:spPr>
            <a:xfrm>
              <a:off x="282561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33" name="Freeform: Shape 1732">
              <a:extLst>
                <a:ext uri="{FF2B5EF4-FFF2-40B4-BE49-F238E27FC236}">
                  <a16:creationId xmlns:a16="http://schemas.microsoft.com/office/drawing/2014/main" id="{F99FCD72-DE26-3684-8178-165C374E42BD}"/>
                </a:ext>
              </a:extLst>
            </p:cNvPr>
            <p:cNvSpPr/>
            <p:nvPr/>
          </p:nvSpPr>
          <p:spPr>
            <a:xfrm>
              <a:off x="272096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34" name="Freeform: Shape 1733">
              <a:extLst>
                <a:ext uri="{FF2B5EF4-FFF2-40B4-BE49-F238E27FC236}">
                  <a16:creationId xmlns:a16="http://schemas.microsoft.com/office/drawing/2014/main" id="{8F012296-B7E8-579B-C968-6AD0A167E02F}"/>
                </a:ext>
              </a:extLst>
            </p:cNvPr>
            <p:cNvSpPr/>
            <p:nvPr/>
          </p:nvSpPr>
          <p:spPr>
            <a:xfrm>
              <a:off x="272096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35" name="Freeform: Shape 1734">
              <a:extLst>
                <a:ext uri="{FF2B5EF4-FFF2-40B4-BE49-F238E27FC236}">
                  <a16:creationId xmlns:a16="http://schemas.microsoft.com/office/drawing/2014/main" id="{D7AC328C-636C-E9EB-3979-FD6E6C1C0605}"/>
                </a:ext>
              </a:extLst>
            </p:cNvPr>
            <p:cNvSpPr/>
            <p:nvPr/>
          </p:nvSpPr>
          <p:spPr>
            <a:xfrm>
              <a:off x="2511656"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36" name="Freeform: Shape 1735">
              <a:extLst>
                <a:ext uri="{FF2B5EF4-FFF2-40B4-BE49-F238E27FC236}">
                  <a16:creationId xmlns:a16="http://schemas.microsoft.com/office/drawing/2014/main" id="{235B8171-8A82-BE1A-8546-046D948795A5}"/>
                </a:ext>
              </a:extLst>
            </p:cNvPr>
            <p:cNvSpPr/>
            <p:nvPr/>
          </p:nvSpPr>
          <p:spPr>
            <a:xfrm>
              <a:off x="251165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37" name="Freeform: Shape 1736">
              <a:extLst>
                <a:ext uri="{FF2B5EF4-FFF2-40B4-BE49-F238E27FC236}">
                  <a16:creationId xmlns:a16="http://schemas.microsoft.com/office/drawing/2014/main" id="{C79FD2C0-0B57-163E-191F-4E176F9B0ACD}"/>
                </a:ext>
              </a:extLst>
            </p:cNvPr>
            <p:cNvSpPr/>
            <p:nvPr/>
          </p:nvSpPr>
          <p:spPr>
            <a:xfrm>
              <a:off x="177909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38" name="Freeform: Shape 1737">
              <a:extLst>
                <a:ext uri="{FF2B5EF4-FFF2-40B4-BE49-F238E27FC236}">
                  <a16:creationId xmlns:a16="http://schemas.microsoft.com/office/drawing/2014/main" id="{DA0E4506-5A51-5893-04F2-FB74EEF43E84}"/>
                </a:ext>
              </a:extLst>
            </p:cNvPr>
            <p:cNvSpPr/>
            <p:nvPr/>
          </p:nvSpPr>
          <p:spPr>
            <a:xfrm>
              <a:off x="1674437"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1" y="0"/>
                    <a:pt x="0" y="11861"/>
                    <a:pt x="0" y="26163"/>
                  </a:cubicBezTo>
                  <a:cubicBezTo>
                    <a:pt x="0" y="40465"/>
                    <a:pt x="11861"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739" name="Freeform: Shape 1738">
              <a:extLst>
                <a:ext uri="{FF2B5EF4-FFF2-40B4-BE49-F238E27FC236}">
                  <a16:creationId xmlns:a16="http://schemas.microsoft.com/office/drawing/2014/main" id="{BE1FB4EA-1537-95EC-E152-781B6A70A2FB}"/>
                </a:ext>
              </a:extLst>
            </p:cNvPr>
            <p:cNvSpPr/>
            <p:nvPr/>
          </p:nvSpPr>
          <p:spPr>
            <a:xfrm>
              <a:off x="167443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40" name="Freeform: Shape 1739">
              <a:extLst>
                <a:ext uri="{FF2B5EF4-FFF2-40B4-BE49-F238E27FC236}">
                  <a16:creationId xmlns:a16="http://schemas.microsoft.com/office/drawing/2014/main" id="{39925D83-6159-CEB8-2F5A-C38F2C8D06EB}"/>
                </a:ext>
              </a:extLst>
            </p:cNvPr>
            <p:cNvSpPr/>
            <p:nvPr/>
          </p:nvSpPr>
          <p:spPr>
            <a:xfrm>
              <a:off x="941871"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41" name="Freeform: Shape 1740">
              <a:extLst>
                <a:ext uri="{FF2B5EF4-FFF2-40B4-BE49-F238E27FC236}">
                  <a16:creationId xmlns:a16="http://schemas.microsoft.com/office/drawing/2014/main" id="{094B7985-DD45-5815-FE90-D78D3628704D}"/>
                </a:ext>
              </a:extLst>
            </p:cNvPr>
            <p:cNvSpPr/>
            <p:nvPr/>
          </p:nvSpPr>
          <p:spPr>
            <a:xfrm>
              <a:off x="31395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42" name="Freeform: Shape 1741">
              <a:extLst>
                <a:ext uri="{FF2B5EF4-FFF2-40B4-BE49-F238E27FC236}">
                  <a16:creationId xmlns:a16="http://schemas.microsoft.com/office/drawing/2014/main" id="{95C6B11C-37F7-E8E7-4F7B-B8226C854A65}"/>
                </a:ext>
              </a:extLst>
            </p:cNvPr>
            <p:cNvSpPr/>
            <p:nvPr/>
          </p:nvSpPr>
          <p:spPr>
            <a:xfrm>
              <a:off x="31395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43" name="Freeform: Shape 1742">
              <a:extLst>
                <a:ext uri="{FF2B5EF4-FFF2-40B4-BE49-F238E27FC236}">
                  <a16:creationId xmlns:a16="http://schemas.microsoft.com/office/drawing/2014/main" id="{2C0B7791-27BE-93BC-D89D-5B9DEC45F52A}"/>
                </a:ext>
              </a:extLst>
            </p:cNvPr>
            <p:cNvSpPr/>
            <p:nvPr/>
          </p:nvSpPr>
          <p:spPr>
            <a:xfrm>
              <a:off x="2616309" y="4083077"/>
              <a:ext cx="52326" cy="52326"/>
            </a:xfrm>
            <a:custGeom>
              <a:avLst/>
              <a:gdLst>
                <a:gd name="connsiteX0" fmla="*/ 52326 w 52326"/>
                <a:gd name="connsiteY0" fmla="*/ 26163 h 52326"/>
                <a:gd name="connsiteX1" fmla="*/ 26163 w 52326"/>
                <a:gd name="connsiteY1" fmla="*/ 0 h 52326"/>
                <a:gd name="connsiteX2" fmla="*/ 1046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ubicBezTo>
                    <a:pt x="35931" y="52326"/>
                    <a:pt x="44652" y="46745"/>
                    <a:pt x="49187" y="38721"/>
                  </a:cubicBezTo>
                  <a:cubicBezTo>
                    <a:pt x="51280"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1744" name="Freeform: Shape 1743">
              <a:extLst>
                <a:ext uri="{FF2B5EF4-FFF2-40B4-BE49-F238E27FC236}">
                  <a16:creationId xmlns:a16="http://schemas.microsoft.com/office/drawing/2014/main" id="{6A06452E-1A5D-9B7F-AEE1-3B0D1E628E81}"/>
                </a:ext>
              </a:extLst>
            </p:cNvPr>
            <p:cNvSpPr/>
            <p:nvPr/>
          </p:nvSpPr>
          <p:spPr>
            <a:xfrm>
              <a:off x="2197699" y="512960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lnTo>
                    <a:pt x="52326" y="26163"/>
                  </a:ln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45" name="Freeform: Shape 1744">
              <a:extLst>
                <a:ext uri="{FF2B5EF4-FFF2-40B4-BE49-F238E27FC236}">
                  <a16:creationId xmlns:a16="http://schemas.microsoft.com/office/drawing/2014/main" id="{E496453F-4B47-491F-D11D-1C5FCB6C50B9}"/>
                </a:ext>
              </a:extLst>
            </p:cNvPr>
            <p:cNvSpPr/>
            <p:nvPr/>
          </p:nvSpPr>
          <p:spPr>
            <a:xfrm>
              <a:off x="3976789"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746" name="Freeform: Shape 1745">
              <a:extLst>
                <a:ext uri="{FF2B5EF4-FFF2-40B4-BE49-F238E27FC236}">
                  <a16:creationId xmlns:a16="http://schemas.microsoft.com/office/drawing/2014/main" id="{71A69A34-9CE4-D1B6-EBA2-FA25C70EE6E2}"/>
                </a:ext>
              </a:extLst>
            </p:cNvPr>
            <p:cNvSpPr/>
            <p:nvPr/>
          </p:nvSpPr>
          <p:spPr>
            <a:xfrm>
              <a:off x="3558180"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4"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747" name="Freeform: Shape 1746">
              <a:extLst>
                <a:ext uri="{FF2B5EF4-FFF2-40B4-BE49-F238E27FC236}">
                  <a16:creationId xmlns:a16="http://schemas.microsoft.com/office/drawing/2014/main" id="{479111C6-5A2C-BAEE-B916-DC471042EE7B}"/>
                </a:ext>
              </a:extLst>
            </p:cNvPr>
            <p:cNvSpPr/>
            <p:nvPr/>
          </p:nvSpPr>
          <p:spPr>
            <a:xfrm>
              <a:off x="554657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48" name="Freeform: Shape 1747">
              <a:extLst>
                <a:ext uri="{FF2B5EF4-FFF2-40B4-BE49-F238E27FC236}">
                  <a16:creationId xmlns:a16="http://schemas.microsoft.com/office/drawing/2014/main" id="{E87ADA7F-2055-4B35-DE64-976A23B28E43}"/>
                </a:ext>
              </a:extLst>
            </p:cNvPr>
            <p:cNvSpPr/>
            <p:nvPr/>
          </p:nvSpPr>
          <p:spPr>
            <a:xfrm>
              <a:off x="3976789"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749" name="Freeform: Shape 1748">
              <a:extLst>
                <a:ext uri="{FF2B5EF4-FFF2-40B4-BE49-F238E27FC236}">
                  <a16:creationId xmlns:a16="http://schemas.microsoft.com/office/drawing/2014/main" id="{7F304C7A-8EE0-3D85-C5A7-5D25BFC69704}"/>
                </a:ext>
              </a:extLst>
            </p:cNvPr>
            <p:cNvSpPr/>
            <p:nvPr/>
          </p:nvSpPr>
          <p:spPr>
            <a:xfrm>
              <a:off x="4918660"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5349" y="0"/>
                    <a:pt x="5930" y="6628"/>
                    <a:pt x="2093" y="16047"/>
                  </a:cubicBezTo>
                  <a:cubicBezTo>
                    <a:pt x="698" y="19186"/>
                    <a:pt x="0" y="22675"/>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50" name="Freeform: Shape 1749">
              <a:extLst>
                <a:ext uri="{FF2B5EF4-FFF2-40B4-BE49-F238E27FC236}">
                  <a16:creationId xmlns:a16="http://schemas.microsoft.com/office/drawing/2014/main" id="{C69685BF-BB00-8FBA-1636-D664D32B0FA8}"/>
                </a:ext>
              </a:extLst>
            </p:cNvPr>
            <p:cNvSpPr/>
            <p:nvPr/>
          </p:nvSpPr>
          <p:spPr>
            <a:xfrm>
              <a:off x="408144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51" name="Freeform: Shape 1750">
              <a:extLst>
                <a:ext uri="{FF2B5EF4-FFF2-40B4-BE49-F238E27FC236}">
                  <a16:creationId xmlns:a16="http://schemas.microsoft.com/office/drawing/2014/main" id="{753174E4-1407-D64D-1D90-FE2AA3F7F274}"/>
                </a:ext>
              </a:extLst>
            </p:cNvPr>
            <p:cNvSpPr/>
            <p:nvPr/>
          </p:nvSpPr>
          <p:spPr>
            <a:xfrm>
              <a:off x="38721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52" name="Freeform: Shape 1751">
              <a:extLst>
                <a:ext uri="{FF2B5EF4-FFF2-40B4-BE49-F238E27FC236}">
                  <a16:creationId xmlns:a16="http://schemas.microsoft.com/office/drawing/2014/main" id="{73EC8AD0-1494-F3EB-876E-55A3A8E14E24}"/>
                </a:ext>
              </a:extLst>
            </p:cNvPr>
            <p:cNvSpPr/>
            <p:nvPr/>
          </p:nvSpPr>
          <p:spPr>
            <a:xfrm>
              <a:off x="355818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53" name="Freeform: Shape 1752">
              <a:extLst>
                <a:ext uri="{FF2B5EF4-FFF2-40B4-BE49-F238E27FC236}">
                  <a16:creationId xmlns:a16="http://schemas.microsoft.com/office/drawing/2014/main" id="{ED25E6F0-F65E-9181-7CDF-AFA9B3A42C9F}"/>
                </a:ext>
              </a:extLst>
            </p:cNvPr>
            <p:cNvSpPr/>
            <p:nvPr/>
          </p:nvSpPr>
          <p:spPr>
            <a:xfrm>
              <a:off x="345352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54" name="Freeform: Shape 1753">
              <a:extLst>
                <a:ext uri="{FF2B5EF4-FFF2-40B4-BE49-F238E27FC236}">
                  <a16:creationId xmlns:a16="http://schemas.microsoft.com/office/drawing/2014/main" id="{E37EF167-A281-BB8B-5C10-742E3297B442}"/>
                </a:ext>
              </a:extLst>
            </p:cNvPr>
            <p:cNvSpPr/>
            <p:nvPr/>
          </p:nvSpPr>
          <p:spPr>
            <a:xfrm>
              <a:off x="3348875"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7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1" y="52326"/>
                    <a:pt x="26163" y="52326"/>
                  </a:cubicBezTo>
                  <a:cubicBezTo>
                    <a:pt x="32442" y="52326"/>
                    <a:pt x="38373" y="50233"/>
                    <a:pt x="42907"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755" name="Freeform: Shape 1754">
              <a:extLst>
                <a:ext uri="{FF2B5EF4-FFF2-40B4-BE49-F238E27FC236}">
                  <a16:creationId xmlns:a16="http://schemas.microsoft.com/office/drawing/2014/main" id="{6BF66C58-02EE-5AA5-D820-18BBCB042722}"/>
                </a:ext>
              </a:extLst>
            </p:cNvPr>
            <p:cNvSpPr/>
            <p:nvPr/>
          </p:nvSpPr>
          <p:spPr>
            <a:xfrm>
              <a:off x="2720961" y="4292381"/>
              <a:ext cx="52326" cy="52326"/>
            </a:xfrm>
            <a:custGeom>
              <a:avLst/>
              <a:gdLst>
                <a:gd name="connsiteX0" fmla="*/ 51280 w 52326"/>
                <a:gd name="connsiteY0" fmla="*/ 18489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1280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80" y="18489"/>
                  </a:moveTo>
                  <a:cubicBezTo>
                    <a:pt x="48140" y="7675"/>
                    <a:pt x="38024"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3372"/>
                    <a:pt x="51977" y="20930"/>
                    <a:pt x="51280" y="18489"/>
                  </a:cubicBezTo>
                  <a:close/>
                </a:path>
              </a:pathLst>
            </a:custGeom>
            <a:grpFill/>
            <a:ln w="3488" cap="flat">
              <a:noFill/>
              <a:prstDash val="solid"/>
              <a:miter/>
            </a:ln>
          </p:spPr>
          <p:txBody>
            <a:bodyPr rtlCol="0" anchor="ctr"/>
            <a:lstStyle/>
            <a:p>
              <a:endParaRPr lang="en-ID"/>
            </a:p>
          </p:txBody>
        </p:sp>
        <p:sp>
          <p:nvSpPr>
            <p:cNvPr id="1756" name="Freeform: Shape 1755">
              <a:extLst>
                <a:ext uri="{FF2B5EF4-FFF2-40B4-BE49-F238E27FC236}">
                  <a16:creationId xmlns:a16="http://schemas.microsoft.com/office/drawing/2014/main" id="{1AB28F7F-EBB3-00D7-3B23-1C4A74C1E443}"/>
                </a:ext>
              </a:extLst>
            </p:cNvPr>
            <p:cNvSpPr/>
            <p:nvPr/>
          </p:nvSpPr>
          <p:spPr>
            <a:xfrm>
              <a:off x="240700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57" name="Freeform: Shape 1756">
              <a:extLst>
                <a:ext uri="{FF2B5EF4-FFF2-40B4-BE49-F238E27FC236}">
                  <a16:creationId xmlns:a16="http://schemas.microsoft.com/office/drawing/2014/main" id="{13085D6E-4CD0-DA9D-B0D1-F0B0DC6F1D43}"/>
                </a:ext>
              </a:extLst>
            </p:cNvPr>
            <p:cNvSpPr/>
            <p:nvPr/>
          </p:nvSpPr>
          <p:spPr>
            <a:xfrm>
              <a:off x="240700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58" name="Freeform: Shape 1757">
              <a:extLst>
                <a:ext uri="{FF2B5EF4-FFF2-40B4-BE49-F238E27FC236}">
                  <a16:creationId xmlns:a16="http://schemas.microsoft.com/office/drawing/2014/main" id="{A2ABD911-FBCE-2030-F12D-400D9DBB3DE0}"/>
                </a:ext>
              </a:extLst>
            </p:cNvPr>
            <p:cNvSpPr/>
            <p:nvPr/>
          </p:nvSpPr>
          <p:spPr>
            <a:xfrm>
              <a:off x="136048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59" name="Freeform: Shape 1758">
              <a:extLst>
                <a:ext uri="{FF2B5EF4-FFF2-40B4-BE49-F238E27FC236}">
                  <a16:creationId xmlns:a16="http://schemas.microsoft.com/office/drawing/2014/main" id="{0826CF3F-0F6A-7557-AEE1-8C2610FEA0EB}"/>
                </a:ext>
              </a:extLst>
            </p:cNvPr>
            <p:cNvSpPr/>
            <p:nvPr/>
          </p:nvSpPr>
          <p:spPr>
            <a:xfrm>
              <a:off x="41860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60" name="Freeform: Shape 1759">
              <a:extLst>
                <a:ext uri="{FF2B5EF4-FFF2-40B4-BE49-F238E27FC236}">
                  <a16:creationId xmlns:a16="http://schemas.microsoft.com/office/drawing/2014/main" id="{F8C2F2C7-CF8B-6E7D-CAC5-6435468FA1D8}"/>
                </a:ext>
              </a:extLst>
            </p:cNvPr>
            <p:cNvSpPr/>
            <p:nvPr/>
          </p:nvSpPr>
          <p:spPr>
            <a:xfrm>
              <a:off x="10465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61" name="Freeform: Shape 1760">
              <a:extLst>
                <a:ext uri="{FF2B5EF4-FFF2-40B4-BE49-F238E27FC236}">
                  <a16:creationId xmlns:a16="http://schemas.microsoft.com/office/drawing/2014/main" id="{D0D7FDA7-5E88-150C-6D33-B163673EB36E}"/>
                </a:ext>
              </a:extLst>
            </p:cNvPr>
            <p:cNvSpPr/>
            <p:nvPr/>
          </p:nvSpPr>
          <p:spPr>
            <a:xfrm>
              <a:off x="0"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62" name="Freeform: Shape 1761">
              <a:extLst>
                <a:ext uri="{FF2B5EF4-FFF2-40B4-BE49-F238E27FC236}">
                  <a16:creationId xmlns:a16="http://schemas.microsoft.com/office/drawing/2014/main" id="{B2CACA37-4812-3B11-12D2-9BE148C07434}"/>
                </a:ext>
              </a:extLst>
            </p:cNvPr>
            <p:cNvSpPr/>
            <p:nvPr/>
          </p:nvSpPr>
          <p:spPr>
            <a:xfrm>
              <a:off x="1465133" y="4083077"/>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7" y="52326"/>
                    <a:pt x="26163" y="52326"/>
                  </a:cubicBezTo>
                  <a:cubicBezTo>
                    <a:pt x="40466"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1763" name="Freeform: Shape 1762">
              <a:extLst>
                <a:ext uri="{FF2B5EF4-FFF2-40B4-BE49-F238E27FC236}">
                  <a16:creationId xmlns:a16="http://schemas.microsoft.com/office/drawing/2014/main" id="{85BB9E3C-7068-66DA-1CE0-82A3E304DD21}"/>
                </a:ext>
              </a:extLst>
            </p:cNvPr>
            <p:cNvSpPr/>
            <p:nvPr/>
          </p:nvSpPr>
          <p:spPr>
            <a:xfrm>
              <a:off x="4709356" y="4920296"/>
              <a:ext cx="52326" cy="52326"/>
            </a:xfrm>
            <a:custGeom>
              <a:avLst/>
              <a:gdLst>
                <a:gd name="connsiteX0" fmla="*/ 46745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5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5" y="10116"/>
                  </a:moveTo>
                  <a:cubicBezTo>
                    <a:pt x="41861" y="4186"/>
                    <a:pt x="34535" y="0"/>
                    <a:pt x="26163" y="0"/>
                  </a:cubicBezTo>
                  <a:cubicBezTo>
                    <a:pt x="11861" y="0"/>
                    <a:pt x="0" y="11861"/>
                    <a:pt x="0" y="26163"/>
                  </a:cubicBezTo>
                  <a:cubicBezTo>
                    <a:pt x="0" y="27907"/>
                    <a:pt x="349" y="29652"/>
                    <a:pt x="698" y="31396"/>
                  </a:cubicBezTo>
                  <a:cubicBezTo>
                    <a:pt x="3140" y="43256"/>
                    <a:pt x="13605" y="52326"/>
                    <a:pt x="26163" y="52326"/>
                  </a:cubicBezTo>
                  <a:cubicBezTo>
                    <a:pt x="34884" y="52326"/>
                    <a:pt x="42210" y="48140"/>
                    <a:pt x="47094" y="41861"/>
                  </a:cubicBezTo>
                  <a:cubicBezTo>
                    <a:pt x="50233" y="37326"/>
                    <a:pt x="52326" y="32093"/>
                    <a:pt x="52326" y="26163"/>
                  </a:cubicBezTo>
                  <a:cubicBezTo>
                    <a:pt x="52326" y="20233"/>
                    <a:pt x="50233" y="14302"/>
                    <a:pt x="46745" y="10116"/>
                  </a:cubicBezTo>
                  <a:close/>
                </a:path>
              </a:pathLst>
            </a:custGeom>
            <a:grpFill/>
            <a:ln w="3488" cap="flat">
              <a:noFill/>
              <a:prstDash val="solid"/>
              <a:miter/>
            </a:ln>
          </p:spPr>
          <p:txBody>
            <a:bodyPr rtlCol="0" anchor="ctr"/>
            <a:lstStyle/>
            <a:p>
              <a:endParaRPr lang="en-ID"/>
            </a:p>
          </p:txBody>
        </p:sp>
        <p:sp>
          <p:nvSpPr>
            <p:cNvPr id="1764" name="Freeform: Shape 1763">
              <a:extLst>
                <a:ext uri="{FF2B5EF4-FFF2-40B4-BE49-F238E27FC236}">
                  <a16:creationId xmlns:a16="http://schemas.microsoft.com/office/drawing/2014/main" id="{4A4AE0E1-B032-F297-DFE7-C7813E9C4C92}"/>
                </a:ext>
              </a:extLst>
            </p:cNvPr>
            <p:cNvSpPr/>
            <p:nvPr/>
          </p:nvSpPr>
          <p:spPr>
            <a:xfrm>
              <a:off x="5755879"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65" name="Freeform: Shape 1764">
              <a:extLst>
                <a:ext uri="{FF2B5EF4-FFF2-40B4-BE49-F238E27FC236}">
                  <a16:creationId xmlns:a16="http://schemas.microsoft.com/office/drawing/2014/main" id="{F98380D6-C71D-BAF8-ED22-FEAE528E573F}"/>
                </a:ext>
              </a:extLst>
            </p:cNvPr>
            <p:cNvSpPr/>
            <p:nvPr/>
          </p:nvSpPr>
          <p:spPr>
            <a:xfrm>
              <a:off x="596518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66" name="Freeform: Shape 1765">
              <a:extLst>
                <a:ext uri="{FF2B5EF4-FFF2-40B4-BE49-F238E27FC236}">
                  <a16:creationId xmlns:a16="http://schemas.microsoft.com/office/drawing/2014/main" id="{13BADB72-1566-09FF-552E-FA1ABF78573B}"/>
                </a:ext>
              </a:extLst>
            </p:cNvPr>
            <p:cNvSpPr/>
            <p:nvPr/>
          </p:nvSpPr>
          <p:spPr>
            <a:xfrm>
              <a:off x="481400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67" name="Freeform: Shape 1766">
              <a:extLst>
                <a:ext uri="{FF2B5EF4-FFF2-40B4-BE49-F238E27FC236}">
                  <a16:creationId xmlns:a16="http://schemas.microsoft.com/office/drawing/2014/main" id="{56FA5902-EADF-2939-E108-073A67137F33}"/>
                </a:ext>
              </a:extLst>
            </p:cNvPr>
            <p:cNvSpPr/>
            <p:nvPr/>
          </p:nvSpPr>
          <p:spPr>
            <a:xfrm>
              <a:off x="397678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68" name="Freeform: Shape 1767">
              <a:extLst>
                <a:ext uri="{FF2B5EF4-FFF2-40B4-BE49-F238E27FC236}">
                  <a16:creationId xmlns:a16="http://schemas.microsoft.com/office/drawing/2014/main" id="{3903F49B-C6C0-CE39-C464-0A55F3EB3B88}"/>
                </a:ext>
              </a:extLst>
            </p:cNvPr>
            <p:cNvSpPr/>
            <p:nvPr/>
          </p:nvSpPr>
          <p:spPr>
            <a:xfrm>
              <a:off x="376748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69" name="Freeform: Shape 1768">
              <a:extLst>
                <a:ext uri="{FF2B5EF4-FFF2-40B4-BE49-F238E27FC236}">
                  <a16:creationId xmlns:a16="http://schemas.microsoft.com/office/drawing/2014/main" id="{2E1E391F-FC29-BA5B-09AF-360A351EBED9}"/>
                </a:ext>
              </a:extLst>
            </p:cNvPr>
            <p:cNvSpPr/>
            <p:nvPr/>
          </p:nvSpPr>
          <p:spPr>
            <a:xfrm>
              <a:off x="5860532"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70" name="Freeform: Shape 1769">
              <a:extLst>
                <a:ext uri="{FF2B5EF4-FFF2-40B4-BE49-F238E27FC236}">
                  <a16:creationId xmlns:a16="http://schemas.microsoft.com/office/drawing/2014/main" id="{9E11FE70-BA98-7239-65C4-C789C97D9786}"/>
                </a:ext>
              </a:extLst>
            </p:cNvPr>
            <p:cNvSpPr/>
            <p:nvPr/>
          </p:nvSpPr>
          <p:spPr>
            <a:xfrm>
              <a:off x="491866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71" name="Freeform: Shape 1770">
              <a:extLst>
                <a:ext uri="{FF2B5EF4-FFF2-40B4-BE49-F238E27FC236}">
                  <a16:creationId xmlns:a16="http://schemas.microsoft.com/office/drawing/2014/main" id="{8115C058-C49F-94A4-2013-1F1B5F687518}"/>
                </a:ext>
              </a:extLst>
            </p:cNvPr>
            <p:cNvSpPr/>
            <p:nvPr/>
          </p:nvSpPr>
          <p:spPr>
            <a:xfrm>
              <a:off x="387213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72" name="Freeform: Shape 1771">
              <a:extLst>
                <a:ext uri="{FF2B5EF4-FFF2-40B4-BE49-F238E27FC236}">
                  <a16:creationId xmlns:a16="http://schemas.microsoft.com/office/drawing/2014/main" id="{BAC8C1B2-F5E1-E86C-6E95-3F225893F661}"/>
                </a:ext>
              </a:extLst>
            </p:cNvPr>
            <p:cNvSpPr/>
            <p:nvPr/>
          </p:nvSpPr>
          <p:spPr>
            <a:xfrm>
              <a:off x="345352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73" name="Freeform: Shape 1772">
              <a:extLst>
                <a:ext uri="{FF2B5EF4-FFF2-40B4-BE49-F238E27FC236}">
                  <a16:creationId xmlns:a16="http://schemas.microsoft.com/office/drawing/2014/main" id="{6E3473E0-2CD3-8FD5-4A43-F9E0295950F6}"/>
                </a:ext>
              </a:extLst>
            </p:cNvPr>
            <p:cNvSpPr/>
            <p:nvPr/>
          </p:nvSpPr>
          <p:spPr>
            <a:xfrm>
              <a:off x="3244223"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74" name="Freeform: Shape 1773">
              <a:extLst>
                <a:ext uri="{FF2B5EF4-FFF2-40B4-BE49-F238E27FC236}">
                  <a16:creationId xmlns:a16="http://schemas.microsoft.com/office/drawing/2014/main" id="{D8056100-4E3F-37C2-4F5B-2AE74B3BC660}"/>
                </a:ext>
              </a:extLst>
            </p:cNvPr>
            <p:cNvSpPr/>
            <p:nvPr/>
          </p:nvSpPr>
          <p:spPr>
            <a:xfrm>
              <a:off x="324422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75" name="Freeform: Shape 1774">
              <a:extLst>
                <a:ext uri="{FF2B5EF4-FFF2-40B4-BE49-F238E27FC236}">
                  <a16:creationId xmlns:a16="http://schemas.microsoft.com/office/drawing/2014/main" id="{8AE836C6-29E6-530B-85B8-6BC4ECEB902C}"/>
                </a:ext>
              </a:extLst>
            </p:cNvPr>
            <p:cNvSpPr/>
            <p:nvPr/>
          </p:nvSpPr>
          <p:spPr>
            <a:xfrm>
              <a:off x="272096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76" name="Freeform: Shape 1775">
              <a:extLst>
                <a:ext uri="{FF2B5EF4-FFF2-40B4-BE49-F238E27FC236}">
                  <a16:creationId xmlns:a16="http://schemas.microsoft.com/office/drawing/2014/main" id="{19B3168F-A91C-1C2E-B1E2-9E48436CD1D1}"/>
                </a:ext>
              </a:extLst>
            </p:cNvPr>
            <p:cNvSpPr/>
            <p:nvPr/>
          </p:nvSpPr>
          <p:spPr>
            <a:xfrm>
              <a:off x="94187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77" name="Freeform: Shape 1776">
              <a:extLst>
                <a:ext uri="{FF2B5EF4-FFF2-40B4-BE49-F238E27FC236}">
                  <a16:creationId xmlns:a16="http://schemas.microsoft.com/office/drawing/2014/main" id="{F9B0575A-7A8B-2EB2-B1C2-A3FDB80EEE68}"/>
                </a:ext>
              </a:extLst>
            </p:cNvPr>
            <p:cNvSpPr/>
            <p:nvPr/>
          </p:nvSpPr>
          <p:spPr>
            <a:xfrm>
              <a:off x="62791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78" name="Freeform: Shape 1777">
              <a:extLst>
                <a:ext uri="{FF2B5EF4-FFF2-40B4-BE49-F238E27FC236}">
                  <a16:creationId xmlns:a16="http://schemas.microsoft.com/office/drawing/2014/main" id="{E3480628-DE59-8F37-8A21-4C781B53E48A}"/>
                </a:ext>
              </a:extLst>
            </p:cNvPr>
            <p:cNvSpPr/>
            <p:nvPr/>
          </p:nvSpPr>
          <p:spPr>
            <a:xfrm>
              <a:off x="41860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79" name="Freeform: Shape 1778">
              <a:extLst>
                <a:ext uri="{FF2B5EF4-FFF2-40B4-BE49-F238E27FC236}">
                  <a16:creationId xmlns:a16="http://schemas.microsoft.com/office/drawing/2014/main" id="{01C2DB29-269F-F6BE-52DD-8B832E362041}"/>
                </a:ext>
              </a:extLst>
            </p:cNvPr>
            <p:cNvSpPr/>
            <p:nvPr/>
          </p:nvSpPr>
          <p:spPr>
            <a:xfrm>
              <a:off x="41860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80" name="Freeform: Shape 1779">
              <a:extLst>
                <a:ext uri="{FF2B5EF4-FFF2-40B4-BE49-F238E27FC236}">
                  <a16:creationId xmlns:a16="http://schemas.microsoft.com/office/drawing/2014/main" id="{78C06D4C-4434-5D7B-85AA-87482D60119C}"/>
                </a:ext>
              </a:extLst>
            </p:cNvPr>
            <p:cNvSpPr/>
            <p:nvPr/>
          </p:nvSpPr>
          <p:spPr>
            <a:xfrm>
              <a:off x="41860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81" name="Freeform: Shape 1780">
              <a:extLst>
                <a:ext uri="{FF2B5EF4-FFF2-40B4-BE49-F238E27FC236}">
                  <a16:creationId xmlns:a16="http://schemas.microsoft.com/office/drawing/2014/main" id="{EEC88D75-CDBF-701B-6839-E35F6413E76B}"/>
                </a:ext>
              </a:extLst>
            </p:cNvPr>
            <p:cNvSpPr/>
            <p:nvPr/>
          </p:nvSpPr>
          <p:spPr>
            <a:xfrm>
              <a:off x="3767484"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1" y="52326"/>
                    <a:pt x="26163" y="52326"/>
                  </a:cubicBezTo>
                  <a:lnTo>
                    <a:pt x="26163" y="52326"/>
                  </a:ln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782" name="Freeform: Shape 1781">
              <a:extLst>
                <a:ext uri="{FF2B5EF4-FFF2-40B4-BE49-F238E27FC236}">
                  <a16:creationId xmlns:a16="http://schemas.microsoft.com/office/drawing/2014/main" id="{761CC9B7-48EC-37BF-36CA-75FBB269AFCA}"/>
                </a:ext>
              </a:extLst>
            </p:cNvPr>
            <p:cNvSpPr/>
            <p:nvPr/>
          </p:nvSpPr>
          <p:spPr>
            <a:xfrm>
              <a:off x="3453527"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783" name="Freeform: Shape 1782">
              <a:extLst>
                <a:ext uri="{FF2B5EF4-FFF2-40B4-BE49-F238E27FC236}">
                  <a16:creationId xmlns:a16="http://schemas.microsoft.com/office/drawing/2014/main" id="{66C18684-596C-2D0F-FF63-84342D5E3091}"/>
                </a:ext>
              </a:extLst>
            </p:cNvPr>
            <p:cNvSpPr/>
            <p:nvPr/>
          </p:nvSpPr>
          <p:spPr>
            <a:xfrm>
              <a:off x="2197699"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7" y="52326"/>
                    <a:pt x="46396" y="45698"/>
                    <a:pt x="50233" y="36280"/>
                  </a:cubicBezTo>
                  <a:cubicBezTo>
                    <a:pt x="51628" y="33140"/>
                    <a:pt x="52326" y="29652"/>
                    <a:pt x="52326" y="26163"/>
                  </a:cubicBezTo>
                  <a:cubicBezTo>
                    <a:pt x="52326" y="11861"/>
                    <a:pt x="40465" y="0"/>
                    <a:pt x="26163" y="0"/>
                  </a:cubicBezTo>
                  <a:lnTo>
                    <a:pt x="26163" y="0"/>
                  </a:lnTo>
                  <a:cubicBezTo>
                    <a:pt x="15349" y="0"/>
                    <a:pt x="5930" y="6628"/>
                    <a:pt x="2093" y="16047"/>
                  </a:cubicBezTo>
                  <a:cubicBezTo>
                    <a:pt x="698" y="19186"/>
                    <a:pt x="0" y="22675"/>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84" name="Freeform: Shape 1783">
              <a:extLst>
                <a:ext uri="{FF2B5EF4-FFF2-40B4-BE49-F238E27FC236}">
                  <a16:creationId xmlns:a16="http://schemas.microsoft.com/office/drawing/2014/main" id="{6D6BC215-66F8-B884-5D0A-5D866D7F1FD5}"/>
                </a:ext>
              </a:extLst>
            </p:cNvPr>
            <p:cNvSpPr/>
            <p:nvPr/>
          </p:nvSpPr>
          <p:spPr>
            <a:xfrm>
              <a:off x="523261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85" name="Freeform: Shape 1784">
              <a:extLst>
                <a:ext uri="{FF2B5EF4-FFF2-40B4-BE49-F238E27FC236}">
                  <a16:creationId xmlns:a16="http://schemas.microsoft.com/office/drawing/2014/main" id="{E4420EB5-D78D-400E-D1A5-068C00371666}"/>
                </a:ext>
              </a:extLst>
            </p:cNvPr>
            <p:cNvSpPr/>
            <p:nvPr/>
          </p:nvSpPr>
          <p:spPr>
            <a:xfrm>
              <a:off x="481400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86" name="Freeform: Shape 1785">
              <a:extLst>
                <a:ext uri="{FF2B5EF4-FFF2-40B4-BE49-F238E27FC236}">
                  <a16:creationId xmlns:a16="http://schemas.microsoft.com/office/drawing/2014/main" id="{BE2E7962-70B1-15AB-D7B9-F58FFCF1C19F}"/>
                </a:ext>
              </a:extLst>
            </p:cNvPr>
            <p:cNvSpPr/>
            <p:nvPr/>
          </p:nvSpPr>
          <p:spPr>
            <a:xfrm>
              <a:off x="4604703" y="460633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87" name="Freeform: Shape 1786">
              <a:extLst>
                <a:ext uri="{FF2B5EF4-FFF2-40B4-BE49-F238E27FC236}">
                  <a16:creationId xmlns:a16="http://schemas.microsoft.com/office/drawing/2014/main" id="{38383F52-9B25-5D05-642A-76DBA523D0C6}"/>
                </a:ext>
              </a:extLst>
            </p:cNvPr>
            <p:cNvSpPr/>
            <p:nvPr/>
          </p:nvSpPr>
          <p:spPr>
            <a:xfrm>
              <a:off x="418609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88" name="Freeform: Shape 1787">
              <a:extLst>
                <a:ext uri="{FF2B5EF4-FFF2-40B4-BE49-F238E27FC236}">
                  <a16:creationId xmlns:a16="http://schemas.microsoft.com/office/drawing/2014/main" id="{C958B090-9AA6-1820-A949-F91D2F7B4773}"/>
                </a:ext>
              </a:extLst>
            </p:cNvPr>
            <p:cNvSpPr/>
            <p:nvPr/>
          </p:nvSpPr>
          <p:spPr>
            <a:xfrm>
              <a:off x="37674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89" name="Freeform: Shape 1788">
              <a:extLst>
                <a:ext uri="{FF2B5EF4-FFF2-40B4-BE49-F238E27FC236}">
                  <a16:creationId xmlns:a16="http://schemas.microsoft.com/office/drawing/2014/main" id="{F0B09700-009D-65BC-10D4-D1D9AFA0E2F8}"/>
                </a:ext>
              </a:extLst>
            </p:cNvPr>
            <p:cNvSpPr/>
            <p:nvPr/>
          </p:nvSpPr>
          <p:spPr>
            <a:xfrm>
              <a:off x="387213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90" name="Freeform: Shape 1789">
              <a:extLst>
                <a:ext uri="{FF2B5EF4-FFF2-40B4-BE49-F238E27FC236}">
                  <a16:creationId xmlns:a16="http://schemas.microsoft.com/office/drawing/2014/main" id="{D34709F1-B59C-A6EE-81D6-7546EEE98CB8}"/>
                </a:ext>
              </a:extLst>
            </p:cNvPr>
            <p:cNvSpPr/>
            <p:nvPr/>
          </p:nvSpPr>
          <p:spPr>
            <a:xfrm>
              <a:off x="38721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91" name="Freeform: Shape 1790">
              <a:extLst>
                <a:ext uri="{FF2B5EF4-FFF2-40B4-BE49-F238E27FC236}">
                  <a16:creationId xmlns:a16="http://schemas.microsoft.com/office/drawing/2014/main" id="{63BAE116-CB9F-4B1F-F608-916631A74B98}"/>
                </a:ext>
              </a:extLst>
            </p:cNvPr>
            <p:cNvSpPr/>
            <p:nvPr/>
          </p:nvSpPr>
          <p:spPr>
            <a:xfrm>
              <a:off x="303491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92" name="Freeform: Shape 1791">
              <a:extLst>
                <a:ext uri="{FF2B5EF4-FFF2-40B4-BE49-F238E27FC236}">
                  <a16:creationId xmlns:a16="http://schemas.microsoft.com/office/drawing/2014/main" id="{5B5E897A-2E08-270D-4745-16184AAE7781}"/>
                </a:ext>
              </a:extLst>
            </p:cNvPr>
            <p:cNvSpPr/>
            <p:nvPr/>
          </p:nvSpPr>
          <p:spPr>
            <a:xfrm>
              <a:off x="261630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93" name="Freeform: Shape 1792">
              <a:extLst>
                <a:ext uri="{FF2B5EF4-FFF2-40B4-BE49-F238E27FC236}">
                  <a16:creationId xmlns:a16="http://schemas.microsoft.com/office/drawing/2014/main" id="{CFD3431C-0158-F344-9F19-F815AC90F5A1}"/>
                </a:ext>
              </a:extLst>
            </p:cNvPr>
            <p:cNvSpPr/>
            <p:nvPr/>
          </p:nvSpPr>
          <p:spPr>
            <a:xfrm>
              <a:off x="2511656"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94" name="Freeform: Shape 1793">
              <a:extLst>
                <a:ext uri="{FF2B5EF4-FFF2-40B4-BE49-F238E27FC236}">
                  <a16:creationId xmlns:a16="http://schemas.microsoft.com/office/drawing/2014/main" id="{4FB6C44B-19AC-83BB-52EE-286BB8EB8EF9}"/>
                </a:ext>
              </a:extLst>
            </p:cNvPr>
            <p:cNvSpPr/>
            <p:nvPr/>
          </p:nvSpPr>
          <p:spPr>
            <a:xfrm>
              <a:off x="23023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95" name="Freeform: Shape 1794">
              <a:extLst>
                <a:ext uri="{FF2B5EF4-FFF2-40B4-BE49-F238E27FC236}">
                  <a16:creationId xmlns:a16="http://schemas.microsoft.com/office/drawing/2014/main" id="{BFD84BBB-305E-94D3-6809-AED63EF25A4E}"/>
                </a:ext>
              </a:extLst>
            </p:cNvPr>
            <p:cNvSpPr/>
            <p:nvPr/>
          </p:nvSpPr>
          <p:spPr>
            <a:xfrm>
              <a:off x="23023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96" name="Freeform: Shape 1795">
              <a:extLst>
                <a:ext uri="{FF2B5EF4-FFF2-40B4-BE49-F238E27FC236}">
                  <a16:creationId xmlns:a16="http://schemas.microsoft.com/office/drawing/2014/main" id="{9ABCDA3C-8744-36A2-E592-3ADC1DC9B5F4}"/>
                </a:ext>
              </a:extLst>
            </p:cNvPr>
            <p:cNvSpPr/>
            <p:nvPr/>
          </p:nvSpPr>
          <p:spPr>
            <a:xfrm>
              <a:off x="125582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97" name="Freeform: Shape 1796">
              <a:extLst>
                <a:ext uri="{FF2B5EF4-FFF2-40B4-BE49-F238E27FC236}">
                  <a16:creationId xmlns:a16="http://schemas.microsoft.com/office/drawing/2014/main" id="{EE654439-C805-778F-CF6B-B9AF3962CE16}"/>
                </a:ext>
              </a:extLst>
            </p:cNvPr>
            <p:cNvSpPr/>
            <p:nvPr/>
          </p:nvSpPr>
          <p:spPr>
            <a:xfrm>
              <a:off x="83721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798" name="Freeform: Shape 1797">
              <a:extLst>
                <a:ext uri="{FF2B5EF4-FFF2-40B4-BE49-F238E27FC236}">
                  <a16:creationId xmlns:a16="http://schemas.microsoft.com/office/drawing/2014/main" id="{B320EA0B-9B16-1CA9-E90E-4E378FCC5AF9}"/>
                </a:ext>
              </a:extLst>
            </p:cNvPr>
            <p:cNvSpPr/>
            <p:nvPr/>
          </p:nvSpPr>
          <p:spPr>
            <a:xfrm>
              <a:off x="62791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799" name="Freeform: Shape 1798">
              <a:extLst>
                <a:ext uri="{FF2B5EF4-FFF2-40B4-BE49-F238E27FC236}">
                  <a16:creationId xmlns:a16="http://schemas.microsoft.com/office/drawing/2014/main" id="{97216C26-9B96-D1EF-AD45-10F4FFCC2801}"/>
                </a:ext>
              </a:extLst>
            </p:cNvPr>
            <p:cNvSpPr/>
            <p:nvPr/>
          </p:nvSpPr>
          <p:spPr>
            <a:xfrm>
              <a:off x="209304"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800" name="Freeform: Shape 1799">
              <a:extLst>
                <a:ext uri="{FF2B5EF4-FFF2-40B4-BE49-F238E27FC236}">
                  <a16:creationId xmlns:a16="http://schemas.microsoft.com/office/drawing/2014/main" id="{108551A3-0562-9A9F-27A6-9BCD3CAD1B2C}"/>
                </a:ext>
              </a:extLst>
            </p:cNvPr>
            <p:cNvSpPr/>
            <p:nvPr/>
          </p:nvSpPr>
          <p:spPr>
            <a:xfrm>
              <a:off x="20930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801" name="Freeform: Shape 1800">
              <a:extLst>
                <a:ext uri="{FF2B5EF4-FFF2-40B4-BE49-F238E27FC236}">
                  <a16:creationId xmlns:a16="http://schemas.microsoft.com/office/drawing/2014/main" id="{37A290D4-C474-C959-8692-1CC541D53F62}"/>
                </a:ext>
              </a:extLst>
            </p:cNvPr>
            <p:cNvSpPr/>
            <p:nvPr/>
          </p:nvSpPr>
          <p:spPr>
            <a:xfrm>
              <a:off x="2511656"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5" y="52326"/>
                    <a:pt x="52326" y="40466"/>
                    <a:pt x="52326" y="26163"/>
                  </a:cubicBezTo>
                  <a:cubicBezTo>
                    <a:pt x="52326" y="13605"/>
                    <a:pt x="43256" y="3140"/>
                    <a:pt x="31396" y="698"/>
                  </a:cubicBezTo>
                  <a:cubicBezTo>
                    <a:pt x="29652" y="349"/>
                    <a:pt x="27907" y="0"/>
                    <a:pt x="26163" y="0"/>
                  </a:cubicBezTo>
                  <a:cubicBezTo>
                    <a:pt x="11861" y="0"/>
                    <a:pt x="0" y="11861"/>
                    <a:pt x="0" y="26163"/>
                  </a:cubicBezTo>
                  <a:cubicBezTo>
                    <a:pt x="0" y="38024"/>
                    <a:pt x="7675" y="47791"/>
                    <a:pt x="18489" y="51280"/>
                  </a:cubicBezTo>
                  <a:close/>
                </a:path>
              </a:pathLst>
            </a:custGeom>
            <a:grpFill/>
            <a:ln w="3488" cap="flat">
              <a:noFill/>
              <a:prstDash val="solid"/>
              <a:miter/>
            </a:ln>
          </p:spPr>
          <p:txBody>
            <a:bodyPr rtlCol="0" anchor="ctr"/>
            <a:lstStyle/>
            <a:p>
              <a:endParaRPr lang="en-ID"/>
            </a:p>
          </p:txBody>
        </p:sp>
        <p:sp>
          <p:nvSpPr>
            <p:cNvPr id="1802" name="Freeform: Shape 1801">
              <a:extLst>
                <a:ext uri="{FF2B5EF4-FFF2-40B4-BE49-F238E27FC236}">
                  <a16:creationId xmlns:a16="http://schemas.microsoft.com/office/drawing/2014/main" id="{85FCC885-7AAE-6F1F-3D2B-2B427F89B5E9}"/>
                </a:ext>
              </a:extLst>
            </p:cNvPr>
            <p:cNvSpPr/>
            <p:nvPr/>
          </p:nvSpPr>
          <p:spPr>
            <a:xfrm>
              <a:off x="3244223" y="3036553"/>
              <a:ext cx="52326" cy="52326"/>
            </a:xfrm>
            <a:custGeom>
              <a:avLst/>
              <a:gdLst>
                <a:gd name="connsiteX0" fmla="*/ 26163 w 52326"/>
                <a:gd name="connsiteY0" fmla="*/ 52326 h 52326"/>
                <a:gd name="connsiteX1" fmla="*/ 26163 w 52326"/>
                <a:gd name="connsiteY1" fmla="*/ 52326 h 52326"/>
                <a:gd name="connsiteX2" fmla="*/ 42210 w 52326"/>
                <a:gd name="connsiteY2" fmla="*/ 46745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2093" y="52326"/>
                    <a:pt x="38024" y="50233"/>
                    <a:pt x="42210" y="46745"/>
                  </a:cubicBezTo>
                  <a:cubicBezTo>
                    <a:pt x="48140" y="41861"/>
                    <a:pt x="52326" y="34535"/>
                    <a:pt x="52326" y="26163"/>
                  </a:cubicBez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03" name="Freeform: Shape 1802">
              <a:extLst>
                <a:ext uri="{FF2B5EF4-FFF2-40B4-BE49-F238E27FC236}">
                  <a16:creationId xmlns:a16="http://schemas.microsoft.com/office/drawing/2014/main" id="{8E2271DE-42DC-96BA-99E1-6E7F25CAD43D}"/>
                </a:ext>
              </a:extLst>
            </p:cNvPr>
            <p:cNvSpPr/>
            <p:nvPr/>
          </p:nvSpPr>
          <p:spPr>
            <a:xfrm>
              <a:off x="5023313"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79"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804" name="Freeform: Shape 1803">
              <a:extLst>
                <a:ext uri="{FF2B5EF4-FFF2-40B4-BE49-F238E27FC236}">
                  <a16:creationId xmlns:a16="http://schemas.microsoft.com/office/drawing/2014/main" id="{23B5CD65-824B-4AD5-9046-E46E14D389A0}"/>
                </a:ext>
              </a:extLst>
            </p:cNvPr>
            <p:cNvSpPr/>
            <p:nvPr/>
          </p:nvSpPr>
          <p:spPr>
            <a:xfrm>
              <a:off x="5023313"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40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5" y="0"/>
                    <a:pt x="26163" y="0"/>
                  </a:cubicBez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05" name="Freeform: Shape 1804">
              <a:extLst>
                <a:ext uri="{FF2B5EF4-FFF2-40B4-BE49-F238E27FC236}">
                  <a16:creationId xmlns:a16="http://schemas.microsoft.com/office/drawing/2014/main" id="{BE50AB2A-4F78-AF35-A45A-40A7945632CC}"/>
                </a:ext>
              </a:extLst>
            </p:cNvPr>
            <p:cNvSpPr/>
            <p:nvPr/>
          </p:nvSpPr>
          <p:spPr>
            <a:xfrm>
              <a:off x="2930266"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806" name="Freeform: Shape 1805">
              <a:extLst>
                <a:ext uri="{FF2B5EF4-FFF2-40B4-BE49-F238E27FC236}">
                  <a16:creationId xmlns:a16="http://schemas.microsoft.com/office/drawing/2014/main" id="{FCB1BB22-7130-DBF7-103B-7D8C5E21EEDA}"/>
                </a:ext>
              </a:extLst>
            </p:cNvPr>
            <p:cNvSpPr/>
            <p:nvPr/>
          </p:nvSpPr>
          <p:spPr>
            <a:xfrm>
              <a:off x="251165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07" name="Freeform: Shape 1806">
              <a:extLst>
                <a:ext uri="{FF2B5EF4-FFF2-40B4-BE49-F238E27FC236}">
                  <a16:creationId xmlns:a16="http://schemas.microsoft.com/office/drawing/2014/main" id="{838AC0F8-00AB-528F-2FF9-3AE06036EE6A}"/>
                </a:ext>
              </a:extLst>
            </p:cNvPr>
            <p:cNvSpPr/>
            <p:nvPr/>
          </p:nvSpPr>
          <p:spPr>
            <a:xfrm>
              <a:off x="4186094" y="3350510"/>
              <a:ext cx="52326" cy="52326"/>
            </a:xfrm>
            <a:custGeom>
              <a:avLst/>
              <a:gdLst>
                <a:gd name="connsiteX0" fmla="*/ 26163 w 52326"/>
                <a:gd name="connsiteY0" fmla="*/ 52326 h 52326"/>
                <a:gd name="connsiteX1" fmla="*/ 26163 w 52326"/>
                <a:gd name="connsiteY1" fmla="*/ 52326 h 52326"/>
                <a:gd name="connsiteX2" fmla="*/ 36280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80" y="50233"/>
                  </a:cubicBezTo>
                  <a:cubicBezTo>
                    <a:pt x="45698" y="46396"/>
                    <a:pt x="52326" y="36977"/>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08" name="Freeform: Shape 1807">
              <a:extLst>
                <a:ext uri="{FF2B5EF4-FFF2-40B4-BE49-F238E27FC236}">
                  <a16:creationId xmlns:a16="http://schemas.microsoft.com/office/drawing/2014/main" id="{48519A4F-7719-E769-5200-7CE5F0F34736}"/>
                </a:ext>
              </a:extLst>
            </p:cNvPr>
            <p:cNvSpPr/>
            <p:nvPr/>
          </p:nvSpPr>
          <p:spPr>
            <a:xfrm>
              <a:off x="502331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09" name="Freeform: Shape 1808">
              <a:extLst>
                <a:ext uri="{FF2B5EF4-FFF2-40B4-BE49-F238E27FC236}">
                  <a16:creationId xmlns:a16="http://schemas.microsoft.com/office/drawing/2014/main" id="{FFB5D75C-FA57-EF86-EDA3-D06DF5711EA0}"/>
                </a:ext>
              </a:extLst>
            </p:cNvPr>
            <p:cNvSpPr/>
            <p:nvPr/>
          </p:nvSpPr>
          <p:spPr>
            <a:xfrm>
              <a:off x="481400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0" name="Freeform: Shape 1809">
              <a:extLst>
                <a:ext uri="{FF2B5EF4-FFF2-40B4-BE49-F238E27FC236}">
                  <a16:creationId xmlns:a16="http://schemas.microsoft.com/office/drawing/2014/main" id="{463B1D18-DEB0-23DE-FA25-D4C6C9615E76}"/>
                </a:ext>
              </a:extLst>
            </p:cNvPr>
            <p:cNvSpPr/>
            <p:nvPr/>
          </p:nvSpPr>
          <p:spPr>
            <a:xfrm>
              <a:off x="4604703"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cubicBezTo>
                    <a:pt x="26163" y="0"/>
                    <a:pt x="26163" y="0"/>
                    <a:pt x="26163" y="0"/>
                  </a:cubicBezTo>
                  <a:cubicBezTo>
                    <a:pt x="11861" y="0"/>
                    <a:pt x="0" y="11861"/>
                    <a:pt x="0" y="26163"/>
                  </a:cubicBezTo>
                  <a:cubicBezTo>
                    <a:pt x="0" y="40117"/>
                    <a:pt x="11861" y="51977"/>
                    <a:pt x="26163" y="51977"/>
                  </a:cubicBezTo>
                  <a:close/>
                </a:path>
              </a:pathLst>
            </a:custGeom>
            <a:grpFill/>
            <a:ln w="3488" cap="flat">
              <a:noFill/>
              <a:prstDash val="solid"/>
              <a:miter/>
            </a:ln>
          </p:spPr>
          <p:txBody>
            <a:bodyPr rtlCol="0" anchor="ctr"/>
            <a:lstStyle/>
            <a:p>
              <a:endParaRPr lang="en-ID"/>
            </a:p>
          </p:txBody>
        </p:sp>
        <p:sp>
          <p:nvSpPr>
            <p:cNvPr id="1811" name="Freeform: Shape 1810">
              <a:extLst>
                <a:ext uri="{FF2B5EF4-FFF2-40B4-BE49-F238E27FC236}">
                  <a16:creationId xmlns:a16="http://schemas.microsoft.com/office/drawing/2014/main" id="{B42ADD08-2C30-7847-8101-44E2D84753E4}"/>
                </a:ext>
              </a:extLst>
            </p:cNvPr>
            <p:cNvSpPr/>
            <p:nvPr/>
          </p:nvSpPr>
          <p:spPr>
            <a:xfrm>
              <a:off x="3976789"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812" name="Freeform: Shape 1811">
              <a:extLst>
                <a:ext uri="{FF2B5EF4-FFF2-40B4-BE49-F238E27FC236}">
                  <a16:creationId xmlns:a16="http://schemas.microsoft.com/office/drawing/2014/main" id="{E9762DE8-0D3B-FD46-2EA9-1C1C2118E3EC}"/>
                </a:ext>
              </a:extLst>
            </p:cNvPr>
            <p:cNvSpPr/>
            <p:nvPr/>
          </p:nvSpPr>
          <p:spPr>
            <a:xfrm>
              <a:off x="512796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3" name="Freeform: Shape 1812">
              <a:extLst>
                <a:ext uri="{FF2B5EF4-FFF2-40B4-BE49-F238E27FC236}">
                  <a16:creationId xmlns:a16="http://schemas.microsoft.com/office/drawing/2014/main" id="{51744DA5-5935-F0FD-DD1B-8A4AD3D1DD6C}"/>
                </a:ext>
              </a:extLst>
            </p:cNvPr>
            <p:cNvSpPr/>
            <p:nvPr/>
          </p:nvSpPr>
          <p:spPr>
            <a:xfrm>
              <a:off x="47093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4" name="Freeform: Shape 1813">
              <a:extLst>
                <a:ext uri="{FF2B5EF4-FFF2-40B4-BE49-F238E27FC236}">
                  <a16:creationId xmlns:a16="http://schemas.microsoft.com/office/drawing/2014/main" id="{BBA7BBF6-07AB-B7CB-DD7A-C8AC687FEE73}"/>
                </a:ext>
              </a:extLst>
            </p:cNvPr>
            <p:cNvSpPr/>
            <p:nvPr/>
          </p:nvSpPr>
          <p:spPr>
            <a:xfrm>
              <a:off x="408144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5" name="Freeform: Shape 1814">
              <a:extLst>
                <a:ext uri="{FF2B5EF4-FFF2-40B4-BE49-F238E27FC236}">
                  <a16:creationId xmlns:a16="http://schemas.microsoft.com/office/drawing/2014/main" id="{33C2D0E1-E253-B7A6-AECF-15113428C8F8}"/>
                </a:ext>
              </a:extLst>
            </p:cNvPr>
            <p:cNvSpPr/>
            <p:nvPr/>
          </p:nvSpPr>
          <p:spPr>
            <a:xfrm>
              <a:off x="35581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6" name="Freeform: Shape 1815">
              <a:extLst>
                <a:ext uri="{FF2B5EF4-FFF2-40B4-BE49-F238E27FC236}">
                  <a16:creationId xmlns:a16="http://schemas.microsoft.com/office/drawing/2014/main" id="{0F5549D6-F917-7C9A-5297-02E558C277DE}"/>
                </a:ext>
              </a:extLst>
            </p:cNvPr>
            <p:cNvSpPr/>
            <p:nvPr/>
          </p:nvSpPr>
          <p:spPr>
            <a:xfrm>
              <a:off x="34535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17" name="Freeform: Shape 1816">
              <a:extLst>
                <a:ext uri="{FF2B5EF4-FFF2-40B4-BE49-F238E27FC236}">
                  <a16:creationId xmlns:a16="http://schemas.microsoft.com/office/drawing/2014/main" id="{E6418D0E-FFD5-7B7D-FE52-5640569E12A5}"/>
                </a:ext>
              </a:extLst>
            </p:cNvPr>
            <p:cNvSpPr/>
            <p:nvPr/>
          </p:nvSpPr>
          <p:spPr>
            <a:xfrm>
              <a:off x="136048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818" name="Freeform: Shape 1817">
              <a:extLst>
                <a:ext uri="{FF2B5EF4-FFF2-40B4-BE49-F238E27FC236}">
                  <a16:creationId xmlns:a16="http://schemas.microsoft.com/office/drawing/2014/main" id="{B618E455-2361-E0E4-8995-1C4E1C38BCF5}"/>
                </a:ext>
              </a:extLst>
            </p:cNvPr>
            <p:cNvSpPr/>
            <p:nvPr/>
          </p:nvSpPr>
          <p:spPr>
            <a:xfrm rot="17550026">
              <a:off x="1151243" y="3873792"/>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819" name="Freeform: Shape 1818">
              <a:extLst>
                <a:ext uri="{FF2B5EF4-FFF2-40B4-BE49-F238E27FC236}">
                  <a16:creationId xmlns:a16="http://schemas.microsoft.com/office/drawing/2014/main" id="{3D8FCF58-0DEF-D049-FE7F-62A2D43B5EA1}"/>
                </a:ext>
              </a:extLst>
            </p:cNvPr>
            <p:cNvSpPr/>
            <p:nvPr/>
          </p:nvSpPr>
          <p:spPr>
            <a:xfrm>
              <a:off x="732566"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20" name="Freeform: Shape 1819">
              <a:extLst>
                <a:ext uri="{FF2B5EF4-FFF2-40B4-BE49-F238E27FC236}">
                  <a16:creationId xmlns:a16="http://schemas.microsoft.com/office/drawing/2014/main" id="{5AB6B574-BF9D-2419-47E7-26C6E9916912}"/>
                </a:ext>
              </a:extLst>
            </p:cNvPr>
            <p:cNvSpPr/>
            <p:nvPr/>
          </p:nvSpPr>
          <p:spPr>
            <a:xfrm>
              <a:off x="313957"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821" name="Freeform: Shape 1820">
              <a:extLst>
                <a:ext uri="{FF2B5EF4-FFF2-40B4-BE49-F238E27FC236}">
                  <a16:creationId xmlns:a16="http://schemas.microsoft.com/office/drawing/2014/main" id="{048FE002-FFFB-9BD9-E2F0-8EBCB4CEE794}"/>
                </a:ext>
              </a:extLst>
            </p:cNvPr>
            <p:cNvSpPr/>
            <p:nvPr/>
          </p:nvSpPr>
          <p:spPr>
            <a:xfrm>
              <a:off x="31395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22" name="Freeform: Shape 1821">
              <a:extLst>
                <a:ext uri="{FF2B5EF4-FFF2-40B4-BE49-F238E27FC236}">
                  <a16:creationId xmlns:a16="http://schemas.microsoft.com/office/drawing/2014/main" id="{4A221A29-8CED-B31D-11D1-054744F46EF9}"/>
                </a:ext>
              </a:extLst>
            </p:cNvPr>
            <p:cNvSpPr/>
            <p:nvPr/>
          </p:nvSpPr>
          <p:spPr>
            <a:xfrm>
              <a:off x="0"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23" name="Freeform: Shape 1822">
              <a:extLst>
                <a:ext uri="{FF2B5EF4-FFF2-40B4-BE49-F238E27FC236}">
                  <a16:creationId xmlns:a16="http://schemas.microsoft.com/office/drawing/2014/main" id="{C5BE9070-B80A-11BD-E4A6-B488F255087B}"/>
                </a:ext>
              </a:extLst>
            </p:cNvPr>
            <p:cNvSpPr/>
            <p:nvPr/>
          </p:nvSpPr>
          <p:spPr>
            <a:xfrm>
              <a:off x="3034918"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24" name="Freeform: Shape 1823">
              <a:extLst>
                <a:ext uri="{FF2B5EF4-FFF2-40B4-BE49-F238E27FC236}">
                  <a16:creationId xmlns:a16="http://schemas.microsoft.com/office/drawing/2014/main" id="{78BAE57B-5FE9-CE47-84DA-57E7A9EA7042}"/>
                </a:ext>
              </a:extLst>
            </p:cNvPr>
            <p:cNvSpPr/>
            <p:nvPr/>
          </p:nvSpPr>
          <p:spPr>
            <a:xfrm>
              <a:off x="5546575"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lnTo>
                    <a:pt x="52326" y="26163"/>
                  </a:lnTo>
                  <a:cubicBezTo>
                    <a:pt x="52326" y="11861"/>
                    <a:pt x="4046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25" name="Freeform: Shape 1824">
              <a:extLst>
                <a:ext uri="{FF2B5EF4-FFF2-40B4-BE49-F238E27FC236}">
                  <a16:creationId xmlns:a16="http://schemas.microsoft.com/office/drawing/2014/main" id="{0E40535C-8B8A-4C87-1C0E-154F485998E6}"/>
                </a:ext>
              </a:extLst>
            </p:cNvPr>
            <p:cNvSpPr/>
            <p:nvPr/>
          </p:nvSpPr>
          <p:spPr>
            <a:xfrm>
              <a:off x="732566"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6" y="52326"/>
                    <a:pt x="52326" y="40465"/>
                    <a:pt x="52326" y="26163"/>
                  </a:cubicBez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1826" name="Freeform: Shape 1825">
              <a:extLst>
                <a:ext uri="{FF2B5EF4-FFF2-40B4-BE49-F238E27FC236}">
                  <a16:creationId xmlns:a16="http://schemas.microsoft.com/office/drawing/2014/main" id="{016905D5-2E20-0CEF-CEA4-A935529EE910}"/>
                </a:ext>
              </a:extLst>
            </p:cNvPr>
            <p:cNvSpPr/>
            <p:nvPr/>
          </p:nvSpPr>
          <p:spPr>
            <a:xfrm>
              <a:off x="5023313" y="4710991"/>
              <a:ext cx="52326" cy="52326"/>
            </a:xfrm>
            <a:custGeom>
              <a:avLst/>
              <a:gdLst>
                <a:gd name="connsiteX0" fmla="*/ 36280 w 52326"/>
                <a:gd name="connsiteY0" fmla="*/ 2093 h 52326"/>
                <a:gd name="connsiteX1" fmla="*/ 26163 w 52326"/>
                <a:gd name="connsiteY1" fmla="*/ 0 h 52326"/>
                <a:gd name="connsiteX2" fmla="*/ 16047 w 52326"/>
                <a:gd name="connsiteY2" fmla="*/ 2093 h 52326"/>
                <a:gd name="connsiteX3" fmla="*/ 0 w 52326"/>
                <a:gd name="connsiteY3" fmla="*/ 26163 h 52326"/>
                <a:gd name="connsiteX4" fmla="*/ 16047 w 52326"/>
                <a:gd name="connsiteY4" fmla="*/ 50233 h 52326"/>
                <a:gd name="connsiteX5" fmla="*/ 26163 w 52326"/>
                <a:gd name="connsiteY5" fmla="*/ 52326 h 52326"/>
                <a:gd name="connsiteX6" fmla="*/ 36280 w 52326"/>
                <a:gd name="connsiteY6" fmla="*/ 50233 h 52326"/>
                <a:gd name="connsiteX7" fmla="*/ 52326 w 52326"/>
                <a:gd name="connsiteY7" fmla="*/ 26163 h 52326"/>
                <a:gd name="connsiteX8" fmla="*/ 36280 w 52326"/>
                <a:gd name="connsiteY8"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280" y="2093"/>
                  </a:moveTo>
                  <a:cubicBezTo>
                    <a:pt x="33140" y="698"/>
                    <a:pt x="29652" y="0"/>
                    <a:pt x="26163" y="0"/>
                  </a:cubicBezTo>
                  <a:cubicBezTo>
                    <a:pt x="22675" y="0"/>
                    <a:pt x="19186" y="698"/>
                    <a:pt x="16047" y="2093"/>
                  </a:cubicBezTo>
                  <a:cubicBezTo>
                    <a:pt x="6628" y="5930"/>
                    <a:pt x="0" y="15349"/>
                    <a:pt x="0" y="26163"/>
                  </a:cubicBezTo>
                  <a:cubicBezTo>
                    <a:pt x="0" y="36977"/>
                    <a:pt x="6628" y="46396"/>
                    <a:pt x="16047" y="50233"/>
                  </a:cubicBezTo>
                  <a:cubicBezTo>
                    <a:pt x="19186" y="51628"/>
                    <a:pt x="22675" y="52326"/>
                    <a:pt x="26163" y="52326"/>
                  </a:cubicBezTo>
                  <a:cubicBezTo>
                    <a:pt x="29652" y="52326"/>
                    <a:pt x="33140" y="51628"/>
                    <a:pt x="36280" y="50233"/>
                  </a:cubicBezTo>
                  <a:cubicBezTo>
                    <a:pt x="45698" y="46396"/>
                    <a:pt x="52326" y="36977"/>
                    <a:pt x="52326" y="26163"/>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1827" name="Freeform: Shape 1826">
              <a:extLst>
                <a:ext uri="{FF2B5EF4-FFF2-40B4-BE49-F238E27FC236}">
                  <a16:creationId xmlns:a16="http://schemas.microsoft.com/office/drawing/2014/main" id="{6373AFAC-3E80-E811-27AA-7E4F71F228D2}"/>
                </a:ext>
              </a:extLst>
            </p:cNvPr>
            <p:cNvSpPr/>
            <p:nvPr/>
          </p:nvSpPr>
          <p:spPr>
            <a:xfrm>
              <a:off x="4918660"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2" y="52326"/>
                    <a:pt x="26163" y="52326"/>
                  </a:cubicBezTo>
                  <a:lnTo>
                    <a:pt x="26163" y="52326"/>
                  </a:lnTo>
                  <a:cubicBezTo>
                    <a:pt x="35931" y="52326"/>
                    <a:pt x="44652" y="46745"/>
                    <a:pt x="49187" y="38721"/>
                  </a:cubicBezTo>
                  <a:cubicBezTo>
                    <a:pt x="51279" y="34884"/>
                    <a:pt x="52326" y="30698"/>
                    <a:pt x="52326" y="26163"/>
                  </a:cubicBezTo>
                  <a:cubicBezTo>
                    <a:pt x="52326" y="11861"/>
                    <a:pt x="40465" y="0"/>
                    <a:pt x="26163" y="0"/>
                  </a:cubicBezTo>
                  <a:cubicBezTo>
                    <a:pt x="21279" y="0"/>
                    <a:pt x="16745"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1828" name="Freeform: Shape 1827">
              <a:extLst>
                <a:ext uri="{FF2B5EF4-FFF2-40B4-BE49-F238E27FC236}">
                  <a16:creationId xmlns:a16="http://schemas.microsoft.com/office/drawing/2014/main" id="{66F08659-D82B-BFB3-A0C0-247B1FD35E72}"/>
                </a:ext>
              </a:extLst>
            </p:cNvPr>
            <p:cNvSpPr/>
            <p:nvPr/>
          </p:nvSpPr>
          <p:spPr>
            <a:xfrm>
              <a:off x="56512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29" name="Freeform: Shape 1828">
              <a:extLst>
                <a:ext uri="{FF2B5EF4-FFF2-40B4-BE49-F238E27FC236}">
                  <a16:creationId xmlns:a16="http://schemas.microsoft.com/office/drawing/2014/main" id="{2E87C147-CA22-FD35-0E17-E33B3E189D9E}"/>
                </a:ext>
              </a:extLst>
            </p:cNvPr>
            <p:cNvSpPr/>
            <p:nvPr/>
          </p:nvSpPr>
          <p:spPr>
            <a:xfrm>
              <a:off x="5232618"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3" y="0"/>
                    <a:pt x="21628" y="349"/>
                  </a:cubicBezTo>
                  <a:cubicBezTo>
                    <a:pt x="21279" y="349"/>
                    <a:pt x="21279" y="349"/>
                    <a:pt x="20930" y="349"/>
                  </a:cubicBezTo>
                  <a:cubicBezTo>
                    <a:pt x="9070" y="2791"/>
                    <a:pt x="0" y="13256"/>
                    <a:pt x="0" y="25814"/>
                  </a:cubicBezTo>
                  <a:cubicBezTo>
                    <a:pt x="0" y="40117"/>
                    <a:pt x="11861" y="51977"/>
                    <a:pt x="26163" y="51977"/>
                  </a:cubicBezTo>
                  <a:cubicBezTo>
                    <a:pt x="26163" y="51977"/>
                    <a:pt x="26163" y="51977"/>
                    <a:pt x="26163" y="51977"/>
                  </a:cubicBez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830" name="Freeform: Shape 1829">
              <a:extLst>
                <a:ext uri="{FF2B5EF4-FFF2-40B4-BE49-F238E27FC236}">
                  <a16:creationId xmlns:a16="http://schemas.microsoft.com/office/drawing/2014/main" id="{AEDD20F2-B7F8-03CA-00AD-CD5DBC224491}"/>
                </a:ext>
              </a:extLst>
            </p:cNvPr>
            <p:cNvSpPr/>
            <p:nvPr/>
          </p:nvSpPr>
          <p:spPr>
            <a:xfrm>
              <a:off x="460470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31" name="Freeform: Shape 1830">
              <a:extLst>
                <a:ext uri="{FF2B5EF4-FFF2-40B4-BE49-F238E27FC236}">
                  <a16:creationId xmlns:a16="http://schemas.microsoft.com/office/drawing/2014/main" id="{ECDF1773-E516-2E23-720F-2959ECCF3415}"/>
                </a:ext>
              </a:extLst>
            </p:cNvPr>
            <p:cNvSpPr/>
            <p:nvPr/>
          </p:nvSpPr>
          <p:spPr>
            <a:xfrm>
              <a:off x="46047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32" name="Freeform: Shape 1831">
              <a:extLst>
                <a:ext uri="{FF2B5EF4-FFF2-40B4-BE49-F238E27FC236}">
                  <a16:creationId xmlns:a16="http://schemas.microsoft.com/office/drawing/2014/main" id="{80717278-B502-7A39-84F8-006675B13C2E}"/>
                </a:ext>
              </a:extLst>
            </p:cNvPr>
            <p:cNvSpPr/>
            <p:nvPr/>
          </p:nvSpPr>
          <p:spPr>
            <a:xfrm>
              <a:off x="4395399"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833" name="Freeform: Shape 1832">
              <a:extLst>
                <a:ext uri="{FF2B5EF4-FFF2-40B4-BE49-F238E27FC236}">
                  <a16:creationId xmlns:a16="http://schemas.microsoft.com/office/drawing/2014/main" id="{47ADB96D-7C15-2FE4-8C34-8F65E0875DD3}"/>
                </a:ext>
              </a:extLst>
            </p:cNvPr>
            <p:cNvSpPr/>
            <p:nvPr/>
          </p:nvSpPr>
          <p:spPr>
            <a:xfrm>
              <a:off x="397678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34" name="Freeform: Shape 1833">
              <a:extLst>
                <a:ext uri="{FF2B5EF4-FFF2-40B4-BE49-F238E27FC236}">
                  <a16:creationId xmlns:a16="http://schemas.microsoft.com/office/drawing/2014/main" id="{76CDBEC8-72E4-E3E9-B8D8-83F4B2F05F55}"/>
                </a:ext>
              </a:extLst>
            </p:cNvPr>
            <p:cNvSpPr/>
            <p:nvPr/>
          </p:nvSpPr>
          <p:spPr>
            <a:xfrm>
              <a:off x="544192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35" name="Freeform: Shape 1834">
              <a:extLst>
                <a:ext uri="{FF2B5EF4-FFF2-40B4-BE49-F238E27FC236}">
                  <a16:creationId xmlns:a16="http://schemas.microsoft.com/office/drawing/2014/main" id="{7BA79470-97B4-DA8B-72AF-60343E0C8A5A}"/>
                </a:ext>
              </a:extLst>
            </p:cNvPr>
            <p:cNvSpPr/>
            <p:nvPr/>
          </p:nvSpPr>
          <p:spPr>
            <a:xfrm>
              <a:off x="512796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36" name="Freeform: Shape 1835">
              <a:extLst>
                <a:ext uri="{FF2B5EF4-FFF2-40B4-BE49-F238E27FC236}">
                  <a16:creationId xmlns:a16="http://schemas.microsoft.com/office/drawing/2014/main" id="{9E2495CC-9636-EBC3-A26A-7720823060A7}"/>
                </a:ext>
              </a:extLst>
            </p:cNvPr>
            <p:cNvSpPr/>
            <p:nvPr/>
          </p:nvSpPr>
          <p:spPr>
            <a:xfrm>
              <a:off x="512796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37" name="Freeform: Shape 1836">
              <a:extLst>
                <a:ext uri="{FF2B5EF4-FFF2-40B4-BE49-F238E27FC236}">
                  <a16:creationId xmlns:a16="http://schemas.microsoft.com/office/drawing/2014/main" id="{42E81F02-5445-7BA1-A3B4-6341C46BE83F}"/>
                </a:ext>
              </a:extLst>
            </p:cNvPr>
            <p:cNvSpPr/>
            <p:nvPr/>
          </p:nvSpPr>
          <p:spPr>
            <a:xfrm>
              <a:off x="49186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38" name="Freeform: Shape 1837">
              <a:extLst>
                <a:ext uri="{FF2B5EF4-FFF2-40B4-BE49-F238E27FC236}">
                  <a16:creationId xmlns:a16="http://schemas.microsoft.com/office/drawing/2014/main" id="{2A28B9A4-EAAE-1093-0EF5-81E13C4E69D0}"/>
                </a:ext>
              </a:extLst>
            </p:cNvPr>
            <p:cNvSpPr/>
            <p:nvPr/>
          </p:nvSpPr>
          <p:spPr>
            <a:xfrm>
              <a:off x="3872137"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39" name="Freeform: Shape 1838">
              <a:extLst>
                <a:ext uri="{FF2B5EF4-FFF2-40B4-BE49-F238E27FC236}">
                  <a16:creationId xmlns:a16="http://schemas.microsoft.com/office/drawing/2014/main" id="{51FE0045-6A7B-F9B6-4FFA-DEAB6B6C5A9B}"/>
                </a:ext>
              </a:extLst>
            </p:cNvPr>
            <p:cNvSpPr/>
            <p:nvPr/>
          </p:nvSpPr>
          <p:spPr>
            <a:xfrm>
              <a:off x="30349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0" name="Freeform: Shape 1839">
              <a:extLst>
                <a:ext uri="{FF2B5EF4-FFF2-40B4-BE49-F238E27FC236}">
                  <a16:creationId xmlns:a16="http://schemas.microsoft.com/office/drawing/2014/main" id="{8620124D-BFCB-BABB-8603-41EBD8313E9E}"/>
                </a:ext>
              </a:extLst>
            </p:cNvPr>
            <p:cNvSpPr/>
            <p:nvPr/>
          </p:nvSpPr>
          <p:spPr>
            <a:xfrm>
              <a:off x="2930266"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41" name="Freeform: Shape 1840">
              <a:extLst>
                <a:ext uri="{FF2B5EF4-FFF2-40B4-BE49-F238E27FC236}">
                  <a16:creationId xmlns:a16="http://schemas.microsoft.com/office/drawing/2014/main" id="{374F1B17-F121-9441-76E7-17FEBB8924ED}"/>
                </a:ext>
              </a:extLst>
            </p:cNvPr>
            <p:cNvSpPr/>
            <p:nvPr/>
          </p:nvSpPr>
          <p:spPr>
            <a:xfrm>
              <a:off x="293026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2" name="Freeform: Shape 1841">
              <a:extLst>
                <a:ext uri="{FF2B5EF4-FFF2-40B4-BE49-F238E27FC236}">
                  <a16:creationId xmlns:a16="http://schemas.microsoft.com/office/drawing/2014/main" id="{2BA10166-2FA4-84A3-2CE5-5F78A372DB97}"/>
                </a:ext>
              </a:extLst>
            </p:cNvPr>
            <p:cNvSpPr/>
            <p:nvPr/>
          </p:nvSpPr>
          <p:spPr>
            <a:xfrm>
              <a:off x="272096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3" name="Freeform: Shape 1842">
              <a:extLst>
                <a:ext uri="{FF2B5EF4-FFF2-40B4-BE49-F238E27FC236}">
                  <a16:creationId xmlns:a16="http://schemas.microsoft.com/office/drawing/2014/main" id="{D0E86D81-29F6-6429-1303-0997DF96CDF1}"/>
                </a:ext>
              </a:extLst>
            </p:cNvPr>
            <p:cNvSpPr/>
            <p:nvPr/>
          </p:nvSpPr>
          <p:spPr>
            <a:xfrm>
              <a:off x="2511656"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4" name="Freeform: Shape 1843">
              <a:extLst>
                <a:ext uri="{FF2B5EF4-FFF2-40B4-BE49-F238E27FC236}">
                  <a16:creationId xmlns:a16="http://schemas.microsoft.com/office/drawing/2014/main" id="{0389FE87-135A-512A-4677-1A0C7E087F9F}"/>
                </a:ext>
              </a:extLst>
            </p:cNvPr>
            <p:cNvSpPr/>
            <p:nvPr/>
          </p:nvSpPr>
          <p:spPr>
            <a:xfrm>
              <a:off x="209304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5" name="Freeform: Shape 1844">
              <a:extLst>
                <a:ext uri="{FF2B5EF4-FFF2-40B4-BE49-F238E27FC236}">
                  <a16:creationId xmlns:a16="http://schemas.microsoft.com/office/drawing/2014/main" id="{FFB6FEA7-8461-FD0F-7332-516E09F81212}"/>
                </a:ext>
              </a:extLst>
            </p:cNvPr>
            <p:cNvSpPr/>
            <p:nvPr/>
          </p:nvSpPr>
          <p:spPr>
            <a:xfrm>
              <a:off x="188374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6" name="Freeform: Shape 1845">
              <a:extLst>
                <a:ext uri="{FF2B5EF4-FFF2-40B4-BE49-F238E27FC236}">
                  <a16:creationId xmlns:a16="http://schemas.microsoft.com/office/drawing/2014/main" id="{85949977-053B-7929-5357-E2FE07A22B58}"/>
                </a:ext>
              </a:extLst>
            </p:cNvPr>
            <p:cNvSpPr/>
            <p:nvPr/>
          </p:nvSpPr>
          <p:spPr>
            <a:xfrm>
              <a:off x="16744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7" name="Freeform: Shape 1846">
              <a:extLst>
                <a:ext uri="{FF2B5EF4-FFF2-40B4-BE49-F238E27FC236}">
                  <a16:creationId xmlns:a16="http://schemas.microsoft.com/office/drawing/2014/main" id="{C5B0CFB5-5BB5-F75D-5D44-F829DF81A16E}"/>
                </a:ext>
              </a:extLst>
            </p:cNvPr>
            <p:cNvSpPr/>
            <p:nvPr/>
          </p:nvSpPr>
          <p:spPr>
            <a:xfrm>
              <a:off x="13604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48" name="Freeform: Shape 1847">
              <a:extLst>
                <a:ext uri="{FF2B5EF4-FFF2-40B4-BE49-F238E27FC236}">
                  <a16:creationId xmlns:a16="http://schemas.microsoft.com/office/drawing/2014/main" id="{187210E6-2060-8586-9B9F-92DBACC62445}"/>
                </a:ext>
              </a:extLst>
            </p:cNvPr>
            <p:cNvSpPr/>
            <p:nvPr/>
          </p:nvSpPr>
          <p:spPr>
            <a:xfrm>
              <a:off x="136048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9" name="Freeform: Shape 1848">
              <a:extLst>
                <a:ext uri="{FF2B5EF4-FFF2-40B4-BE49-F238E27FC236}">
                  <a16:creationId xmlns:a16="http://schemas.microsoft.com/office/drawing/2014/main" id="{F194045A-3280-CF34-AF59-780E3398357B}"/>
                </a:ext>
              </a:extLst>
            </p:cNvPr>
            <p:cNvSpPr/>
            <p:nvPr/>
          </p:nvSpPr>
          <p:spPr>
            <a:xfrm>
              <a:off x="4081442"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4" y="52326"/>
                    <a:pt x="47791" y="44652"/>
                    <a:pt x="51279" y="33838"/>
                  </a:cubicBezTo>
                  <a:cubicBezTo>
                    <a:pt x="51977" y="31396"/>
                    <a:pt x="52326" y="28605"/>
                    <a:pt x="52326" y="26163"/>
                  </a:cubicBezTo>
                  <a:cubicBezTo>
                    <a:pt x="52326" y="11861"/>
                    <a:pt x="40465" y="0"/>
                    <a:pt x="26163" y="0"/>
                  </a:cubicBezTo>
                  <a:lnTo>
                    <a:pt x="26163" y="0"/>
                  </a:lnTo>
                  <a:cubicBezTo>
                    <a:pt x="15698" y="0"/>
                    <a:pt x="6977" y="5930"/>
                    <a:pt x="2791" y="14651"/>
                  </a:cubicBezTo>
                  <a:cubicBezTo>
                    <a:pt x="1047" y="18140"/>
                    <a:pt x="0" y="2197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50" name="Freeform: Shape 1849">
              <a:extLst>
                <a:ext uri="{FF2B5EF4-FFF2-40B4-BE49-F238E27FC236}">
                  <a16:creationId xmlns:a16="http://schemas.microsoft.com/office/drawing/2014/main" id="{EAA3954A-BD77-7C93-FD65-8C39B1EDFC54}"/>
                </a:ext>
              </a:extLst>
            </p:cNvPr>
            <p:cNvSpPr/>
            <p:nvPr/>
          </p:nvSpPr>
          <p:spPr>
            <a:xfrm>
              <a:off x="3244560" y="3873772"/>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1851" name="Freeform: Shape 1850">
              <a:extLst>
                <a:ext uri="{FF2B5EF4-FFF2-40B4-BE49-F238E27FC236}">
                  <a16:creationId xmlns:a16="http://schemas.microsoft.com/office/drawing/2014/main" id="{407863A5-DFDE-3D82-FB61-63BF27A86179}"/>
                </a:ext>
              </a:extLst>
            </p:cNvPr>
            <p:cNvSpPr/>
            <p:nvPr/>
          </p:nvSpPr>
          <p:spPr>
            <a:xfrm>
              <a:off x="1151175"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52" name="Freeform: Shape 1851">
              <a:extLst>
                <a:ext uri="{FF2B5EF4-FFF2-40B4-BE49-F238E27FC236}">
                  <a16:creationId xmlns:a16="http://schemas.microsoft.com/office/drawing/2014/main" id="{34FC47FF-6A4E-62B3-9728-F524ABED1ABA}"/>
                </a:ext>
              </a:extLst>
            </p:cNvPr>
            <p:cNvSpPr/>
            <p:nvPr/>
          </p:nvSpPr>
          <p:spPr>
            <a:xfrm>
              <a:off x="1465133" y="293190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53" name="Freeform: Shape 1852">
              <a:extLst>
                <a:ext uri="{FF2B5EF4-FFF2-40B4-BE49-F238E27FC236}">
                  <a16:creationId xmlns:a16="http://schemas.microsoft.com/office/drawing/2014/main" id="{24BBAE56-2BCB-1F79-A569-C093BE6AFE74}"/>
                </a:ext>
              </a:extLst>
            </p:cNvPr>
            <p:cNvSpPr/>
            <p:nvPr/>
          </p:nvSpPr>
          <p:spPr>
            <a:xfrm>
              <a:off x="5965184"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40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5"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1" y="0"/>
                    <a:pt x="0" y="11861"/>
                    <a:pt x="0" y="26163"/>
                  </a:cubicBez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1854" name="Freeform: Shape 1853">
              <a:extLst>
                <a:ext uri="{FF2B5EF4-FFF2-40B4-BE49-F238E27FC236}">
                  <a16:creationId xmlns:a16="http://schemas.microsoft.com/office/drawing/2014/main" id="{343B9E53-47F7-C455-FCCE-DA2A1C45511B}"/>
                </a:ext>
              </a:extLst>
            </p:cNvPr>
            <p:cNvSpPr/>
            <p:nvPr/>
          </p:nvSpPr>
          <p:spPr>
            <a:xfrm>
              <a:off x="460470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55" name="Freeform: Shape 1854">
              <a:extLst>
                <a:ext uri="{FF2B5EF4-FFF2-40B4-BE49-F238E27FC236}">
                  <a16:creationId xmlns:a16="http://schemas.microsoft.com/office/drawing/2014/main" id="{8F31C801-21B3-3874-AF46-200DD068D65B}"/>
                </a:ext>
              </a:extLst>
            </p:cNvPr>
            <p:cNvSpPr/>
            <p:nvPr/>
          </p:nvSpPr>
          <p:spPr>
            <a:xfrm>
              <a:off x="4395399" y="439703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856" name="Freeform: Shape 1855">
              <a:extLst>
                <a:ext uri="{FF2B5EF4-FFF2-40B4-BE49-F238E27FC236}">
                  <a16:creationId xmlns:a16="http://schemas.microsoft.com/office/drawing/2014/main" id="{BE465F60-2F1F-70B4-0C25-C1A585A210C2}"/>
                </a:ext>
              </a:extLst>
            </p:cNvPr>
            <p:cNvSpPr/>
            <p:nvPr/>
          </p:nvSpPr>
          <p:spPr>
            <a:xfrm>
              <a:off x="418609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57" name="Freeform: Shape 1856">
              <a:extLst>
                <a:ext uri="{FF2B5EF4-FFF2-40B4-BE49-F238E27FC236}">
                  <a16:creationId xmlns:a16="http://schemas.microsoft.com/office/drawing/2014/main" id="{0E7EBA5A-D024-98B6-B9FF-1A33183DB1B0}"/>
                </a:ext>
              </a:extLst>
            </p:cNvPr>
            <p:cNvSpPr/>
            <p:nvPr/>
          </p:nvSpPr>
          <p:spPr>
            <a:xfrm>
              <a:off x="397678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58" name="Freeform: Shape 1857">
              <a:extLst>
                <a:ext uri="{FF2B5EF4-FFF2-40B4-BE49-F238E27FC236}">
                  <a16:creationId xmlns:a16="http://schemas.microsoft.com/office/drawing/2014/main" id="{30CC1279-27F3-4642-223F-4FC0C3624220}"/>
                </a:ext>
              </a:extLst>
            </p:cNvPr>
            <p:cNvSpPr/>
            <p:nvPr/>
          </p:nvSpPr>
          <p:spPr>
            <a:xfrm>
              <a:off x="5441922"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859" name="Freeform: Shape 1858">
              <a:extLst>
                <a:ext uri="{FF2B5EF4-FFF2-40B4-BE49-F238E27FC236}">
                  <a16:creationId xmlns:a16="http://schemas.microsoft.com/office/drawing/2014/main" id="{9E7E6FFE-2D10-EB65-F2FF-3BA43BEA066A}"/>
                </a:ext>
              </a:extLst>
            </p:cNvPr>
            <p:cNvSpPr/>
            <p:nvPr/>
          </p:nvSpPr>
          <p:spPr>
            <a:xfrm>
              <a:off x="5127965"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60" name="Freeform: Shape 1859">
              <a:extLst>
                <a:ext uri="{FF2B5EF4-FFF2-40B4-BE49-F238E27FC236}">
                  <a16:creationId xmlns:a16="http://schemas.microsoft.com/office/drawing/2014/main" id="{654E9F3E-93D1-DE2F-68A4-1C82E7D49760}"/>
                </a:ext>
              </a:extLst>
            </p:cNvPr>
            <p:cNvSpPr/>
            <p:nvPr/>
          </p:nvSpPr>
          <p:spPr>
            <a:xfrm>
              <a:off x="40814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61" name="Freeform: Shape 1860">
              <a:extLst>
                <a:ext uri="{FF2B5EF4-FFF2-40B4-BE49-F238E27FC236}">
                  <a16:creationId xmlns:a16="http://schemas.microsoft.com/office/drawing/2014/main" id="{3514F968-D927-D8C2-EA84-E5F63D398E2B}"/>
                </a:ext>
              </a:extLst>
            </p:cNvPr>
            <p:cNvSpPr/>
            <p:nvPr/>
          </p:nvSpPr>
          <p:spPr>
            <a:xfrm>
              <a:off x="355818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862" name="Freeform: Shape 1861">
              <a:extLst>
                <a:ext uri="{FF2B5EF4-FFF2-40B4-BE49-F238E27FC236}">
                  <a16:creationId xmlns:a16="http://schemas.microsoft.com/office/drawing/2014/main" id="{D706CFC3-D17F-7DE6-7234-7ECAB4C21393}"/>
                </a:ext>
              </a:extLst>
            </p:cNvPr>
            <p:cNvSpPr/>
            <p:nvPr/>
          </p:nvSpPr>
          <p:spPr>
            <a:xfrm>
              <a:off x="188374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63" name="Freeform: Shape 1862">
              <a:extLst>
                <a:ext uri="{FF2B5EF4-FFF2-40B4-BE49-F238E27FC236}">
                  <a16:creationId xmlns:a16="http://schemas.microsoft.com/office/drawing/2014/main" id="{156FDC0E-E4AF-7B8C-673A-232F4DB4AC0E}"/>
                </a:ext>
              </a:extLst>
            </p:cNvPr>
            <p:cNvSpPr/>
            <p:nvPr/>
          </p:nvSpPr>
          <p:spPr>
            <a:xfrm>
              <a:off x="1151175"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864" name="Freeform: Shape 1863">
              <a:extLst>
                <a:ext uri="{FF2B5EF4-FFF2-40B4-BE49-F238E27FC236}">
                  <a16:creationId xmlns:a16="http://schemas.microsoft.com/office/drawing/2014/main" id="{A9DDFDB3-690A-8E55-C9F7-8C2047A713F5}"/>
                </a:ext>
              </a:extLst>
            </p:cNvPr>
            <p:cNvSpPr/>
            <p:nvPr/>
          </p:nvSpPr>
          <p:spPr>
            <a:xfrm>
              <a:off x="11511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65" name="Freeform: Shape 1864">
              <a:extLst>
                <a:ext uri="{FF2B5EF4-FFF2-40B4-BE49-F238E27FC236}">
                  <a16:creationId xmlns:a16="http://schemas.microsoft.com/office/drawing/2014/main" id="{DEE565EC-CA37-2842-AE70-207209BB601C}"/>
                </a:ext>
              </a:extLst>
            </p:cNvPr>
            <p:cNvSpPr/>
            <p:nvPr/>
          </p:nvSpPr>
          <p:spPr>
            <a:xfrm>
              <a:off x="83721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66" name="Freeform: Shape 1865">
              <a:extLst>
                <a:ext uri="{FF2B5EF4-FFF2-40B4-BE49-F238E27FC236}">
                  <a16:creationId xmlns:a16="http://schemas.microsoft.com/office/drawing/2014/main" id="{4B27F1AB-B478-D3EE-5E76-856DBD5DD6E1}"/>
                </a:ext>
              </a:extLst>
            </p:cNvPr>
            <p:cNvSpPr/>
            <p:nvPr/>
          </p:nvSpPr>
          <p:spPr>
            <a:xfrm>
              <a:off x="62791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67" name="Freeform: Shape 1866">
              <a:extLst>
                <a:ext uri="{FF2B5EF4-FFF2-40B4-BE49-F238E27FC236}">
                  <a16:creationId xmlns:a16="http://schemas.microsoft.com/office/drawing/2014/main" id="{5FF27F56-67AD-19C0-7825-B44F7319B148}"/>
                </a:ext>
              </a:extLst>
            </p:cNvPr>
            <p:cNvSpPr/>
            <p:nvPr/>
          </p:nvSpPr>
          <p:spPr>
            <a:xfrm>
              <a:off x="62791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68" name="Freeform: Shape 1867">
              <a:extLst>
                <a:ext uri="{FF2B5EF4-FFF2-40B4-BE49-F238E27FC236}">
                  <a16:creationId xmlns:a16="http://schemas.microsoft.com/office/drawing/2014/main" id="{610AE157-CB1F-788B-1700-03B87DFA9C5C}"/>
                </a:ext>
              </a:extLst>
            </p:cNvPr>
            <p:cNvSpPr/>
            <p:nvPr/>
          </p:nvSpPr>
          <p:spPr>
            <a:xfrm>
              <a:off x="313957"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869" name="Freeform: Shape 1868">
              <a:extLst>
                <a:ext uri="{FF2B5EF4-FFF2-40B4-BE49-F238E27FC236}">
                  <a16:creationId xmlns:a16="http://schemas.microsoft.com/office/drawing/2014/main" id="{BCDB7698-0835-4E2E-DD9C-2AF9D1EBFF93}"/>
                </a:ext>
              </a:extLst>
            </p:cNvPr>
            <p:cNvSpPr/>
            <p:nvPr/>
          </p:nvSpPr>
          <p:spPr>
            <a:xfrm>
              <a:off x="313957"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870" name="Freeform: Shape 1869">
              <a:extLst>
                <a:ext uri="{FF2B5EF4-FFF2-40B4-BE49-F238E27FC236}">
                  <a16:creationId xmlns:a16="http://schemas.microsoft.com/office/drawing/2014/main" id="{6F215738-0C8D-2DF3-928B-8A1328C48307}"/>
                </a:ext>
              </a:extLst>
            </p:cNvPr>
            <p:cNvSpPr/>
            <p:nvPr/>
          </p:nvSpPr>
          <p:spPr>
            <a:xfrm>
              <a:off x="104652"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71" name="Freeform: Shape 1870">
              <a:extLst>
                <a:ext uri="{FF2B5EF4-FFF2-40B4-BE49-F238E27FC236}">
                  <a16:creationId xmlns:a16="http://schemas.microsoft.com/office/drawing/2014/main" id="{E1AB858D-EB3B-5084-69CC-8B3061496450}"/>
                </a:ext>
              </a:extLst>
            </p:cNvPr>
            <p:cNvSpPr/>
            <p:nvPr/>
          </p:nvSpPr>
          <p:spPr>
            <a:xfrm>
              <a:off x="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72" name="Freeform: Shape 1871">
              <a:extLst>
                <a:ext uri="{FF2B5EF4-FFF2-40B4-BE49-F238E27FC236}">
                  <a16:creationId xmlns:a16="http://schemas.microsoft.com/office/drawing/2014/main" id="{DB044A92-5979-98BF-26B7-D97E542D72E4}"/>
                </a:ext>
              </a:extLst>
            </p:cNvPr>
            <p:cNvSpPr/>
            <p:nvPr/>
          </p:nvSpPr>
          <p:spPr>
            <a:xfrm>
              <a:off x="3767484" y="4292381"/>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5" y="3140"/>
                  </a:cubicBezTo>
                  <a:cubicBezTo>
                    <a:pt x="12907" y="3488"/>
                    <a:pt x="12209" y="3837"/>
                    <a:pt x="11512" y="4535"/>
                  </a:cubicBezTo>
                  <a:cubicBezTo>
                    <a:pt x="4535" y="9070"/>
                    <a:pt x="0" y="17093"/>
                    <a:pt x="0" y="26163"/>
                  </a:cubicBezTo>
                  <a:cubicBezTo>
                    <a:pt x="0" y="40465"/>
                    <a:pt x="11861" y="52326"/>
                    <a:pt x="26163" y="52326"/>
                  </a:cubicBezTo>
                  <a:lnTo>
                    <a:pt x="26163" y="52326"/>
                  </a:ln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873" name="Freeform: Shape 1872">
              <a:extLst>
                <a:ext uri="{FF2B5EF4-FFF2-40B4-BE49-F238E27FC236}">
                  <a16:creationId xmlns:a16="http://schemas.microsoft.com/office/drawing/2014/main" id="{4113F7E9-E639-FCA9-C50D-DDA0B9FB2BF1}"/>
                </a:ext>
              </a:extLst>
            </p:cNvPr>
            <p:cNvSpPr/>
            <p:nvPr/>
          </p:nvSpPr>
          <p:spPr>
            <a:xfrm>
              <a:off x="3558180" y="408307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26163" y="0"/>
                    <a:pt x="26163" y="0"/>
                    <a:pt x="26163" y="0"/>
                  </a:cubicBezTo>
                  <a:cubicBezTo>
                    <a:pt x="11861" y="0"/>
                    <a:pt x="0" y="11861"/>
                    <a:pt x="0" y="26163"/>
                  </a:cubicBezTo>
                  <a:cubicBezTo>
                    <a:pt x="0" y="40465"/>
                    <a:pt x="11861" y="52326"/>
                    <a:pt x="26163" y="52326"/>
                  </a:cubicBezTo>
                  <a:cubicBezTo>
                    <a:pt x="26163" y="52326"/>
                    <a:pt x="26163"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874" name="Freeform: Shape 1873">
              <a:extLst>
                <a:ext uri="{FF2B5EF4-FFF2-40B4-BE49-F238E27FC236}">
                  <a16:creationId xmlns:a16="http://schemas.microsoft.com/office/drawing/2014/main" id="{2D5B7513-7C08-13B3-6267-4FD9E4A6E612}"/>
                </a:ext>
              </a:extLst>
            </p:cNvPr>
            <p:cNvSpPr/>
            <p:nvPr/>
          </p:nvSpPr>
          <p:spPr>
            <a:xfrm>
              <a:off x="313957" y="3350510"/>
              <a:ext cx="52326" cy="52326"/>
            </a:xfrm>
            <a:custGeom>
              <a:avLst/>
              <a:gdLst>
                <a:gd name="connsiteX0" fmla="*/ 26163 w 52326"/>
                <a:gd name="connsiteY0" fmla="*/ 52326 h 52326"/>
                <a:gd name="connsiteX1" fmla="*/ 26163 w 52326"/>
                <a:gd name="connsiteY1" fmla="*/ 52326 h 52326"/>
                <a:gd name="connsiteX2" fmla="*/ 33838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8" y="51280"/>
                  </a:cubicBezTo>
                  <a:cubicBezTo>
                    <a:pt x="44652" y="48140"/>
                    <a:pt x="52326" y="38024"/>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75" name="Freeform: Shape 1874">
              <a:extLst>
                <a:ext uri="{FF2B5EF4-FFF2-40B4-BE49-F238E27FC236}">
                  <a16:creationId xmlns:a16="http://schemas.microsoft.com/office/drawing/2014/main" id="{C43710FB-333C-FEA9-7588-472C423BC3D8}"/>
                </a:ext>
              </a:extLst>
            </p:cNvPr>
            <p:cNvSpPr/>
            <p:nvPr/>
          </p:nvSpPr>
          <p:spPr>
            <a:xfrm>
              <a:off x="1255828"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876" name="Freeform: Shape 1875">
              <a:extLst>
                <a:ext uri="{FF2B5EF4-FFF2-40B4-BE49-F238E27FC236}">
                  <a16:creationId xmlns:a16="http://schemas.microsoft.com/office/drawing/2014/main" id="{F82F05FE-5BDA-546C-F7BB-E1C76E8E55B1}"/>
                </a:ext>
              </a:extLst>
            </p:cNvPr>
            <p:cNvSpPr/>
            <p:nvPr/>
          </p:nvSpPr>
          <p:spPr>
            <a:xfrm>
              <a:off x="52326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77" name="Freeform: Shape 1876">
              <a:extLst>
                <a:ext uri="{FF2B5EF4-FFF2-40B4-BE49-F238E27FC236}">
                  <a16:creationId xmlns:a16="http://schemas.microsoft.com/office/drawing/2014/main" id="{92B01219-A92C-F1D9-8B02-9FCB05798D28}"/>
                </a:ext>
              </a:extLst>
            </p:cNvPr>
            <p:cNvSpPr/>
            <p:nvPr/>
          </p:nvSpPr>
          <p:spPr>
            <a:xfrm>
              <a:off x="4604703"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878" name="Freeform: Shape 1877">
              <a:extLst>
                <a:ext uri="{FF2B5EF4-FFF2-40B4-BE49-F238E27FC236}">
                  <a16:creationId xmlns:a16="http://schemas.microsoft.com/office/drawing/2014/main" id="{4C12BCC0-8BC2-9044-3F1B-D74A298F6B42}"/>
                </a:ext>
              </a:extLst>
            </p:cNvPr>
            <p:cNvSpPr/>
            <p:nvPr/>
          </p:nvSpPr>
          <p:spPr>
            <a:xfrm>
              <a:off x="41860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79" name="Freeform: Shape 1878">
              <a:extLst>
                <a:ext uri="{FF2B5EF4-FFF2-40B4-BE49-F238E27FC236}">
                  <a16:creationId xmlns:a16="http://schemas.microsoft.com/office/drawing/2014/main" id="{8314FE1C-9490-6990-DF7D-ED87D92CDD5F}"/>
                </a:ext>
              </a:extLst>
            </p:cNvPr>
            <p:cNvSpPr/>
            <p:nvPr/>
          </p:nvSpPr>
          <p:spPr>
            <a:xfrm>
              <a:off x="418609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80" name="Freeform: Shape 1879">
              <a:extLst>
                <a:ext uri="{FF2B5EF4-FFF2-40B4-BE49-F238E27FC236}">
                  <a16:creationId xmlns:a16="http://schemas.microsoft.com/office/drawing/2014/main" id="{A6D84206-8069-0D13-D33B-7C3128BDAD6B}"/>
                </a:ext>
              </a:extLst>
            </p:cNvPr>
            <p:cNvSpPr/>
            <p:nvPr/>
          </p:nvSpPr>
          <p:spPr>
            <a:xfrm>
              <a:off x="376748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81" name="Freeform: Shape 1880">
              <a:extLst>
                <a:ext uri="{FF2B5EF4-FFF2-40B4-BE49-F238E27FC236}">
                  <a16:creationId xmlns:a16="http://schemas.microsoft.com/office/drawing/2014/main" id="{A77E434E-41F6-8A96-2C97-B31BB2BBF4D5}"/>
                </a:ext>
              </a:extLst>
            </p:cNvPr>
            <p:cNvSpPr/>
            <p:nvPr/>
          </p:nvSpPr>
          <p:spPr>
            <a:xfrm>
              <a:off x="345352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2" name="Freeform: Shape 1881">
              <a:extLst>
                <a:ext uri="{FF2B5EF4-FFF2-40B4-BE49-F238E27FC236}">
                  <a16:creationId xmlns:a16="http://schemas.microsoft.com/office/drawing/2014/main" id="{D7939982-5781-0B14-A665-083C8EA74697}"/>
                </a:ext>
              </a:extLst>
            </p:cNvPr>
            <p:cNvSpPr/>
            <p:nvPr/>
          </p:nvSpPr>
          <p:spPr>
            <a:xfrm>
              <a:off x="3348875"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83" name="Freeform: Shape 1882">
              <a:extLst>
                <a:ext uri="{FF2B5EF4-FFF2-40B4-BE49-F238E27FC236}">
                  <a16:creationId xmlns:a16="http://schemas.microsoft.com/office/drawing/2014/main" id="{F81F397C-951E-5991-5E73-6D98A1EBA8C1}"/>
                </a:ext>
              </a:extLst>
            </p:cNvPr>
            <p:cNvSpPr/>
            <p:nvPr/>
          </p:nvSpPr>
          <p:spPr>
            <a:xfrm>
              <a:off x="324422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4" name="Freeform: Shape 1883">
              <a:extLst>
                <a:ext uri="{FF2B5EF4-FFF2-40B4-BE49-F238E27FC236}">
                  <a16:creationId xmlns:a16="http://schemas.microsoft.com/office/drawing/2014/main" id="{C303C57D-FF7F-2E3D-DE96-F62FF44EAE5C}"/>
                </a:ext>
              </a:extLst>
            </p:cNvPr>
            <p:cNvSpPr/>
            <p:nvPr/>
          </p:nvSpPr>
          <p:spPr>
            <a:xfrm>
              <a:off x="30349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5" name="Freeform: Shape 1884">
              <a:extLst>
                <a:ext uri="{FF2B5EF4-FFF2-40B4-BE49-F238E27FC236}">
                  <a16:creationId xmlns:a16="http://schemas.microsoft.com/office/drawing/2014/main" id="{446EB22D-7309-0D60-72E9-EEFE5BC94B61}"/>
                </a:ext>
              </a:extLst>
            </p:cNvPr>
            <p:cNvSpPr/>
            <p:nvPr/>
          </p:nvSpPr>
          <p:spPr>
            <a:xfrm>
              <a:off x="30349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6" name="Freeform: Shape 1885">
              <a:extLst>
                <a:ext uri="{FF2B5EF4-FFF2-40B4-BE49-F238E27FC236}">
                  <a16:creationId xmlns:a16="http://schemas.microsoft.com/office/drawing/2014/main" id="{8B40AF58-C977-37E8-81A0-048F51F3A86B}"/>
                </a:ext>
              </a:extLst>
            </p:cNvPr>
            <p:cNvSpPr/>
            <p:nvPr/>
          </p:nvSpPr>
          <p:spPr>
            <a:xfrm>
              <a:off x="16744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7" name="Freeform: Shape 1886">
              <a:extLst>
                <a:ext uri="{FF2B5EF4-FFF2-40B4-BE49-F238E27FC236}">
                  <a16:creationId xmlns:a16="http://schemas.microsoft.com/office/drawing/2014/main" id="{14007BB9-E283-A625-AEB9-90A7EAAB0066}"/>
                </a:ext>
              </a:extLst>
            </p:cNvPr>
            <p:cNvSpPr/>
            <p:nvPr/>
          </p:nvSpPr>
          <p:spPr>
            <a:xfrm>
              <a:off x="941871"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88" name="Freeform: Shape 1887">
              <a:extLst>
                <a:ext uri="{FF2B5EF4-FFF2-40B4-BE49-F238E27FC236}">
                  <a16:creationId xmlns:a16="http://schemas.microsoft.com/office/drawing/2014/main" id="{3EB44C8A-E26E-CC7B-DE16-CE1CBC47DA27}"/>
                </a:ext>
              </a:extLst>
            </p:cNvPr>
            <p:cNvSpPr/>
            <p:nvPr/>
          </p:nvSpPr>
          <p:spPr>
            <a:xfrm>
              <a:off x="94187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9" name="Freeform: Shape 1888">
              <a:extLst>
                <a:ext uri="{FF2B5EF4-FFF2-40B4-BE49-F238E27FC236}">
                  <a16:creationId xmlns:a16="http://schemas.microsoft.com/office/drawing/2014/main" id="{4E716F2D-3749-75A5-7D53-C39DB86B5B64}"/>
                </a:ext>
              </a:extLst>
            </p:cNvPr>
            <p:cNvSpPr/>
            <p:nvPr/>
          </p:nvSpPr>
          <p:spPr>
            <a:xfrm>
              <a:off x="627914"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90" name="Freeform: Shape 1889">
              <a:extLst>
                <a:ext uri="{FF2B5EF4-FFF2-40B4-BE49-F238E27FC236}">
                  <a16:creationId xmlns:a16="http://schemas.microsoft.com/office/drawing/2014/main" id="{57D1B3A5-C6E7-943F-21BA-5A532BD62AE0}"/>
                </a:ext>
              </a:extLst>
            </p:cNvPr>
            <p:cNvSpPr/>
            <p:nvPr/>
          </p:nvSpPr>
          <p:spPr>
            <a:xfrm>
              <a:off x="104652"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91" name="Freeform: Shape 1890">
              <a:extLst>
                <a:ext uri="{FF2B5EF4-FFF2-40B4-BE49-F238E27FC236}">
                  <a16:creationId xmlns:a16="http://schemas.microsoft.com/office/drawing/2014/main" id="{274EF109-D579-CA83-B0F6-7831D002D578}"/>
                </a:ext>
              </a:extLst>
            </p:cNvPr>
            <p:cNvSpPr/>
            <p:nvPr/>
          </p:nvSpPr>
          <p:spPr>
            <a:xfrm>
              <a:off x="2615960" y="4606338"/>
              <a:ext cx="52370" cy="52326"/>
            </a:xfrm>
            <a:custGeom>
              <a:avLst/>
              <a:gdLst>
                <a:gd name="connsiteX0" fmla="*/ 48140 w 52370"/>
                <a:gd name="connsiteY0" fmla="*/ 11512 h 52326"/>
                <a:gd name="connsiteX1" fmla="*/ 41163 w 52370"/>
                <a:gd name="connsiteY1" fmla="*/ 4535 h 52326"/>
                <a:gd name="connsiteX2" fmla="*/ 39070 w 52370"/>
                <a:gd name="connsiteY2" fmla="*/ 3140 h 52326"/>
                <a:gd name="connsiteX3" fmla="*/ 29303 w 52370"/>
                <a:gd name="connsiteY3" fmla="*/ 0 h 52326"/>
                <a:gd name="connsiteX4" fmla="*/ 26512 w 52370"/>
                <a:gd name="connsiteY4" fmla="*/ 0 h 52326"/>
                <a:gd name="connsiteX5" fmla="*/ 23372 w 52370"/>
                <a:gd name="connsiteY5" fmla="*/ 349 h 52326"/>
                <a:gd name="connsiteX6" fmla="*/ 14651 w 52370"/>
                <a:gd name="connsiteY6" fmla="*/ 2791 h 52326"/>
                <a:gd name="connsiteX7" fmla="*/ 10116 w 52370"/>
                <a:gd name="connsiteY7" fmla="*/ 5581 h 52326"/>
                <a:gd name="connsiteX8" fmla="*/ 7674 w 52370"/>
                <a:gd name="connsiteY8" fmla="*/ 7675 h 52326"/>
                <a:gd name="connsiteX9" fmla="*/ 2442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1 w 52370"/>
                <a:gd name="connsiteY15" fmla="*/ 49187 h 52326"/>
                <a:gd name="connsiteX16" fmla="*/ 42210 w 52370"/>
                <a:gd name="connsiteY16" fmla="*/ 46745 h 52326"/>
                <a:gd name="connsiteX17" fmla="*/ 44652 w 52370"/>
                <a:gd name="connsiteY17" fmla="*/ 44652 h 52326"/>
                <a:gd name="connsiteX18" fmla="*/ 47791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5" y="4186"/>
                    <a:pt x="39768" y="3488"/>
                    <a:pt x="39070" y="3140"/>
                  </a:cubicBezTo>
                  <a:cubicBezTo>
                    <a:pt x="35931" y="1395"/>
                    <a:pt x="32791" y="349"/>
                    <a:pt x="29303" y="0"/>
                  </a:cubicBezTo>
                  <a:cubicBezTo>
                    <a:pt x="28256" y="0"/>
                    <a:pt x="27558" y="0"/>
                    <a:pt x="26512" y="0"/>
                  </a:cubicBezTo>
                  <a:cubicBezTo>
                    <a:pt x="25465" y="0"/>
                    <a:pt x="24419" y="0"/>
                    <a:pt x="23372" y="349"/>
                  </a:cubicBezTo>
                  <a:cubicBezTo>
                    <a:pt x="20233" y="698"/>
                    <a:pt x="17442" y="1744"/>
                    <a:pt x="14651" y="2791"/>
                  </a:cubicBezTo>
                  <a:cubicBezTo>
                    <a:pt x="13256" y="3488"/>
                    <a:pt x="11512" y="4535"/>
                    <a:pt x="10116" y="5581"/>
                  </a:cubicBezTo>
                  <a:cubicBezTo>
                    <a:pt x="9419" y="6279"/>
                    <a:pt x="8372" y="6977"/>
                    <a:pt x="7674" y="7675"/>
                  </a:cubicBezTo>
                  <a:cubicBezTo>
                    <a:pt x="5581" y="9768"/>
                    <a:pt x="3837" y="12558"/>
                    <a:pt x="2442" y="15349"/>
                  </a:cubicBezTo>
                  <a:cubicBezTo>
                    <a:pt x="1744" y="17093"/>
                    <a:pt x="1046" y="19186"/>
                    <a:pt x="349" y="21279"/>
                  </a:cubicBezTo>
                  <a:cubicBezTo>
                    <a:pt x="0" y="23023"/>
                    <a:pt x="0" y="24419"/>
                    <a:pt x="0" y="26163"/>
                  </a:cubicBezTo>
                  <a:lnTo>
                    <a:pt x="0" y="26163"/>
                  </a:lnTo>
                  <a:cubicBezTo>
                    <a:pt x="0" y="40465"/>
                    <a:pt x="11860" y="52326"/>
                    <a:pt x="26163" y="52326"/>
                  </a:cubicBezTo>
                  <a:cubicBezTo>
                    <a:pt x="27210" y="52326"/>
                    <a:pt x="27907" y="52326"/>
                    <a:pt x="28954" y="52326"/>
                  </a:cubicBezTo>
                  <a:cubicBezTo>
                    <a:pt x="32442" y="51977"/>
                    <a:pt x="35931" y="50931"/>
                    <a:pt x="38721" y="49187"/>
                  </a:cubicBezTo>
                  <a:cubicBezTo>
                    <a:pt x="40117" y="48489"/>
                    <a:pt x="41163" y="47791"/>
                    <a:pt x="42210" y="46745"/>
                  </a:cubicBezTo>
                  <a:cubicBezTo>
                    <a:pt x="42907" y="46047"/>
                    <a:pt x="43954" y="45349"/>
                    <a:pt x="44652" y="44652"/>
                  </a:cubicBezTo>
                  <a:cubicBezTo>
                    <a:pt x="45698" y="43605"/>
                    <a:pt x="46745" y="42210"/>
                    <a:pt x="47791"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1892" name="Freeform: Shape 1891">
              <a:extLst>
                <a:ext uri="{FF2B5EF4-FFF2-40B4-BE49-F238E27FC236}">
                  <a16:creationId xmlns:a16="http://schemas.microsoft.com/office/drawing/2014/main" id="{79A55855-7FC6-467C-E988-E6A409816B6B}"/>
                </a:ext>
              </a:extLst>
            </p:cNvPr>
            <p:cNvSpPr/>
            <p:nvPr/>
          </p:nvSpPr>
          <p:spPr>
            <a:xfrm>
              <a:off x="4709356" y="4397034"/>
              <a:ext cx="52326" cy="52326"/>
            </a:xfrm>
            <a:custGeom>
              <a:avLst/>
              <a:gdLst>
                <a:gd name="connsiteX0" fmla="*/ 26163 w 52326"/>
                <a:gd name="connsiteY0" fmla="*/ 0 h 52326"/>
                <a:gd name="connsiteX1" fmla="*/ 3140 w 52326"/>
                <a:gd name="connsiteY1" fmla="*/ 13605 h 52326"/>
                <a:gd name="connsiteX2" fmla="*/ 3140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40" y="13605"/>
                  </a:cubicBezTo>
                  <a:cubicBezTo>
                    <a:pt x="3140" y="13605"/>
                    <a:pt x="3140" y="13605"/>
                    <a:pt x="3140" y="13605"/>
                  </a:cubicBezTo>
                  <a:cubicBezTo>
                    <a:pt x="1744" y="16047"/>
                    <a:pt x="1047" y="18838"/>
                    <a:pt x="349" y="21628"/>
                  </a:cubicBezTo>
                  <a:cubicBezTo>
                    <a:pt x="0" y="23023"/>
                    <a:pt x="0" y="24419"/>
                    <a:pt x="0" y="26163"/>
                  </a:cubicBezTo>
                  <a:cubicBezTo>
                    <a:pt x="0" y="40465"/>
                    <a:pt x="11861" y="52326"/>
                    <a:pt x="26163" y="52326"/>
                  </a:cubicBezTo>
                  <a:cubicBezTo>
                    <a:pt x="35931" y="52326"/>
                    <a:pt x="44652" y="46745"/>
                    <a:pt x="49187" y="38721"/>
                  </a:cubicBezTo>
                  <a:cubicBezTo>
                    <a:pt x="51279"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893" name="Freeform: Shape 1892">
              <a:extLst>
                <a:ext uri="{FF2B5EF4-FFF2-40B4-BE49-F238E27FC236}">
                  <a16:creationId xmlns:a16="http://schemas.microsoft.com/office/drawing/2014/main" id="{AE2D05F0-3F64-5D6D-B5FE-541152C6FD9C}"/>
                </a:ext>
              </a:extLst>
            </p:cNvPr>
            <p:cNvSpPr/>
            <p:nvPr/>
          </p:nvSpPr>
          <p:spPr>
            <a:xfrm>
              <a:off x="5546575"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4"/>
                  </a:cubicBezTo>
                  <a:cubicBezTo>
                    <a:pt x="2791" y="12558"/>
                    <a:pt x="0" y="18838"/>
                    <a:pt x="0" y="26163"/>
                  </a:cubicBezTo>
                  <a:cubicBezTo>
                    <a:pt x="0" y="40465"/>
                    <a:pt x="11861" y="52326"/>
                    <a:pt x="26163" y="52326"/>
                  </a:cubicBezTo>
                  <a:cubicBezTo>
                    <a:pt x="32442" y="52326"/>
                    <a:pt x="38373" y="50233"/>
                    <a:pt x="42908"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894" name="Freeform: Shape 1893">
              <a:extLst>
                <a:ext uri="{FF2B5EF4-FFF2-40B4-BE49-F238E27FC236}">
                  <a16:creationId xmlns:a16="http://schemas.microsoft.com/office/drawing/2014/main" id="{6313EE16-77C7-7750-AB52-120D7268BCB9}"/>
                </a:ext>
              </a:extLst>
            </p:cNvPr>
            <p:cNvSpPr/>
            <p:nvPr/>
          </p:nvSpPr>
          <p:spPr>
            <a:xfrm>
              <a:off x="59651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95" name="Freeform: Shape 1894">
              <a:extLst>
                <a:ext uri="{FF2B5EF4-FFF2-40B4-BE49-F238E27FC236}">
                  <a16:creationId xmlns:a16="http://schemas.microsoft.com/office/drawing/2014/main" id="{F9C4D3E8-0D9E-879B-35DB-1048906CE835}"/>
                </a:ext>
              </a:extLst>
            </p:cNvPr>
            <p:cNvSpPr/>
            <p:nvPr/>
          </p:nvSpPr>
          <p:spPr>
            <a:xfrm>
              <a:off x="55465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96" name="Freeform: Shape 1895">
              <a:extLst>
                <a:ext uri="{FF2B5EF4-FFF2-40B4-BE49-F238E27FC236}">
                  <a16:creationId xmlns:a16="http://schemas.microsoft.com/office/drawing/2014/main" id="{FE04F508-06EB-C01D-7B61-7D4F6B14C1C4}"/>
                </a:ext>
              </a:extLst>
            </p:cNvPr>
            <p:cNvSpPr/>
            <p:nvPr/>
          </p:nvSpPr>
          <p:spPr>
            <a:xfrm>
              <a:off x="439539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897" name="Freeform: Shape 1896">
              <a:extLst>
                <a:ext uri="{FF2B5EF4-FFF2-40B4-BE49-F238E27FC236}">
                  <a16:creationId xmlns:a16="http://schemas.microsoft.com/office/drawing/2014/main" id="{3AFB645B-5C9E-F55B-9FAA-63EAC2E9BD16}"/>
                </a:ext>
              </a:extLst>
            </p:cNvPr>
            <p:cNvSpPr/>
            <p:nvPr/>
          </p:nvSpPr>
          <p:spPr>
            <a:xfrm>
              <a:off x="544192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98" name="Freeform: Shape 1897">
              <a:extLst>
                <a:ext uri="{FF2B5EF4-FFF2-40B4-BE49-F238E27FC236}">
                  <a16:creationId xmlns:a16="http://schemas.microsoft.com/office/drawing/2014/main" id="{6EA375CA-4B9E-84AC-2745-E2719451C3C4}"/>
                </a:ext>
              </a:extLst>
            </p:cNvPr>
            <p:cNvSpPr/>
            <p:nvPr/>
          </p:nvSpPr>
          <p:spPr>
            <a:xfrm>
              <a:off x="387213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99" name="Freeform: Shape 1898">
              <a:extLst>
                <a:ext uri="{FF2B5EF4-FFF2-40B4-BE49-F238E27FC236}">
                  <a16:creationId xmlns:a16="http://schemas.microsoft.com/office/drawing/2014/main" id="{D6C0E808-A393-A476-DFCB-840F652F42B7}"/>
                </a:ext>
              </a:extLst>
            </p:cNvPr>
            <p:cNvSpPr/>
            <p:nvPr/>
          </p:nvSpPr>
          <p:spPr>
            <a:xfrm>
              <a:off x="366283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00" name="Freeform: Shape 1899">
              <a:extLst>
                <a:ext uri="{FF2B5EF4-FFF2-40B4-BE49-F238E27FC236}">
                  <a16:creationId xmlns:a16="http://schemas.microsoft.com/office/drawing/2014/main" id="{BF15B3FC-3D2A-0410-FD1E-925718DFACFA}"/>
                </a:ext>
              </a:extLst>
            </p:cNvPr>
            <p:cNvSpPr/>
            <p:nvPr/>
          </p:nvSpPr>
          <p:spPr>
            <a:xfrm>
              <a:off x="240700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01" name="Freeform: Shape 1900">
              <a:extLst>
                <a:ext uri="{FF2B5EF4-FFF2-40B4-BE49-F238E27FC236}">
                  <a16:creationId xmlns:a16="http://schemas.microsoft.com/office/drawing/2014/main" id="{818B280C-197D-0691-0669-91156CEAC5EC}"/>
                </a:ext>
              </a:extLst>
            </p:cNvPr>
            <p:cNvSpPr/>
            <p:nvPr/>
          </p:nvSpPr>
          <p:spPr>
            <a:xfrm>
              <a:off x="240700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02" name="Freeform: Shape 1901">
              <a:extLst>
                <a:ext uri="{FF2B5EF4-FFF2-40B4-BE49-F238E27FC236}">
                  <a16:creationId xmlns:a16="http://schemas.microsoft.com/office/drawing/2014/main" id="{8C0B631A-FF36-5ECE-B3B7-27BC2FB77421}"/>
                </a:ext>
              </a:extLst>
            </p:cNvPr>
            <p:cNvSpPr/>
            <p:nvPr/>
          </p:nvSpPr>
          <p:spPr>
            <a:xfrm>
              <a:off x="18837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03" name="Freeform: Shape 1902">
              <a:extLst>
                <a:ext uri="{FF2B5EF4-FFF2-40B4-BE49-F238E27FC236}">
                  <a16:creationId xmlns:a16="http://schemas.microsoft.com/office/drawing/2014/main" id="{ED0475EA-55EC-2A40-09B2-D1A2E1EFE63E}"/>
                </a:ext>
              </a:extLst>
            </p:cNvPr>
            <p:cNvSpPr/>
            <p:nvPr/>
          </p:nvSpPr>
          <p:spPr>
            <a:xfrm>
              <a:off x="188374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04" name="Freeform: Shape 1903">
              <a:extLst>
                <a:ext uri="{FF2B5EF4-FFF2-40B4-BE49-F238E27FC236}">
                  <a16:creationId xmlns:a16="http://schemas.microsoft.com/office/drawing/2014/main" id="{ECDB492A-E041-D211-C4CE-4ABC0B969C8A}"/>
                </a:ext>
              </a:extLst>
            </p:cNvPr>
            <p:cNvSpPr/>
            <p:nvPr/>
          </p:nvSpPr>
          <p:spPr>
            <a:xfrm>
              <a:off x="156978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05" name="Freeform: Shape 1904">
              <a:extLst>
                <a:ext uri="{FF2B5EF4-FFF2-40B4-BE49-F238E27FC236}">
                  <a16:creationId xmlns:a16="http://schemas.microsoft.com/office/drawing/2014/main" id="{D915A14E-97B7-D549-BE94-A1DE8D877529}"/>
                </a:ext>
              </a:extLst>
            </p:cNvPr>
            <p:cNvSpPr/>
            <p:nvPr/>
          </p:nvSpPr>
          <p:spPr>
            <a:xfrm>
              <a:off x="125582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06" name="Freeform: Shape 1905">
              <a:extLst>
                <a:ext uri="{FF2B5EF4-FFF2-40B4-BE49-F238E27FC236}">
                  <a16:creationId xmlns:a16="http://schemas.microsoft.com/office/drawing/2014/main" id="{5A664C05-76E2-1B6A-A087-D01922B64320}"/>
                </a:ext>
              </a:extLst>
            </p:cNvPr>
            <p:cNvSpPr/>
            <p:nvPr/>
          </p:nvSpPr>
          <p:spPr>
            <a:xfrm>
              <a:off x="732566"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907" name="Freeform: Shape 1906">
              <a:extLst>
                <a:ext uri="{FF2B5EF4-FFF2-40B4-BE49-F238E27FC236}">
                  <a16:creationId xmlns:a16="http://schemas.microsoft.com/office/drawing/2014/main" id="{63669888-1E0E-5E97-D968-961537FEB9DC}"/>
                </a:ext>
              </a:extLst>
            </p:cNvPr>
            <p:cNvSpPr/>
            <p:nvPr/>
          </p:nvSpPr>
          <p:spPr>
            <a:xfrm>
              <a:off x="62791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08" name="Freeform: Shape 1907">
              <a:extLst>
                <a:ext uri="{FF2B5EF4-FFF2-40B4-BE49-F238E27FC236}">
                  <a16:creationId xmlns:a16="http://schemas.microsoft.com/office/drawing/2014/main" id="{2E8526F3-B0ED-D0C8-8A2C-CB8B9958E30A}"/>
                </a:ext>
              </a:extLst>
            </p:cNvPr>
            <p:cNvSpPr/>
            <p:nvPr/>
          </p:nvSpPr>
          <p:spPr>
            <a:xfrm>
              <a:off x="41860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09" name="Freeform: Shape 1908">
              <a:extLst>
                <a:ext uri="{FF2B5EF4-FFF2-40B4-BE49-F238E27FC236}">
                  <a16:creationId xmlns:a16="http://schemas.microsoft.com/office/drawing/2014/main" id="{DC5428B6-536A-2ACE-A0AF-D9DE5D22237D}"/>
                </a:ext>
              </a:extLst>
            </p:cNvPr>
            <p:cNvSpPr/>
            <p:nvPr/>
          </p:nvSpPr>
          <p:spPr>
            <a:xfrm>
              <a:off x="5546575"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10" name="Freeform: Shape 1909">
              <a:extLst>
                <a:ext uri="{FF2B5EF4-FFF2-40B4-BE49-F238E27FC236}">
                  <a16:creationId xmlns:a16="http://schemas.microsoft.com/office/drawing/2014/main" id="{F3337DB3-C23D-655C-84C7-042F4B93F348}"/>
                </a:ext>
              </a:extLst>
            </p:cNvPr>
            <p:cNvSpPr/>
            <p:nvPr/>
          </p:nvSpPr>
          <p:spPr>
            <a:xfrm>
              <a:off x="1360480" y="3559815"/>
              <a:ext cx="52326" cy="52674"/>
            </a:xfrm>
            <a:custGeom>
              <a:avLst/>
              <a:gdLst>
                <a:gd name="connsiteX0" fmla="*/ 52326 w 52326"/>
                <a:gd name="connsiteY0" fmla="*/ 26163 h 52674"/>
                <a:gd name="connsiteX1" fmla="*/ 26163 w 52326"/>
                <a:gd name="connsiteY1" fmla="*/ 0 h 52674"/>
                <a:gd name="connsiteX2" fmla="*/ 26163 w 52326"/>
                <a:gd name="connsiteY2" fmla="*/ 0 h 52674"/>
                <a:gd name="connsiteX3" fmla="*/ 7675 w 52326"/>
                <a:gd name="connsiteY3" fmla="*/ 7675 h 52674"/>
                <a:gd name="connsiteX4" fmla="*/ 5233 w 52326"/>
                <a:gd name="connsiteY4" fmla="*/ 10814 h 52674"/>
                <a:gd name="connsiteX5" fmla="*/ 4535 w 52326"/>
                <a:gd name="connsiteY5" fmla="*/ 11861 h 52674"/>
                <a:gd name="connsiteX6" fmla="*/ 0 w 52326"/>
                <a:gd name="connsiteY6" fmla="*/ 26512 h 52674"/>
                <a:gd name="connsiteX7" fmla="*/ 26163 w 52326"/>
                <a:gd name="connsiteY7" fmla="*/ 52675 h 52674"/>
                <a:gd name="connsiteX8" fmla="*/ 46396 w 52326"/>
                <a:gd name="connsiteY8" fmla="*/ 43256 h 52674"/>
                <a:gd name="connsiteX9" fmla="*/ 52326 w 52326"/>
                <a:gd name="connsiteY9" fmla="*/ 26163 h 52674"/>
                <a:gd name="connsiteX10" fmla="*/ 52326 w 52326"/>
                <a:gd name="connsiteY10"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674">
                  <a:moveTo>
                    <a:pt x="52326" y="26163"/>
                  </a:moveTo>
                  <a:cubicBezTo>
                    <a:pt x="52326" y="11861"/>
                    <a:pt x="40466" y="0"/>
                    <a:pt x="26163" y="0"/>
                  </a:cubicBezTo>
                  <a:lnTo>
                    <a:pt x="26163" y="0"/>
                  </a:lnTo>
                  <a:cubicBezTo>
                    <a:pt x="18837" y="0"/>
                    <a:pt x="12558" y="2791"/>
                    <a:pt x="7675" y="7675"/>
                  </a:cubicBezTo>
                  <a:cubicBezTo>
                    <a:pt x="6628" y="8721"/>
                    <a:pt x="5930" y="9768"/>
                    <a:pt x="5233" y="10814"/>
                  </a:cubicBezTo>
                  <a:cubicBezTo>
                    <a:pt x="4884" y="11163"/>
                    <a:pt x="4884" y="11512"/>
                    <a:pt x="4535" y="11861"/>
                  </a:cubicBezTo>
                  <a:cubicBezTo>
                    <a:pt x="1744" y="16047"/>
                    <a:pt x="0" y="20930"/>
                    <a:pt x="0" y="26512"/>
                  </a:cubicBezTo>
                  <a:cubicBezTo>
                    <a:pt x="0" y="40814"/>
                    <a:pt x="11861" y="52675"/>
                    <a:pt x="26163" y="52675"/>
                  </a:cubicBezTo>
                  <a:cubicBezTo>
                    <a:pt x="34186" y="52675"/>
                    <a:pt x="41512" y="48838"/>
                    <a:pt x="46396" y="43256"/>
                  </a:cubicBezTo>
                  <a:cubicBezTo>
                    <a:pt x="50233" y="38373"/>
                    <a:pt x="52326" y="32442"/>
                    <a:pt x="52326" y="26163"/>
                  </a:cubicBezTo>
                  <a:lnTo>
                    <a:pt x="52326" y="26163"/>
                  </a:lnTo>
                  <a:close/>
                </a:path>
              </a:pathLst>
            </a:custGeom>
            <a:grpFill/>
            <a:ln w="3488" cap="flat">
              <a:noFill/>
              <a:prstDash val="solid"/>
              <a:miter/>
            </a:ln>
          </p:spPr>
          <p:txBody>
            <a:bodyPr rtlCol="0" anchor="ctr"/>
            <a:lstStyle/>
            <a:p>
              <a:endParaRPr lang="en-ID"/>
            </a:p>
          </p:txBody>
        </p:sp>
        <p:sp>
          <p:nvSpPr>
            <p:cNvPr id="1911" name="Freeform: Shape 1910">
              <a:extLst>
                <a:ext uri="{FF2B5EF4-FFF2-40B4-BE49-F238E27FC236}">
                  <a16:creationId xmlns:a16="http://schemas.microsoft.com/office/drawing/2014/main" id="{8DBF2A44-8ED4-FA95-DB83-4E48B16E5E67}"/>
                </a:ext>
              </a:extLst>
            </p:cNvPr>
            <p:cNvSpPr/>
            <p:nvPr/>
          </p:nvSpPr>
          <p:spPr>
            <a:xfrm>
              <a:off x="627914"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3" y="52326"/>
                    <a:pt x="26163" y="52326"/>
                  </a:cubicBezTo>
                  <a:lnTo>
                    <a:pt x="26163" y="52326"/>
                  </a:lnTo>
                  <a:cubicBezTo>
                    <a:pt x="40466"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1912" name="Freeform: Shape 1911">
              <a:extLst>
                <a:ext uri="{FF2B5EF4-FFF2-40B4-BE49-F238E27FC236}">
                  <a16:creationId xmlns:a16="http://schemas.microsoft.com/office/drawing/2014/main" id="{040B009D-7F6D-E304-2372-0448998B9431}"/>
                </a:ext>
              </a:extLst>
            </p:cNvPr>
            <p:cNvSpPr/>
            <p:nvPr/>
          </p:nvSpPr>
          <p:spPr>
            <a:xfrm>
              <a:off x="533727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13" name="Freeform: Shape 1912">
              <a:extLst>
                <a:ext uri="{FF2B5EF4-FFF2-40B4-BE49-F238E27FC236}">
                  <a16:creationId xmlns:a16="http://schemas.microsoft.com/office/drawing/2014/main" id="{D268CE18-92F6-A454-A25A-3A170CE4E9B2}"/>
                </a:ext>
              </a:extLst>
            </p:cNvPr>
            <p:cNvSpPr/>
            <p:nvPr/>
          </p:nvSpPr>
          <p:spPr>
            <a:xfrm>
              <a:off x="596518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14" name="Freeform: Shape 1913">
              <a:extLst>
                <a:ext uri="{FF2B5EF4-FFF2-40B4-BE49-F238E27FC236}">
                  <a16:creationId xmlns:a16="http://schemas.microsoft.com/office/drawing/2014/main" id="{E5A3B53D-D82A-BF3A-7C68-6AA16D82FBC5}"/>
                </a:ext>
              </a:extLst>
            </p:cNvPr>
            <p:cNvSpPr/>
            <p:nvPr/>
          </p:nvSpPr>
          <p:spPr>
            <a:xfrm>
              <a:off x="56512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5" name="Freeform: Shape 1914">
              <a:extLst>
                <a:ext uri="{FF2B5EF4-FFF2-40B4-BE49-F238E27FC236}">
                  <a16:creationId xmlns:a16="http://schemas.microsoft.com/office/drawing/2014/main" id="{14D548B4-FCA1-0B9A-2452-1F1EA09170A7}"/>
                </a:ext>
              </a:extLst>
            </p:cNvPr>
            <p:cNvSpPr/>
            <p:nvPr/>
          </p:nvSpPr>
          <p:spPr>
            <a:xfrm>
              <a:off x="418609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6" name="Freeform: Shape 1915">
              <a:extLst>
                <a:ext uri="{FF2B5EF4-FFF2-40B4-BE49-F238E27FC236}">
                  <a16:creationId xmlns:a16="http://schemas.microsoft.com/office/drawing/2014/main" id="{E5C3E71B-6955-0784-FF3B-8E8B2998A3A2}"/>
                </a:ext>
              </a:extLst>
            </p:cNvPr>
            <p:cNvSpPr/>
            <p:nvPr/>
          </p:nvSpPr>
          <p:spPr>
            <a:xfrm>
              <a:off x="39767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7" name="Freeform: Shape 1916">
              <a:extLst>
                <a:ext uri="{FF2B5EF4-FFF2-40B4-BE49-F238E27FC236}">
                  <a16:creationId xmlns:a16="http://schemas.microsoft.com/office/drawing/2014/main" id="{B95CED55-6720-F5C2-96DA-2E3CF12A8504}"/>
                </a:ext>
              </a:extLst>
            </p:cNvPr>
            <p:cNvSpPr/>
            <p:nvPr/>
          </p:nvSpPr>
          <p:spPr>
            <a:xfrm>
              <a:off x="5441922"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5" y="0"/>
                    <a:pt x="26163" y="0"/>
                  </a:cubicBezTo>
                  <a:lnTo>
                    <a:pt x="26163" y="0"/>
                  </a:lnTo>
                  <a:cubicBezTo>
                    <a:pt x="18838" y="0"/>
                    <a:pt x="12558" y="2791"/>
                    <a:pt x="7674"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18" name="Freeform: Shape 1917">
              <a:extLst>
                <a:ext uri="{FF2B5EF4-FFF2-40B4-BE49-F238E27FC236}">
                  <a16:creationId xmlns:a16="http://schemas.microsoft.com/office/drawing/2014/main" id="{FE760039-8415-548C-F11B-59CE2E10B71F}"/>
                </a:ext>
              </a:extLst>
            </p:cNvPr>
            <p:cNvSpPr/>
            <p:nvPr/>
          </p:nvSpPr>
          <p:spPr>
            <a:xfrm>
              <a:off x="491866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9" name="Freeform: Shape 1918">
              <a:extLst>
                <a:ext uri="{FF2B5EF4-FFF2-40B4-BE49-F238E27FC236}">
                  <a16:creationId xmlns:a16="http://schemas.microsoft.com/office/drawing/2014/main" id="{779D5FB6-EA0F-2440-57FE-5DA0C5775CDE}"/>
                </a:ext>
              </a:extLst>
            </p:cNvPr>
            <p:cNvSpPr/>
            <p:nvPr/>
          </p:nvSpPr>
          <p:spPr>
            <a:xfrm>
              <a:off x="387213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20" name="Freeform: Shape 1919">
              <a:extLst>
                <a:ext uri="{FF2B5EF4-FFF2-40B4-BE49-F238E27FC236}">
                  <a16:creationId xmlns:a16="http://schemas.microsoft.com/office/drawing/2014/main" id="{7A9FF375-2F81-FAB1-B039-0EE023D129F3}"/>
                </a:ext>
              </a:extLst>
            </p:cNvPr>
            <p:cNvSpPr/>
            <p:nvPr/>
          </p:nvSpPr>
          <p:spPr>
            <a:xfrm>
              <a:off x="355818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21" name="Freeform: Shape 1920">
              <a:extLst>
                <a:ext uri="{FF2B5EF4-FFF2-40B4-BE49-F238E27FC236}">
                  <a16:creationId xmlns:a16="http://schemas.microsoft.com/office/drawing/2014/main" id="{E9DE3918-C04E-5771-4A95-E7EED25CFDCD}"/>
                </a:ext>
              </a:extLst>
            </p:cNvPr>
            <p:cNvSpPr/>
            <p:nvPr/>
          </p:nvSpPr>
          <p:spPr>
            <a:xfrm>
              <a:off x="30349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22" name="Freeform: Shape 1921">
              <a:extLst>
                <a:ext uri="{FF2B5EF4-FFF2-40B4-BE49-F238E27FC236}">
                  <a16:creationId xmlns:a16="http://schemas.microsoft.com/office/drawing/2014/main" id="{EE966345-06E1-8965-A829-B9C4A0E77502}"/>
                </a:ext>
              </a:extLst>
            </p:cNvPr>
            <p:cNvSpPr/>
            <p:nvPr/>
          </p:nvSpPr>
          <p:spPr>
            <a:xfrm>
              <a:off x="272096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23" name="Freeform: Shape 1922">
              <a:extLst>
                <a:ext uri="{FF2B5EF4-FFF2-40B4-BE49-F238E27FC236}">
                  <a16:creationId xmlns:a16="http://schemas.microsoft.com/office/drawing/2014/main" id="{AD1A2B1B-35FB-B280-9B32-CFE7176CA2E4}"/>
                </a:ext>
              </a:extLst>
            </p:cNvPr>
            <p:cNvSpPr/>
            <p:nvPr/>
          </p:nvSpPr>
          <p:spPr>
            <a:xfrm>
              <a:off x="167443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24" name="Freeform: Shape 1923">
              <a:extLst>
                <a:ext uri="{FF2B5EF4-FFF2-40B4-BE49-F238E27FC236}">
                  <a16:creationId xmlns:a16="http://schemas.microsoft.com/office/drawing/2014/main" id="{B2FFA969-6C37-A3B8-02FD-56BFDBC39358}"/>
                </a:ext>
              </a:extLst>
            </p:cNvPr>
            <p:cNvSpPr/>
            <p:nvPr/>
          </p:nvSpPr>
          <p:spPr>
            <a:xfrm>
              <a:off x="146513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25" name="Freeform: Shape 1924">
              <a:extLst>
                <a:ext uri="{FF2B5EF4-FFF2-40B4-BE49-F238E27FC236}">
                  <a16:creationId xmlns:a16="http://schemas.microsoft.com/office/drawing/2014/main" id="{C9EEE337-2659-803D-E132-0C31FFA6AAB6}"/>
                </a:ext>
              </a:extLst>
            </p:cNvPr>
            <p:cNvSpPr/>
            <p:nvPr/>
          </p:nvSpPr>
          <p:spPr>
            <a:xfrm>
              <a:off x="523261"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8" y="52326"/>
                    <a:pt x="28954" y="52326"/>
                    <a:pt x="30349" y="51977"/>
                  </a:cubicBezTo>
                  <a:cubicBezTo>
                    <a:pt x="42907" y="49884"/>
                    <a:pt x="52326" y="39070"/>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26" name="Freeform: Shape 1925">
              <a:extLst>
                <a:ext uri="{FF2B5EF4-FFF2-40B4-BE49-F238E27FC236}">
                  <a16:creationId xmlns:a16="http://schemas.microsoft.com/office/drawing/2014/main" id="{D108F0F7-4184-2F2E-5711-A1F7863BC650}"/>
                </a:ext>
              </a:extLst>
            </p:cNvPr>
            <p:cNvSpPr/>
            <p:nvPr/>
          </p:nvSpPr>
          <p:spPr>
            <a:xfrm>
              <a:off x="31395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927" name="Freeform: Shape 1926">
              <a:extLst>
                <a:ext uri="{FF2B5EF4-FFF2-40B4-BE49-F238E27FC236}">
                  <a16:creationId xmlns:a16="http://schemas.microsoft.com/office/drawing/2014/main" id="{1861DB90-4AC6-856F-FA48-CF4B44BD2ECE}"/>
                </a:ext>
              </a:extLst>
            </p:cNvPr>
            <p:cNvSpPr/>
            <p:nvPr/>
          </p:nvSpPr>
          <p:spPr>
            <a:xfrm>
              <a:off x="47093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lnTo>
                    <a:pt x="52326" y="26163"/>
                  </a:ln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28" name="Freeform: Shape 1927">
              <a:extLst>
                <a:ext uri="{FF2B5EF4-FFF2-40B4-BE49-F238E27FC236}">
                  <a16:creationId xmlns:a16="http://schemas.microsoft.com/office/drawing/2014/main" id="{7E599563-7F17-1094-FFB2-4CA59E7F4FED}"/>
                </a:ext>
              </a:extLst>
            </p:cNvPr>
            <p:cNvSpPr/>
            <p:nvPr/>
          </p:nvSpPr>
          <p:spPr>
            <a:xfrm>
              <a:off x="4081442"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8" y="52326"/>
                    <a:pt x="26163" y="52326"/>
                  </a:cubicBezTo>
                  <a:close/>
                </a:path>
              </a:pathLst>
            </a:custGeom>
            <a:grpFill/>
            <a:ln w="3488" cap="flat">
              <a:noFill/>
              <a:prstDash val="solid"/>
              <a:miter/>
            </a:ln>
          </p:spPr>
          <p:txBody>
            <a:bodyPr rtlCol="0" anchor="ctr"/>
            <a:lstStyle/>
            <a:p>
              <a:endParaRPr lang="en-ID"/>
            </a:p>
          </p:txBody>
        </p:sp>
        <p:sp>
          <p:nvSpPr>
            <p:cNvPr id="1929" name="Freeform: Shape 1928">
              <a:extLst>
                <a:ext uri="{FF2B5EF4-FFF2-40B4-BE49-F238E27FC236}">
                  <a16:creationId xmlns:a16="http://schemas.microsoft.com/office/drawing/2014/main" id="{65110422-109A-FEC6-F539-A3975B4D7CCA}"/>
                </a:ext>
              </a:extLst>
            </p:cNvPr>
            <p:cNvSpPr/>
            <p:nvPr/>
          </p:nvSpPr>
          <p:spPr>
            <a:xfrm>
              <a:off x="3034918" y="2722596"/>
              <a:ext cx="52326" cy="52326"/>
            </a:xfrm>
            <a:custGeom>
              <a:avLst/>
              <a:gdLst>
                <a:gd name="connsiteX0" fmla="*/ 26163 w 52326"/>
                <a:gd name="connsiteY0" fmla="*/ 52326 h 52326"/>
                <a:gd name="connsiteX1" fmla="*/ 52326 w 52326"/>
                <a:gd name="connsiteY1" fmla="*/ 26163 h 52326"/>
                <a:gd name="connsiteX2" fmla="*/ 49187 w 52326"/>
                <a:gd name="connsiteY2" fmla="*/ 13605 h 52326"/>
                <a:gd name="connsiteX3" fmla="*/ 26163 w 52326"/>
                <a:gd name="connsiteY3" fmla="*/ 0 h 52326"/>
                <a:gd name="connsiteX4" fmla="*/ 26163 w 52326"/>
                <a:gd name="connsiteY4" fmla="*/ 0 h 52326"/>
                <a:gd name="connsiteX5" fmla="*/ 0 w 52326"/>
                <a:gd name="connsiteY5" fmla="*/ 26163 h 52326"/>
                <a:gd name="connsiteX6" fmla="*/ 3140 w 52326"/>
                <a:gd name="connsiteY6" fmla="*/ 38721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6"/>
                    <a:pt x="52326" y="26163"/>
                  </a:cubicBezTo>
                  <a:cubicBezTo>
                    <a:pt x="52326" y="21628"/>
                    <a:pt x="51280" y="17442"/>
                    <a:pt x="49187" y="13605"/>
                  </a:cubicBezTo>
                  <a:cubicBezTo>
                    <a:pt x="44652" y="5581"/>
                    <a:pt x="36280" y="0"/>
                    <a:pt x="26163" y="0"/>
                  </a:cubicBezTo>
                  <a:lnTo>
                    <a:pt x="26163" y="0"/>
                  </a:lnTo>
                  <a:cubicBezTo>
                    <a:pt x="11861" y="0"/>
                    <a:pt x="0" y="11861"/>
                    <a:pt x="0" y="26163"/>
                  </a:cubicBezTo>
                  <a:cubicBezTo>
                    <a:pt x="0" y="30698"/>
                    <a:pt x="1046" y="34884"/>
                    <a:pt x="3140" y="38721"/>
                  </a:cubicBezTo>
                  <a:cubicBezTo>
                    <a:pt x="7675" y="46745"/>
                    <a:pt x="16396" y="52326"/>
                    <a:pt x="26163" y="52326"/>
                  </a:cubicBezTo>
                  <a:close/>
                </a:path>
              </a:pathLst>
            </a:custGeom>
            <a:grpFill/>
            <a:ln w="3488" cap="flat">
              <a:noFill/>
              <a:prstDash val="solid"/>
              <a:miter/>
            </a:ln>
          </p:spPr>
          <p:txBody>
            <a:bodyPr rtlCol="0" anchor="ctr"/>
            <a:lstStyle/>
            <a:p>
              <a:endParaRPr lang="en-ID"/>
            </a:p>
          </p:txBody>
        </p:sp>
        <p:sp>
          <p:nvSpPr>
            <p:cNvPr id="1930" name="Freeform: Shape 1929">
              <a:extLst>
                <a:ext uri="{FF2B5EF4-FFF2-40B4-BE49-F238E27FC236}">
                  <a16:creationId xmlns:a16="http://schemas.microsoft.com/office/drawing/2014/main" id="{7FC2F3BE-8A2B-CA16-D77A-8AE7250AC26E}"/>
                </a:ext>
              </a:extLst>
            </p:cNvPr>
            <p:cNvSpPr/>
            <p:nvPr/>
          </p:nvSpPr>
          <p:spPr>
            <a:xfrm>
              <a:off x="387213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0 w 52326"/>
                <a:gd name="connsiteY6" fmla="*/ 26163 h 52326"/>
                <a:gd name="connsiteX7" fmla="*/ 3140 w 52326"/>
                <a:gd name="connsiteY7" fmla="*/ 38721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1931" name="Freeform: Shape 1930">
              <a:extLst>
                <a:ext uri="{FF2B5EF4-FFF2-40B4-BE49-F238E27FC236}">
                  <a16:creationId xmlns:a16="http://schemas.microsoft.com/office/drawing/2014/main" id="{228A77EC-0A2D-CB1E-1787-F1E7CAACE0BB}"/>
                </a:ext>
              </a:extLst>
            </p:cNvPr>
            <p:cNvSpPr/>
            <p:nvPr/>
          </p:nvSpPr>
          <p:spPr>
            <a:xfrm>
              <a:off x="1883742" y="5234253"/>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32" name="Freeform: Shape 1931">
              <a:extLst>
                <a:ext uri="{FF2B5EF4-FFF2-40B4-BE49-F238E27FC236}">
                  <a16:creationId xmlns:a16="http://schemas.microsoft.com/office/drawing/2014/main" id="{F0F0E75B-62CA-39F6-96B8-B80E0C0E7C6B}"/>
                </a:ext>
              </a:extLst>
            </p:cNvPr>
            <p:cNvSpPr/>
            <p:nvPr/>
          </p:nvSpPr>
          <p:spPr>
            <a:xfrm>
              <a:off x="5755879"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33" name="Freeform: Shape 1932">
              <a:extLst>
                <a:ext uri="{FF2B5EF4-FFF2-40B4-BE49-F238E27FC236}">
                  <a16:creationId xmlns:a16="http://schemas.microsoft.com/office/drawing/2014/main" id="{CCB12F07-CEE8-91E3-7432-1341FC3F7005}"/>
                </a:ext>
              </a:extLst>
            </p:cNvPr>
            <p:cNvSpPr/>
            <p:nvPr/>
          </p:nvSpPr>
          <p:spPr>
            <a:xfrm>
              <a:off x="59651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34" name="Freeform: Shape 1933">
              <a:extLst>
                <a:ext uri="{FF2B5EF4-FFF2-40B4-BE49-F238E27FC236}">
                  <a16:creationId xmlns:a16="http://schemas.microsoft.com/office/drawing/2014/main" id="{2EB13B30-A78A-DFEE-75CE-E6ECA8522055}"/>
                </a:ext>
              </a:extLst>
            </p:cNvPr>
            <p:cNvSpPr/>
            <p:nvPr/>
          </p:nvSpPr>
          <p:spPr>
            <a:xfrm>
              <a:off x="55465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35" name="Freeform: Shape 1934">
              <a:extLst>
                <a:ext uri="{FF2B5EF4-FFF2-40B4-BE49-F238E27FC236}">
                  <a16:creationId xmlns:a16="http://schemas.microsoft.com/office/drawing/2014/main" id="{6BFBB202-FFD4-7A6A-0D1D-055306903CAB}"/>
                </a:ext>
              </a:extLst>
            </p:cNvPr>
            <p:cNvSpPr/>
            <p:nvPr/>
          </p:nvSpPr>
          <p:spPr>
            <a:xfrm>
              <a:off x="46047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36" name="Freeform: Shape 1935">
              <a:extLst>
                <a:ext uri="{FF2B5EF4-FFF2-40B4-BE49-F238E27FC236}">
                  <a16:creationId xmlns:a16="http://schemas.microsoft.com/office/drawing/2014/main" id="{C62320AA-BD52-1381-4DB7-5E7DE631AE28}"/>
                </a:ext>
              </a:extLst>
            </p:cNvPr>
            <p:cNvSpPr/>
            <p:nvPr/>
          </p:nvSpPr>
          <p:spPr>
            <a:xfrm>
              <a:off x="3872137"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37" name="Freeform: Shape 1936">
              <a:extLst>
                <a:ext uri="{FF2B5EF4-FFF2-40B4-BE49-F238E27FC236}">
                  <a16:creationId xmlns:a16="http://schemas.microsoft.com/office/drawing/2014/main" id="{057B1CEC-DD70-7A46-DADE-F225AD66A01C}"/>
                </a:ext>
              </a:extLst>
            </p:cNvPr>
            <p:cNvSpPr/>
            <p:nvPr/>
          </p:nvSpPr>
          <p:spPr>
            <a:xfrm>
              <a:off x="366283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38" name="Freeform: Shape 1937">
              <a:extLst>
                <a:ext uri="{FF2B5EF4-FFF2-40B4-BE49-F238E27FC236}">
                  <a16:creationId xmlns:a16="http://schemas.microsoft.com/office/drawing/2014/main" id="{C477D6D7-E015-7898-CBAF-BFC1DCB344BA}"/>
                </a:ext>
              </a:extLst>
            </p:cNvPr>
            <p:cNvSpPr/>
            <p:nvPr/>
          </p:nvSpPr>
          <p:spPr>
            <a:xfrm>
              <a:off x="34535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39" name="Freeform: Shape 1938">
              <a:extLst>
                <a:ext uri="{FF2B5EF4-FFF2-40B4-BE49-F238E27FC236}">
                  <a16:creationId xmlns:a16="http://schemas.microsoft.com/office/drawing/2014/main" id="{4D74A678-65B2-C85C-F759-BAE33864F683}"/>
                </a:ext>
              </a:extLst>
            </p:cNvPr>
            <p:cNvSpPr/>
            <p:nvPr/>
          </p:nvSpPr>
          <p:spPr>
            <a:xfrm>
              <a:off x="324422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22326 w 52326"/>
                <a:gd name="connsiteY5" fmla="*/ 349 h 52326"/>
                <a:gd name="connsiteX6" fmla="*/ 18489 w 52326"/>
                <a:gd name="connsiteY6" fmla="*/ 1046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24768" y="0"/>
                    <a:pt x="23721" y="0"/>
                    <a:pt x="22326" y="349"/>
                  </a:cubicBezTo>
                  <a:cubicBezTo>
                    <a:pt x="20930" y="698"/>
                    <a:pt x="19535" y="698"/>
                    <a:pt x="18489" y="1046"/>
                  </a:cubicBezTo>
                  <a:cubicBezTo>
                    <a:pt x="7675" y="4186"/>
                    <a:pt x="0" y="14302"/>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40" name="Freeform: Shape 1939">
              <a:extLst>
                <a:ext uri="{FF2B5EF4-FFF2-40B4-BE49-F238E27FC236}">
                  <a16:creationId xmlns:a16="http://schemas.microsoft.com/office/drawing/2014/main" id="{AE0AA0A7-4FEF-D47A-59FA-98DC486E641A}"/>
                </a:ext>
              </a:extLst>
            </p:cNvPr>
            <p:cNvSpPr/>
            <p:nvPr/>
          </p:nvSpPr>
          <p:spPr>
            <a:xfrm>
              <a:off x="303491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41" name="Freeform: Shape 1940">
              <a:extLst>
                <a:ext uri="{FF2B5EF4-FFF2-40B4-BE49-F238E27FC236}">
                  <a16:creationId xmlns:a16="http://schemas.microsoft.com/office/drawing/2014/main" id="{31D971CE-EEDF-0723-776A-C2048A325A5B}"/>
                </a:ext>
              </a:extLst>
            </p:cNvPr>
            <p:cNvSpPr/>
            <p:nvPr/>
          </p:nvSpPr>
          <p:spPr>
            <a:xfrm>
              <a:off x="293026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42" name="Freeform: Shape 1941">
              <a:extLst>
                <a:ext uri="{FF2B5EF4-FFF2-40B4-BE49-F238E27FC236}">
                  <a16:creationId xmlns:a16="http://schemas.microsoft.com/office/drawing/2014/main" id="{AB682FAB-B775-A7E7-CC16-D18837DC06B1}"/>
                </a:ext>
              </a:extLst>
            </p:cNvPr>
            <p:cNvSpPr/>
            <p:nvPr/>
          </p:nvSpPr>
          <p:spPr>
            <a:xfrm>
              <a:off x="2407004"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1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5" y="52326"/>
                    <a:pt x="52326" y="40465"/>
                    <a:pt x="52326" y="26163"/>
                  </a:cubicBezTo>
                  <a:cubicBezTo>
                    <a:pt x="52326" y="16396"/>
                    <a:pt x="46745" y="7675"/>
                    <a:pt x="38721" y="3140"/>
                  </a:cubicBezTo>
                  <a:cubicBezTo>
                    <a:pt x="34884" y="1046"/>
                    <a:pt x="30698" y="0"/>
                    <a:pt x="26163" y="0"/>
                  </a:cubicBezTo>
                  <a:cubicBezTo>
                    <a:pt x="11861"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1943" name="Freeform: Shape 1942">
              <a:extLst>
                <a:ext uri="{FF2B5EF4-FFF2-40B4-BE49-F238E27FC236}">
                  <a16:creationId xmlns:a16="http://schemas.microsoft.com/office/drawing/2014/main" id="{2CCFBE9D-4458-FAD3-43BF-D5420DE4D6F8}"/>
                </a:ext>
              </a:extLst>
            </p:cNvPr>
            <p:cNvSpPr/>
            <p:nvPr/>
          </p:nvSpPr>
          <p:spPr>
            <a:xfrm>
              <a:off x="230235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44" name="Freeform: Shape 1943">
              <a:extLst>
                <a:ext uri="{FF2B5EF4-FFF2-40B4-BE49-F238E27FC236}">
                  <a16:creationId xmlns:a16="http://schemas.microsoft.com/office/drawing/2014/main" id="{7E1E7833-2EE7-DADC-8FAE-0FF7C0DEB584}"/>
                </a:ext>
              </a:extLst>
            </p:cNvPr>
            <p:cNvSpPr/>
            <p:nvPr/>
          </p:nvSpPr>
          <p:spPr>
            <a:xfrm>
              <a:off x="188374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45" name="Freeform: Shape 1944">
              <a:extLst>
                <a:ext uri="{FF2B5EF4-FFF2-40B4-BE49-F238E27FC236}">
                  <a16:creationId xmlns:a16="http://schemas.microsoft.com/office/drawing/2014/main" id="{77BA192B-B175-6F31-0E7A-3BF32F4EB8E9}"/>
                </a:ext>
              </a:extLst>
            </p:cNvPr>
            <p:cNvSpPr/>
            <p:nvPr/>
          </p:nvSpPr>
          <p:spPr>
            <a:xfrm>
              <a:off x="94187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46" name="Freeform: Shape 1945">
              <a:extLst>
                <a:ext uri="{FF2B5EF4-FFF2-40B4-BE49-F238E27FC236}">
                  <a16:creationId xmlns:a16="http://schemas.microsoft.com/office/drawing/2014/main" id="{76E1E6BC-15EF-0F3F-815A-5BC487650D45}"/>
                </a:ext>
              </a:extLst>
            </p:cNvPr>
            <p:cNvSpPr/>
            <p:nvPr/>
          </p:nvSpPr>
          <p:spPr>
            <a:xfrm>
              <a:off x="418609"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47" name="Freeform: Shape 1946">
              <a:extLst>
                <a:ext uri="{FF2B5EF4-FFF2-40B4-BE49-F238E27FC236}">
                  <a16:creationId xmlns:a16="http://schemas.microsoft.com/office/drawing/2014/main" id="{A6190D43-7E4A-A689-0534-7F8A30580F4E}"/>
                </a:ext>
              </a:extLst>
            </p:cNvPr>
            <p:cNvSpPr/>
            <p:nvPr/>
          </p:nvSpPr>
          <p:spPr>
            <a:xfrm>
              <a:off x="20930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948" name="Freeform: Shape 1947">
              <a:extLst>
                <a:ext uri="{FF2B5EF4-FFF2-40B4-BE49-F238E27FC236}">
                  <a16:creationId xmlns:a16="http://schemas.microsoft.com/office/drawing/2014/main" id="{425DC9E7-7E12-1E45-96FB-14E6094FB9BE}"/>
                </a:ext>
              </a:extLst>
            </p:cNvPr>
            <p:cNvSpPr/>
            <p:nvPr/>
          </p:nvSpPr>
          <p:spPr>
            <a:xfrm>
              <a:off x="2616309" y="4710991"/>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949" name="Freeform: Shape 1948">
              <a:extLst>
                <a:ext uri="{FF2B5EF4-FFF2-40B4-BE49-F238E27FC236}">
                  <a16:creationId xmlns:a16="http://schemas.microsoft.com/office/drawing/2014/main" id="{EBD3C8CD-A7CE-0F24-079D-0110C1983B8C}"/>
                </a:ext>
              </a:extLst>
            </p:cNvPr>
            <p:cNvSpPr/>
            <p:nvPr/>
          </p:nvSpPr>
          <p:spPr>
            <a:xfrm>
              <a:off x="3453527" y="397842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33838 w 52326"/>
                <a:gd name="connsiteY5" fmla="*/ 1046 h 52326"/>
                <a:gd name="connsiteX6" fmla="*/ 26163 w 52326"/>
                <a:gd name="connsiteY6" fmla="*/ 0 h 52326"/>
                <a:gd name="connsiteX7" fmla="*/ 26163 w 52326"/>
                <a:gd name="connsiteY7" fmla="*/ 0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cubicBezTo>
                    <a:pt x="26163" y="52326"/>
                    <a:pt x="26163" y="52326"/>
                    <a:pt x="26163" y="52326"/>
                  </a:cubicBezTo>
                  <a:cubicBezTo>
                    <a:pt x="40465" y="52326"/>
                    <a:pt x="52326" y="40465"/>
                    <a:pt x="52326" y="26163"/>
                  </a:cubicBezTo>
                  <a:cubicBezTo>
                    <a:pt x="52326" y="14302"/>
                    <a:pt x="44652" y="4535"/>
                    <a:pt x="33838" y="1046"/>
                  </a:cubicBezTo>
                  <a:cubicBezTo>
                    <a:pt x="31396" y="349"/>
                    <a:pt x="2860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50" name="Freeform: Shape 1949">
              <a:extLst>
                <a:ext uri="{FF2B5EF4-FFF2-40B4-BE49-F238E27FC236}">
                  <a16:creationId xmlns:a16="http://schemas.microsoft.com/office/drawing/2014/main" id="{0E395F78-76E6-394A-BB2C-3F3B88A0F301}"/>
                </a:ext>
              </a:extLst>
            </p:cNvPr>
            <p:cNvSpPr/>
            <p:nvPr/>
          </p:nvSpPr>
          <p:spPr>
            <a:xfrm>
              <a:off x="2720961" y="4187729"/>
              <a:ext cx="52326" cy="52326"/>
            </a:xfrm>
            <a:custGeom>
              <a:avLst/>
              <a:gdLst>
                <a:gd name="connsiteX0" fmla="*/ 26163 w 52326"/>
                <a:gd name="connsiteY0" fmla="*/ 0 h 52326"/>
                <a:gd name="connsiteX1" fmla="*/ 26163 w 52326"/>
                <a:gd name="connsiteY1" fmla="*/ 0 h 52326"/>
                <a:gd name="connsiteX2" fmla="*/ 7675 w 52326"/>
                <a:gd name="connsiteY2" fmla="*/ 7675 h 52326"/>
                <a:gd name="connsiteX3" fmla="*/ 0 w 52326"/>
                <a:gd name="connsiteY3" fmla="*/ 26163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8838" y="0"/>
                    <a:pt x="12558" y="2791"/>
                    <a:pt x="7675" y="7675"/>
                  </a:cubicBezTo>
                  <a:cubicBezTo>
                    <a:pt x="2791" y="12558"/>
                    <a:pt x="0" y="18838"/>
                    <a:pt x="0" y="26163"/>
                  </a:cubicBez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51" name="Freeform: Shape 1950">
              <a:extLst>
                <a:ext uri="{FF2B5EF4-FFF2-40B4-BE49-F238E27FC236}">
                  <a16:creationId xmlns:a16="http://schemas.microsoft.com/office/drawing/2014/main" id="{3398A97B-3747-A352-6FEE-81929F8B1D34}"/>
                </a:ext>
              </a:extLst>
            </p:cNvPr>
            <p:cNvSpPr/>
            <p:nvPr/>
          </p:nvSpPr>
          <p:spPr>
            <a:xfrm>
              <a:off x="554657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52" name="Freeform: Shape 1951">
              <a:extLst>
                <a:ext uri="{FF2B5EF4-FFF2-40B4-BE49-F238E27FC236}">
                  <a16:creationId xmlns:a16="http://schemas.microsoft.com/office/drawing/2014/main" id="{EE48E0DC-67A7-670C-C9C1-7B4DAFE29600}"/>
                </a:ext>
              </a:extLst>
            </p:cNvPr>
            <p:cNvSpPr/>
            <p:nvPr/>
          </p:nvSpPr>
          <p:spPr>
            <a:xfrm>
              <a:off x="56512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53" name="Freeform: Shape 1952">
              <a:extLst>
                <a:ext uri="{FF2B5EF4-FFF2-40B4-BE49-F238E27FC236}">
                  <a16:creationId xmlns:a16="http://schemas.microsoft.com/office/drawing/2014/main" id="{DDE48248-E297-3DE1-4DFE-DBDEBA900852}"/>
                </a:ext>
              </a:extLst>
            </p:cNvPr>
            <p:cNvSpPr/>
            <p:nvPr/>
          </p:nvSpPr>
          <p:spPr>
            <a:xfrm>
              <a:off x="502331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54" name="Freeform: Shape 1953">
              <a:extLst>
                <a:ext uri="{FF2B5EF4-FFF2-40B4-BE49-F238E27FC236}">
                  <a16:creationId xmlns:a16="http://schemas.microsoft.com/office/drawing/2014/main" id="{6408AADB-EC45-1B4D-C1DF-A00390EBB8E4}"/>
                </a:ext>
              </a:extLst>
            </p:cNvPr>
            <p:cNvSpPr/>
            <p:nvPr/>
          </p:nvSpPr>
          <p:spPr>
            <a:xfrm>
              <a:off x="4814008" y="4187729"/>
              <a:ext cx="51984" cy="52326"/>
            </a:xfrm>
            <a:custGeom>
              <a:avLst/>
              <a:gdLst>
                <a:gd name="connsiteX0" fmla="*/ 26163 w 51984"/>
                <a:gd name="connsiteY0" fmla="*/ 0 h 52326"/>
                <a:gd name="connsiteX1" fmla="*/ 26163 w 51984"/>
                <a:gd name="connsiteY1" fmla="*/ 0 h 52326"/>
                <a:gd name="connsiteX2" fmla="*/ 13605 w 51984"/>
                <a:gd name="connsiteY2" fmla="*/ 3140 h 52326"/>
                <a:gd name="connsiteX3" fmla="*/ 0 w 51984"/>
                <a:gd name="connsiteY3" fmla="*/ 26163 h 52326"/>
                <a:gd name="connsiteX4" fmla="*/ 26163 w 51984"/>
                <a:gd name="connsiteY4" fmla="*/ 52326 h 52326"/>
                <a:gd name="connsiteX5" fmla="*/ 36280 w 51984"/>
                <a:gd name="connsiteY5" fmla="*/ 50233 h 52326"/>
                <a:gd name="connsiteX6" fmla="*/ 38024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29652" y="52326"/>
                    <a:pt x="33140" y="51628"/>
                    <a:pt x="36280" y="50233"/>
                  </a:cubicBezTo>
                  <a:cubicBezTo>
                    <a:pt x="36977" y="49884"/>
                    <a:pt x="37326" y="49535"/>
                    <a:pt x="38024" y="49535"/>
                  </a:cubicBezTo>
                  <a:cubicBezTo>
                    <a:pt x="38024" y="49535"/>
                    <a:pt x="38373" y="49535"/>
                    <a:pt x="38373" y="49187"/>
                  </a:cubicBezTo>
                  <a:cubicBezTo>
                    <a:pt x="46396" y="44652"/>
                    <a:pt x="51977" y="36280"/>
                    <a:pt x="51977"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55" name="Freeform: Shape 1954">
              <a:extLst>
                <a:ext uri="{FF2B5EF4-FFF2-40B4-BE49-F238E27FC236}">
                  <a16:creationId xmlns:a16="http://schemas.microsoft.com/office/drawing/2014/main" id="{498D1C43-828E-AB0D-E014-32F120BD9300}"/>
                </a:ext>
              </a:extLst>
            </p:cNvPr>
            <p:cNvSpPr/>
            <p:nvPr/>
          </p:nvSpPr>
          <p:spPr>
            <a:xfrm>
              <a:off x="4395399"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56" name="Freeform: Shape 1955">
              <a:extLst>
                <a:ext uri="{FF2B5EF4-FFF2-40B4-BE49-F238E27FC236}">
                  <a16:creationId xmlns:a16="http://schemas.microsoft.com/office/drawing/2014/main" id="{ADF518E5-1B7D-2C9C-7CC3-828597984205}"/>
                </a:ext>
              </a:extLst>
            </p:cNvPr>
            <p:cNvSpPr/>
            <p:nvPr/>
          </p:nvSpPr>
          <p:spPr>
            <a:xfrm>
              <a:off x="450005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57" name="Freeform: Shape 1956">
              <a:extLst>
                <a:ext uri="{FF2B5EF4-FFF2-40B4-BE49-F238E27FC236}">
                  <a16:creationId xmlns:a16="http://schemas.microsoft.com/office/drawing/2014/main" id="{F04548E9-DC10-2D71-E0DB-04A7D00642EE}"/>
                </a:ext>
              </a:extLst>
            </p:cNvPr>
            <p:cNvSpPr/>
            <p:nvPr/>
          </p:nvSpPr>
          <p:spPr>
            <a:xfrm>
              <a:off x="33488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58" name="Freeform: Shape 1957">
              <a:extLst>
                <a:ext uri="{FF2B5EF4-FFF2-40B4-BE49-F238E27FC236}">
                  <a16:creationId xmlns:a16="http://schemas.microsoft.com/office/drawing/2014/main" id="{8E2038D8-FCB7-6804-3814-CCB812A249A8}"/>
                </a:ext>
              </a:extLst>
            </p:cNvPr>
            <p:cNvSpPr/>
            <p:nvPr/>
          </p:nvSpPr>
          <p:spPr>
            <a:xfrm>
              <a:off x="324422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59" name="Freeform: Shape 1958">
              <a:extLst>
                <a:ext uri="{FF2B5EF4-FFF2-40B4-BE49-F238E27FC236}">
                  <a16:creationId xmlns:a16="http://schemas.microsoft.com/office/drawing/2014/main" id="{C8F6F184-6086-D461-2599-014BC083696A}"/>
                </a:ext>
              </a:extLst>
            </p:cNvPr>
            <p:cNvSpPr/>
            <p:nvPr/>
          </p:nvSpPr>
          <p:spPr>
            <a:xfrm>
              <a:off x="30349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60" name="Freeform: Shape 1959">
              <a:extLst>
                <a:ext uri="{FF2B5EF4-FFF2-40B4-BE49-F238E27FC236}">
                  <a16:creationId xmlns:a16="http://schemas.microsoft.com/office/drawing/2014/main" id="{2B2BEFD0-575F-A032-A46C-3B3BA7D5401C}"/>
                </a:ext>
              </a:extLst>
            </p:cNvPr>
            <p:cNvSpPr/>
            <p:nvPr/>
          </p:nvSpPr>
          <p:spPr>
            <a:xfrm>
              <a:off x="272096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61" name="Freeform: Shape 1960">
              <a:extLst>
                <a:ext uri="{FF2B5EF4-FFF2-40B4-BE49-F238E27FC236}">
                  <a16:creationId xmlns:a16="http://schemas.microsoft.com/office/drawing/2014/main" id="{FAE93281-C8AB-4FAA-E322-B74FE2DA1576}"/>
                </a:ext>
              </a:extLst>
            </p:cNvPr>
            <p:cNvSpPr/>
            <p:nvPr/>
          </p:nvSpPr>
          <p:spPr>
            <a:xfrm>
              <a:off x="2616309"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80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1" y="52326"/>
                    <a:pt x="26163" y="52326"/>
                  </a:cubicBez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62" name="Freeform: Shape 1961">
              <a:extLst>
                <a:ext uri="{FF2B5EF4-FFF2-40B4-BE49-F238E27FC236}">
                  <a16:creationId xmlns:a16="http://schemas.microsoft.com/office/drawing/2014/main" id="{F64D97F8-B5E4-A353-63EA-061702148DA2}"/>
                </a:ext>
              </a:extLst>
            </p:cNvPr>
            <p:cNvSpPr/>
            <p:nvPr/>
          </p:nvSpPr>
          <p:spPr>
            <a:xfrm>
              <a:off x="18837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63" name="Freeform: Shape 1962">
              <a:extLst>
                <a:ext uri="{FF2B5EF4-FFF2-40B4-BE49-F238E27FC236}">
                  <a16:creationId xmlns:a16="http://schemas.microsoft.com/office/drawing/2014/main" id="{3AE2A6B2-E768-1BDE-52B5-DC4169AB3869}"/>
                </a:ext>
              </a:extLst>
            </p:cNvPr>
            <p:cNvSpPr/>
            <p:nvPr/>
          </p:nvSpPr>
          <p:spPr>
            <a:xfrm>
              <a:off x="125582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64" name="Freeform: Shape 1963">
              <a:extLst>
                <a:ext uri="{FF2B5EF4-FFF2-40B4-BE49-F238E27FC236}">
                  <a16:creationId xmlns:a16="http://schemas.microsoft.com/office/drawing/2014/main" id="{ABD2BCAE-B4C2-196F-C4FC-21F2EE2DFAD3}"/>
                </a:ext>
              </a:extLst>
            </p:cNvPr>
            <p:cNvSpPr/>
            <p:nvPr/>
          </p:nvSpPr>
          <p:spPr>
            <a:xfrm>
              <a:off x="125582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65" name="Freeform: Shape 1964">
              <a:extLst>
                <a:ext uri="{FF2B5EF4-FFF2-40B4-BE49-F238E27FC236}">
                  <a16:creationId xmlns:a16="http://schemas.microsoft.com/office/drawing/2014/main" id="{611662AA-EB48-939F-20E6-5D527C9DEC6F}"/>
                </a:ext>
              </a:extLst>
            </p:cNvPr>
            <p:cNvSpPr/>
            <p:nvPr/>
          </p:nvSpPr>
          <p:spPr>
            <a:xfrm>
              <a:off x="62791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66" name="Freeform: Shape 1965">
              <a:extLst>
                <a:ext uri="{FF2B5EF4-FFF2-40B4-BE49-F238E27FC236}">
                  <a16:creationId xmlns:a16="http://schemas.microsoft.com/office/drawing/2014/main" id="{5354B4AD-D215-B21D-259F-BC17FEC178DB}"/>
                </a:ext>
              </a:extLst>
            </p:cNvPr>
            <p:cNvSpPr/>
            <p:nvPr/>
          </p:nvSpPr>
          <p:spPr>
            <a:xfrm>
              <a:off x="62791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67" name="Freeform: Shape 1966">
              <a:extLst>
                <a:ext uri="{FF2B5EF4-FFF2-40B4-BE49-F238E27FC236}">
                  <a16:creationId xmlns:a16="http://schemas.microsoft.com/office/drawing/2014/main" id="{1D32A23B-2052-77C2-89A9-F79670DBF4BE}"/>
                </a:ext>
              </a:extLst>
            </p:cNvPr>
            <p:cNvSpPr/>
            <p:nvPr/>
          </p:nvSpPr>
          <p:spPr>
            <a:xfrm>
              <a:off x="4709356" y="3350510"/>
              <a:ext cx="52674" cy="52326"/>
            </a:xfrm>
            <a:custGeom>
              <a:avLst/>
              <a:gdLst>
                <a:gd name="connsiteX0" fmla="*/ 3140 w 52674"/>
                <a:gd name="connsiteY0" fmla="*/ 38721 h 52326"/>
                <a:gd name="connsiteX1" fmla="*/ 4535 w 52674"/>
                <a:gd name="connsiteY1" fmla="*/ 40814 h 52326"/>
                <a:gd name="connsiteX2" fmla="*/ 23721 w 52674"/>
                <a:gd name="connsiteY2" fmla="*/ 52326 h 52326"/>
                <a:gd name="connsiteX3" fmla="*/ 26512 w 52674"/>
                <a:gd name="connsiteY3" fmla="*/ 52326 h 52326"/>
                <a:gd name="connsiteX4" fmla="*/ 26512 w 52674"/>
                <a:gd name="connsiteY4" fmla="*/ 52326 h 52326"/>
                <a:gd name="connsiteX5" fmla="*/ 48140 w 52674"/>
                <a:gd name="connsiteY5" fmla="*/ 40814 h 52326"/>
                <a:gd name="connsiteX6" fmla="*/ 49535 w 52674"/>
                <a:gd name="connsiteY6" fmla="*/ 38721 h 52326"/>
                <a:gd name="connsiteX7" fmla="*/ 52675 w 52674"/>
                <a:gd name="connsiteY7" fmla="*/ 28954 h 52326"/>
                <a:gd name="connsiteX8" fmla="*/ 52675 w 52674"/>
                <a:gd name="connsiteY8" fmla="*/ 26163 h 52326"/>
                <a:gd name="connsiteX9" fmla="*/ 52675 w 52674"/>
                <a:gd name="connsiteY9" fmla="*/ 23372 h 52326"/>
                <a:gd name="connsiteX10" fmla="*/ 49535 w 52674"/>
                <a:gd name="connsiteY10" fmla="*/ 13605 h 52326"/>
                <a:gd name="connsiteX11" fmla="*/ 48140 w 52674"/>
                <a:gd name="connsiteY11" fmla="*/ 11512 h 52326"/>
                <a:gd name="connsiteX12" fmla="*/ 26512 w 52674"/>
                <a:gd name="connsiteY12" fmla="*/ 0 h 52326"/>
                <a:gd name="connsiteX13" fmla="*/ 26512 w 52674"/>
                <a:gd name="connsiteY13" fmla="*/ 0 h 52326"/>
                <a:gd name="connsiteX14" fmla="*/ 23721 w 52674"/>
                <a:gd name="connsiteY14" fmla="*/ 0 h 52326"/>
                <a:gd name="connsiteX15" fmla="*/ 4535 w 52674"/>
                <a:gd name="connsiteY15" fmla="*/ 11512 h 52326"/>
                <a:gd name="connsiteX16" fmla="*/ 3140 w 52674"/>
                <a:gd name="connsiteY16" fmla="*/ 13605 h 52326"/>
                <a:gd name="connsiteX17" fmla="*/ 0 w 52674"/>
                <a:gd name="connsiteY17" fmla="*/ 23372 h 52326"/>
                <a:gd name="connsiteX18" fmla="*/ 0 w 52674"/>
                <a:gd name="connsiteY18" fmla="*/ 26163 h 52326"/>
                <a:gd name="connsiteX19" fmla="*/ 0 w 52674"/>
                <a:gd name="connsiteY19" fmla="*/ 28954 h 52326"/>
                <a:gd name="connsiteX20" fmla="*/ 3140 w 52674"/>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4" h="52326">
                  <a:moveTo>
                    <a:pt x="3140" y="38721"/>
                  </a:moveTo>
                  <a:cubicBezTo>
                    <a:pt x="3488" y="39419"/>
                    <a:pt x="3837"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40" y="13605"/>
                  </a:cubicBezTo>
                  <a:cubicBezTo>
                    <a:pt x="1395" y="16744"/>
                    <a:pt x="349" y="19884"/>
                    <a:pt x="0" y="23372"/>
                  </a:cubicBezTo>
                  <a:cubicBezTo>
                    <a:pt x="0" y="24419"/>
                    <a:pt x="0" y="25117"/>
                    <a:pt x="0" y="26163"/>
                  </a:cubicBezTo>
                  <a:cubicBezTo>
                    <a:pt x="0" y="27210"/>
                    <a:pt x="0" y="27907"/>
                    <a:pt x="0" y="28954"/>
                  </a:cubicBezTo>
                  <a:cubicBezTo>
                    <a:pt x="349" y="32442"/>
                    <a:pt x="1395" y="35582"/>
                    <a:pt x="3140" y="38721"/>
                  </a:cubicBezTo>
                  <a:close/>
                </a:path>
              </a:pathLst>
            </a:custGeom>
            <a:grpFill/>
            <a:ln w="3488" cap="flat">
              <a:noFill/>
              <a:prstDash val="solid"/>
              <a:miter/>
            </a:ln>
          </p:spPr>
          <p:txBody>
            <a:bodyPr rtlCol="0" anchor="ctr"/>
            <a:lstStyle/>
            <a:p>
              <a:endParaRPr lang="en-ID"/>
            </a:p>
          </p:txBody>
        </p:sp>
        <p:sp>
          <p:nvSpPr>
            <p:cNvPr id="1968" name="Freeform: Shape 1967">
              <a:extLst>
                <a:ext uri="{FF2B5EF4-FFF2-40B4-BE49-F238E27FC236}">
                  <a16:creationId xmlns:a16="http://schemas.microsoft.com/office/drawing/2014/main" id="{DE8C9E27-1443-1166-83DE-745A0BF4E455}"/>
                </a:ext>
              </a:extLst>
            </p:cNvPr>
            <p:cNvSpPr/>
            <p:nvPr/>
          </p:nvSpPr>
          <p:spPr>
            <a:xfrm>
              <a:off x="596518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69" name="Freeform: Shape 1968">
              <a:extLst>
                <a:ext uri="{FF2B5EF4-FFF2-40B4-BE49-F238E27FC236}">
                  <a16:creationId xmlns:a16="http://schemas.microsoft.com/office/drawing/2014/main" id="{2CCCCE8D-3327-9488-4801-14EB863E10DF}"/>
                </a:ext>
              </a:extLst>
            </p:cNvPr>
            <p:cNvSpPr/>
            <p:nvPr/>
          </p:nvSpPr>
          <p:spPr>
            <a:xfrm>
              <a:off x="554657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70" name="Freeform: Shape 1969">
              <a:extLst>
                <a:ext uri="{FF2B5EF4-FFF2-40B4-BE49-F238E27FC236}">
                  <a16:creationId xmlns:a16="http://schemas.microsoft.com/office/drawing/2014/main" id="{FDBC3632-37D7-77B3-FBD8-1EBFD1E1731F}"/>
                </a:ext>
              </a:extLst>
            </p:cNvPr>
            <p:cNvSpPr/>
            <p:nvPr/>
          </p:nvSpPr>
          <p:spPr>
            <a:xfrm>
              <a:off x="502331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71" name="Freeform: Shape 1970">
              <a:extLst>
                <a:ext uri="{FF2B5EF4-FFF2-40B4-BE49-F238E27FC236}">
                  <a16:creationId xmlns:a16="http://schemas.microsoft.com/office/drawing/2014/main" id="{258DEA46-4D14-2D28-2367-AE3843E68878}"/>
                </a:ext>
              </a:extLst>
            </p:cNvPr>
            <p:cNvSpPr/>
            <p:nvPr/>
          </p:nvSpPr>
          <p:spPr>
            <a:xfrm>
              <a:off x="397678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72" name="Freeform: Shape 1971">
              <a:extLst>
                <a:ext uri="{FF2B5EF4-FFF2-40B4-BE49-F238E27FC236}">
                  <a16:creationId xmlns:a16="http://schemas.microsoft.com/office/drawing/2014/main" id="{BE7C7E92-3871-E062-B23F-9563CF3EEEF8}"/>
                </a:ext>
              </a:extLst>
            </p:cNvPr>
            <p:cNvSpPr/>
            <p:nvPr/>
          </p:nvSpPr>
          <p:spPr>
            <a:xfrm>
              <a:off x="40814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73" name="Freeform: Shape 1972">
              <a:extLst>
                <a:ext uri="{FF2B5EF4-FFF2-40B4-BE49-F238E27FC236}">
                  <a16:creationId xmlns:a16="http://schemas.microsoft.com/office/drawing/2014/main" id="{F360E9AE-63D2-D3F6-F921-A24519D0E72A}"/>
                </a:ext>
              </a:extLst>
            </p:cNvPr>
            <p:cNvSpPr/>
            <p:nvPr/>
          </p:nvSpPr>
          <p:spPr>
            <a:xfrm>
              <a:off x="355818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74" name="Freeform: Shape 1973">
              <a:extLst>
                <a:ext uri="{FF2B5EF4-FFF2-40B4-BE49-F238E27FC236}">
                  <a16:creationId xmlns:a16="http://schemas.microsoft.com/office/drawing/2014/main" id="{FC3CB863-A06A-F851-DC07-89A09B6FBC6E}"/>
                </a:ext>
              </a:extLst>
            </p:cNvPr>
            <p:cNvSpPr/>
            <p:nvPr/>
          </p:nvSpPr>
          <p:spPr>
            <a:xfrm>
              <a:off x="334887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75" name="Freeform: Shape 1974">
              <a:extLst>
                <a:ext uri="{FF2B5EF4-FFF2-40B4-BE49-F238E27FC236}">
                  <a16:creationId xmlns:a16="http://schemas.microsoft.com/office/drawing/2014/main" id="{480E0EA0-C067-F93C-2F71-87235ED92123}"/>
                </a:ext>
              </a:extLst>
            </p:cNvPr>
            <p:cNvSpPr/>
            <p:nvPr/>
          </p:nvSpPr>
          <p:spPr>
            <a:xfrm>
              <a:off x="230235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76" name="Freeform: Shape 1975">
              <a:extLst>
                <a:ext uri="{FF2B5EF4-FFF2-40B4-BE49-F238E27FC236}">
                  <a16:creationId xmlns:a16="http://schemas.microsoft.com/office/drawing/2014/main" id="{94E85B43-B894-2078-66FC-5D84E6BFFAB5}"/>
                </a:ext>
              </a:extLst>
            </p:cNvPr>
            <p:cNvSpPr/>
            <p:nvPr/>
          </p:nvSpPr>
          <p:spPr>
            <a:xfrm>
              <a:off x="209304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77" name="Freeform: Shape 1976">
              <a:extLst>
                <a:ext uri="{FF2B5EF4-FFF2-40B4-BE49-F238E27FC236}">
                  <a16:creationId xmlns:a16="http://schemas.microsoft.com/office/drawing/2014/main" id="{E8EA361D-A001-7DD0-68D3-1C35F29D13B6}"/>
                </a:ext>
              </a:extLst>
            </p:cNvPr>
            <p:cNvSpPr/>
            <p:nvPr/>
          </p:nvSpPr>
          <p:spPr>
            <a:xfrm>
              <a:off x="41860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78" name="Freeform: Shape 1977">
              <a:extLst>
                <a:ext uri="{FF2B5EF4-FFF2-40B4-BE49-F238E27FC236}">
                  <a16:creationId xmlns:a16="http://schemas.microsoft.com/office/drawing/2014/main" id="{5F0441F6-97ED-0FB3-EC89-28310C475B0D}"/>
                </a:ext>
              </a:extLst>
            </p:cNvPr>
            <p:cNvSpPr/>
            <p:nvPr/>
          </p:nvSpPr>
          <p:spPr>
            <a:xfrm>
              <a:off x="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79" name="Freeform: Shape 1978">
              <a:extLst>
                <a:ext uri="{FF2B5EF4-FFF2-40B4-BE49-F238E27FC236}">
                  <a16:creationId xmlns:a16="http://schemas.microsoft.com/office/drawing/2014/main" id="{FEF85495-8DBF-FC52-9F9C-C6CC00DF3001}"/>
                </a:ext>
              </a:extLst>
            </p:cNvPr>
            <p:cNvSpPr/>
            <p:nvPr/>
          </p:nvSpPr>
          <p:spPr>
            <a:xfrm>
              <a:off x="4709356" y="261794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80" name="Freeform: Shape 1979">
              <a:extLst>
                <a:ext uri="{FF2B5EF4-FFF2-40B4-BE49-F238E27FC236}">
                  <a16:creationId xmlns:a16="http://schemas.microsoft.com/office/drawing/2014/main" id="{CCC3FB51-5BF2-E20A-06B0-17175AA35DB9}"/>
                </a:ext>
              </a:extLst>
            </p:cNvPr>
            <p:cNvSpPr/>
            <p:nvPr/>
          </p:nvSpPr>
          <p:spPr>
            <a:xfrm>
              <a:off x="4290746" y="4606338"/>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51629 w 52326"/>
                <a:gd name="connsiteY4" fmla="*/ 20930 h 52326"/>
                <a:gd name="connsiteX5" fmla="*/ 26163 w 52326"/>
                <a:gd name="connsiteY5" fmla="*/ 0 h 52326"/>
                <a:gd name="connsiteX6" fmla="*/ 0 w 52326"/>
                <a:gd name="connsiteY6" fmla="*/ 26163 h 52326"/>
                <a:gd name="connsiteX7" fmla="*/ 0 w 52326"/>
                <a:gd name="connsiteY7" fmla="*/ 26163 h 52326"/>
                <a:gd name="connsiteX8" fmla="*/ 1047 w 52326"/>
                <a:gd name="connsiteY8" fmla="*/ 33838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721"/>
                    <a:pt x="3140" y="38373"/>
                  </a:cubicBezTo>
                  <a:cubicBezTo>
                    <a:pt x="7674" y="46745"/>
                    <a:pt x="16395" y="52326"/>
                    <a:pt x="26163" y="52326"/>
                  </a:cubicBez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28954"/>
                    <a:pt x="349" y="31396"/>
                    <a:pt x="1047" y="33838"/>
                  </a:cubicBezTo>
                  <a:cubicBezTo>
                    <a:pt x="1744" y="35582"/>
                    <a:pt x="2442" y="36977"/>
                    <a:pt x="3140" y="38373"/>
                  </a:cubicBezTo>
                  <a:close/>
                </a:path>
              </a:pathLst>
            </a:custGeom>
            <a:grpFill/>
            <a:ln w="3488" cap="flat">
              <a:noFill/>
              <a:prstDash val="solid"/>
              <a:miter/>
            </a:ln>
          </p:spPr>
          <p:txBody>
            <a:bodyPr rtlCol="0" anchor="ctr"/>
            <a:lstStyle/>
            <a:p>
              <a:endParaRPr lang="en-ID"/>
            </a:p>
          </p:txBody>
        </p:sp>
        <p:sp>
          <p:nvSpPr>
            <p:cNvPr id="1981" name="Freeform: Shape 1980">
              <a:extLst>
                <a:ext uri="{FF2B5EF4-FFF2-40B4-BE49-F238E27FC236}">
                  <a16:creationId xmlns:a16="http://schemas.microsoft.com/office/drawing/2014/main" id="{8F4B6BC1-3336-7896-BB38-05953FCA25A9}"/>
                </a:ext>
              </a:extLst>
            </p:cNvPr>
            <p:cNvSpPr/>
            <p:nvPr/>
          </p:nvSpPr>
          <p:spPr>
            <a:xfrm>
              <a:off x="4081442" y="4397034"/>
              <a:ext cx="52326" cy="52326"/>
            </a:xfrm>
            <a:custGeom>
              <a:avLst/>
              <a:gdLst>
                <a:gd name="connsiteX0" fmla="*/ 36977 w 52326"/>
                <a:gd name="connsiteY0" fmla="*/ 2442 h 52326"/>
                <a:gd name="connsiteX1" fmla="*/ 29303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7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7" y="2442"/>
                  </a:moveTo>
                  <a:cubicBezTo>
                    <a:pt x="34535" y="1395"/>
                    <a:pt x="31744" y="698"/>
                    <a:pt x="29303" y="349"/>
                  </a:cubicBezTo>
                  <a:cubicBezTo>
                    <a:pt x="28256" y="349"/>
                    <a:pt x="27210" y="0"/>
                    <a:pt x="26163" y="0"/>
                  </a:cubicBez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5698"/>
                    <a:pt x="46047" y="6628"/>
                    <a:pt x="36977" y="2442"/>
                  </a:cubicBezTo>
                  <a:close/>
                </a:path>
              </a:pathLst>
            </a:custGeom>
            <a:grpFill/>
            <a:ln w="3488" cap="flat">
              <a:noFill/>
              <a:prstDash val="solid"/>
              <a:miter/>
            </a:ln>
          </p:spPr>
          <p:txBody>
            <a:bodyPr rtlCol="0" anchor="ctr"/>
            <a:lstStyle/>
            <a:p>
              <a:endParaRPr lang="en-ID"/>
            </a:p>
          </p:txBody>
        </p:sp>
        <p:sp>
          <p:nvSpPr>
            <p:cNvPr id="1982" name="Freeform: Shape 1981">
              <a:extLst>
                <a:ext uri="{FF2B5EF4-FFF2-40B4-BE49-F238E27FC236}">
                  <a16:creationId xmlns:a16="http://schemas.microsoft.com/office/drawing/2014/main" id="{A0AA9F26-8A25-963E-5931-72F193651027}"/>
                </a:ext>
              </a:extLst>
            </p:cNvPr>
            <p:cNvSpPr/>
            <p:nvPr/>
          </p:nvSpPr>
          <p:spPr>
            <a:xfrm>
              <a:off x="533727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983" name="Freeform: Shape 1982">
              <a:extLst>
                <a:ext uri="{FF2B5EF4-FFF2-40B4-BE49-F238E27FC236}">
                  <a16:creationId xmlns:a16="http://schemas.microsoft.com/office/drawing/2014/main" id="{8FDBA84B-EBC7-B522-2B12-89BDC118AD30}"/>
                </a:ext>
              </a:extLst>
            </p:cNvPr>
            <p:cNvSpPr/>
            <p:nvPr/>
          </p:nvSpPr>
          <p:spPr>
            <a:xfrm>
              <a:off x="5546575"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84" name="Freeform: Shape 1983">
              <a:extLst>
                <a:ext uri="{FF2B5EF4-FFF2-40B4-BE49-F238E27FC236}">
                  <a16:creationId xmlns:a16="http://schemas.microsoft.com/office/drawing/2014/main" id="{2B33AFF8-0794-C935-8A03-7086913D1A0C}"/>
                </a:ext>
              </a:extLst>
            </p:cNvPr>
            <p:cNvSpPr/>
            <p:nvPr/>
          </p:nvSpPr>
          <p:spPr>
            <a:xfrm>
              <a:off x="37674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85" name="Freeform: Shape 1984">
              <a:extLst>
                <a:ext uri="{FF2B5EF4-FFF2-40B4-BE49-F238E27FC236}">
                  <a16:creationId xmlns:a16="http://schemas.microsoft.com/office/drawing/2014/main" id="{7E4AB955-5AA5-0005-E45C-08D64924368D}"/>
                </a:ext>
              </a:extLst>
            </p:cNvPr>
            <p:cNvSpPr/>
            <p:nvPr/>
          </p:nvSpPr>
          <p:spPr>
            <a:xfrm>
              <a:off x="544192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86" name="Freeform: Shape 1985">
              <a:extLst>
                <a:ext uri="{FF2B5EF4-FFF2-40B4-BE49-F238E27FC236}">
                  <a16:creationId xmlns:a16="http://schemas.microsoft.com/office/drawing/2014/main" id="{8519AF0E-C5CD-8690-B643-6ECA1F2706DE}"/>
                </a:ext>
              </a:extLst>
            </p:cNvPr>
            <p:cNvSpPr/>
            <p:nvPr/>
          </p:nvSpPr>
          <p:spPr>
            <a:xfrm>
              <a:off x="5127965" y="3141206"/>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1628 w 52326"/>
                <a:gd name="connsiteY8" fmla="*/ 349 h 52326"/>
                <a:gd name="connsiteX9" fmla="*/ 20930 w 52326"/>
                <a:gd name="connsiteY9" fmla="*/ 349 h 52326"/>
                <a:gd name="connsiteX10" fmla="*/ 0 w 52326"/>
                <a:gd name="connsiteY10" fmla="*/ 25814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lnTo>
                    <a:pt x="26163" y="52326"/>
                  </a:lnTo>
                  <a:cubicBezTo>
                    <a:pt x="40465" y="52326"/>
                    <a:pt x="52326" y="40465"/>
                    <a:pt x="52326" y="26163"/>
                  </a:cubicBezTo>
                  <a:lnTo>
                    <a:pt x="52326" y="26163"/>
                  </a:lnTo>
                  <a:cubicBezTo>
                    <a:pt x="52326" y="11861"/>
                    <a:pt x="40465" y="0"/>
                    <a:pt x="26163" y="0"/>
                  </a:cubicBezTo>
                  <a:lnTo>
                    <a:pt x="26163" y="0"/>
                  </a:lnTo>
                  <a:lnTo>
                    <a:pt x="26163" y="0"/>
                  </a:lnTo>
                  <a:cubicBezTo>
                    <a:pt x="24419" y="0"/>
                    <a:pt x="23023" y="0"/>
                    <a:pt x="21628" y="349"/>
                  </a:cubicBezTo>
                  <a:cubicBezTo>
                    <a:pt x="21279" y="349"/>
                    <a:pt x="21279" y="349"/>
                    <a:pt x="20930" y="349"/>
                  </a:cubicBezTo>
                  <a:cubicBezTo>
                    <a:pt x="9070" y="2791"/>
                    <a:pt x="0" y="13256"/>
                    <a:pt x="0" y="25814"/>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87" name="Freeform: Shape 1986">
              <a:extLst>
                <a:ext uri="{FF2B5EF4-FFF2-40B4-BE49-F238E27FC236}">
                  <a16:creationId xmlns:a16="http://schemas.microsoft.com/office/drawing/2014/main" id="{238EAAEC-1CB3-656C-0F49-BCB2949F3557}"/>
                </a:ext>
              </a:extLst>
            </p:cNvPr>
            <p:cNvSpPr/>
            <p:nvPr/>
          </p:nvSpPr>
          <p:spPr>
            <a:xfrm>
              <a:off x="408144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88" name="Freeform: Shape 1987">
              <a:extLst>
                <a:ext uri="{FF2B5EF4-FFF2-40B4-BE49-F238E27FC236}">
                  <a16:creationId xmlns:a16="http://schemas.microsoft.com/office/drawing/2014/main" id="{3AAD753D-BDCC-4444-3DC7-6A9493F4A110}"/>
                </a:ext>
              </a:extLst>
            </p:cNvPr>
            <p:cNvSpPr/>
            <p:nvPr/>
          </p:nvSpPr>
          <p:spPr>
            <a:xfrm>
              <a:off x="387213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89" name="Freeform: Shape 1988">
              <a:extLst>
                <a:ext uri="{FF2B5EF4-FFF2-40B4-BE49-F238E27FC236}">
                  <a16:creationId xmlns:a16="http://schemas.microsoft.com/office/drawing/2014/main" id="{1ABABC2A-75CA-43CD-5F38-07B64481E7F9}"/>
                </a:ext>
              </a:extLst>
            </p:cNvPr>
            <p:cNvSpPr/>
            <p:nvPr/>
          </p:nvSpPr>
          <p:spPr>
            <a:xfrm>
              <a:off x="387213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90" name="Freeform: Shape 1989">
              <a:extLst>
                <a:ext uri="{FF2B5EF4-FFF2-40B4-BE49-F238E27FC236}">
                  <a16:creationId xmlns:a16="http://schemas.microsoft.com/office/drawing/2014/main" id="{46D6E835-27C5-7190-BF35-B4A24BC589EF}"/>
                </a:ext>
              </a:extLst>
            </p:cNvPr>
            <p:cNvSpPr/>
            <p:nvPr/>
          </p:nvSpPr>
          <p:spPr>
            <a:xfrm>
              <a:off x="293026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991" name="Freeform: Shape 1990">
              <a:extLst>
                <a:ext uri="{FF2B5EF4-FFF2-40B4-BE49-F238E27FC236}">
                  <a16:creationId xmlns:a16="http://schemas.microsoft.com/office/drawing/2014/main" id="{B82140EC-E0A5-8282-A456-D5C94D7A0ADC}"/>
                </a:ext>
              </a:extLst>
            </p:cNvPr>
            <p:cNvSpPr/>
            <p:nvPr/>
          </p:nvSpPr>
          <p:spPr>
            <a:xfrm>
              <a:off x="28256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92" name="Freeform: Shape 1991">
              <a:extLst>
                <a:ext uri="{FF2B5EF4-FFF2-40B4-BE49-F238E27FC236}">
                  <a16:creationId xmlns:a16="http://schemas.microsoft.com/office/drawing/2014/main" id="{60E4F8F0-8A40-C940-6845-DF216703E95A}"/>
                </a:ext>
              </a:extLst>
            </p:cNvPr>
            <p:cNvSpPr/>
            <p:nvPr/>
          </p:nvSpPr>
          <p:spPr>
            <a:xfrm>
              <a:off x="251165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93" name="Freeform: Shape 1992">
              <a:extLst>
                <a:ext uri="{FF2B5EF4-FFF2-40B4-BE49-F238E27FC236}">
                  <a16:creationId xmlns:a16="http://schemas.microsoft.com/office/drawing/2014/main" id="{69A29F37-19AF-888F-9634-ED9485C9ECEE}"/>
                </a:ext>
              </a:extLst>
            </p:cNvPr>
            <p:cNvSpPr/>
            <p:nvPr/>
          </p:nvSpPr>
          <p:spPr>
            <a:xfrm>
              <a:off x="25116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94" name="Freeform: Shape 1993">
              <a:extLst>
                <a:ext uri="{FF2B5EF4-FFF2-40B4-BE49-F238E27FC236}">
                  <a16:creationId xmlns:a16="http://schemas.microsoft.com/office/drawing/2014/main" id="{8AFE0F57-121F-E7D4-A927-608886157076}"/>
                </a:ext>
              </a:extLst>
            </p:cNvPr>
            <p:cNvSpPr/>
            <p:nvPr/>
          </p:nvSpPr>
          <p:spPr>
            <a:xfrm>
              <a:off x="240700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95" name="Freeform: Shape 1994">
              <a:extLst>
                <a:ext uri="{FF2B5EF4-FFF2-40B4-BE49-F238E27FC236}">
                  <a16:creationId xmlns:a16="http://schemas.microsoft.com/office/drawing/2014/main" id="{4D9652D7-9F8B-4D06-19CC-F8DD9515A7CA}"/>
                </a:ext>
              </a:extLst>
            </p:cNvPr>
            <p:cNvSpPr/>
            <p:nvPr/>
          </p:nvSpPr>
          <p:spPr>
            <a:xfrm>
              <a:off x="167443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96" name="Freeform: Shape 1995">
              <a:extLst>
                <a:ext uri="{FF2B5EF4-FFF2-40B4-BE49-F238E27FC236}">
                  <a16:creationId xmlns:a16="http://schemas.microsoft.com/office/drawing/2014/main" id="{21D3AFB4-04A0-5A3A-22C0-DE43B8161B2F}"/>
                </a:ext>
              </a:extLst>
            </p:cNvPr>
            <p:cNvSpPr/>
            <p:nvPr/>
          </p:nvSpPr>
          <p:spPr>
            <a:xfrm>
              <a:off x="125582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97" name="Freeform: Shape 1996">
              <a:extLst>
                <a:ext uri="{FF2B5EF4-FFF2-40B4-BE49-F238E27FC236}">
                  <a16:creationId xmlns:a16="http://schemas.microsoft.com/office/drawing/2014/main" id="{6582869F-56D2-344E-4A84-AA0FFE2948EB}"/>
                </a:ext>
              </a:extLst>
            </p:cNvPr>
            <p:cNvSpPr/>
            <p:nvPr/>
          </p:nvSpPr>
          <p:spPr>
            <a:xfrm>
              <a:off x="627914"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98" name="Freeform: Shape 1997">
              <a:extLst>
                <a:ext uri="{FF2B5EF4-FFF2-40B4-BE49-F238E27FC236}">
                  <a16:creationId xmlns:a16="http://schemas.microsoft.com/office/drawing/2014/main" id="{9843BA37-F2AB-4773-A0A4-E3FEB1F5FD4C}"/>
                </a:ext>
              </a:extLst>
            </p:cNvPr>
            <p:cNvSpPr/>
            <p:nvPr/>
          </p:nvSpPr>
          <p:spPr>
            <a:xfrm>
              <a:off x="57558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99" name="Freeform: Shape 1998">
              <a:extLst>
                <a:ext uri="{FF2B5EF4-FFF2-40B4-BE49-F238E27FC236}">
                  <a16:creationId xmlns:a16="http://schemas.microsoft.com/office/drawing/2014/main" id="{46FA9146-F5B1-52D9-268C-604BF8C8722C}"/>
                </a:ext>
              </a:extLst>
            </p:cNvPr>
            <p:cNvSpPr/>
            <p:nvPr/>
          </p:nvSpPr>
          <p:spPr>
            <a:xfrm>
              <a:off x="4709356" y="3873772"/>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1861 w 52326"/>
                <a:gd name="connsiteY4" fmla="*/ 47094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5"/>
                  </a:cubicBezTo>
                  <a:cubicBezTo>
                    <a:pt x="2791" y="12558"/>
                    <a:pt x="0" y="18838"/>
                    <a:pt x="0" y="26163"/>
                  </a:cubicBezTo>
                  <a:cubicBezTo>
                    <a:pt x="0" y="40465"/>
                    <a:pt x="11861" y="52326"/>
                    <a:pt x="26163" y="52326"/>
                  </a:cubicBezTo>
                  <a:cubicBezTo>
                    <a:pt x="32093" y="52326"/>
                    <a:pt x="37326" y="50233"/>
                    <a:pt x="41861" y="47094"/>
                  </a:cubicBezTo>
                  <a:cubicBezTo>
                    <a:pt x="48140" y="42210"/>
                    <a:pt x="52326" y="3488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00" name="Freeform: Shape 1999">
              <a:extLst>
                <a:ext uri="{FF2B5EF4-FFF2-40B4-BE49-F238E27FC236}">
                  <a16:creationId xmlns:a16="http://schemas.microsoft.com/office/drawing/2014/main" id="{F4BF9FE8-12C3-03FB-D5DE-5D48F46D2986}"/>
                </a:ext>
              </a:extLst>
            </p:cNvPr>
            <p:cNvSpPr/>
            <p:nvPr/>
          </p:nvSpPr>
          <p:spPr>
            <a:xfrm>
              <a:off x="2093047" y="5024948"/>
              <a:ext cx="51987" cy="52326"/>
            </a:xfrm>
            <a:custGeom>
              <a:avLst/>
              <a:gdLst>
                <a:gd name="connsiteX0" fmla="*/ 31396 w 51987"/>
                <a:gd name="connsiteY0" fmla="*/ 698 h 52326"/>
                <a:gd name="connsiteX1" fmla="*/ 26163 w 51987"/>
                <a:gd name="connsiteY1" fmla="*/ 0 h 52326"/>
                <a:gd name="connsiteX2" fmla="*/ 26163 w 51987"/>
                <a:gd name="connsiteY2" fmla="*/ 0 h 52326"/>
                <a:gd name="connsiteX3" fmla="*/ 26163 w 51987"/>
                <a:gd name="connsiteY3" fmla="*/ 0 h 52326"/>
                <a:gd name="connsiteX4" fmla="*/ 0 w 51987"/>
                <a:gd name="connsiteY4" fmla="*/ 26163 h 52326"/>
                <a:gd name="connsiteX5" fmla="*/ 13605 w 51987"/>
                <a:gd name="connsiteY5" fmla="*/ 49187 h 52326"/>
                <a:gd name="connsiteX6" fmla="*/ 13954 w 51987"/>
                <a:gd name="connsiteY6" fmla="*/ 49535 h 52326"/>
                <a:gd name="connsiteX7" fmla="*/ 15698 w 51987"/>
                <a:gd name="connsiteY7" fmla="*/ 50233 h 52326"/>
                <a:gd name="connsiteX8" fmla="*/ 25814 w 51987"/>
                <a:gd name="connsiteY8" fmla="*/ 52326 h 52326"/>
                <a:gd name="connsiteX9" fmla="*/ 31047 w 51987"/>
                <a:gd name="connsiteY9" fmla="*/ 51629 h 52326"/>
                <a:gd name="connsiteX10" fmla="*/ 38024 w 51987"/>
                <a:gd name="connsiteY10" fmla="*/ 49187 h 52326"/>
                <a:gd name="connsiteX11" fmla="*/ 38373 w 51987"/>
                <a:gd name="connsiteY11" fmla="*/ 49187 h 52326"/>
                <a:gd name="connsiteX12" fmla="*/ 51977 w 51987"/>
                <a:gd name="connsiteY12" fmla="*/ 26163 h 52326"/>
                <a:gd name="connsiteX13" fmla="*/ 51977 w 51987"/>
                <a:gd name="connsiteY13" fmla="*/ 26163 h 52326"/>
                <a:gd name="connsiteX14" fmla="*/ 31396 w 51987"/>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7" h="52326">
                  <a:moveTo>
                    <a:pt x="31396" y="698"/>
                  </a:moveTo>
                  <a:cubicBezTo>
                    <a:pt x="29652" y="349"/>
                    <a:pt x="27907" y="0"/>
                    <a:pt x="26163" y="0"/>
                  </a:cubicBezTo>
                  <a:cubicBezTo>
                    <a:pt x="26163" y="0"/>
                    <a:pt x="26163" y="0"/>
                    <a:pt x="26163" y="0"/>
                  </a:cubicBezTo>
                  <a:cubicBezTo>
                    <a:pt x="26163" y="0"/>
                    <a:pt x="26163" y="0"/>
                    <a:pt x="26163" y="0"/>
                  </a:cubicBezTo>
                  <a:cubicBezTo>
                    <a:pt x="11861" y="0"/>
                    <a:pt x="0" y="11861"/>
                    <a:pt x="0" y="26163"/>
                  </a:cubicBezTo>
                  <a:cubicBezTo>
                    <a:pt x="0" y="35931"/>
                    <a:pt x="5581" y="44652"/>
                    <a:pt x="13605" y="49187"/>
                  </a:cubicBezTo>
                  <a:cubicBezTo>
                    <a:pt x="13605" y="49187"/>
                    <a:pt x="13954" y="49187"/>
                    <a:pt x="13954" y="49535"/>
                  </a:cubicBezTo>
                  <a:cubicBezTo>
                    <a:pt x="14651" y="49884"/>
                    <a:pt x="15000" y="50233"/>
                    <a:pt x="15698" y="50233"/>
                  </a:cubicBezTo>
                  <a:cubicBezTo>
                    <a:pt x="18838" y="51629"/>
                    <a:pt x="22326" y="52326"/>
                    <a:pt x="25814" y="52326"/>
                  </a:cubicBezTo>
                  <a:cubicBezTo>
                    <a:pt x="27559" y="52326"/>
                    <a:pt x="29303" y="51977"/>
                    <a:pt x="31047" y="51629"/>
                  </a:cubicBezTo>
                  <a:cubicBezTo>
                    <a:pt x="33489" y="51279"/>
                    <a:pt x="35931" y="50233"/>
                    <a:pt x="38024" y="49187"/>
                  </a:cubicBezTo>
                  <a:cubicBezTo>
                    <a:pt x="38024"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001" name="Freeform: Shape 2000">
              <a:extLst>
                <a:ext uri="{FF2B5EF4-FFF2-40B4-BE49-F238E27FC236}">
                  <a16:creationId xmlns:a16="http://schemas.microsoft.com/office/drawing/2014/main" id="{D15535B9-08D8-514E-D03A-D940CEE4E63D}"/>
                </a:ext>
              </a:extLst>
            </p:cNvPr>
            <p:cNvSpPr/>
            <p:nvPr/>
          </p:nvSpPr>
          <p:spPr>
            <a:xfrm>
              <a:off x="35581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02" name="Freeform: Shape 2001">
              <a:extLst>
                <a:ext uri="{FF2B5EF4-FFF2-40B4-BE49-F238E27FC236}">
                  <a16:creationId xmlns:a16="http://schemas.microsoft.com/office/drawing/2014/main" id="{1E02DD6A-9751-8BBE-C8A3-B11DB2445F8A}"/>
                </a:ext>
              </a:extLst>
            </p:cNvPr>
            <p:cNvSpPr/>
            <p:nvPr/>
          </p:nvSpPr>
          <p:spPr>
            <a:xfrm>
              <a:off x="376748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03" name="Freeform: Shape 2002">
              <a:extLst>
                <a:ext uri="{FF2B5EF4-FFF2-40B4-BE49-F238E27FC236}">
                  <a16:creationId xmlns:a16="http://schemas.microsoft.com/office/drawing/2014/main" id="{60311AA2-A7A2-D930-2190-9462C3990E8C}"/>
                </a:ext>
              </a:extLst>
            </p:cNvPr>
            <p:cNvSpPr/>
            <p:nvPr/>
          </p:nvSpPr>
          <p:spPr>
            <a:xfrm>
              <a:off x="3348875"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04" name="Freeform: Shape 2003">
              <a:extLst>
                <a:ext uri="{FF2B5EF4-FFF2-40B4-BE49-F238E27FC236}">
                  <a16:creationId xmlns:a16="http://schemas.microsoft.com/office/drawing/2014/main" id="{A7521A9C-5E54-C4AB-438B-943EB2F3CE5E}"/>
                </a:ext>
              </a:extLst>
            </p:cNvPr>
            <p:cNvSpPr/>
            <p:nvPr/>
          </p:nvSpPr>
          <p:spPr>
            <a:xfrm>
              <a:off x="324422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05" name="Freeform: Shape 2004">
              <a:extLst>
                <a:ext uri="{FF2B5EF4-FFF2-40B4-BE49-F238E27FC236}">
                  <a16:creationId xmlns:a16="http://schemas.microsoft.com/office/drawing/2014/main" id="{A84C1151-3217-C8B1-B6BC-AD929210EB43}"/>
                </a:ext>
              </a:extLst>
            </p:cNvPr>
            <p:cNvSpPr/>
            <p:nvPr/>
          </p:nvSpPr>
          <p:spPr>
            <a:xfrm>
              <a:off x="3034918"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006" name="Freeform: Shape 2005">
              <a:extLst>
                <a:ext uri="{FF2B5EF4-FFF2-40B4-BE49-F238E27FC236}">
                  <a16:creationId xmlns:a16="http://schemas.microsoft.com/office/drawing/2014/main" id="{D3A65D4A-4438-49E9-B1D4-AA3B5160E0D7}"/>
                </a:ext>
              </a:extLst>
            </p:cNvPr>
            <p:cNvSpPr/>
            <p:nvPr/>
          </p:nvSpPr>
          <p:spPr>
            <a:xfrm>
              <a:off x="261630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07" name="Freeform: Shape 2006">
              <a:extLst>
                <a:ext uri="{FF2B5EF4-FFF2-40B4-BE49-F238E27FC236}">
                  <a16:creationId xmlns:a16="http://schemas.microsoft.com/office/drawing/2014/main" id="{43C3F074-0834-2FA8-B2EE-4C95667AA3EA}"/>
                </a:ext>
              </a:extLst>
            </p:cNvPr>
            <p:cNvSpPr/>
            <p:nvPr/>
          </p:nvSpPr>
          <p:spPr>
            <a:xfrm>
              <a:off x="2511307" y="3350510"/>
              <a:ext cx="52326" cy="52326"/>
            </a:xfrm>
            <a:custGeom>
              <a:avLst/>
              <a:gdLst>
                <a:gd name="connsiteX0" fmla="*/ 13256 w 52326"/>
                <a:gd name="connsiteY0" fmla="*/ 48838 h 52326"/>
                <a:gd name="connsiteX1" fmla="*/ 14651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1 w 52326"/>
                <a:gd name="connsiteY6" fmla="*/ 3140 h 52326"/>
                <a:gd name="connsiteX7" fmla="*/ 38373 w 52326"/>
                <a:gd name="connsiteY7" fmla="*/ 3140 h 52326"/>
                <a:gd name="connsiteX8" fmla="*/ 36279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2" y="49535"/>
                    <a:pt x="14651" y="49535"/>
                  </a:cubicBezTo>
                  <a:cubicBezTo>
                    <a:pt x="16744" y="50582"/>
                    <a:pt x="18837" y="51280"/>
                    <a:pt x="20930" y="51628"/>
                  </a:cubicBezTo>
                  <a:cubicBezTo>
                    <a:pt x="22675" y="51977"/>
                    <a:pt x="24419" y="52326"/>
                    <a:pt x="26163" y="52326"/>
                  </a:cubicBezTo>
                  <a:lnTo>
                    <a:pt x="26163" y="52326"/>
                  </a:lnTo>
                  <a:cubicBezTo>
                    <a:pt x="40465" y="52326"/>
                    <a:pt x="52326" y="40465"/>
                    <a:pt x="52326" y="26163"/>
                  </a:cubicBezTo>
                  <a:cubicBezTo>
                    <a:pt x="52326" y="16396"/>
                    <a:pt x="46745" y="7675"/>
                    <a:pt x="38721" y="3140"/>
                  </a:cubicBezTo>
                  <a:cubicBezTo>
                    <a:pt x="38721" y="3140"/>
                    <a:pt x="38373" y="3140"/>
                    <a:pt x="38373" y="3140"/>
                  </a:cubicBezTo>
                  <a:cubicBezTo>
                    <a:pt x="37675" y="2791"/>
                    <a:pt x="36977" y="2442"/>
                    <a:pt x="36279" y="2093"/>
                  </a:cubicBezTo>
                  <a:cubicBezTo>
                    <a:pt x="33140" y="698"/>
                    <a:pt x="29652" y="0"/>
                    <a:pt x="26163" y="0"/>
                  </a:cubicBezTo>
                  <a:cubicBezTo>
                    <a:pt x="11860" y="0"/>
                    <a:pt x="0" y="11861"/>
                    <a:pt x="0" y="26163"/>
                  </a:cubicBezTo>
                  <a:cubicBezTo>
                    <a:pt x="349" y="35931"/>
                    <a:pt x="5581" y="44303"/>
                    <a:pt x="13256" y="48838"/>
                  </a:cubicBezTo>
                  <a:close/>
                </a:path>
              </a:pathLst>
            </a:custGeom>
            <a:grpFill/>
            <a:ln w="3488" cap="flat">
              <a:noFill/>
              <a:prstDash val="solid"/>
              <a:miter/>
            </a:ln>
          </p:spPr>
          <p:txBody>
            <a:bodyPr rtlCol="0" anchor="ctr"/>
            <a:lstStyle/>
            <a:p>
              <a:endParaRPr lang="en-ID"/>
            </a:p>
          </p:txBody>
        </p:sp>
        <p:sp>
          <p:nvSpPr>
            <p:cNvPr id="2008" name="Freeform: Shape 2007">
              <a:extLst>
                <a:ext uri="{FF2B5EF4-FFF2-40B4-BE49-F238E27FC236}">
                  <a16:creationId xmlns:a16="http://schemas.microsoft.com/office/drawing/2014/main" id="{60DD4C76-9409-D332-934A-23592DE3688D}"/>
                </a:ext>
              </a:extLst>
            </p:cNvPr>
            <p:cNvSpPr/>
            <p:nvPr/>
          </p:nvSpPr>
          <p:spPr>
            <a:xfrm>
              <a:off x="240700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09" name="Freeform: Shape 2008">
              <a:extLst>
                <a:ext uri="{FF2B5EF4-FFF2-40B4-BE49-F238E27FC236}">
                  <a16:creationId xmlns:a16="http://schemas.microsoft.com/office/drawing/2014/main" id="{A5CC8CF9-4FD5-63D3-609E-9E06B2B2981B}"/>
                </a:ext>
              </a:extLst>
            </p:cNvPr>
            <p:cNvSpPr/>
            <p:nvPr/>
          </p:nvSpPr>
          <p:spPr>
            <a:xfrm>
              <a:off x="240700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10" name="Freeform: Shape 2009">
              <a:extLst>
                <a:ext uri="{FF2B5EF4-FFF2-40B4-BE49-F238E27FC236}">
                  <a16:creationId xmlns:a16="http://schemas.microsoft.com/office/drawing/2014/main" id="{065A346F-3B2A-9407-1FC8-9C37FCA638E3}"/>
                </a:ext>
              </a:extLst>
            </p:cNvPr>
            <p:cNvSpPr/>
            <p:nvPr/>
          </p:nvSpPr>
          <p:spPr>
            <a:xfrm>
              <a:off x="2302351"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1" y="0"/>
                    <a:pt x="0" y="11861"/>
                    <a:pt x="0" y="26163"/>
                  </a:cubicBezTo>
                  <a:cubicBezTo>
                    <a:pt x="0" y="31744"/>
                    <a:pt x="1744" y="36628"/>
                    <a:pt x="4535" y="40814"/>
                  </a:cubicBezTo>
                  <a:cubicBezTo>
                    <a:pt x="9070" y="47791"/>
                    <a:pt x="17093" y="52326"/>
                    <a:pt x="26163" y="52326"/>
                  </a:cubicBezTo>
                  <a:cubicBezTo>
                    <a:pt x="40465" y="52326"/>
                    <a:pt x="52326" y="40465"/>
                    <a:pt x="52326" y="26163"/>
                  </a:cubicBezTo>
                  <a:lnTo>
                    <a:pt x="52326" y="26163"/>
                  </a:ln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2011" name="Freeform: Shape 2010">
              <a:extLst>
                <a:ext uri="{FF2B5EF4-FFF2-40B4-BE49-F238E27FC236}">
                  <a16:creationId xmlns:a16="http://schemas.microsoft.com/office/drawing/2014/main" id="{9F212358-91E1-20BC-0497-06E8822793D7}"/>
                </a:ext>
              </a:extLst>
            </p:cNvPr>
            <p:cNvSpPr/>
            <p:nvPr/>
          </p:nvSpPr>
          <p:spPr>
            <a:xfrm>
              <a:off x="230235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12" name="Freeform: Shape 2011">
              <a:extLst>
                <a:ext uri="{FF2B5EF4-FFF2-40B4-BE49-F238E27FC236}">
                  <a16:creationId xmlns:a16="http://schemas.microsoft.com/office/drawing/2014/main" id="{4E05EBAB-85AB-2154-D341-5E803A3CBC1C}"/>
                </a:ext>
              </a:extLst>
            </p:cNvPr>
            <p:cNvSpPr/>
            <p:nvPr/>
          </p:nvSpPr>
          <p:spPr>
            <a:xfrm>
              <a:off x="94187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13" name="Freeform: Shape 2012">
              <a:extLst>
                <a:ext uri="{FF2B5EF4-FFF2-40B4-BE49-F238E27FC236}">
                  <a16:creationId xmlns:a16="http://schemas.microsoft.com/office/drawing/2014/main" id="{7DC4096D-41DB-B52A-8D49-2735E370F634}"/>
                </a:ext>
              </a:extLst>
            </p:cNvPr>
            <p:cNvSpPr/>
            <p:nvPr/>
          </p:nvSpPr>
          <p:spPr>
            <a:xfrm>
              <a:off x="837218"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14" name="Freeform: Shape 2013">
              <a:extLst>
                <a:ext uri="{FF2B5EF4-FFF2-40B4-BE49-F238E27FC236}">
                  <a16:creationId xmlns:a16="http://schemas.microsoft.com/office/drawing/2014/main" id="{14F7256A-E610-2CE9-6EE2-2F2981E255C9}"/>
                </a:ext>
              </a:extLst>
            </p:cNvPr>
            <p:cNvSpPr/>
            <p:nvPr/>
          </p:nvSpPr>
          <p:spPr>
            <a:xfrm>
              <a:off x="62791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15" name="Freeform: Shape 2014">
              <a:extLst>
                <a:ext uri="{FF2B5EF4-FFF2-40B4-BE49-F238E27FC236}">
                  <a16:creationId xmlns:a16="http://schemas.microsoft.com/office/drawing/2014/main" id="{E81645AD-DBC4-6572-BD27-E101587337AF}"/>
                </a:ext>
              </a:extLst>
            </p:cNvPr>
            <p:cNvSpPr/>
            <p:nvPr/>
          </p:nvSpPr>
          <p:spPr>
            <a:xfrm>
              <a:off x="418609"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16" name="Freeform: Shape 2015">
              <a:extLst>
                <a:ext uri="{FF2B5EF4-FFF2-40B4-BE49-F238E27FC236}">
                  <a16:creationId xmlns:a16="http://schemas.microsoft.com/office/drawing/2014/main" id="{FF8AC254-4291-DE9F-BEB5-86DFAD051062}"/>
                </a:ext>
              </a:extLst>
            </p:cNvPr>
            <p:cNvSpPr/>
            <p:nvPr/>
          </p:nvSpPr>
          <p:spPr>
            <a:xfrm>
              <a:off x="3453527"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7"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2326"/>
                    <a:pt x="51628" y="18838"/>
                    <a:pt x="50233" y="15698"/>
                  </a:cubicBezTo>
                  <a:close/>
                </a:path>
              </a:pathLst>
            </a:custGeom>
            <a:grpFill/>
            <a:ln w="3488" cap="flat">
              <a:noFill/>
              <a:prstDash val="solid"/>
              <a:miter/>
            </a:ln>
          </p:spPr>
          <p:txBody>
            <a:bodyPr rtlCol="0" anchor="ctr"/>
            <a:lstStyle/>
            <a:p>
              <a:endParaRPr lang="en-ID"/>
            </a:p>
          </p:txBody>
        </p:sp>
        <p:sp>
          <p:nvSpPr>
            <p:cNvPr id="2017" name="Freeform: Shape 2016">
              <a:extLst>
                <a:ext uri="{FF2B5EF4-FFF2-40B4-BE49-F238E27FC236}">
                  <a16:creationId xmlns:a16="http://schemas.microsoft.com/office/drawing/2014/main" id="{6135D45E-A682-0A6E-92F1-306131933930}"/>
                </a:ext>
              </a:extLst>
            </p:cNvPr>
            <p:cNvSpPr/>
            <p:nvPr/>
          </p:nvSpPr>
          <p:spPr>
            <a:xfrm>
              <a:off x="4709356"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018" name="Freeform: Shape 2017">
              <a:extLst>
                <a:ext uri="{FF2B5EF4-FFF2-40B4-BE49-F238E27FC236}">
                  <a16:creationId xmlns:a16="http://schemas.microsoft.com/office/drawing/2014/main" id="{6E41F615-6DCE-9D1B-358D-A06CEDA80274}"/>
                </a:ext>
              </a:extLst>
            </p:cNvPr>
            <p:cNvSpPr/>
            <p:nvPr/>
          </p:nvSpPr>
          <p:spPr>
            <a:xfrm>
              <a:off x="2093047" y="5129252"/>
              <a:ext cx="52326" cy="52326"/>
            </a:xfrm>
            <a:custGeom>
              <a:avLst/>
              <a:gdLst>
                <a:gd name="connsiteX0" fmla="*/ 38721 w 52326"/>
                <a:gd name="connsiteY0" fmla="*/ 3488 h 52326"/>
                <a:gd name="connsiteX1" fmla="*/ 38721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5 w 52326"/>
                <a:gd name="connsiteY5" fmla="*/ 49187 h 52326"/>
                <a:gd name="connsiteX6" fmla="*/ 26163 w 52326"/>
                <a:gd name="connsiteY6" fmla="*/ 52326 h 52326"/>
                <a:gd name="connsiteX7" fmla="*/ 52326 w 52326"/>
                <a:gd name="connsiteY7" fmla="*/ 26163 h 52326"/>
                <a:gd name="connsiteX8" fmla="*/ 38721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1" y="3488"/>
                  </a:moveTo>
                  <a:cubicBezTo>
                    <a:pt x="38373" y="3488"/>
                    <a:pt x="38373" y="3488"/>
                    <a:pt x="38721" y="3488"/>
                  </a:cubicBezTo>
                  <a:cubicBezTo>
                    <a:pt x="36280" y="2093"/>
                    <a:pt x="33838" y="1395"/>
                    <a:pt x="31396" y="698"/>
                  </a:cubicBezTo>
                  <a:cubicBezTo>
                    <a:pt x="29652" y="349"/>
                    <a:pt x="27907" y="0"/>
                    <a:pt x="26163" y="0"/>
                  </a:cubicBezTo>
                  <a:cubicBezTo>
                    <a:pt x="11861" y="0"/>
                    <a:pt x="0" y="11861"/>
                    <a:pt x="0" y="26163"/>
                  </a:cubicBezTo>
                  <a:cubicBezTo>
                    <a:pt x="0" y="35930"/>
                    <a:pt x="5581" y="44651"/>
                    <a:pt x="13605" y="49187"/>
                  </a:cubicBezTo>
                  <a:cubicBezTo>
                    <a:pt x="17442" y="51279"/>
                    <a:pt x="21628" y="52326"/>
                    <a:pt x="26163" y="52326"/>
                  </a:cubicBezTo>
                  <a:cubicBezTo>
                    <a:pt x="40465" y="52326"/>
                    <a:pt x="52326" y="40465"/>
                    <a:pt x="52326" y="26163"/>
                  </a:cubicBezTo>
                  <a:cubicBezTo>
                    <a:pt x="52326" y="16744"/>
                    <a:pt x="46745" y="8023"/>
                    <a:pt x="38721" y="3488"/>
                  </a:cubicBezTo>
                  <a:close/>
                </a:path>
              </a:pathLst>
            </a:custGeom>
            <a:grpFill/>
            <a:ln w="3488" cap="flat">
              <a:noFill/>
              <a:prstDash val="solid"/>
              <a:miter/>
            </a:ln>
          </p:spPr>
          <p:txBody>
            <a:bodyPr rtlCol="0" anchor="ctr"/>
            <a:lstStyle/>
            <a:p>
              <a:endParaRPr lang="en-ID"/>
            </a:p>
          </p:txBody>
        </p:sp>
        <p:sp>
          <p:nvSpPr>
            <p:cNvPr id="2019" name="Freeform: Shape 2018">
              <a:extLst>
                <a:ext uri="{FF2B5EF4-FFF2-40B4-BE49-F238E27FC236}">
                  <a16:creationId xmlns:a16="http://schemas.microsoft.com/office/drawing/2014/main" id="{F6EE4D5E-A6AF-943E-8FD4-A15756B3AE05}"/>
                </a:ext>
              </a:extLst>
            </p:cNvPr>
            <p:cNvSpPr/>
            <p:nvPr/>
          </p:nvSpPr>
          <p:spPr>
            <a:xfrm>
              <a:off x="334887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cubicBezTo>
                    <a:pt x="52326" y="26163"/>
                    <a:pt x="52326" y="26163"/>
                    <a:pt x="52326" y="26163"/>
                  </a:cubicBezTo>
                  <a:lnTo>
                    <a:pt x="52326" y="26163"/>
                  </a:lnTo>
                  <a:cubicBezTo>
                    <a:pt x="52326" y="11861"/>
                    <a:pt x="40465" y="0"/>
                    <a:pt x="26163" y="0"/>
                  </a:cubicBez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20" name="Freeform: Shape 2019">
              <a:extLst>
                <a:ext uri="{FF2B5EF4-FFF2-40B4-BE49-F238E27FC236}">
                  <a16:creationId xmlns:a16="http://schemas.microsoft.com/office/drawing/2014/main" id="{E8D0288C-DC1C-586A-7A81-0CD42E4DDB27}"/>
                </a:ext>
              </a:extLst>
            </p:cNvPr>
            <p:cNvSpPr/>
            <p:nvPr/>
          </p:nvSpPr>
          <p:spPr>
            <a:xfrm>
              <a:off x="4081442"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1"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2" y="52326"/>
                    <a:pt x="26163" y="52326"/>
                  </a:cubicBezTo>
                  <a:cubicBezTo>
                    <a:pt x="40465"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2021" name="Freeform: Shape 2020">
              <a:extLst>
                <a:ext uri="{FF2B5EF4-FFF2-40B4-BE49-F238E27FC236}">
                  <a16:creationId xmlns:a16="http://schemas.microsoft.com/office/drawing/2014/main" id="{EF9ED3BF-537D-96B1-1D5A-885A3630F71A}"/>
                </a:ext>
              </a:extLst>
            </p:cNvPr>
            <p:cNvSpPr/>
            <p:nvPr/>
          </p:nvSpPr>
          <p:spPr>
            <a:xfrm>
              <a:off x="533727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22" name="Freeform: Shape 2021">
              <a:extLst>
                <a:ext uri="{FF2B5EF4-FFF2-40B4-BE49-F238E27FC236}">
                  <a16:creationId xmlns:a16="http://schemas.microsoft.com/office/drawing/2014/main" id="{DF82877B-07BB-9F05-C88D-51E5C2F0B912}"/>
                </a:ext>
              </a:extLst>
            </p:cNvPr>
            <p:cNvSpPr/>
            <p:nvPr/>
          </p:nvSpPr>
          <p:spPr>
            <a:xfrm>
              <a:off x="5965184"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5" y="0"/>
                    <a:pt x="26163" y="0"/>
                  </a:cubicBezTo>
                  <a:cubicBezTo>
                    <a:pt x="18838" y="0"/>
                    <a:pt x="12558" y="2791"/>
                    <a:pt x="7674"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23" name="Freeform: Shape 2022">
              <a:extLst>
                <a:ext uri="{FF2B5EF4-FFF2-40B4-BE49-F238E27FC236}">
                  <a16:creationId xmlns:a16="http://schemas.microsoft.com/office/drawing/2014/main" id="{22E68850-DF8F-C7DA-5728-16E1504C260F}"/>
                </a:ext>
              </a:extLst>
            </p:cNvPr>
            <p:cNvSpPr/>
            <p:nvPr/>
          </p:nvSpPr>
          <p:spPr>
            <a:xfrm>
              <a:off x="596518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24" name="Freeform: Shape 2023">
              <a:extLst>
                <a:ext uri="{FF2B5EF4-FFF2-40B4-BE49-F238E27FC236}">
                  <a16:creationId xmlns:a16="http://schemas.microsoft.com/office/drawing/2014/main" id="{4E5B23E3-7BF4-1BD7-13F0-809DEBD37D27}"/>
                </a:ext>
              </a:extLst>
            </p:cNvPr>
            <p:cNvSpPr/>
            <p:nvPr/>
          </p:nvSpPr>
          <p:spPr>
            <a:xfrm>
              <a:off x="523261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25" name="Freeform: Shape 2024">
              <a:extLst>
                <a:ext uri="{FF2B5EF4-FFF2-40B4-BE49-F238E27FC236}">
                  <a16:creationId xmlns:a16="http://schemas.microsoft.com/office/drawing/2014/main" id="{D9FADD84-0D5D-A777-C2B5-41F1049F6D25}"/>
                </a:ext>
              </a:extLst>
            </p:cNvPr>
            <p:cNvSpPr/>
            <p:nvPr/>
          </p:nvSpPr>
          <p:spPr>
            <a:xfrm>
              <a:off x="523261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26" name="Freeform: Shape 2025">
              <a:extLst>
                <a:ext uri="{FF2B5EF4-FFF2-40B4-BE49-F238E27FC236}">
                  <a16:creationId xmlns:a16="http://schemas.microsoft.com/office/drawing/2014/main" id="{7ECBC98D-4853-135B-C513-A7A8E0FCFB82}"/>
                </a:ext>
              </a:extLst>
            </p:cNvPr>
            <p:cNvSpPr/>
            <p:nvPr/>
          </p:nvSpPr>
          <p:spPr>
            <a:xfrm>
              <a:off x="502331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27" name="Freeform: Shape 2026">
              <a:extLst>
                <a:ext uri="{FF2B5EF4-FFF2-40B4-BE49-F238E27FC236}">
                  <a16:creationId xmlns:a16="http://schemas.microsoft.com/office/drawing/2014/main" id="{7CFB92F3-538C-2594-59CA-5D8BEF63CDE0}"/>
                </a:ext>
              </a:extLst>
            </p:cNvPr>
            <p:cNvSpPr/>
            <p:nvPr/>
          </p:nvSpPr>
          <p:spPr>
            <a:xfrm>
              <a:off x="481400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28" name="Freeform: Shape 2027">
              <a:extLst>
                <a:ext uri="{FF2B5EF4-FFF2-40B4-BE49-F238E27FC236}">
                  <a16:creationId xmlns:a16="http://schemas.microsoft.com/office/drawing/2014/main" id="{1ED4050D-04FD-7754-5422-230BB551DC91}"/>
                </a:ext>
              </a:extLst>
            </p:cNvPr>
            <p:cNvSpPr/>
            <p:nvPr/>
          </p:nvSpPr>
          <p:spPr>
            <a:xfrm>
              <a:off x="460470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29" name="Freeform: Shape 2028">
              <a:extLst>
                <a:ext uri="{FF2B5EF4-FFF2-40B4-BE49-F238E27FC236}">
                  <a16:creationId xmlns:a16="http://schemas.microsoft.com/office/drawing/2014/main" id="{2B7CAC01-4716-22B0-3E03-1F08BF2A6DB0}"/>
                </a:ext>
              </a:extLst>
            </p:cNvPr>
            <p:cNvSpPr/>
            <p:nvPr/>
          </p:nvSpPr>
          <p:spPr>
            <a:xfrm>
              <a:off x="4395399"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30" name="Freeform: Shape 2029">
              <a:extLst>
                <a:ext uri="{FF2B5EF4-FFF2-40B4-BE49-F238E27FC236}">
                  <a16:creationId xmlns:a16="http://schemas.microsoft.com/office/drawing/2014/main" id="{990FEC7C-8AF0-1AAD-2B56-8B7135952903}"/>
                </a:ext>
              </a:extLst>
            </p:cNvPr>
            <p:cNvSpPr/>
            <p:nvPr/>
          </p:nvSpPr>
          <p:spPr>
            <a:xfrm>
              <a:off x="4395399"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31" name="Freeform: Shape 2030">
              <a:extLst>
                <a:ext uri="{FF2B5EF4-FFF2-40B4-BE49-F238E27FC236}">
                  <a16:creationId xmlns:a16="http://schemas.microsoft.com/office/drawing/2014/main" id="{B94DA8A3-8AD4-8664-56E0-FC914503A49B}"/>
                </a:ext>
              </a:extLst>
            </p:cNvPr>
            <p:cNvSpPr/>
            <p:nvPr/>
          </p:nvSpPr>
          <p:spPr>
            <a:xfrm>
              <a:off x="4186094" y="4606338"/>
              <a:ext cx="52326" cy="52326"/>
            </a:xfrm>
            <a:custGeom>
              <a:avLst/>
              <a:gdLst>
                <a:gd name="connsiteX0" fmla="*/ 50233 w 52326"/>
                <a:gd name="connsiteY0" fmla="*/ 16047 h 52326"/>
                <a:gd name="connsiteX1" fmla="*/ 26163 w 52326"/>
                <a:gd name="connsiteY1" fmla="*/ 0 h 52326"/>
                <a:gd name="connsiteX2" fmla="*/ 2093 w 52326"/>
                <a:gd name="connsiteY2" fmla="*/ 16047 h 52326"/>
                <a:gd name="connsiteX3" fmla="*/ 349 w 52326"/>
                <a:gd name="connsiteY3" fmla="*/ 22675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0233 w 52326"/>
                <a:gd name="connsiteY8" fmla="*/ 16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0233" y="16047"/>
                  </a:moveTo>
                  <a:cubicBezTo>
                    <a:pt x="46396" y="6628"/>
                    <a:pt x="36977" y="0"/>
                    <a:pt x="26163" y="0"/>
                  </a:cubicBezTo>
                  <a:cubicBezTo>
                    <a:pt x="15349" y="0"/>
                    <a:pt x="5930" y="6628"/>
                    <a:pt x="2093" y="16047"/>
                  </a:cubicBezTo>
                  <a:cubicBezTo>
                    <a:pt x="1047" y="18140"/>
                    <a:pt x="698" y="20582"/>
                    <a:pt x="349" y="22675"/>
                  </a:cubicBezTo>
                  <a:cubicBezTo>
                    <a:pt x="349" y="23721"/>
                    <a:pt x="0" y="25117"/>
                    <a:pt x="0" y="26163"/>
                  </a:cubicBezTo>
                  <a:lnTo>
                    <a:pt x="0" y="26163"/>
                  </a:lnTo>
                  <a:cubicBezTo>
                    <a:pt x="0" y="40465"/>
                    <a:pt x="11861" y="52326"/>
                    <a:pt x="26163" y="52326"/>
                  </a:cubicBezTo>
                  <a:cubicBezTo>
                    <a:pt x="40465" y="52326"/>
                    <a:pt x="52326" y="40465"/>
                    <a:pt x="52326" y="26163"/>
                  </a:cubicBezTo>
                  <a:cubicBezTo>
                    <a:pt x="52326" y="22675"/>
                    <a:pt x="51629" y="19186"/>
                    <a:pt x="50233" y="16047"/>
                  </a:cubicBezTo>
                  <a:close/>
                </a:path>
              </a:pathLst>
            </a:custGeom>
            <a:grpFill/>
            <a:ln w="3488" cap="flat">
              <a:noFill/>
              <a:prstDash val="solid"/>
              <a:miter/>
            </a:ln>
          </p:spPr>
          <p:txBody>
            <a:bodyPr rtlCol="0" anchor="ctr"/>
            <a:lstStyle/>
            <a:p>
              <a:endParaRPr lang="en-ID"/>
            </a:p>
          </p:txBody>
        </p:sp>
        <p:sp>
          <p:nvSpPr>
            <p:cNvPr id="2032" name="Freeform: Shape 2031">
              <a:extLst>
                <a:ext uri="{FF2B5EF4-FFF2-40B4-BE49-F238E27FC236}">
                  <a16:creationId xmlns:a16="http://schemas.microsoft.com/office/drawing/2014/main" id="{41B01E4D-618A-8E95-3EAB-B5DE116B29EB}"/>
                </a:ext>
              </a:extLst>
            </p:cNvPr>
            <p:cNvSpPr/>
            <p:nvPr/>
          </p:nvSpPr>
          <p:spPr>
            <a:xfrm>
              <a:off x="544192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33" name="Freeform: Shape 2032">
              <a:extLst>
                <a:ext uri="{FF2B5EF4-FFF2-40B4-BE49-F238E27FC236}">
                  <a16:creationId xmlns:a16="http://schemas.microsoft.com/office/drawing/2014/main" id="{1555782F-5432-FBC6-47F3-DB9314B9D80C}"/>
                </a:ext>
              </a:extLst>
            </p:cNvPr>
            <p:cNvSpPr/>
            <p:nvPr/>
          </p:nvSpPr>
          <p:spPr>
            <a:xfrm>
              <a:off x="544192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34" name="Freeform: Shape 2033">
              <a:extLst>
                <a:ext uri="{FF2B5EF4-FFF2-40B4-BE49-F238E27FC236}">
                  <a16:creationId xmlns:a16="http://schemas.microsoft.com/office/drawing/2014/main" id="{A8F48B80-C83A-06C9-5836-F4CC8AB471E1}"/>
                </a:ext>
              </a:extLst>
            </p:cNvPr>
            <p:cNvSpPr/>
            <p:nvPr/>
          </p:nvSpPr>
          <p:spPr>
            <a:xfrm>
              <a:off x="512796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35" name="Freeform: Shape 2034">
              <a:extLst>
                <a:ext uri="{FF2B5EF4-FFF2-40B4-BE49-F238E27FC236}">
                  <a16:creationId xmlns:a16="http://schemas.microsoft.com/office/drawing/2014/main" id="{7C8C8653-417E-FA0A-6DC9-62CDA925D551}"/>
                </a:ext>
              </a:extLst>
            </p:cNvPr>
            <p:cNvSpPr/>
            <p:nvPr/>
          </p:nvSpPr>
          <p:spPr>
            <a:xfrm>
              <a:off x="512796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36" name="Freeform: Shape 2035">
              <a:extLst>
                <a:ext uri="{FF2B5EF4-FFF2-40B4-BE49-F238E27FC236}">
                  <a16:creationId xmlns:a16="http://schemas.microsoft.com/office/drawing/2014/main" id="{53EB78A2-C961-51E3-BC53-E89829994771}"/>
                </a:ext>
              </a:extLst>
            </p:cNvPr>
            <p:cNvSpPr/>
            <p:nvPr/>
          </p:nvSpPr>
          <p:spPr>
            <a:xfrm>
              <a:off x="4081442"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2037" name="Freeform: Shape 2036">
              <a:extLst>
                <a:ext uri="{FF2B5EF4-FFF2-40B4-BE49-F238E27FC236}">
                  <a16:creationId xmlns:a16="http://schemas.microsoft.com/office/drawing/2014/main" id="{5904C7FA-6C7F-74FF-553F-A543C4F4A196}"/>
                </a:ext>
              </a:extLst>
            </p:cNvPr>
            <p:cNvSpPr/>
            <p:nvPr/>
          </p:nvSpPr>
          <p:spPr>
            <a:xfrm>
              <a:off x="272096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38" name="Freeform: Shape 2037">
              <a:extLst>
                <a:ext uri="{FF2B5EF4-FFF2-40B4-BE49-F238E27FC236}">
                  <a16:creationId xmlns:a16="http://schemas.microsoft.com/office/drawing/2014/main" id="{63C7EC59-D292-BF73-D843-C1C68A298AAA}"/>
                </a:ext>
              </a:extLst>
            </p:cNvPr>
            <p:cNvSpPr/>
            <p:nvPr/>
          </p:nvSpPr>
          <p:spPr>
            <a:xfrm>
              <a:off x="240700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39" name="Freeform: Shape 2038">
              <a:extLst>
                <a:ext uri="{FF2B5EF4-FFF2-40B4-BE49-F238E27FC236}">
                  <a16:creationId xmlns:a16="http://schemas.microsoft.com/office/drawing/2014/main" id="{6EE63AC0-574A-4FA5-8993-71BA51E3E06C}"/>
                </a:ext>
              </a:extLst>
            </p:cNvPr>
            <p:cNvSpPr/>
            <p:nvPr/>
          </p:nvSpPr>
          <p:spPr>
            <a:xfrm>
              <a:off x="209304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40" name="Freeform: Shape 2039">
              <a:extLst>
                <a:ext uri="{FF2B5EF4-FFF2-40B4-BE49-F238E27FC236}">
                  <a16:creationId xmlns:a16="http://schemas.microsoft.com/office/drawing/2014/main" id="{968B06E8-90E2-B3CE-6A16-C81339BFCBF4}"/>
                </a:ext>
              </a:extLst>
            </p:cNvPr>
            <p:cNvSpPr/>
            <p:nvPr/>
          </p:nvSpPr>
          <p:spPr>
            <a:xfrm>
              <a:off x="18837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41" name="Freeform: Shape 2040">
              <a:extLst>
                <a:ext uri="{FF2B5EF4-FFF2-40B4-BE49-F238E27FC236}">
                  <a16:creationId xmlns:a16="http://schemas.microsoft.com/office/drawing/2014/main" id="{AD7FD37F-467F-0365-4CD3-F638FECD6EAD}"/>
                </a:ext>
              </a:extLst>
            </p:cNvPr>
            <p:cNvSpPr/>
            <p:nvPr/>
          </p:nvSpPr>
          <p:spPr>
            <a:xfrm>
              <a:off x="16744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42" name="Freeform: Shape 2041">
              <a:extLst>
                <a:ext uri="{FF2B5EF4-FFF2-40B4-BE49-F238E27FC236}">
                  <a16:creationId xmlns:a16="http://schemas.microsoft.com/office/drawing/2014/main" id="{6ED89212-02C1-53C2-3B10-D0AD3F539316}"/>
                </a:ext>
              </a:extLst>
            </p:cNvPr>
            <p:cNvSpPr/>
            <p:nvPr/>
          </p:nvSpPr>
          <p:spPr>
            <a:xfrm>
              <a:off x="13604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43" name="Freeform: Shape 2042">
              <a:extLst>
                <a:ext uri="{FF2B5EF4-FFF2-40B4-BE49-F238E27FC236}">
                  <a16:creationId xmlns:a16="http://schemas.microsoft.com/office/drawing/2014/main" id="{85EB846A-CF3E-A4CB-52C2-9C78FBD8ACE0}"/>
                </a:ext>
              </a:extLst>
            </p:cNvPr>
            <p:cNvSpPr/>
            <p:nvPr/>
          </p:nvSpPr>
          <p:spPr>
            <a:xfrm>
              <a:off x="941871"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44" name="Freeform: Shape 2043">
              <a:extLst>
                <a:ext uri="{FF2B5EF4-FFF2-40B4-BE49-F238E27FC236}">
                  <a16:creationId xmlns:a16="http://schemas.microsoft.com/office/drawing/2014/main" id="{361A0601-23E6-7B45-7984-B6934F4DEB5C}"/>
                </a:ext>
              </a:extLst>
            </p:cNvPr>
            <p:cNvSpPr/>
            <p:nvPr/>
          </p:nvSpPr>
          <p:spPr>
            <a:xfrm>
              <a:off x="94187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45" name="Freeform: Shape 2044">
              <a:extLst>
                <a:ext uri="{FF2B5EF4-FFF2-40B4-BE49-F238E27FC236}">
                  <a16:creationId xmlns:a16="http://schemas.microsoft.com/office/drawing/2014/main" id="{115EBEF6-BC44-9FA7-2214-9C6AA4B4275C}"/>
                </a:ext>
              </a:extLst>
            </p:cNvPr>
            <p:cNvSpPr/>
            <p:nvPr/>
          </p:nvSpPr>
          <p:spPr>
            <a:xfrm>
              <a:off x="837218"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6"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2046" name="Freeform: Shape 2045">
              <a:extLst>
                <a:ext uri="{FF2B5EF4-FFF2-40B4-BE49-F238E27FC236}">
                  <a16:creationId xmlns:a16="http://schemas.microsoft.com/office/drawing/2014/main" id="{9347FFBC-64E0-52C0-C9BB-DD1E72BB719E}"/>
                </a:ext>
              </a:extLst>
            </p:cNvPr>
            <p:cNvSpPr/>
            <p:nvPr/>
          </p:nvSpPr>
          <p:spPr>
            <a:xfrm>
              <a:off x="0"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47" name="Freeform: Shape 2046">
              <a:extLst>
                <a:ext uri="{FF2B5EF4-FFF2-40B4-BE49-F238E27FC236}">
                  <a16:creationId xmlns:a16="http://schemas.microsoft.com/office/drawing/2014/main" id="{FDD4E674-0770-8868-9E4E-28A83FA6D90C}"/>
                </a:ext>
              </a:extLst>
            </p:cNvPr>
            <p:cNvSpPr/>
            <p:nvPr/>
          </p:nvSpPr>
          <p:spPr>
            <a:xfrm>
              <a:off x="2616309" y="4292381"/>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8" y="52326"/>
                    <a:pt x="26163" y="52326"/>
                  </a:cubicBezTo>
                  <a:cubicBezTo>
                    <a:pt x="40465"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2048" name="Freeform: Shape 2047">
              <a:extLst>
                <a:ext uri="{FF2B5EF4-FFF2-40B4-BE49-F238E27FC236}">
                  <a16:creationId xmlns:a16="http://schemas.microsoft.com/office/drawing/2014/main" id="{EBA4B369-01D5-0495-6E50-ACC64A452EC2}"/>
                </a:ext>
              </a:extLst>
            </p:cNvPr>
            <p:cNvSpPr/>
            <p:nvPr/>
          </p:nvSpPr>
          <p:spPr>
            <a:xfrm>
              <a:off x="5441922"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1" y="52326"/>
                    <a:pt x="26163" y="52326"/>
                  </a:cubicBez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2049" name="Freeform: Shape 2048">
              <a:extLst>
                <a:ext uri="{FF2B5EF4-FFF2-40B4-BE49-F238E27FC236}">
                  <a16:creationId xmlns:a16="http://schemas.microsoft.com/office/drawing/2014/main" id="{74638D90-F848-D207-D825-02230734ACA5}"/>
                </a:ext>
              </a:extLst>
            </p:cNvPr>
            <p:cNvSpPr/>
            <p:nvPr/>
          </p:nvSpPr>
          <p:spPr>
            <a:xfrm>
              <a:off x="5860532" y="4920296"/>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20930 w 52326"/>
                <a:gd name="connsiteY5" fmla="*/ 51629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1" y="0"/>
                    <a:pt x="0" y="11861"/>
                    <a:pt x="0" y="26163"/>
                  </a:cubicBezTo>
                  <a:lnTo>
                    <a:pt x="0" y="26163"/>
                  </a:lnTo>
                  <a:cubicBezTo>
                    <a:pt x="0" y="38721"/>
                    <a:pt x="9070" y="49187"/>
                    <a:pt x="20930" y="51629"/>
                  </a:cubicBezTo>
                  <a:cubicBezTo>
                    <a:pt x="22675" y="51977"/>
                    <a:pt x="24419"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50" name="Freeform: Shape 2049">
              <a:extLst>
                <a:ext uri="{FF2B5EF4-FFF2-40B4-BE49-F238E27FC236}">
                  <a16:creationId xmlns:a16="http://schemas.microsoft.com/office/drawing/2014/main" id="{EAAFFE8C-010D-F989-1C52-A8B39097B638}"/>
                </a:ext>
              </a:extLst>
            </p:cNvPr>
            <p:cNvSpPr/>
            <p:nvPr/>
          </p:nvSpPr>
          <p:spPr>
            <a:xfrm>
              <a:off x="4081442"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051" name="Freeform: Shape 2050">
              <a:extLst>
                <a:ext uri="{FF2B5EF4-FFF2-40B4-BE49-F238E27FC236}">
                  <a16:creationId xmlns:a16="http://schemas.microsoft.com/office/drawing/2014/main" id="{56201E8E-742F-A788-B2E4-E47F55F7E256}"/>
                </a:ext>
              </a:extLst>
            </p:cNvPr>
            <p:cNvSpPr/>
            <p:nvPr/>
          </p:nvSpPr>
          <p:spPr>
            <a:xfrm>
              <a:off x="575587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52" name="Freeform: Shape 2051">
              <a:extLst>
                <a:ext uri="{FF2B5EF4-FFF2-40B4-BE49-F238E27FC236}">
                  <a16:creationId xmlns:a16="http://schemas.microsoft.com/office/drawing/2014/main" id="{5E4C0081-2E28-AF65-05A2-08B9423034EE}"/>
                </a:ext>
              </a:extLst>
            </p:cNvPr>
            <p:cNvSpPr/>
            <p:nvPr/>
          </p:nvSpPr>
          <p:spPr>
            <a:xfrm>
              <a:off x="596518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53" name="Freeform: Shape 2052">
              <a:extLst>
                <a:ext uri="{FF2B5EF4-FFF2-40B4-BE49-F238E27FC236}">
                  <a16:creationId xmlns:a16="http://schemas.microsoft.com/office/drawing/2014/main" id="{CCA818C1-BA32-1D36-EEBF-716EE34E89D2}"/>
                </a:ext>
              </a:extLst>
            </p:cNvPr>
            <p:cNvSpPr/>
            <p:nvPr/>
          </p:nvSpPr>
          <p:spPr>
            <a:xfrm>
              <a:off x="554657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54" name="Freeform: Shape 2053">
              <a:extLst>
                <a:ext uri="{FF2B5EF4-FFF2-40B4-BE49-F238E27FC236}">
                  <a16:creationId xmlns:a16="http://schemas.microsoft.com/office/drawing/2014/main" id="{EDBF634A-B250-8E1A-26E1-1E42E39D7AC6}"/>
                </a:ext>
              </a:extLst>
            </p:cNvPr>
            <p:cNvSpPr/>
            <p:nvPr/>
          </p:nvSpPr>
          <p:spPr>
            <a:xfrm>
              <a:off x="56512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55" name="Freeform: Shape 2054">
              <a:extLst>
                <a:ext uri="{FF2B5EF4-FFF2-40B4-BE49-F238E27FC236}">
                  <a16:creationId xmlns:a16="http://schemas.microsoft.com/office/drawing/2014/main" id="{6312694C-F350-0BE5-94A5-90C88A0A9AD0}"/>
                </a:ext>
              </a:extLst>
            </p:cNvPr>
            <p:cNvSpPr/>
            <p:nvPr/>
          </p:nvSpPr>
          <p:spPr>
            <a:xfrm>
              <a:off x="5232618"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56" name="Freeform: Shape 2055">
              <a:extLst>
                <a:ext uri="{FF2B5EF4-FFF2-40B4-BE49-F238E27FC236}">
                  <a16:creationId xmlns:a16="http://schemas.microsoft.com/office/drawing/2014/main" id="{540FEE68-2B1E-71BF-A819-853A0751525D}"/>
                </a:ext>
              </a:extLst>
            </p:cNvPr>
            <p:cNvSpPr/>
            <p:nvPr/>
          </p:nvSpPr>
          <p:spPr>
            <a:xfrm>
              <a:off x="418609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57" name="Freeform: Shape 2056">
              <a:extLst>
                <a:ext uri="{FF2B5EF4-FFF2-40B4-BE49-F238E27FC236}">
                  <a16:creationId xmlns:a16="http://schemas.microsoft.com/office/drawing/2014/main" id="{E40405C5-9C2F-E48E-C16A-B58AC4DF3459}"/>
                </a:ext>
              </a:extLst>
            </p:cNvPr>
            <p:cNvSpPr/>
            <p:nvPr/>
          </p:nvSpPr>
          <p:spPr>
            <a:xfrm>
              <a:off x="544192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58" name="Freeform: Shape 2057">
              <a:extLst>
                <a:ext uri="{FF2B5EF4-FFF2-40B4-BE49-F238E27FC236}">
                  <a16:creationId xmlns:a16="http://schemas.microsoft.com/office/drawing/2014/main" id="{676B14F8-1B9E-D150-1046-F327D03BF7F4}"/>
                </a:ext>
              </a:extLst>
            </p:cNvPr>
            <p:cNvSpPr/>
            <p:nvPr/>
          </p:nvSpPr>
          <p:spPr>
            <a:xfrm>
              <a:off x="470935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59" name="Freeform: Shape 2058">
              <a:extLst>
                <a:ext uri="{FF2B5EF4-FFF2-40B4-BE49-F238E27FC236}">
                  <a16:creationId xmlns:a16="http://schemas.microsoft.com/office/drawing/2014/main" id="{FA9132DE-9624-810C-5302-5514007E02C6}"/>
                </a:ext>
              </a:extLst>
            </p:cNvPr>
            <p:cNvSpPr/>
            <p:nvPr/>
          </p:nvSpPr>
          <p:spPr>
            <a:xfrm>
              <a:off x="4290746" y="4920296"/>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26163 w 52326"/>
                <a:gd name="connsiteY8"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60" name="Freeform: Shape 2059">
              <a:extLst>
                <a:ext uri="{FF2B5EF4-FFF2-40B4-BE49-F238E27FC236}">
                  <a16:creationId xmlns:a16="http://schemas.microsoft.com/office/drawing/2014/main" id="{C4D5DE69-B6DA-F7C8-1AFE-EA343F09D00E}"/>
                </a:ext>
              </a:extLst>
            </p:cNvPr>
            <p:cNvSpPr/>
            <p:nvPr/>
          </p:nvSpPr>
          <p:spPr>
            <a:xfrm>
              <a:off x="282561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61" name="Freeform: Shape 2060">
              <a:extLst>
                <a:ext uri="{FF2B5EF4-FFF2-40B4-BE49-F238E27FC236}">
                  <a16:creationId xmlns:a16="http://schemas.microsoft.com/office/drawing/2014/main" id="{AC540C05-D9B2-AA5C-ED90-9B06D7E2BB79}"/>
                </a:ext>
              </a:extLst>
            </p:cNvPr>
            <p:cNvSpPr/>
            <p:nvPr/>
          </p:nvSpPr>
          <p:spPr>
            <a:xfrm>
              <a:off x="272096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62" name="Freeform: Shape 2061">
              <a:extLst>
                <a:ext uri="{FF2B5EF4-FFF2-40B4-BE49-F238E27FC236}">
                  <a16:creationId xmlns:a16="http://schemas.microsoft.com/office/drawing/2014/main" id="{4534C66E-09EF-742F-79B0-A29BA07622E7}"/>
                </a:ext>
              </a:extLst>
            </p:cNvPr>
            <p:cNvSpPr/>
            <p:nvPr/>
          </p:nvSpPr>
          <p:spPr>
            <a:xfrm>
              <a:off x="251165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63" name="Freeform: Shape 2062">
              <a:extLst>
                <a:ext uri="{FF2B5EF4-FFF2-40B4-BE49-F238E27FC236}">
                  <a16:creationId xmlns:a16="http://schemas.microsoft.com/office/drawing/2014/main" id="{B75E5CAD-15A3-8C0E-7CA1-6378ED7740D2}"/>
                </a:ext>
              </a:extLst>
            </p:cNvPr>
            <p:cNvSpPr/>
            <p:nvPr/>
          </p:nvSpPr>
          <p:spPr>
            <a:xfrm>
              <a:off x="19883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64" name="Freeform: Shape 2063">
              <a:extLst>
                <a:ext uri="{FF2B5EF4-FFF2-40B4-BE49-F238E27FC236}">
                  <a16:creationId xmlns:a16="http://schemas.microsoft.com/office/drawing/2014/main" id="{7FB300DA-140F-9D8E-7E99-0D5E1B6A3A9A}"/>
                </a:ext>
              </a:extLst>
            </p:cNvPr>
            <p:cNvSpPr/>
            <p:nvPr/>
          </p:nvSpPr>
          <p:spPr>
            <a:xfrm>
              <a:off x="1255828" y="4187729"/>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65" name="Freeform: Shape 2064">
              <a:extLst>
                <a:ext uri="{FF2B5EF4-FFF2-40B4-BE49-F238E27FC236}">
                  <a16:creationId xmlns:a16="http://schemas.microsoft.com/office/drawing/2014/main" id="{EE4EB2F6-E57F-F844-4FAD-8E7FCF25813D}"/>
                </a:ext>
              </a:extLst>
            </p:cNvPr>
            <p:cNvSpPr/>
            <p:nvPr/>
          </p:nvSpPr>
          <p:spPr>
            <a:xfrm>
              <a:off x="104652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66" name="Freeform: Shape 2065">
              <a:extLst>
                <a:ext uri="{FF2B5EF4-FFF2-40B4-BE49-F238E27FC236}">
                  <a16:creationId xmlns:a16="http://schemas.microsoft.com/office/drawing/2014/main" id="{3A18A815-6801-6C5D-931D-D02AA4F7CA33}"/>
                </a:ext>
              </a:extLst>
            </p:cNvPr>
            <p:cNvSpPr/>
            <p:nvPr/>
          </p:nvSpPr>
          <p:spPr>
            <a:xfrm>
              <a:off x="313957"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67" name="Freeform: Shape 2066">
              <a:extLst>
                <a:ext uri="{FF2B5EF4-FFF2-40B4-BE49-F238E27FC236}">
                  <a16:creationId xmlns:a16="http://schemas.microsoft.com/office/drawing/2014/main" id="{46AED3C4-D138-BB4C-89E1-5426415E200F}"/>
                </a:ext>
              </a:extLst>
            </p:cNvPr>
            <p:cNvSpPr/>
            <p:nvPr/>
          </p:nvSpPr>
          <p:spPr>
            <a:xfrm>
              <a:off x="20930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068" name="Freeform: Shape 2067">
              <a:extLst>
                <a:ext uri="{FF2B5EF4-FFF2-40B4-BE49-F238E27FC236}">
                  <a16:creationId xmlns:a16="http://schemas.microsoft.com/office/drawing/2014/main" id="{D4E44E2F-2159-6AEE-F46D-050A9EE2695F}"/>
                </a:ext>
              </a:extLst>
            </p:cNvPr>
            <p:cNvSpPr/>
            <p:nvPr/>
          </p:nvSpPr>
          <p:spPr>
            <a:xfrm>
              <a:off x="104652"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69" name="Freeform: Shape 2068">
              <a:extLst>
                <a:ext uri="{FF2B5EF4-FFF2-40B4-BE49-F238E27FC236}">
                  <a16:creationId xmlns:a16="http://schemas.microsoft.com/office/drawing/2014/main" id="{ECBE9925-54F6-B2EA-A3E1-9E84B164AFEC}"/>
                </a:ext>
              </a:extLst>
            </p:cNvPr>
            <p:cNvSpPr/>
            <p:nvPr/>
          </p:nvSpPr>
          <p:spPr>
            <a:xfrm>
              <a:off x="56512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70" name="Freeform: Shape 2069">
              <a:extLst>
                <a:ext uri="{FF2B5EF4-FFF2-40B4-BE49-F238E27FC236}">
                  <a16:creationId xmlns:a16="http://schemas.microsoft.com/office/drawing/2014/main" id="{4106501B-11DB-D5D7-927A-DE918007B929}"/>
                </a:ext>
              </a:extLst>
            </p:cNvPr>
            <p:cNvSpPr/>
            <p:nvPr/>
          </p:nvSpPr>
          <p:spPr>
            <a:xfrm>
              <a:off x="2825613" y="4920296"/>
              <a:ext cx="52326" cy="52326"/>
            </a:xfrm>
            <a:custGeom>
              <a:avLst/>
              <a:gdLst>
                <a:gd name="connsiteX0" fmla="*/ 26163 w 52326"/>
                <a:gd name="connsiteY0" fmla="*/ 52326 h 52326"/>
                <a:gd name="connsiteX1" fmla="*/ 51280 w 52326"/>
                <a:gd name="connsiteY1" fmla="*/ 33837 h 52326"/>
                <a:gd name="connsiteX2" fmla="*/ 52326 w 52326"/>
                <a:gd name="connsiteY2" fmla="*/ 26163 h 52326"/>
                <a:gd name="connsiteX3" fmla="*/ 26163 w 52326"/>
                <a:gd name="connsiteY3" fmla="*/ 0 h 52326"/>
                <a:gd name="connsiteX4" fmla="*/ 1046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4" y="52326"/>
                    <a:pt x="47791" y="44652"/>
                    <a:pt x="51280" y="33837"/>
                  </a:cubicBezTo>
                  <a:cubicBezTo>
                    <a:pt x="51977" y="31396"/>
                    <a:pt x="52326" y="28605"/>
                    <a:pt x="52326" y="26163"/>
                  </a:cubicBez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71" name="Freeform: Shape 2070">
              <a:extLst>
                <a:ext uri="{FF2B5EF4-FFF2-40B4-BE49-F238E27FC236}">
                  <a16:creationId xmlns:a16="http://schemas.microsoft.com/office/drawing/2014/main" id="{C4E572BE-967C-5EC6-2809-B208ACD90DA9}"/>
                </a:ext>
              </a:extLst>
            </p:cNvPr>
            <p:cNvSpPr/>
            <p:nvPr/>
          </p:nvSpPr>
          <p:spPr>
            <a:xfrm>
              <a:off x="6069488" y="4606338"/>
              <a:ext cx="52674" cy="52326"/>
            </a:xfrm>
            <a:custGeom>
              <a:avLst/>
              <a:gdLst>
                <a:gd name="connsiteX0" fmla="*/ 26512 w 52674"/>
                <a:gd name="connsiteY0" fmla="*/ 52326 h 52326"/>
                <a:gd name="connsiteX1" fmla="*/ 26512 w 52674"/>
                <a:gd name="connsiteY1" fmla="*/ 52326 h 52326"/>
                <a:gd name="connsiteX2" fmla="*/ 45001 w 52674"/>
                <a:gd name="connsiteY2" fmla="*/ 44652 h 52326"/>
                <a:gd name="connsiteX3" fmla="*/ 51628 w 52674"/>
                <a:gd name="connsiteY3" fmla="*/ 33838 h 52326"/>
                <a:gd name="connsiteX4" fmla="*/ 52675 w 52674"/>
                <a:gd name="connsiteY4" fmla="*/ 26163 h 52326"/>
                <a:gd name="connsiteX5" fmla="*/ 52675 w 52674"/>
                <a:gd name="connsiteY5" fmla="*/ 23372 h 52326"/>
                <a:gd name="connsiteX6" fmla="*/ 29303 w 52674"/>
                <a:gd name="connsiteY6" fmla="*/ 0 h 52326"/>
                <a:gd name="connsiteX7" fmla="*/ 26512 w 52674"/>
                <a:gd name="connsiteY7" fmla="*/ 0 h 52326"/>
                <a:gd name="connsiteX8" fmla="*/ 23023 w 52674"/>
                <a:gd name="connsiteY8" fmla="*/ 349 h 52326"/>
                <a:gd name="connsiteX9" fmla="*/ 22326 w 52674"/>
                <a:gd name="connsiteY9" fmla="*/ 349 h 52326"/>
                <a:gd name="connsiteX10" fmla="*/ 15698 w 52674"/>
                <a:gd name="connsiteY10" fmla="*/ 2442 h 52326"/>
                <a:gd name="connsiteX11" fmla="*/ 15000 w 52674"/>
                <a:gd name="connsiteY11" fmla="*/ 2791 h 52326"/>
                <a:gd name="connsiteX12" fmla="*/ 9767 w 52674"/>
                <a:gd name="connsiteY12" fmla="*/ 6279 h 52326"/>
                <a:gd name="connsiteX13" fmla="*/ 9070 w 52674"/>
                <a:gd name="connsiteY13" fmla="*/ 6977 h 52326"/>
                <a:gd name="connsiteX14" fmla="*/ 7674 w 52674"/>
                <a:gd name="connsiteY14" fmla="*/ 8372 h 52326"/>
                <a:gd name="connsiteX15" fmla="*/ 6977 w 52674"/>
                <a:gd name="connsiteY15" fmla="*/ 9070 h 52326"/>
                <a:gd name="connsiteX16" fmla="*/ 5581 w 52674"/>
                <a:gd name="connsiteY16" fmla="*/ 10465 h 52326"/>
                <a:gd name="connsiteX17" fmla="*/ 4884 w 52674"/>
                <a:gd name="connsiteY17" fmla="*/ 11163 h 52326"/>
                <a:gd name="connsiteX18" fmla="*/ 3488 w 52674"/>
                <a:gd name="connsiteY18" fmla="*/ 13605 h 52326"/>
                <a:gd name="connsiteX19" fmla="*/ 3488 w 52674"/>
                <a:gd name="connsiteY19" fmla="*/ 13605 h 52326"/>
                <a:gd name="connsiteX20" fmla="*/ 2093 w 52674"/>
                <a:gd name="connsiteY20" fmla="*/ 16396 h 52326"/>
                <a:gd name="connsiteX21" fmla="*/ 1744 w 52674"/>
                <a:gd name="connsiteY21" fmla="*/ 17093 h 52326"/>
                <a:gd name="connsiteX22" fmla="*/ 1046 w 52674"/>
                <a:gd name="connsiteY22" fmla="*/ 19186 h 52326"/>
                <a:gd name="connsiteX23" fmla="*/ 698 w 52674"/>
                <a:gd name="connsiteY23" fmla="*/ 20233 h 52326"/>
                <a:gd name="connsiteX24" fmla="*/ 349 w 52674"/>
                <a:gd name="connsiteY24" fmla="*/ 22326 h 52326"/>
                <a:gd name="connsiteX25" fmla="*/ 349 w 52674"/>
                <a:gd name="connsiteY25" fmla="*/ 23372 h 52326"/>
                <a:gd name="connsiteX26" fmla="*/ 0 w 52674"/>
                <a:gd name="connsiteY26" fmla="*/ 26512 h 52326"/>
                <a:gd name="connsiteX27" fmla="*/ 0 w 52674"/>
                <a:gd name="connsiteY27" fmla="*/ 26512 h 52326"/>
                <a:gd name="connsiteX28" fmla="*/ 26512 w 52674"/>
                <a:gd name="connsiteY2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674" h="52326">
                  <a:moveTo>
                    <a:pt x="26512" y="52326"/>
                  </a:moveTo>
                  <a:lnTo>
                    <a:pt x="26512" y="52326"/>
                  </a:lnTo>
                  <a:cubicBezTo>
                    <a:pt x="33837" y="52326"/>
                    <a:pt x="40117" y="49535"/>
                    <a:pt x="45001" y="44652"/>
                  </a:cubicBezTo>
                  <a:cubicBezTo>
                    <a:pt x="47791" y="41861"/>
                    <a:pt x="50233" y="38024"/>
                    <a:pt x="51628" y="33838"/>
                  </a:cubicBezTo>
                  <a:cubicBezTo>
                    <a:pt x="52326" y="31396"/>
                    <a:pt x="52675" y="28605"/>
                    <a:pt x="52675" y="26163"/>
                  </a:cubicBezTo>
                  <a:cubicBezTo>
                    <a:pt x="52675" y="25117"/>
                    <a:pt x="52675" y="24419"/>
                    <a:pt x="52675" y="23372"/>
                  </a:cubicBezTo>
                  <a:cubicBezTo>
                    <a:pt x="51279" y="11163"/>
                    <a:pt x="41512" y="1395"/>
                    <a:pt x="29303" y="0"/>
                  </a:cubicBezTo>
                  <a:cubicBezTo>
                    <a:pt x="28256" y="0"/>
                    <a:pt x="27559" y="0"/>
                    <a:pt x="26512" y="0"/>
                  </a:cubicBezTo>
                  <a:cubicBezTo>
                    <a:pt x="25465" y="0"/>
                    <a:pt x="24070" y="0"/>
                    <a:pt x="23023" y="349"/>
                  </a:cubicBezTo>
                  <a:cubicBezTo>
                    <a:pt x="22675" y="349"/>
                    <a:pt x="22326" y="349"/>
                    <a:pt x="22326" y="349"/>
                  </a:cubicBezTo>
                  <a:cubicBezTo>
                    <a:pt x="19884" y="698"/>
                    <a:pt x="17791" y="1395"/>
                    <a:pt x="15698" y="2442"/>
                  </a:cubicBezTo>
                  <a:cubicBezTo>
                    <a:pt x="15349" y="2442"/>
                    <a:pt x="15349" y="2791"/>
                    <a:pt x="15000" y="2791"/>
                  </a:cubicBezTo>
                  <a:cubicBezTo>
                    <a:pt x="13256" y="3837"/>
                    <a:pt x="11512" y="4884"/>
                    <a:pt x="9767" y="6279"/>
                  </a:cubicBezTo>
                  <a:cubicBezTo>
                    <a:pt x="9419" y="6628"/>
                    <a:pt x="9419" y="6628"/>
                    <a:pt x="9070" y="6977"/>
                  </a:cubicBezTo>
                  <a:cubicBezTo>
                    <a:pt x="8721" y="7326"/>
                    <a:pt x="8023" y="8023"/>
                    <a:pt x="7674" y="8372"/>
                  </a:cubicBezTo>
                  <a:cubicBezTo>
                    <a:pt x="7326" y="8721"/>
                    <a:pt x="7326" y="8721"/>
                    <a:pt x="6977" y="9070"/>
                  </a:cubicBezTo>
                  <a:cubicBezTo>
                    <a:pt x="6628" y="9419"/>
                    <a:pt x="6279" y="10116"/>
                    <a:pt x="5581" y="10465"/>
                  </a:cubicBezTo>
                  <a:cubicBezTo>
                    <a:pt x="5233" y="10814"/>
                    <a:pt x="5233" y="10814"/>
                    <a:pt x="4884" y="11163"/>
                  </a:cubicBezTo>
                  <a:cubicBezTo>
                    <a:pt x="4186" y="11861"/>
                    <a:pt x="3837" y="12907"/>
                    <a:pt x="3488" y="13605"/>
                  </a:cubicBezTo>
                  <a:cubicBezTo>
                    <a:pt x="3488" y="13605"/>
                    <a:pt x="3488" y="13605"/>
                    <a:pt x="3488" y="13605"/>
                  </a:cubicBezTo>
                  <a:cubicBezTo>
                    <a:pt x="3140" y="14302"/>
                    <a:pt x="2790" y="15349"/>
                    <a:pt x="2093" y="16396"/>
                  </a:cubicBezTo>
                  <a:cubicBezTo>
                    <a:pt x="2093" y="16744"/>
                    <a:pt x="1744" y="17093"/>
                    <a:pt x="1744" y="17093"/>
                  </a:cubicBezTo>
                  <a:cubicBezTo>
                    <a:pt x="1395" y="17791"/>
                    <a:pt x="1395" y="18489"/>
                    <a:pt x="1046" y="19186"/>
                  </a:cubicBezTo>
                  <a:cubicBezTo>
                    <a:pt x="1046" y="19535"/>
                    <a:pt x="698" y="19884"/>
                    <a:pt x="698" y="20233"/>
                  </a:cubicBezTo>
                  <a:cubicBezTo>
                    <a:pt x="698" y="20930"/>
                    <a:pt x="349" y="21628"/>
                    <a:pt x="349" y="22326"/>
                  </a:cubicBezTo>
                  <a:cubicBezTo>
                    <a:pt x="349" y="22675"/>
                    <a:pt x="349" y="23023"/>
                    <a:pt x="349" y="23372"/>
                  </a:cubicBezTo>
                  <a:cubicBezTo>
                    <a:pt x="349" y="24419"/>
                    <a:pt x="0" y="25465"/>
                    <a:pt x="0" y="26512"/>
                  </a:cubicBezTo>
                  <a:cubicBezTo>
                    <a:pt x="0" y="26512"/>
                    <a:pt x="0" y="26512"/>
                    <a:pt x="0" y="26512"/>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2072" name="Freeform: Shape 2071">
              <a:extLst>
                <a:ext uri="{FF2B5EF4-FFF2-40B4-BE49-F238E27FC236}">
                  <a16:creationId xmlns:a16="http://schemas.microsoft.com/office/drawing/2014/main" id="{92B4B4D5-C3A3-8630-5603-6E1D043EE3DB}"/>
                </a:ext>
              </a:extLst>
            </p:cNvPr>
            <p:cNvSpPr/>
            <p:nvPr/>
          </p:nvSpPr>
          <p:spPr>
            <a:xfrm>
              <a:off x="4709356"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4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5" y="52326"/>
                    <a:pt x="52326" y="40465"/>
                    <a:pt x="52326" y="26163"/>
                  </a:cubicBezTo>
                  <a:cubicBezTo>
                    <a:pt x="52326" y="16047"/>
                    <a:pt x="46396" y="7326"/>
                    <a:pt x="38024" y="2791"/>
                  </a:cubicBezTo>
                  <a:cubicBezTo>
                    <a:pt x="34535" y="1046"/>
                    <a:pt x="30349" y="0"/>
                    <a:pt x="26163" y="0"/>
                  </a:cubicBezTo>
                  <a:lnTo>
                    <a:pt x="26163" y="0"/>
                  </a:lnTo>
                  <a:cubicBezTo>
                    <a:pt x="11861"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2073" name="Freeform: Shape 2072">
              <a:extLst>
                <a:ext uri="{FF2B5EF4-FFF2-40B4-BE49-F238E27FC236}">
                  <a16:creationId xmlns:a16="http://schemas.microsoft.com/office/drawing/2014/main" id="{8FF3E3C6-97B6-75EE-CA71-932DA66147AE}"/>
                </a:ext>
              </a:extLst>
            </p:cNvPr>
            <p:cNvSpPr/>
            <p:nvPr/>
          </p:nvSpPr>
          <p:spPr>
            <a:xfrm>
              <a:off x="533727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74" name="Freeform: Shape 2073">
              <a:extLst>
                <a:ext uri="{FF2B5EF4-FFF2-40B4-BE49-F238E27FC236}">
                  <a16:creationId xmlns:a16="http://schemas.microsoft.com/office/drawing/2014/main" id="{9B15A3AF-69D8-EB12-5311-2FD6D445FF39}"/>
                </a:ext>
              </a:extLst>
            </p:cNvPr>
            <p:cNvSpPr/>
            <p:nvPr/>
          </p:nvSpPr>
          <p:spPr>
            <a:xfrm>
              <a:off x="50233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75" name="Freeform: Shape 2074">
              <a:extLst>
                <a:ext uri="{FF2B5EF4-FFF2-40B4-BE49-F238E27FC236}">
                  <a16:creationId xmlns:a16="http://schemas.microsoft.com/office/drawing/2014/main" id="{718154AD-B51D-BCF1-4065-4FEF7F574591}"/>
                </a:ext>
              </a:extLst>
            </p:cNvPr>
            <p:cNvSpPr/>
            <p:nvPr/>
          </p:nvSpPr>
          <p:spPr>
            <a:xfrm>
              <a:off x="481400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76" name="Freeform: Shape 2075">
              <a:extLst>
                <a:ext uri="{FF2B5EF4-FFF2-40B4-BE49-F238E27FC236}">
                  <a16:creationId xmlns:a16="http://schemas.microsoft.com/office/drawing/2014/main" id="{C398FF48-9A9F-ECC5-5AF0-7CCD10D4D028}"/>
                </a:ext>
              </a:extLst>
            </p:cNvPr>
            <p:cNvSpPr/>
            <p:nvPr/>
          </p:nvSpPr>
          <p:spPr>
            <a:xfrm>
              <a:off x="4395399"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77" name="Freeform: Shape 2076">
              <a:extLst>
                <a:ext uri="{FF2B5EF4-FFF2-40B4-BE49-F238E27FC236}">
                  <a16:creationId xmlns:a16="http://schemas.microsoft.com/office/drawing/2014/main" id="{568C5766-AC65-916B-C3CE-FC695A1F6A06}"/>
                </a:ext>
              </a:extLst>
            </p:cNvPr>
            <p:cNvSpPr/>
            <p:nvPr/>
          </p:nvSpPr>
          <p:spPr>
            <a:xfrm>
              <a:off x="3872137"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5"/>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2078" name="Freeform: Shape 2077">
              <a:extLst>
                <a:ext uri="{FF2B5EF4-FFF2-40B4-BE49-F238E27FC236}">
                  <a16:creationId xmlns:a16="http://schemas.microsoft.com/office/drawing/2014/main" id="{FDEF1AB2-245D-A0FB-F8C6-82546BD91B20}"/>
                </a:ext>
              </a:extLst>
            </p:cNvPr>
            <p:cNvSpPr/>
            <p:nvPr/>
          </p:nvSpPr>
          <p:spPr>
            <a:xfrm>
              <a:off x="355818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79" name="Freeform: Shape 2078">
              <a:extLst>
                <a:ext uri="{FF2B5EF4-FFF2-40B4-BE49-F238E27FC236}">
                  <a16:creationId xmlns:a16="http://schemas.microsoft.com/office/drawing/2014/main" id="{A77E4903-AF34-2B8E-144F-087AADDA962F}"/>
                </a:ext>
              </a:extLst>
            </p:cNvPr>
            <p:cNvSpPr/>
            <p:nvPr/>
          </p:nvSpPr>
          <p:spPr>
            <a:xfrm>
              <a:off x="35581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80" name="Freeform: Shape 2079">
              <a:extLst>
                <a:ext uri="{FF2B5EF4-FFF2-40B4-BE49-F238E27FC236}">
                  <a16:creationId xmlns:a16="http://schemas.microsoft.com/office/drawing/2014/main" id="{15B91218-415E-1D8A-B233-02A575D6637C}"/>
                </a:ext>
              </a:extLst>
            </p:cNvPr>
            <p:cNvSpPr/>
            <p:nvPr/>
          </p:nvSpPr>
          <p:spPr>
            <a:xfrm>
              <a:off x="324422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81" name="Freeform: Shape 2080">
              <a:extLst>
                <a:ext uri="{FF2B5EF4-FFF2-40B4-BE49-F238E27FC236}">
                  <a16:creationId xmlns:a16="http://schemas.microsoft.com/office/drawing/2014/main" id="{72E98B4D-32F1-B429-A1B0-2D8BAF412BD6}"/>
                </a:ext>
              </a:extLst>
            </p:cNvPr>
            <p:cNvSpPr/>
            <p:nvPr/>
          </p:nvSpPr>
          <p:spPr>
            <a:xfrm>
              <a:off x="272096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82" name="Freeform: Shape 2081">
              <a:extLst>
                <a:ext uri="{FF2B5EF4-FFF2-40B4-BE49-F238E27FC236}">
                  <a16:creationId xmlns:a16="http://schemas.microsoft.com/office/drawing/2014/main" id="{5DB55112-43B9-0240-05EC-90743371A211}"/>
                </a:ext>
              </a:extLst>
            </p:cNvPr>
            <p:cNvSpPr/>
            <p:nvPr/>
          </p:nvSpPr>
          <p:spPr>
            <a:xfrm>
              <a:off x="167443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83" name="Freeform: Shape 2082">
              <a:extLst>
                <a:ext uri="{FF2B5EF4-FFF2-40B4-BE49-F238E27FC236}">
                  <a16:creationId xmlns:a16="http://schemas.microsoft.com/office/drawing/2014/main" id="{9444049D-5C65-350B-32F9-93EBF0D2AB45}"/>
                </a:ext>
              </a:extLst>
            </p:cNvPr>
            <p:cNvSpPr/>
            <p:nvPr/>
          </p:nvSpPr>
          <p:spPr>
            <a:xfrm rot="17550026">
              <a:off x="1151257" y="4501713"/>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2084" name="Freeform: Shape 2083">
              <a:extLst>
                <a:ext uri="{FF2B5EF4-FFF2-40B4-BE49-F238E27FC236}">
                  <a16:creationId xmlns:a16="http://schemas.microsoft.com/office/drawing/2014/main" id="{A6ECA57C-502E-D412-04D4-07C088F00CBC}"/>
                </a:ext>
              </a:extLst>
            </p:cNvPr>
            <p:cNvSpPr/>
            <p:nvPr/>
          </p:nvSpPr>
          <p:spPr>
            <a:xfrm>
              <a:off x="837218"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85" name="Freeform: Shape 2084">
              <a:extLst>
                <a:ext uri="{FF2B5EF4-FFF2-40B4-BE49-F238E27FC236}">
                  <a16:creationId xmlns:a16="http://schemas.microsoft.com/office/drawing/2014/main" id="{03AA2D10-E706-95F6-684D-140B4BF515BE}"/>
                </a:ext>
              </a:extLst>
            </p:cNvPr>
            <p:cNvSpPr/>
            <p:nvPr/>
          </p:nvSpPr>
          <p:spPr>
            <a:xfrm>
              <a:off x="418609"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8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6" y="52326"/>
                    <a:pt x="52326" y="40465"/>
                    <a:pt x="52326" y="26163"/>
                  </a:cubicBezTo>
                  <a:cubicBezTo>
                    <a:pt x="52326" y="14302"/>
                    <a:pt x="44652" y="4535"/>
                    <a:pt x="33838" y="1047"/>
                  </a:cubicBezTo>
                  <a:cubicBezTo>
                    <a:pt x="32442" y="698"/>
                    <a:pt x="31396" y="349"/>
                    <a:pt x="30000" y="349"/>
                  </a:cubicBezTo>
                  <a:cubicBezTo>
                    <a:pt x="28605" y="0"/>
                    <a:pt x="27558"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86" name="Freeform: Shape 2085">
              <a:extLst>
                <a:ext uri="{FF2B5EF4-FFF2-40B4-BE49-F238E27FC236}">
                  <a16:creationId xmlns:a16="http://schemas.microsoft.com/office/drawing/2014/main" id="{1866DA85-37B9-D7EC-C533-6ECE1EC87854}"/>
                </a:ext>
              </a:extLst>
            </p:cNvPr>
            <p:cNvSpPr/>
            <p:nvPr/>
          </p:nvSpPr>
          <p:spPr>
            <a:xfrm>
              <a:off x="1674437"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5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1" y="0"/>
                    <a:pt x="0" y="11861"/>
                    <a:pt x="0" y="26163"/>
                  </a:cubicBezTo>
                  <a:cubicBezTo>
                    <a:pt x="0" y="33489"/>
                    <a:pt x="2791" y="39768"/>
                    <a:pt x="7675"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2087" name="Freeform: Shape 2086">
              <a:extLst>
                <a:ext uri="{FF2B5EF4-FFF2-40B4-BE49-F238E27FC236}">
                  <a16:creationId xmlns:a16="http://schemas.microsoft.com/office/drawing/2014/main" id="{F481F2CF-EB64-7750-532F-3E54EC1374D2}"/>
                </a:ext>
              </a:extLst>
            </p:cNvPr>
            <p:cNvSpPr/>
            <p:nvPr/>
          </p:nvSpPr>
          <p:spPr>
            <a:xfrm>
              <a:off x="4395399"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88" name="Freeform: Shape 2087">
              <a:extLst>
                <a:ext uri="{FF2B5EF4-FFF2-40B4-BE49-F238E27FC236}">
                  <a16:creationId xmlns:a16="http://schemas.microsoft.com/office/drawing/2014/main" id="{3F39BC45-31F8-25D7-F7C6-7213348567A5}"/>
                </a:ext>
              </a:extLst>
            </p:cNvPr>
            <p:cNvSpPr/>
            <p:nvPr/>
          </p:nvSpPr>
          <p:spPr>
            <a:xfrm>
              <a:off x="1182571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89" name="Freeform: Shape 2088">
              <a:extLst>
                <a:ext uri="{FF2B5EF4-FFF2-40B4-BE49-F238E27FC236}">
                  <a16:creationId xmlns:a16="http://schemas.microsoft.com/office/drawing/2014/main" id="{247CA02B-B247-56F6-3519-76752F05E408}"/>
                </a:ext>
              </a:extLst>
            </p:cNvPr>
            <p:cNvSpPr/>
            <p:nvPr/>
          </p:nvSpPr>
          <p:spPr>
            <a:xfrm>
              <a:off x="117210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90" name="Freeform: Shape 2089">
              <a:extLst>
                <a:ext uri="{FF2B5EF4-FFF2-40B4-BE49-F238E27FC236}">
                  <a16:creationId xmlns:a16="http://schemas.microsoft.com/office/drawing/2014/main" id="{BE71A91E-E708-7A52-B71C-35127395A995}"/>
                </a:ext>
              </a:extLst>
            </p:cNvPr>
            <p:cNvSpPr/>
            <p:nvPr/>
          </p:nvSpPr>
          <p:spPr>
            <a:xfrm>
              <a:off x="1109315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91" name="Freeform: Shape 2090">
              <a:extLst>
                <a:ext uri="{FF2B5EF4-FFF2-40B4-BE49-F238E27FC236}">
                  <a16:creationId xmlns:a16="http://schemas.microsoft.com/office/drawing/2014/main" id="{92608E47-A52F-2DB8-DAE5-99D1FFD2DF41}"/>
                </a:ext>
              </a:extLst>
            </p:cNvPr>
            <p:cNvSpPr/>
            <p:nvPr/>
          </p:nvSpPr>
          <p:spPr>
            <a:xfrm>
              <a:off x="10465236"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092" name="Freeform: Shape 2091">
              <a:extLst>
                <a:ext uri="{FF2B5EF4-FFF2-40B4-BE49-F238E27FC236}">
                  <a16:creationId xmlns:a16="http://schemas.microsoft.com/office/drawing/2014/main" id="{55F1746E-0819-F2A8-8BCB-3BC671E9A6EA}"/>
                </a:ext>
              </a:extLst>
            </p:cNvPr>
            <p:cNvSpPr/>
            <p:nvPr/>
          </p:nvSpPr>
          <p:spPr>
            <a:xfrm>
              <a:off x="1098849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93" name="Freeform: Shape 2092">
              <a:extLst>
                <a:ext uri="{FF2B5EF4-FFF2-40B4-BE49-F238E27FC236}">
                  <a16:creationId xmlns:a16="http://schemas.microsoft.com/office/drawing/2014/main" id="{25BBDC02-DBF0-3147-E7C2-8DB0D4E0401C}"/>
                </a:ext>
              </a:extLst>
            </p:cNvPr>
            <p:cNvSpPr/>
            <p:nvPr/>
          </p:nvSpPr>
          <p:spPr>
            <a:xfrm>
              <a:off x="93140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94" name="Freeform: Shape 2093">
              <a:extLst>
                <a:ext uri="{FF2B5EF4-FFF2-40B4-BE49-F238E27FC236}">
                  <a16:creationId xmlns:a16="http://schemas.microsoft.com/office/drawing/2014/main" id="{A28EFDA2-4E62-3265-BB93-D2FE6139A833}"/>
                </a:ext>
              </a:extLst>
            </p:cNvPr>
            <p:cNvSpPr/>
            <p:nvPr/>
          </p:nvSpPr>
          <p:spPr>
            <a:xfrm>
              <a:off x="910475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95" name="Freeform: Shape 2094">
              <a:extLst>
                <a:ext uri="{FF2B5EF4-FFF2-40B4-BE49-F238E27FC236}">
                  <a16:creationId xmlns:a16="http://schemas.microsoft.com/office/drawing/2014/main" id="{035BE167-C242-F75C-32E5-69B1E69A69D9}"/>
                </a:ext>
              </a:extLst>
            </p:cNvPr>
            <p:cNvSpPr/>
            <p:nvPr/>
          </p:nvSpPr>
          <p:spPr>
            <a:xfrm>
              <a:off x="91047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096" name="Freeform: Shape 2095">
              <a:extLst>
                <a:ext uri="{FF2B5EF4-FFF2-40B4-BE49-F238E27FC236}">
                  <a16:creationId xmlns:a16="http://schemas.microsoft.com/office/drawing/2014/main" id="{70DF76AF-67FB-60FD-6DB4-70701D9D63D7}"/>
                </a:ext>
              </a:extLst>
            </p:cNvPr>
            <p:cNvSpPr/>
            <p:nvPr/>
          </p:nvSpPr>
          <p:spPr>
            <a:xfrm>
              <a:off x="8895450"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097" name="Freeform: Shape 2096">
              <a:extLst>
                <a:ext uri="{FF2B5EF4-FFF2-40B4-BE49-F238E27FC236}">
                  <a16:creationId xmlns:a16="http://schemas.microsoft.com/office/drawing/2014/main" id="{B0C90D77-A1B3-8863-134D-329D451123DD}"/>
                </a:ext>
              </a:extLst>
            </p:cNvPr>
            <p:cNvSpPr/>
            <p:nvPr/>
          </p:nvSpPr>
          <p:spPr>
            <a:xfrm rot="21046898">
              <a:off x="8581673" y="5443462"/>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2098" name="Freeform: Shape 2097">
              <a:extLst>
                <a:ext uri="{FF2B5EF4-FFF2-40B4-BE49-F238E27FC236}">
                  <a16:creationId xmlns:a16="http://schemas.microsoft.com/office/drawing/2014/main" id="{DA77E77A-7703-B199-30E5-C345240A535B}"/>
                </a:ext>
              </a:extLst>
            </p:cNvPr>
            <p:cNvSpPr/>
            <p:nvPr/>
          </p:nvSpPr>
          <p:spPr>
            <a:xfrm>
              <a:off x="858149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099" name="Freeform: Shape 2098">
              <a:extLst>
                <a:ext uri="{FF2B5EF4-FFF2-40B4-BE49-F238E27FC236}">
                  <a16:creationId xmlns:a16="http://schemas.microsoft.com/office/drawing/2014/main" id="{0E0118B6-ACE1-EFA4-E622-B1CBD97BAAD9}"/>
                </a:ext>
              </a:extLst>
            </p:cNvPr>
            <p:cNvSpPr/>
            <p:nvPr/>
          </p:nvSpPr>
          <p:spPr>
            <a:xfrm>
              <a:off x="8162884"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2100" name="Freeform: Shape 2099">
              <a:extLst>
                <a:ext uri="{FF2B5EF4-FFF2-40B4-BE49-F238E27FC236}">
                  <a16:creationId xmlns:a16="http://schemas.microsoft.com/office/drawing/2014/main" id="{634E363F-3E63-EBBE-2551-A8ACEAD90767}"/>
                </a:ext>
              </a:extLst>
            </p:cNvPr>
            <p:cNvSpPr/>
            <p:nvPr/>
          </p:nvSpPr>
          <p:spPr>
            <a:xfrm>
              <a:off x="6907055"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01" name="Freeform: Shape 2100">
              <a:extLst>
                <a:ext uri="{FF2B5EF4-FFF2-40B4-BE49-F238E27FC236}">
                  <a16:creationId xmlns:a16="http://schemas.microsoft.com/office/drawing/2014/main" id="{BE4800D0-1E3A-B81A-0962-45ADB073B1AF}"/>
                </a:ext>
              </a:extLst>
            </p:cNvPr>
            <p:cNvSpPr/>
            <p:nvPr/>
          </p:nvSpPr>
          <p:spPr>
            <a:xfrm>
              <a:off x="648844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02" name="Freeform: Shape 2101">
              <a:extLst>
                <a:ext uri="{FF2B5EF4-FFF2-40B4-BE49-F238E27FC236}">
                  <a16:creationId xmlns:a16="http://schemas.microsoft.com/office/drawing/2014/main" id="{BCFED99F-C954-08B8-40D4-85E8114AF682}"/>
                </a:ext>
              </a:extLst>
            </p:cNvPr>
            <p:cNvSpPr/>
            <p:nvPr/>
          </p:nvSpPr>
          <p:spPr>
            <a:xfrm>
              <a:off x="61744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03" name="Freeform: Shape 2102">
              <a:extLst>
                <a:ext uri="{FF2B5EF4-FFF2-40B4-BE49-F238E27FC236}">
                  <a16:creationId xmlns:a16="http://schemas.microsoft.com/office/drawing/2014/main" id="{4B568583-5C92-8BFC-7BD1-DA8AFEC6B561}"/>
                </a:ext>
              </a:extLst>
            </p:cNvPr>
            <p:cNvSpPr/>
            <p:nvPr/>
          </p:nvSpPr>
          <p:spPr>
            <a:xfrm>
              <a:off x="8162884" y="5234601"/>
              <a:ext cx="52006" cy="52326"/>
            </a:xfrm>
            <a:custGeom>
              <a:avLst/>
              <a:gdLst>
                <a:gd name="connsiteX0" fmla="*/ 44652 w 52006"/>
                <a:gd name="connsiteY0" fmla="*/ 7326 h 52326"/>
                <a:gd name="connsiteX1" fmla="*/ 31396 w 52006"/>
                <a:gd name="connsiteY1" fmla="*/ 349 h 52326"/>
                <a:gd name="connsiteX2" fmla="*/ 30698 w 52006"/>
                <a:gd name="connsiteY2" fmla="*/ 349 h 52326"/>
                <a:gd name="connsiteX3" fmla="*/ 26163 w 52006"/>
                <a:gd name="connsiteY3" fmla="*/ 0 h 52326"/>
                <a:gd name="connsiteX4" fmla="*/ 26163 w 52006"/>
                <a:gd name="connsiteY4" fmla="*/ 0 h 52326"/>
                <a:gd name="connsiteX5" fmla="*/ 26163 w 52006"/>
                <a:gd name="connsiteY5" fmla="*/ 0 h 52326"/>
                <a:gd name="connsiteX6" fmla="*/ 0 w 52006"/>
                <a:gd name="connsiteY6" fmla="*/ 26163 h 52326"/>
                <a:gd name="connsiteX7" fmla="*/ 13604 w 52006"/>
                <a:gd name="connsiteY7" fmla="*/ 49187 h 52326"/>
                <a:gd name="connsiteX8" fmla="*/ 13954 w 52006"/>
                <a:gd name="connsiteY8" fmla="*/ 49536 h 52326"/>
                <a:gd name="connsiteX9" fmla="*/ 15698 w 52006"/>
                <a:gd name="connsiteY9" fmla="*/ 50233 h 52326"/>
                <a:gd name="connsiteX10" fmla="*/ 25814 w 52006"/>
                <a:gd name="connsiteY10" fmla="*/ 52326 h 52326"/>
                <a:gd name="connsiteX11" fmla="*/ 51977 w 52006"/>
                <a:gd name="connsiteY11" fmla="*/ 26163 h 52326"/>
                <a:gd name="connsiteX12" fmla="*/ 44652 w 52006"/>
                <a:gd name="connsiteY12" fmla="*/ 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006" h="52326">
                  <a:moveTo>
                    <a:pt x="44652" y="7326"/>
                  </a:moveTo>
                  <a:cubicBezTo>
                    <a:pt x="41163" y="3837"/>
                    <a:pt x="36628" y="1395"/>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35931"/>
                    <a:pt x="5582" y="44652"/>
                    <a:pt x="13604" y="49187"/>
                  </a:cubicBezTo>
                  <a:cubicBezTo>
                    <a:pt x="13604" y="49187"/>
                    <a:pt x="13954" y="49187"/>
                    <a:pt x="13954" y="49536"/>
                  </a:cubicBezTo>
                  <a:cubicBezTo>
                    <a:pt x="14651" y="49884"/>
                    <a:pt x="15000" y="50233"/>
                    <a:pt x="15698" y="50233"/>
                  </a:cubicBezTo>
                  <a:cubicBezTo>
                    <a:pt x="18837" y="51629"/>
                    <a:pt x="22325" y="52326"/>
                    <a:pt x="25814" y="52326"/>
                  </a:cubicBezTo>
                  <a:cubicBezTo>
                    <a:pt x="40117" y="52326"/>
                    <a:pt x="51977" y="40465"/>
                    <a:pt x="51977" y="26163"/>
                  </a:cubicBezTo>
                  <a:cubicBezTo>
                    <a:pt x="52326" y="18489"/>
                    <a:pt x="49535" y="12209"/>
                    <a:pt x="44652" y="7326"/>
                  </a:cubicBezTo>
                  <a:close/>
                </a:path>
              </a:pathLst>
            </a:custGeom>
            <a:grpFill/>
            <a:ln w="3488" cap="flat">
              <a:noFill/>
              <a:prstDash val="solid"/>
              <a:miter/>
            </a:ln>
          </p:spPr>
          <p:txBody>
            <a:bodyPr rtlCol="0" anchor="ctr"/>
            <a:lstStyle/>
            <a:p>
              <a:endParaRPr lang="en-ID"/>
            </a:p>
          </p:txBody>
        </p:sp>
        <p:sp>
          <p:nvSpPr>
            <p:cNvPr id="2104" name="Freeform: Shape 2103">
              <a:extLst>
                <a:ext uri="{FF2B5EF4-FFF2-40B4-BE49-F238E27FC236}">
                  <a16:creationId xmlns:a16="http://schemas.microsoft.com/office/drawing/2014/main" id="{C1F89726-9A1A-35EA-0987-C806C20B81EE}"/>
                </a:ext>
              </a:extLst>
            </p:cNvPr>
            <p:cNvSpPr/>
            <p:nvPr/>
          </p:nvSpPr>
          <p:spPr>
            <a:xfrm>
              <a:off x="11616412" y="5443557"/>
              <a:ext cx="52326" cy="52326"/>
            </a:xfrm>
            <a:custGeom>
              <a:avLst/>
              <a:gdLst>
                <a:gd name="connsiteX0" fmla="*/ 26163 w 52326"/>
                <a:gd name="connsiteY0" fmla="*/ 52326 h 52326"/>
                <a:gd name="connsiteX1" fmla="*/ 26163 w 52326"/>
                <a:gd name="connsiteY1" fmla="*/ 52326 h 52326"/>
                <a:gd name="connsiteX2" fmla="*/ 30001 w 52326"/>
                <a:gd name="connsiteY2" fmla="*/ 51977 h 52326"/>
                <a:gd name="connsiteX3" fmla="*/ 33837 w 52326"/>
                <a:gd name="connsiteY3" fmla="*/ 51279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7558" y="52326"/>
                    <a:pt x="28605" y="52326"/>
                    <a:pt x="30001" y="51977"/>
                  </a:cubicBezTo>
                  <a:cubicBezTo>
                    <a:pt x="31396" y="51629"/>
                    <a:pt x="32791" y="51629"/>
                    <a:pt x="33837" y="51279"/>
                  </a:cubicBezTo>
                  <a:cubicBezTo>
                    <a:pt x="44652" y="48140"/>
                    <a:pt x="52326" y="38024"/>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05" name="Freeform: Shape 2104">
              <a:extLst>
                <a:ext uri="{FF2B5EF4-FFF2-40B4-BE49-F238E27FC236}">
                  <a16:creationId xmlns:a16="http://schemas.microsoft.com/office/drawing/2014/main" id="{BC9D3715-544E-E92E-A598-42B73101772A}"/>
                </a:ext>
              </a:extLst>
            </p:cNvPr>
            <p:cNvSpPr/>
            <p:nvPr/>
          </p:nvSpPr>
          <p:spPr>
            <a:xfrm>
              <a:off x="1182571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06" name="Freeform: Shape 2105">
              <a:extLst>
                <a:ext uri="{FF2B5EF4-FFF2-40B4-BE49-F238E27FC236}">
                  <a16:creationId xmlns:a16="http://schemas.microsoft.com/office/drawing/2014/main" id="{F1539DBB-70A7-AD9D-CCDE-50BD31FE9C36}"/>
                </a:ext>
              </a:extLst>
            </p:cNvPr>
            <p:cNvSpPr/>
            <p:nvPr/>
          </p:nvSpPr>
          <p:spPr>
            <a:xfrm>
              <a:off x="1140710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07" name="Freeform: Shape 2106">
              <a:extLst>
                <a:ext uri="{FF2B5EF4-FFF2-40B4-BE49-F238E27FC236}">
                  <a16:creationId xmlns:a16="http://schemas.microsoft.com/office/drawing/2014/main" id="{19081F3B-5AD0-6380-5AD5-843F7FA83139}"/>
                </a:ext>
              </a:extLst>
            </p:cNvPr>
            <p:cNvSpPr/>
            <p:nvPr/>
          </p:nvSpPr>
          <p:spPr>
            <a:xfrm>
              <a:off x="12035021"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08" name="Freeform: Shape 2107">
              <a:extLst>
                <a:ext uri="{FF2B5EF4-FFF2-40B4-BE49-F238E27FC236}">
                  <a16:creationId xmlns:a16="http://schemas.microsoft.com/office/drawing/2014/main" id="{072F4A7B-107A-68AA-FFD4-72C387B90556}"/>
                </a:ext>
              </a:extLst>
            </p:cNvPr>
            <p:cNvSpPr/>
            <p:nvPr/>
          </p:nvSpPr>
          <p:spPr>
            <a:xfrm>
              <a:off x="1172106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09" name="Freeform: Shape 2108">
              <a:extLst>
                <a:ext uri="{FF2B5EF4-FFF2-40B4-BE49-F238E27FC236}">
                  <a16:creationId xmlns:a16="http://schemas.microsoft.com/office/drawing/2014/main" id="{CD834584-57C8-D99D-179A-54BBDD6F3FA7}"/>
                </a:ext>
              </a:extLst>
            </p:cNvPr>
            <p:cNvSpPr/>
            <p:nvPr/>
          </p:nvSpPr>
          <p:spPr>
            <a:xfrm>
              <a:off x="110931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10" name="Freeform: Shape 2109">
              <a:extLst>
                <a:ext uri="{FF2B5EF4-FFF2-40B4-BE49-F238E27FC236}">
                  <a16:creationId xmlns:a16="http://schemas.microsoft.com/office/drawing/2014/main" id="{14C47E58-4D77-0F61-8662-5DA9AEDAF0E0}"/>
                </a:ext>
              </a:extLst>
            </p:cNvPr>
            <p:cNvSpPr/>
            <p:nvPr/>
          </p:nvSpPr>
          <p:spPr>
            <a:xfrm>
              <a:off x="1109315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11" name="Freeform: Shape 2110">
              <a:extLst>
                <a:ext uri="{FF2B5EF4-FFF2-40B4-BE49-F238E27FC236}">
                  <a16:creationId xmlns:a16="http://schemas.microsoft.com/office/drawing/2014/main" id="{9A6AA868-8E9B-39D6-513D-65CF4882543F}"/>
                </a:ext>
              </a:extLst>
            </p:cNvPr>
            <p:cNvSpPr/>
            <p:nvPr/>
          </p:nvSpPr>
          <p:spPr>
            <a:xfrm>
              <a:off x="1025593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12" name="Freeform: Shape 2111">
              <a:extLst>
                <a:ext uri="{FF2B5EF4-FFF2-40B4-BE49-F238E27FC236}">
                  <a16:creationId xmlns:a16="http://schemas.microsoft.com/office/drawing/2014/main" id="{C9377AC0-1A93-1AE3-5EB1-F889DCA68CBA}"/>
                </a:ext>
              </a:extLst>
            </p:cNvPr>
            <p:cNvSpPr/>
            <p:nvPr/>
          </p:nvSpPr>
          <p:spPr>
            <a:xfrm>
              <a:off x="1151175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13" name="Freeform: Shape 2112">
              <a:extLst>
                <a:ext uri="{FF2B5EF4-FFF2-40B4-BE49-F238E27FC236}">
                  <a16:creationId xmlns:a16="http://schemas.microsoft.com/office/drawing/2014/main" id="{3BA85DAE-DB31-04E4-7B8C-E7B9248E530A}"/>
                </a:ext>
              </a:extLst>
            </p:cNvPr>
            <p:cNvSpPr/>
            <p:nvPr/>
          </p:nvSpPr>
          <p:spPr>
            <a:xfrm>
              <a:off x="1151175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14" name="Freeform: Shape 2113">
              <a:extLst>
                <a:ext uri="{FF2B5EF4-FFF2-40B4-BE49-F238E27FC236}">
                  <a16:creationId xmlns:a16="http://schemas.microsoft.com/office/drawing/2014/main" id="{AB93A353-E357-653F-9F62-AB5974A1951D}"/>
                </a:ext>
              </a:extLst>
            </p:cNvPr>
            <p:cNvSpPr/>
            <p:nvPr/>
          </p:nvSpPr>
          <p:spPr>
            <a:xfrm>
              <a:off x="994197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15" name="Freeform: Shape 2114">
              <a:extLst>
                <a:ext uri="{FF2B5EF4-FFF2-40B4-BE49-F238E27FC236}">
                  <a16:creationId xmlns:a16="http://schemas.microsoft.com/office/drawing/2014/main" id="{210F7F14-4C56-9340-F41B-9E3B1CD8961C}"/>
                </a:ext>
              </a:extLst>
            </p:cNvPr>
            <p:cNvSpPr/>
            <p:nvPr/>
          </p:nvSpPr>
          <p:spPr>
            <a:xfrm>
              <a:off x="8790798"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16" name="Freeform: Shape 2115">
              <a:extLst>
                <a:ext uri="{FF2B5EF4-FFF2-40B4-BE49-F238E27FC236}">
                  <a16:creationId xmlns:a16="http://schemas.microsoft.com/office/drawing/2014/main" id="{42B73E5B-E0F3-2B0F-7D6B-096C446FAEE4}"/>
                </a:ext>
              </a:extLst>
            </p:cNvPr>
            <p:cNvSpPr/>
            <p:nvPr/>
          </p:nvSpPr>
          <p:spPr>
            <a:xfrm rot="21046898">
              <a:off x="8581645" y="3873656"/>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2117" name="Freeform: Shape 2116">
              <a:extLst>
                <a:ext uri="{FF2B5EF4-FFF2-40B4-BE49-F238E27FC236}">
                  <a16:creationId xmlns:a16="http://schemas.microsoft.com/office/drawing/2014/main" id="{DE4F53DA-B46D-136D-0246-000ECAC5E49B}"/>
                </a:ext>
              </a:extLst>
            </p:cNvPr>
            <p:cNvSpPr/>
            <p:nvPr/>
          </p:nvSpPr>
          <p:spPr>
            <a:xfrm>
              <a:off x="847684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18" name="Freeform: Shape 2117">
              <a:extLst>
                <a:ext uri="{FF2B5EF4-FFF2-40B4-BE49-F238E27FC236}">
                  <a16:creationId xmlns:a16="http://schemas.microsoft.com/office/drawing/2014/main" id="{B17D04CD-227D-7771-4492-46078B61B3AA}"/>
                </a:ext>
              </a:extLst>
            </p:cNvPr>
            <p:cNvSpPr/>
            <p:nvPr/>
          </p:nvSpPr>
          <p:spPr>
            <a:xfrm>
              <a:off x="7953579"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19" name="Freeform: Shape 2118">
              <a:extLst>
                <a:ext uri="{FF2B5EF4-FFF2-40B4-BE49-F238E27FC236}">
                  <a16:creationId xmlns:a16="http://schemas.microsoft.com/office/drawing/2014/main" id="{9DB05521-CC9C-C4E8-BBA1-7BB92D5C65C6}"/>
                </a:ext>
              </a:extLst>
            </p:cNvPr>
            <p:cNvSpPr/>
            <p:nvPr/>
          </p:nvSpPr>
          <p:spPr>
            <a:xfrm>
              <a:off x="743031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20" name="Freeform: Shape 2119">
              <a:extLst>
                <a:ext uri="{FF2B5EF4-FFF2-40B4-BE49-F238E27FC236}">
                  <a16:creationId xmlns:a16="http://schemas.microsoft.com/office/drawing/2014/main" id="{7D4612FE-D05B-12B3-3286-5A2E01958B51}"/>
                </a:ext>
              </a:extLst>
            </p:cNvPr>
            <p:cNvSpPr/>
            <p:nvPr/>
          </p:nvSpPr>
          <p:spPr>
            <a:xfrm>
              <a:off x="743031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21" name="Freeform: Shape 2120">
              <a:extLst>
                <a:ext uri="{FF2B5EF4-FFF2-40B4-BE49-F238E27FC236}">
                  <a16:creationId xmlns:a16="http://schemas.microsoft.com/office/drawing/2014/main" id="{EBE66E5D-89AC-330A-E398-81F2C667A721}"/>
                </a:ext>
              </a:extLst>
            </p:cNvPr>
            <p:cNvSpPr/>
            <p:nvPr/>
          </p:nvSpPr>
          <p:spPr>
            <a:xfrm>
              <a:off x="7430317"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22" name="Freeform: Shape 2121">
              <a:extLst>
                <a:ext uri="{FF2B5EF4-FFF2-40B4-BE49-F238E27FC236}">
                  <a16:creationId xmlns:a16="http://schemas.microsoft.com/office/drawing/2014/main" id="{55358C76-CE98-5582-2A16-FA4010FD2FD5}"/>
                </a:ext>
              </a:extLst>
            </p:cNvPr>
            <p:cNvSpPr/>
            <p:nvPr/>
          </p:nvSpPr>
          <p:spPr>
            <a:xfrm>
              <a:off x="732566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23" name="Freeform: Shape 2122">
              <a:extLst>
                <a:ext uri="{FF2B5EF4-FFF2-40B4-BE49-F238E27FC236}">
                  <a16:creationId xmlns:a16="http://schemas.microsoft.com/office/drawing/2014/main" id="{83AA78C4-A1D3-CD60-934A-3D6A17D46D86}"/>
                </a:ext>
              </a:extLst>
            </p:cNvPr>
            <p:cNvSpPr/>
            <p:nvPr/>
          </p:nvSpPr>
          <p:spPr>
            <a:xfrm>
              <a:off x="711636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24" name="Freeform: Shape 2123">
              <a:extLst>
                <a:ext uri="{FF2B5EF4-FFF2-40B4-BE49-F238E27FC236}">
                  <a16:creationId xmlns:a16="http://schemas.microsoft.com/office/drawing/2014/main" id="{84D9F2FF-A223-3620-4B2C-9D57AA113B7C}"/>
                </a:ext>
              </a:extLst>
            </p:cNvPr>
            <p:cNvSpPr/>
            <p:nvPr/>
          </p:nvSpPr>
          <p:spPr>
            <a:xfrm>
              <a:off x="10883845" y="4292381"/>
              <a:ext cx="52326" cy="52326"/>
            </a:xfrm>
            <a:custGeom>
              <a:avLst/>
              <a:gdLst>
                <a:gd name="connsiteX0" fmla="*/ 26163 w 52326"/>
                <a:gd name="connsiteY0" fmla="*/ 52326 h 52326"/>
                <a:gd name="connsiteX1" fmla="*/ 52326 w 52326"/>
                <a:gd name="connsiteY1" fmla="*/ 26163 h 52326"/>
                <a:gd name="connsiteX2" fmla="*/ 52326 w 52326"/>
                <a:gd name="connsiteY2" fmla="*/ 23372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5117"/>
                    <a:pt x="52326" y="24419"/>
                    <a:pt x="52326" y="23372"/>
                  </a:cubicBezTo>
                  <a:cubicBezTo>
                    <a:pt x="50931" y="10116"/>
                    <a:pt x="39768" y="0"/>
                    <a:pt x="26163" y="0"/>
                  </a:cubicBezTo>
                  <a:cubicBezTo>
                    <a:pt x="11860" y="0"/>
                    <a:pt x="0" y="11861"/>
                    <a:pt x="0" y="26163"/>
                  </a:cubicBezTo>
                  <a:cubicBezTo>
                    <a:pt x="0" y="27210"/>
                    <a:pt x="0" y="27907"/>
                    <a:pt x="0" y="28954"/>
                  </a:cubicBezTo>
                  <a:cubicBezTo>
                    <a:pt x="1395" y="41861"/>
                    <a:pt x="12559" y="52326"/>
                    <a:pt x="26163" y="52326"/>
                  </a:cubicBezTo>
                  <a:close/>
                </a:path>
              </a:pathLst>
            </a:custGeom>
            <a:grpFill/>
            <a:ln w="3488" cap="flat">
              <a:noFill/>
              <a:prstDash val="solid"/>
              <a:miter/>
            </a:ln>
          </p:spPr>
          <p:txBody>
            <a:bodyPr rtlCol="0" anchor="ctr"/>
            <a:lstStyle/>
            <a:p>
              <a:endParaRPr lang="en-ID"/>
            </a:p>
          </p:txBody>
        </p:sp>
        <p:sp>
          <p:nvSpPr>
            <p:cNvPr id="2125" name="Freeform: Shape 2124">
              <a:extLst>
                <a:ext uri="{FF2B5EF4-FFF2-40B4-BE49-F238E27FC236}">
                  <a16:creationId xmlns:a16="http://schemas.microsoft.com/office/drawing/2014/main" id="{6F775BA0-29CD-C534-43CA-0F95EF5008E0}"/>
                </a:ext>
              </a:extLst>
            </p:cNvPr>
            <p:cNvSpPr/>
            <p:nvPr/>
          </p:nvSpPr>
          <p:spPr>
            <a:xfrm>
              <a:off x="910475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26" name="Freeform: Shape 2125">
              <a:extLst>
                <a:ext uri="{FF2B5EF4-FFF2-40B4-BE49-F238E27FC236}">
                  <a16:creationId xmlns:a16="http://schemas.microsoft.com/office/drawing/2014/main" id="{C3991B28-EE56-1431-6DF1-6FCE5D957485}"/>
                </a:ext>
              </a:extLst>
            </p:cNvPr>
            <p:cNvSpPr/>
            <p:nvPr/>
          </p:nvSpPr>
          <p:spPr>
            <a:xfrm>
              <a:off x="9941974"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27" name="Freeform: Shape 2126">
              <a:extLst>
                <a:ext uri="{FF2B5EF4-FFF2-40B4-BE49-F238E27FC236}">
                  <a16:creationId xmlns:a16="http://schemas.microsoft.com/office/drawing/2014/main" id="{06632E19-7B98-F0B3-DDF0-98F8949615AE}"/>
                </a:ext>
              </a:extLst>
            </p:cNvPr>
            <p:cNvSpPr/>
            <p:nvPr/>
          </p:nvSpPr>
          <p:spPr>
            <a:xfrm>
              <a:off x="1182571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28" name="Freeform: Shape 2127">
              <a:extLst>
                <a:ext uri="{FF2B5EF4-FFF2-40B4-BE49-F238E27FC236}">
                  <a16:creationId xmlns:a16="http://schemas.microsoft.com/office/drawing/2014/main" id="{BBF3C14D-8298-1E17-4C76-158214B20992}"/>
                </a:ext>
              </a:extLst>
            </p:cNvPr>
            <p:cNvSpPr/>
            <p:nvPr/>
          </p:nvSpPr>
          <p:spPr>
            <a:xfrm>
              <a:off x="11407107" y="5129600"/>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7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7"/>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29" name="Freeform: Shape 2128">
              <a:extLst>
                <a:ext uri="{FF2B5EF4-FFF2-40B4-BE49-F238E27FC236}">
                  <a16:creationId xmlns:a16="http://schemas.microsoft.com/office/drawing/2014/main" id="{9A6F203B-8C34-6C36-FC7F-83CFC21F2721}"/>
                </a:ext>
              </a:extLst>
            </p:cNvPr>
            <p:cNvSpPr/>
            <p:nvPr/>
          </p:nvSpPr>
          <p:spPr>
            <a:xfrm>
              <a:off x="120350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30" name="Freeform: Shape 2129">
              <a:extLst>
                <a:ext uri="{FF2B5EF4-FFF2-40B4-BE49-F238E27FC236}">
                  <a16:creationId xmlns:a16="http://schemas.microsoft.com/office/drawing/2014/main" id="{370E65D4-715B-8FF9-8D17-10CC45F6E28B}"/>
                </a:ext>
              </a:extLst>
            </p:cNvPr>
            <p:cNvSpPr/>
            <p:nvPr/>
          </p:nvSpPr>
          <p:spPr>
            <a:xfrm>
              <a:off x="11616412"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31" name="Freeform: Shape 2130">
              <a:extLst>
                <a:ext uri="{FF2B5EF4-FFF2-40B4-BE49-F238E27FC236}">
                  <a16:creationId xmlns:a16="http://schemas.microsoft.com/office/drawing/2014/main" id="{E59489B9-640D-3F99-5C40-A2C015683815}"/>
                </a:ext>
              </a:extLst>
            </p:cNvPr>
            <p:cNvSpPr/>
            <p:nvPr/>
          </p:nvSpPr>
          <p:spPr>
            <a:xfrm>
              <a:off x="1213967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32" name="Freeform: Shape 2131">
              <a:extLst>
                <a:ext uri="{FF2B5EF4-FFF2-40B4-BE49-F238E27FC236}">
                  <a16:creationId xmlns:a16="http://schemas.microsoft.com/office/drawing/2014/main" id="{DB914ACD-8583-25F9-D6A2-960C13C6DCE6}"/>
                </a:ext>
              </a:extLst>
            </p:cNvPr>
            <p:cNvSpPr/>
            <p:nvPr/>
          </p:nvSpPr>
          <p:spPr>
            <a:xfrm>
              <a:off x="1109315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33" name="Freeform: Shape 2132">
              <a:extLst>
                <a:ext uri="{FF2B5EF4-FFF2-40B4-BE49-F238E27FC236}">
                  <a16:creationId xmlns:a16="http://schemas.microsoft.com/office/drawing/2014/main" id="{FEC50AF8-993D-B0C0-E289-0AE2D654A1A2}"/>
                </a:ext>
              </a:extLst>
            </p:cNvPr>
            <p:cNvSpPr/>
            <p:nvPr/>
          </p:nvSpPr>
          <p:spPr>
            <a:xfrm>
              <a:off x="10465236"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34" name="Freeform: Shape 2133">
              <a:extLst>
                <a:ext uri="{FF2B5EF4-FFF2-40B4-BE49-F238E27FC236}">
                  <a16:creationId xmlns:a16="http://schemas.microsoft.com/office/drawing/2014/main" id="{401A853D-9861-6116-2EBF-74BC7A743F55}"/>
                </a:ext>
              </a:extLst>
            </p:cNvPr>
            <p:cNvSpPr/>
            <p:nvPr/>
          </p:nvSpPr>
          <p:spPr>
            <a:xfrm>
              <a:off x="10465236" y="533890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35" name="Freeform: Shape 2134">
              <a:extLst>
                <a:ext uri="{FF2B5EF4-FFF2-40B4-BE49-F238E27FC236}">
                  <a16:creationId xmlns:a16="http://schemas.microsoft.com/office/drawing/2014/main" id="{37C26F9E-4ED4-6A28-D50A-3C65B46672F4}"/>
                </a:ext>
              </a:extLst>
            </p:cNvPr>
            <p:cNvSpPr/>
            <p:nvPr/>
          </p:nvSpPr>
          <p:spPr>
            <a:xfrm>
              <a:off x="11197802" y="5443557"/>
              <a:ext cx="52675" cy="52326"/>
            </a:xfrm>
            <a:custGeom>
              <a:avLst/>
              <a:gdLst>
                <a:gd name="connsiteX0" fmla="*/ 26163 w 52675"/>
                <a:gd name="connsiteY0" fmla="*/ 0 h 52326"/>
                <a:gd name="connsiteX1" fmla="*/ 0 w 52675"/>
                <a:gd name="connsiteY1" fmla="*/ 26163 h 52326"/>
                <a:gd name="connsiteX2" fmla="*/ 26163 w 52675"/>
                <a:gd name="connsiteY2" fmla="*/ 52326 h 52326"/>
                <a:gd name="connsiteX3" fmla="*/ 29652 w 52675"/>
                <a:gd name="connsiteY3" fmla="*/ 51977 h 52326"/>
                <a:gd name="connsiteX4" fmla="*/ 36628 w 52675"/>
                <a:gd name="connsiteY4" fmla="*/ 50233 h 52326"/>
                <a:gd name="connsiteX5" fmla="*/ 42558 w 52675"/>
                <a:gd name="connsiteY5" fmla="*/ 46745 h 52326"/>
                <a:gd name="connsiteX6" fmla="*/ 45000 w 52675"/>
                <a:gd name="connsiteY6" fmla="*/ 44652 h 52326"/>
                <a:gd name="connsiteX7" fmla="*/ 52675 w 52675"/>
                <a:gd name="connsiteY7" fmla="*/ 26163 h 52326"/>
                <a:gd name="connsiteX8" fmla="*/ 26163 w 52675"/>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5" h="52326">
                  <a:moveTo>
                    <a:pt x="26163" y="0"/>
                  </a:moveTo>
                  <a:cubicBezTo>
                    <a:pt x="11860" y="0"/>
                    <a:pt x="0" y="11861"/>
                    <a:pt x="0" y="26163"/>
                  </a:cubicBezTo>
                  <a:cubicBezTo>
                    <a:pt x="0" y="40465"/>
                    <a:pt x="11860" y="52326"/>
                    <a:pt x="26163" y="52326"/>
                  </a:cubicBezTo>
                  <a:cubicBezTo>
                    <a:pt x="27210" y="52326"/>
                    <a:pt x="28256" y="52326"/>
                    <a:pt x="29652" y="51977"/>
                  </a:cubicBezTo>
                  <a:cubicBezTo>
                    <a:pt x="32093" y="51629"/>
                    <a:pt x="34535" y="50931"/>
                    <a:pt x="36628" y="50233"/>
                  </a:cubicBezTo>
                  <a:cubicBezTo>
                    <a:pt x="38722" y="49187"/>
                    <a:pt x="40814" y="48140"/>
                    <a:pt x="42558" y="46745"/>
                  </a:cubicBezTo>
                  <a:cubicBezTo>
                    <a:pt x="43256" y="46047"/>
                    <a:pt x="44303" y="45349"/>
                    <a:pt x="45000" y="44652"/>
                  </a:cubicBezTo>
                  <a:cubicBezTo>
                    <a:pt x="49884" y="39768"/>
                    <a:pt x="52675" y="33489"/>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36" name="Freeform: Shape 2135">
              <a:extLst>
                <a:ext uri="{FF2B5EF4-FFF2-40B4-BE49-F238E27FC236}">
                  <a16:creationId xmlns:a16="http://schemas.microsoft.com/office/drawing/2014/main" id="{3EC08CBC-7377-F692-0382-144B25AAAF82}"/>
                </a:ext>
              </a:extLst>
            </p:cNvPr>
            <p:cNvSpPr/>
            <p:nvPr/>
          </p:nvSpPr>
          <p:spPr>
            <a:xfrm>
              <a:off x="1098849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37" name="Freeform: Shape 2136">
              <a:extLst>
                <a:ext uri="{FF2B5EF4-FFF2-40B4-BE49-F238E27FC236}">
                  <a16:creationId xmlns:a16="http://schemas.microsoft.com/office/drawing/2014/main" id="{08407B0A-A5E0-94EF-B69C-589559B828D4}"/>
                </a:ext>
              </a:extLst>
            </p:cNvPr>
            <p:cNvSpPr/>
            <p:nvPr/>
          </p:nvSpPr>
          <p:spPr>
            <a:xfrm>
              <a:off x="9941974"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2138" name="Freeform: Shape 2137">
              <a:extLst>
                <a:ext uri="{FF2B5EF4-FFF2-40B4-BE49-F238E27FC236}">
                  <a16:creationId xmlns:a16="http://schemas.microsoft.com/office/drawing/2014/main" id="{CE396BB9-A6D9-A0E7-279D-03CD6824E58E}"/>
                </a:ext>
              </a:extLst>
            </p:cNvPr>
            <p:cNvSpPr/>
            <p:nvPr/>
          </p:nvSpPr>
          <p:spPr>
            <a:xfrm>
              <a:off x="95233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39" name="Freeform: Shape 2138">
              <a:extLst>
                <a:ext uri="{FF2B5EF4-FFF2-40B4-BE49-F238E27FC236}">
                  <a16:creationId xmlns:a16="http://schemas.microsoft.com/office/drawing/2014/main" id="{4A75813A-BDDD-FBF7-AB9A-8C23B3B91D1E}"/>
                </a:ext>
              </a:extLst>
            </p:cNvPr>
            <p:cNvSpPr/>
            <p:nvPr/>
          </p:nvSpPr>
          <p:spPr>
            <a:xfrm>
              <a:off x="931406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140" name="Freeform: Shape 2139">
              <a:extLst>
                <a:ext uri="{FF2B5EF4-FFF2-40B4-BE49-F238E27FC236}">
                  <a16:creationId xmlns:a16="http://schemas.microsoft.com/office/drawing/2014/main" id="{A2DFEF65-8145-C9E4-E0F7-E5673FCAA069}"/>
                </a:ext>
              </a:extLst>
            </p:cNvPr>
            <p:cNvSpPr/>
            <p:nvPr/>
          </p:nvSpPr>
          <p:spPr>
            <a:xfrm>
              <a:off x="837218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41" name="Freeform: Shape 2140">
              <a:extLst>
                <a:ext uri="{FF2B5EF4-FFF2-40B4-BE49-F238E27FC236}">
                  <a16:creationId xmlns:a16="http://schemas.microsoft.com/office/drawing/2014/main" id="{15310A68-4D99-6CD8-C9C9-349D1D5F1596}"/>
                </a:ext>
              </a:extLst>
            </p:cNvPr>
            <p:cNvSpPr/>
            <p:nvPr/>
          </p:nvSpPr>
          <p:spPr>
            <a:xfrm>
              <a:off x="753496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42" name="Freeform: Shape 2141">
              <a:extLst>
                <a:ext uri="{FF2B5EF4-FFF2-40B4-BE49-F238E27FC236}">
                  <a16:creationId xmlns:a16="http://schemas.microsoft.com/office/drawing/2014/main" id="{F807FE90-C92B-A955-5C03-3B089F9D63EE}"/>
                </a:ext>
              </a:extLst>
            </p:cNvPr>
            <p:cNvSpPr/>
            <p:nvPr/>
          </p:nvSpPr>
          <p:spPr>
            <a:xfrm>
              <a:off x="701170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43" name="Freeform: Shape 2142">
              <a:extLst>
                <a:ext uri="{FF2B5EF4-FFF2-40B4-BE49-F238E27FC236}">
                  <a16:creationId xmlns:a16="http://schemas.microsoft.com/office/drawing/2014/main" id="{5B7826A2-C01E-B3A9-88C0-01174530A052}"/>
                </a:ext>
              </a:extLst>
            </p:cNvPr>
            <p:cNvSpPr/>
            <p:nvPr/>
          </p:nvSpPr>
          <p:spPr>
            <a:xfrm>
              <a:off x="7430317" y="3873772"/>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2144" name="Freeform: Shape 2143">
              <a:extLst>
                <a:ext uri="{FF2B5EF4-FFF2-40B4-BE49-F238E27FC236}">
                  <a16:creationId xmlns:a16="http://schemas.microsoft.com/office/drawing/2014/main" id="{9A05D179-9379-77D5-4CD3-03BD1E71B68E}"/>
                </a:ext>
              </a:extLst>
            </p:cNvPr>
            <p:cNvSpPr/>
            <p:nvPr/>
          </p:nvSpPr>
          <p:spPr>
            <a:xfrm>
              <a:off x="86861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45" name="Freeform: Shape 2144">
              <a:extLst>
                <a:ext uri="{FF2B5EF4-FFF2-40B4-BE49-F238E27FC236}">
                  <a16:creationId xmlns:a16="http://schemas.microsoft.com/office/drawing/2014/main" id="{C70F8FED-061D-1D73-05B6-F8630DDC37F3}"/>
                </a:ext>
              </a:extLst>
            </p:cNvPr>
            <p:cNvSpPr/>
            <p:nvPr/>
          </p:nvSpPr>
          <p:spPr>
            <a:xfrm>
              <a:off x="12139324" y="3769120"/>
              <a:ext cx="52326" cy="52326"/>
            </a:xfrm>
            <a:custGeom>
              <a:avLst/>
              <a:gdLst>
                <a:gd name="connsiteX0" fmla="*/ 26512 w 52326"/>
                <a:gd name="connsiteY0" fmla="*/ 52326 h 52326"/>
                <a:gd name="connsiteX1" fmla="*/ 41163 w 52326"/>
                <a:gd name="connsiteY1" fmla="*/ 47791 h 52326"/>
                <a:gd name="connsiteX2" fmla="*/ 41513 w 52326"/>
                <a:gd name="connsiteY2" fmla="*/ 47442 h 52326"/>
                <a:gd name="connsiteX3" fmla="*/ 42908 w 52326"/>
                <a:gd name="connsiteY3" fmla="*/ 46396 h 52326"/>
                <a:gd name="connsiteX4" fmla="*/ 52326 w 52326"/>
                <a:gd name="connsiteY4" fmla="*/ 26163 h 52326"/>
                <a:gd name="connsiteX5" fmla="*/ 26163 w 52326"/>
                <a:gd name="connsiteY5" fmla="*/ 0 h 52326"/>
                <a:gd name="connsiteX6" fmla="*/ 11512 w 52326"/>
                <a:gd name="connsiteY6" fmla="*/ 4535 h 52326"/>
                <a:gd name="connsiteX7" fmla="*/ 0 w 52326"/>
                <a:gd name="connsiteY7" fmla="*/ 26163 h 52326"/>
                <a:gd name="connsiteX8" fmla="*/ 26512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512" y="52326"/>
                  </a:moveTo>
                  <a:cubicBezTo>
                    <a:pt x="32094" y="52326"/>
                    <a:pt x="36978" y="50582"/>
                    <a:pt x="41163" y="47791"/>
                  </a:cubicBezTo>
                  <a:cubicBezTo>
                    <a:pt x="41163" y="47791"/>
                    <a:pt x="41513" y="47442"/>
                    <a:pt x="41513" y="47442"/>
                  </a:cubicBezTo>
                  <a:cubicBezTo>
                    <a:pt x="42210" y="47094"/>
                    <a:pt x="42559" y="46745"/>
                    <a:pt x="42908" y="46396"/>
                  </a:cubicBezTo>
                  <a:cubicBezTo>
                    <a:pt x="48838" y="41512"/>
                    <a:pt x="52326" y="34186"/>
                    <a:pt x="52326" y="26163"/>
                  </a:cubicBezTo>
                  <a:cubicBezTo>
                    <a:pt x="52326" y="11861"/>
                    <a:pt x="40466" y="0"/>
                    <a:pt x="26163" y="0"/>
                  </a:cubicBezTo>
                  <a:cubicBezTo>
                    <a:pt x="20582" y="0"/>
                    <a:pt x="15698" y="1744"/>
                    <a:pt x="11512" y="4535"/>
                  </a:cubicBezTo>
                  <a:cubicBezTo>
                    <a:pt x="4535" y="9070"/>
                    <a:pt x="0" y="17093"/>
                    <a:pt x="0" y="26163"/>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2146" name="Freeform: Shape 2145">
              <a:extLst>
                <a:ext uri="{FF2B5EF4-FFF2-40B4-BE49-F238E27FC236}">
                  <a16:creationId xmlns:a16="http://schemas.microsoft.com/office/drawing/2014/main" id="{66F0EB24-2BF6-DD2D-5C23-ED0DD33A68D0}"/>
                </a:ext>
              </a:extLst>
            </p:cNvPr>
            <p:cNvSpPr/>
            <p:nvPr/>
          </p:nvSpPr>
          <p:spPr>
            <a:xfrm>
              <a:off x="1098849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47" name="Freeform: Shape 2146">
              <a:extLst>
                <a:ext uri="{FF2B5EF4-FFF2-40B4-BE49-F238E27FC236}">
                  <a16:creationId xmlns:a16="http://schemas.microsoft.com/office/drawing/2014/main" id="{C38762B3-4B07-CBF7-97D6-76BEF29108F2}"/>
                </a:ext>
              </a:extLst>
            </p:cNvPr>
            <p:cNvSpPr/>
            <p:nvPr/>
          </p:nvSpPr>
          <p:spPr>
            <a:xfrm>
              <a:off x="8895450"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48" name="Freeform: Shape 2147">
              <a:extLst>
                <a:ext uri="{FF2B5EF4-FFF2-40B4-BE49-F238E27FC236}">
                  <a16:creationId xmlns:a16="http://schemas.microsoft.com/office/drawing/2014/main" id="{D6DAFC47-202F-AAB3-7E0D-C9836BC2E2FE}"/>
                </a:ext>
              </a:extLst>
            </p:cNvPr>
            <p:cNvSpPr/>
            <p:nvPr/>
          </p:nvSpPr>
          <p:spPr>
            <a:xfrm>
              <a:off x="837218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49" name="Freeform: Shape 2148">
              <a:extLst>
                <a:ext uri="{FF2B5EF4-FFF2-40B4-BE49-F238E27FC236}">
                  <a16:creationId xmlns:a16="http://schemas.microsoft.com/office/drawing/2014/main" id="{FA7107A2-751F-FBF8-5C63-CBCB1946C3A6}"/>
                </a:ext>
              </a:extLst>
            </p:cNvPr>
            <p:cNvSpPr/>
            <p:nvPr/>
          </p:nvSpPr>
          <p:spPr>
            <a:xfrm>
              <a:off x="8162884"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50" name="Freeform: Shape 2149">
              <a:extLst>
                <a:ext uri="{FF2B5EF4-FFF2-40B4-BE49-F238E27FC236}">
                  <a16:creationId xmlns:a16="http://schemas.microsoft.com/office/drawing/2014/main" id="{FAF3FEEF-70CA-A4FA-0A6F-D8033F28ADA9}"/>
                </a:ext>
              </a:extLst>
            </p:cNvPr>
            <p:cNvSpPr/>
            <p:nvPr/>
          </p:nvSpPr>
          <p:spPr>
            <a:xfrm>
              <a:off x="743031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51" name="Freeform: Shape 2150">
              <a:extLst>
                <a:ext uri="{FF2B5EF4-FFF2-40B4-BE49-F238E27FC236}">
                  <a16:creationId xmlns:a16="http://schemas.microsoft.com/office/drawing/2014/main" id="{9FA03D46-7339-B523-7116-498CC90841A2}"/>
                </a:ext>
              </a:extLst>
            </p:cNvPr>
            <p:cNvSpPr/>
            <p:nvPr/>
          </p:nvSpPr>
          <p:spPr>
            <a:xfrm>
              <a:off x="7011708"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52" name="Freeform: Shape 2151">
              <a:extLst>
                <a:ext uri="{FF2B5EF4-FFF2-40B4-BE49-F238E27FC236}">
                  <a16:creationId xmlns:a16="http://schemas.microsoft.com/office/drawing/2014/main" id="{E340A5AD-11A7-0443-58E2-F418A26BA74C}"/>
                </a:ext>
              </a:extLst>
            </p:cNvPr>
            <p:cNvSpPr/>
            <p:nvPr/>
          </p:nvSpPr>
          <p:spPr>
            <a:xfrm>
              <a:off x="690705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53" name="Freeform: Shape 2152">
              <a:extLst>
                <a:ext uri="{FF2B5EF4-FFF2-40B4-BE49-F238E27FC236}">
                  <a16:creationId xmlns:a16="http://schemas.microsoft.com/office/drawing/2014/main" id="{D1FE5276-235F-6C8C-DCBC-C1648941BBA1}"/>
                </a:ext>
              </a:extLst>
            </p:cNvPr>
            <p:cNvSpPr/>
            <p:nvPr/>
          </p:nvSpPr>
          <p:spPr>
            <a:xfrm>
              <a:off x="6697751"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54" name="Freeform: Shape 2153">
              <a:extLst>
                <a:ext uri="{FF2B5EF4-FFF2-40B4-BE49-F238E27FC236}">
                  <a16:creationId xmlns:a16="http://schemas.microsoft.com/office/drawing/2014/main" id="{597097B2-D7BE-3065-72DA-388DD811879D}"/>
                </a:ext>
              </a:extLst>
            </p:cNvPr>
            <p:cNvSpPr/>
            <p:nvPr/>
          </p:nvSpPr>
          <p:spPr>
            <a:xfrm>
              <a:off x="648844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55" name="Freeform: Shape 2154">
              <a:extLst>
                <a:ext uri="{FF2B5EF4-FFF2-40B4-BE49-F238E27FC236}">
                  <a16:creationId xmlns:a16="http://schemas.microsoft.com/office/drawing/2014/main" id="{579992B8-9C6B-44F2-7614-A939D12A3DE4}"/>
                </a:ext>
              </a:extLst>
            </p:cNvPr>
            <p:cNvSpPr/>
            <p:nvPr/>
          </p:nvSpPr>
          <p:spPr>
            <a:xfrm>
              <a:off x="6383793"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56" name="Freeform: Shape 2155">
              <a:extLst>
                <a:ext uri="{FF2B5EF4-FFF2-40B4-BE49-F238E27FC236}">
                  <a16:creationId xmlns:a16="http://schemas.microsoft.com/office/drawing/2014/main" id="{57BFF138-D224-3477-1AD4-51F315D8BDA0}"/>
                </a:ext>
              </a:extLst>
            </p:cNvPr>
            <p:cNvSpPr/>
            <p:nvPr/>
          </p:nvSpPr>
          <p:spPr>
            <a:xfrm>
              <a:off x="6383793"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57" name="Freeform: Shape 2156">
              <a:extLst>
                <a:ext uri="{FF2B5EF4-FFF2-40B4-BE49-F238E27FC236}">
                  <a16:creationId xmlns:a16="http://schemas.microsoft.com/office/drawing/2014/main" id="{FDC0514C-4C00-69DC-73EB-AD6DE092D56D}"/>
                </a:ext>
              </a:extLst>
            </p:cNvPr>
            <p:cNvSpPr/>
            <p:nvPr/>
          </p:nvSpPr>
          <p:spPr>
            <a:xfrm>
              <a:off x="6070534" y="4188078"/>
              <a:ext cx="52326" cy="52675"/>
            </a:xfrm>
            <a:custGeom>
              <a:avLst/>
              <a:gdLst>
                <a:gd name="connsiteX0" fmla="*/ 50582 w 52326"/>
                <a:gd name="connsiteY0" fmla="*/ 18140 h 52675"/>
                <a:gd name="connsiteX1" fmla="*/ 50582 w 52326"/>
                <a:gd name="connsiteY1" fmla="*/ 18140 h 52675"/>
                <a:gd name="connsiteX2" fmla="*/ 50233 w 52326"/>
                <a:gd name="connsiteY2" fmla="*/ 17093 h 52675"/>
                <a:gd name="connsiteX3" fmla="*/ 48838 w 52326"/>
                <a:gd name="connsiteY3" fmla="*/ 13605 h 52675"/>
                <a:gd name="connsiteX4" fmla="*/ 48838 w 52326"/>
                <a:gd name="connsiteY4" fmla="*/ 13605 h 52675"/>
                <a:gd name="connsiteX5" fmla="*/ 48838 w 52326"/>
                <a:gd name="connsiteY5" fmla="*/ 13605 h 52675"/>
                <a:gd name="connsiteX6" fmla="*/ 47094 w 52326"/>
                <a:gd name="connsiteY6" fmla="*/ 10814 h 52675"/>
                <a:gd name="connsiteX7" fmla="*/ 46396 w 52326"/>
                <a:gd name="connsiteY7" fmla="*/ 10116 h 52675"/>
                <a:gd name="connsiteX8" fmla="*/ 45001 w 52326"/>
                <a:gd name="connsiteY8" fmla="*/ 8372 h 52675"/>
                <a:gd name="connsiteX9" fmla="*/ 44303 w 52326"/>
                <a:gd name="connsiteY9" fmla="*/ 7675 h 52675"/>
                <a:gd name="connsiteX10" fmla="*/ 42210 w 52326"/>
                <a:gd name="connsiteY10" fmla="*/ 5582 h 52675"/>
                <a:gd name="connsiteX11" fmla="*/ 41861 w 52326"/>
                <a:gd name="connsiteY11" fmla="*/ 5233 h 52675"/>
                <a:gd name="connsiteX12" fmla="*/ 39768 w 52326"/>
                <a:gd name="connsiteY12" fmla="*/ 3837 h 52675"/>
                <a:gd name="connsiteX13" fmla="*/ 39070 w 52326"/>
                <a:gd name="connsiteY13" fmla="*/ 3488 h 52675"/>
                <a:gd name="connsiteX14" fmla="*/ 36628 w 52326"/>
                <a:gd name="connsiteY14" fmla="*/ 2442 h 52675"/>
                <a:gd name="connsiteX15" fmla="*/ 36280 w 52326"/>
                <a:gd name="connsiteY15" fmla="*/ 2093 h 52675"/>
                <a:gd name="connsiteX16" fmla="*/ 33489 w 52326"/>
                <a:gd name="connsiteY16" fmla="*/ 1047 h 52675"/>
                <a:gd name="connsiteX17" fmla="*/ 32791 w 52326"/>
                <a:gd name="connsiteY17" fmla="*/ 698 h 52675"/>
                <a:gd name="connsiteX18" fmla="*/ 30349 w 52326"/>
                <a:gd name="connsiteY18" fmla="*/ 349 h 52675"/>
                <a:gd name="connsiteX19" fmla="*/ 29303 w 52326"/>
                <a:gd name="connsiteY19" fmla="*/ 349 h 52675"/>
                <a:gd name="connsiteX20" fmla="*/ 26163 w 52326"/>
                <a:gd name="connsiteY20" fmla="*/ 0 h 52675"/>
                <a:gd name="connsiteX21" fmla="*/ 7675 w 52326"/>
                <a:gd name="connsiteY21" fmla="*/ 7675 h 52675"/>
                <a:gd name="connsiteX22" fmla="*/ 3140 w 52326"/>
                <a:gd name="connsiteY22" fmla="*/ 13605 h 52675"/>
                <a:gd name="connsiteX23" fmla="*/ 0 w 52326"/>
                <a:gd name="connsiteY23" fmla="*/ 23372 h 52675"/>
                <a:gd name="connsiteX24" fmla="*/ 0 w 52326"/>
                <a:gd name="connsiteY24" fmla="*/ 26163 h 52675"/>
                <a:gd name="connsiteX25" fmla="*/ 0 w 52326"/>
                <a:gd name="connsiteY25" fmla="*/ 28954 h 52675"/>
                <a:gd name="connsiteX26" fmla="*/ 2093 w 52326"/>
                <a:gd name="connsiteY26" fmla="*/ 36628 h 52675"/>
                <a:gd name="connsiteX27" fmla="*/ 23024 w 52326"/>
                <a:gd name="connsiteY27" fmla="*/ 52326 h 52675"/>
                <a:gd name="connsiteX28" fmla="*/ 26163 w 52326"/>
                <a:gd name="connsiteY28" fmla="*/ 52675 h 52675"/>
                <a:gd name="connsiteX29" fmla="*/ 28954 w 52326"/>
                <a:gd name="connsiteY29" fmla="*/ 52675 h 52675"/>
                <a:gd name="connsiteX30" fmla="*/ 50233 w 52326"/>
                <a:gd name="connsiteY30" fmla="*/ 36977 h 52675"/>
                <a:gd name="connsiteX31" fmla="*/ 52326 w 52326"/>
                <a:gd name="connsiteY31" fmla="*/ 29303 h 52675"/>
                <a:gd name="connsiteX32" fmla="*/ 52326 w 52326"/>
                <a:gd name="connsiteY32" fmla="*/ 26512 h 52675"/>
                <a:gd name="connsiteX33" fmla="*/ 51977 w 52326"/>
                <a:gd name="connsiteY33" fmla="*/ 23024 h 52675"/>
                <a:gd name="connsiteX34" fmla="*/ 51977 w 52326"/>
                <a:gd name="connsiteY34" fmla="*/ 22326 h 52675"/>
                <a:gd name="connsiteX35" fmla="*/ 50582 w 52326"/>
                <a:gd name="connsiteY35" fmla="*/ 18140 h 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326" h="52675">
                  <a:moveTo>
                    <a:pt x="50582" y="18140"/>
                  </a:moveTo>
                  <a:cubicBezTo>
                    <a:pt x="50582" y="18140"/>
                    <a:pt x="50582" y="18140"/>
                    <a:pt x="50582" y="18140"/>
                  </a:cubicBezTo>
                  <a:cubicBezTo>
                    <a:pt x="50582" y="17791"/>
                    <a:pt x="50233" y="17442"/>
                    <a:pt x="50233" y="17093"/>
                  </a:cubicBezTo>
                  <a:cubicBezTo>
                    <a:pt x="49884" y="16047"/>
                    <a:pt x="49187" y="14651"/>
                    <a:pt x="48838" y="13605"/>
                  </a:cubicBezTo>
                  <a:cubicBezTo>
                    <a:pt x="48838" y="13605"/>
                    <a:pt x="48838" y="13605"/>
                    <a:pt x="48838" y="13605"/>
                  </a:cubicBezTo>
                  <a:cubicBezTo>
                    <a:pt x="48838" y="13605"/>
                    <a:pt x="48838" y="13605"/>
                    <a:pt x="48838" y="13605"/>
                  </a:cubicBezTo>
                  <a:cubicBezTo>
                    <a:pt x="48489" y="12558"/>
                    <a:pt x="47792" y="11861"/>
                    <a:pt x="47094" y="10814"/>
                  </a:cubicBezTo>
                  <a:cubicBezTo>
                    <a:pt x="47094" y="10465"/>
                    <a:pt x="46745" y="10465"/>
                    <a:pt x="46396" y="10116"/>
                  </a:cubicBezTo>
                  <a:cubicBezTo>
                    <a:pt x="46047" y="9419"/>
                    <a:pt x="45349" y="8721"/>
                    <a:pt x="45001" y="8372"/>
                  </a:cubicBezTo>
                  <a:cubicBezTo>
                    <a:pt x="44652" y="8024"/>
                    <a:pt x="44652" y="8024"/>
                    <a:pt x="44303" y="7675"/>
                  </a:cubicBezTo>
                  <a:cubicBezTo>
                    <a:pt x="43605" y="6977"/>
                    <a:pt x="42908" y="6279"/>
                    <a:pt x="42210" y="5582"/>
                  </a:cubicBezTo>
                  <a:cubicBezTo>
                    <a:pt x="42210" y="5582"/>
                    <a:pt x="41861" y="5233"/>
                    <a:pt x="41861" y="5233"/>
                  </a:cubicBezTo>
                  <a:cubicBezTo>
                    <a:pt x="41163" y="4535"/>
                    <a:pt x="40466" y="4186"/>
                    <a:pt x="39768" y="3837"/>
                  </a:cubicBezTo>
                  <a:cubicBezTo>
                    <a:pt x="39419" y="3837"/>
                    <a:pt x="39419" y="3488"/>
                    <a:pt x="39070" y="3488"/>
                  </a:cubicBezTo>
                  <a:cubicBezTo>
                    <a:pt x="38373" y="3140"/>
                    <a:pt x="37675" y="2791"/>
                    <a:pt x="36628" y="2442"/>
                  </a:cubicBezTo>
                  <a:cubicBezTo>
                    <a:pt x="36628" y="2442"/>
                    <a:pt x="36280" y="2442"/>
                    <a:pt x="36280" y="2093"/>
                  </a:cubicBezTo>
                  <a:cubicBezTo>
                    <a:pt x="35233" y="1744"/>
                    <a:pt x="34187" y="1395"/>
                    <a:pt x="33489" y="1047"/>
                  </a:cubicBezTo>
                  <a:cubicBezTo>
                    <a:pt x="33140" y="1047"/>
                    <a:pt x="33140" y="1047"/>
                    <a:pt x="32791" y="698"/>
                  </a:cubicBezTo>
                  <a:cubicBezTo>
                    <a:pt x="32094" y="349"/>
                    <a:pt x="31047" y="349"/>
                    <a:pt x="30349" y="349"/>
                  </a:cubicBezTo>
                  <a:cubicBezTo>
                    <a:pt x="30001" y="349"/>
                    <a:pt x="29652" y="349"/>
                    <a:pt x="29303" y="349"/>
                  </a:cubicBezTo>
                  <a:cubicBezTo>
                    <a:pt x="28256" y="349"/>
                    <a:pt x="27210" y="0"/>
                    <a:pt x="26163" y="0"/>
                  </a:cubicBezTo>
                  <a:cubicBezTo>
                    <a:pt x="18838" y="0"/>
                    <a:pt x="12559" y="2791"/>
                    <a:pt x="7675" y="7675"/>
                  </a:cubicBezTo>
                  <a:cubicBezTo>
                    <a:pt x="5931"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047" y="34187"/>
                    <a:pt x="2093" y="36628"/>
                  </a:cubicBezTo>
                  <a:cubicBezTo>
                    <a:pt x="5582" y="45001"/>
                    <a:pt x="13605" y="51280"/>
                    <a:pt x="23024" y="52326"/>
                  </a:cubicBezTo>
                  <a:cubicBezTo>
                    <a:pt x="24070" y="52326"/>
                    <a:pt x="25117" y="52675"/>
                    <a:pt x="26163" y="52675"/>
                  </a:cubicBezTo>
                  <a:cubicBezTo>
                    <a:pt x="27210" y="52675"/>
                    <a:pt x="27907" y="52675"/>
                    <a:pt x="28954" y="52675"/>
                  </a:cubicBezTo>
                  <a:cubicBezTo>
                    <a:pt x="38722" y="51629"/>
                    <a:pt x="46745" y="45349"/>
                    <a:pt x="50233" y="36977"/>
                  </a:cubicBezTo>
                  <a:cubicBezTo>
                    <a:pt x="51280" y="34535"/>
                    <a:pt x="51977" y="32093"/>
                    <a:pt x="52326" y="29303"/>
                  </a:cubicBezTo>
                  <a:cubicBezTo>
                    <a:pt x="52326" y="28256"/>
                    <a:pt x="52326" y="27559"/>
                    <a:pt x="52326" y="26512"/>
                  </a:cubicBezTo>
                  <a:cubicBezTo>
                    <a:pt x="52326" y="25466"/>
                    <a:pt x="52326" y="24070"/>
                    <a:pt x="51977" y="23024"/>
                  </a:cubicBezTo>
                  <a:cubicBezTo>
                    <a:pt x="51977" y="22675"/>
                    <a:pt x="51977" y="22326"/>
                    <a:pt x="51977" y="22326"/>
                  </a:cubicBezTo>
                  <a:cubicBezTo>
                    <a:pt x="50931" y="20233"/>
                    <a:pt x="50931" y="19186"/>
                    <a:pt x="50582" y="18140"/>
                  </a:cubicBezTo>
                  <a:close/>
                </a:path>
              </a:pathLst>
            </a:custGeom>
            <a:grpFill/>
            <a:ln w="3488" cap="flat">
              <a:noFill/>
              <a:prstDash val="solid"/>
              <a:miter/>
            </a:ln>
          </p:spPr>
          <p:txBody>
            <a:bodyPr rtlCol="0" anchor="ctr"/>
            <a:lstStyle/>
            <a:p>
              <a:endParaRPr lang="en-ID"/>
            </a:p>
          </p:txBody>
        </p:sp>
        <p:sp>
          <p:nvSpPr>
            <p:cNvPr id="2158" name="Freeform: Shape 2157">
              <a:extLst>
                <a:ext uri="{FF2B5EF4-FFF2-40B4-BE49-F238E27FC236}">
                  <a16:creationId xmlns:a16="http://schemas.microsoft.com/office/drawing/2014/main" id="{3B9A478C-3E9C-8451-A8A4-F29D905A5AC2}"/>
                </a:ext>
              </a:extLst>
            </p:cNvPr>
            <p:cNvSpPr/>
            <p:nvPr/>
          </p:nvSpPr>
          <p:spPr>
            <a:xfrm>
              <a:off x="9104057" y="2513291"/>
              <a:ext cx="53023" cy="52326"/>
            </a:xfrm>
            <a:custGeom>
              <a:avLst/>
              <a:gdLst>
                <a:gd name="connsiteX0" fmla="*/ 12209 w 53023"/>
                <a:gd name="connsiteY0" fmla="*/ 47791 h 52326"/>
                <a:gd name="connsiteX1" fmla="*/ 26861 w 53023"/>
                <a:gd name="connsiteY1" fmla="*/ 52326 h 52326"/>
                <a:gd name="connsiteX2" fmla="*/ 26861 w 53023"/>
                <a:gd name="connsiteY2" fmla="*/ 52326 h 52326"/>
                <a:gd name="connsiteX3" fmla="*/ 41512 w 53023"/>
                <a:gd name="connsiteY3" fmla="*/ 47791 h 52326"/>
                <a:gd name="connsiteX4" fmla="*/ 53024 w 53023"/>
                <a:gd name="connsiteY4" fmla="*/ 26163 h 52326"/>
                <a:gd name="connsiteX5" fmla="*/ 53024 w 53023"/>
                <a:gd name="connsiteY5" fmla="*/ 26163 h 52326"/>
                <a:gd name="connsiteX6" fmla="*/ 52675 w 53023"/>
                <a:gd name="connsiteY6" fmla="*/ 23024 h 52326"/>
                <a:gd name="connsiteX7" fmla="*/ 49884 w 53023"/>
                <a:gd name="connsiteY7" fmla="*/ 13605 h 52326"/>
                <a:gd name="connsiteX8" fmla="*/ 47791 w 53023"/>
                <a:gd name="connsiteY8" fmla="*/ 10465 h 52326"/>
                <a:gd name="connsiteX9" fmla="*/ 36977 w 53023"/>
                <a:gd name="connsiteY9" fmla="*/ 2093 h 52326"/>
                <a:gd name="connsiteX10" fmla="*/ 30000 w 53023"/>
                <a:gd name="connsiteY10" fmla="*/ 349 h 52326"/>
                <a:gd name="connsiteX11" fmla="*/ 26511 w 53023"/>
                <a:gd name="connsiteY11" fmla="*/ 0 h 52326"/>
                <a:gd name="connsiteX12" fmla="*/ 26511 w 53023"/>
                <a:gd name="connsiteY12" fmla="*/ 0 h 52326"/>
                <a:gd name="connsiteX13" fmla="*/ 23721 w 53023"/>
                <a:gd name="connsiteY13" fmla="*/ 0 h 52326"/>
                <a:gd name="connsiteX14" fmla="*/ 4535 w 53023"/>
                <a:gd name="connsiteY14" fmla="*/ 11512 h 52326"/>
                <a:gd name="connsiteX15" fmla="*/ 3139 w 53023"/>
                <a:gd name="connsiteY15" fmla="*/ 13605 h 52326"/>
                <a:gd name="connsiteX16" fmla="*/ 0 w 53023"/>
                <a:gd name="connsiteY16" fmla="*/ 23372 h 52326"/>
                <a:gd name="connsiteX17" fmla="*/ 0 w 53023"/>
                <a:gd name="connsiteY17" fmla="*/ 26163 h 52326"/>
                <a:gd name="connsiteX18" fmla="*/ 12209 w 53023"/>
                <a:gd name="connsiteY18" fmla="*/ 4779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23" h="52326">
                  <a:moveTo>
                    <a:pt x="12209" y="47791"/>
                  </a:moveTo>
                  <a:cubicBezTo>
                    <a:pt x="16395" y="50582"/>
                    <a:pt x="21279" y="52326"/>
                    <a:pt x="26861" y="52326"/>
                  </a:cubicBezTo>
                  <a:lnTo>
                    <a:pt x="26861" y="52326"/>
                  </a:lnTo>
                  <a:cubicBezTo>
                    <a:pt x="32442" y="52326"/>
                    <a:pt x="37326" y="50582"/>
                    <a:pt x="41512" y="47791"/>
                  </a:cubicBezTo>
                  <a:cubicBezTo>
                    <a:pt x="48489" y="43256"/>
                    <a:pt x="53024" y="35233"/>
                    <a:pt x="53024" y="26163"/>
                  </a:cubicBezTo>
                  <a:lnTo>
                    <a:pt x="53024" y="26163"/>
                  </a:lnTo>
                  <a:cubicBezTo>
                    <a:pt x="53024" y="25117"/>
                    <a:pt x="53024" y="24070"/>
                    <a:pt x="52675" y="23024"/>
                  </a:cubicBezTo>
                  <a:cubicBezTo>
                    <a:pt x="52326" y="19535"/>
                    <a:pt x="51279" y="16396"/>
                    <a:pt x="49884" y="13605"/>
                  </a:cubicBezTo>
                  <a:cubicBezTo>
                    <a:pt x="49186" y="12558"/>
                    <a:pt x="48489" y="11512"/>
                    <a:pt x="47791" y="10465"/>
                  </a:cubicBezTo>
                  <a:cubicBezTo>
                    <a:pt x="45000" y="6628"/>
                    <a:pt x="41512" y="3837"/>
                    <a:pt x="36977" y="2093"/>
                  </a:cubicBezTo>
                  <a:cubicBezTo>
                    <a:pt x="34884" y="1046"/>
                    <a:pt x="32442" y="698"/>
                    <a:pt x="30000" y="349"/>
                  </a:cubicBezTo>
                  <a:cubicBezTo>
                    <a:pt x="28954" y="349"/>
                    <a:pt x="27558" y="0"/>
                    <a:pt x="26511" y="0"/>
                  </a:cubicBezTo>
                  <a:lnTo>
                    <a:pt x="26511" y="0"/>
                  </a:lnTo>
                  <a:cubicBezTo>
                    <a:pt x="25466" y="0"/>
                    <a:pt x="24767" y="0"/>
                    <a:pt x="23721" y="0"/>
                  </a:cubicBezTo>
                  <a:cubicBezTo>
                    <a:pt x="15698" y="698"/>
                    <a:pt x="9069" y="5233"/>
                    <a:pt x="4535" y="11512"/>
                  </a:cubicBezTo>
                  <a:cubicBezTo>
                    <a:pt x="4186" y="12209"/>
                    <a:pt x="3488" y="12907"/>
                    <a:pt x="3139" y="13605"/>
                  </a:cubicBezTo>
                  <a:cubicBezTo>
                    <a:pt x="1395" y="16744"/>
                    <a:pt x="348" y="19884"/>
                    <a:pt x="0" y="23372"/>
                  </a:cubicBezTo>
                  <a:cubicBezTo>
                    <a:pt x="0" y="24419"/>
                    <a:pt x="0" y="25117"/>
                    <a:pt x="0" y="26163"/>
                  </a:cubicBezTo>
                  <a:cubicBezTo>
                    <a:pt x="698" y="35233"/>
                    <a:pt x="5233" y="43256"/>
                    <a:pt x="12209" y="47791"/>
                  </a:cubicBezTo>
                  <a:close/>
                </a:path>
              </a:pathLst>
            </a:custGeom>
            <a:grpFill/>
            <a:ln w="3488" cap="flat">
              <a:noFill/>
              <a:prstDash val="solid"/>
              <a:miter/>
            </a:ln>
          </p:spPr>
          <p:txBody>
            <a:bodyPr rtlCol="0" anchor="ctr"/>
            <a:lstStyle/>
            <a:p>
              <a:endParaRPr lang="en-ID"/>
            </a:p>
          </p:txBody>
        </p:sp>
        <p:sp>
          <p:nvSpPr>
            <p:cNvPr id="2159" name="Freeform: Shape 2158">
              <a:extLst>
                <a:ext uri="{FF2B5EF4-FFF2-40B4-BE49-F238E27FC236}">
                  <a16:creationId xmlns:a16="http://schemas.microsoft.com/office/drawing/2014/main" id="{92BFF84C-3FB8-695A-E565-48DEEDC44ABB}"/>
                </a:ext>
              </a:extLst>
            </p:cNvPr>
            <p:cNvSpPr/>
            <p:nvPr/>
          </p:nvSpPr>
          <p:spPr>
            <a:xfrm>
              <a:off x="9314060" y="4292381"/>
              <a:ext cx="52326" cy="52326"/>
            </a:xfrm>
            <a:custGeom>
              <a:avLst/>
              <a:gdLst>
                <a:gd name="connsiteX0" fmla="*/ 26163 w 52326"/>
                <a:gd name="connsiteY0" fmla="*/ 0 h 52326"/>
                <a:gd name="connsiteX1" fmla="*/ 26163 w 52326"/>
                <a:gd name="connsiteY1" fmla="*/ 0 h 52326"/>
                <a:gd name="connsiteX2" fmla="*/ 22675 w 52326"/>
                <a:gd name="connsiteY2" fmla="*/ 349 h 52326"/>
                <a:gd name="connsiteX3" fmla="*/ 16047 w 52326"/>
                <a:gd name="connsiteY3" fmla="*/ 2093 h 52326"/>
                <a:gd name="connsiteX4" fmla="*/ 7674 w 52326"/>
                <a:gd name="connsiteY4" fmla="*/ 7675 h 52326"/>
                <a:gd name="connsiteX5" fmla="*/ 0 w 52326"/>
                <a:gd name="connsiteY5" fmla="*/ 26163 h 52326"/>
                <a:gd name="connsiteX6" fmla="*/ 26163 w 52326"/>
                <a:gd name="connsiteY6" fmla="*/ 52326 h 52326"/>
                <a:gd name="connsiteX7" fmla="*/ 36628 w 52326"/>
                <a:gd name="connsiteY7" fmla="*/ 50233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5116" y="0"/>
                    <a:pt x="23721" y="0"/>
                    <a:pt x="22675" y="349"/>
                  </a:cubicBezTo>
                  <a:cubicBezTo>
                    <a:pt x="20233" y="698"/>
                    <a:pt x="18140" y="1395"/>
                    <a:pt x="16047" y="2093"/>
                  </a:cubicBezTo>
                  <a:cubicBezTo>
                    <a:pt x="12907" y="3488"/>
                    <a:pt x="10116" y="5233"/>
                    <a:pt x="7674" y="7675"/>
                  </a:cubicBezTo>
                  <a:cubicBezTo>
                    <a:pt x="2791" y="12558"/>
                    <a:pt x="0" y="18838"/>
                    <a:pt x="0" y="26163"/>
                  </a:cubicBezTo>
                  <a:cubicBezTo>
                    <a:pt x="0" y="40465"/>
                    <a:pt x="11860" y="52326"/>
                    <a:pt x="26163" y="52326"/>
                  </a:cubicBezTo>
                  <a:cubicBezTo>
                    <a:pt x="30001" y="52326"/>
                    <a:pt x="33489" y="51628"/>
                    <a:pt x="36628" y="50233"/>
                  </a:cubicBezTo>
                  <a:cubicBezTo>
                    <a:pt x="45699" y="46047"/>
                    <a:pt x="52326" y="3697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60" name="Freeform: Shape 2159">
              <a:extLst>
                <a:ext uri="{FF2B5EF4-FFF2-40B4-BE49-F238E27FC236}">
                  <a16:creationId xmlns:a16="http://schemas.microsoft.com/office/drawing/2014/main" id="{678E362A-3EC5-6636-5A71-A409E406142D}"/>
                </a:ext>
              </a:extLst>
            </p:cNvPr>
            <p:cNvSpPr/>
            <p:nvPr/>
          </p:nvSpPr>
          <p:spPr>
            <a:xfrm>
              <a:off x="9314397" y="3978424"/>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2161" name="Freeform: Shape 2160">
              <a:extLst>
                <a:ext uri="{FF2B5EF4-FFF2-40B4-BE49-F238E27FC236}">
                  <a16:creationId xmlns:a16="http://schemas.microsoft.com/office/drawing/2014/main" id="{B7E8AA4B-D393-915C-333D-01DA33BAE6C5}"/>
                </a:ext>
              </a:extLst>
            </p:cNvPr>
            <p:cNvSpPr/>
            <p:nvPr/>
          </p:nvSpPr>
          <p:spPr>
            <a:xfrm>
              <a:off x="11197802" y="5338905"/>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3139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3139" y="13605"/>
                    <a:pt x="3139" y="13954"/>
                    <a:pt x="3139" y="13954"/>
                  </a:cubicBezTo>
                  <a:cubicBezTo>
                    <a:pt x="2791" y="14651"/>
                    <a:pt x="2442" y="15349"/>
                    <a:pt x="2093" y="16047"/>
                  </a:cubicBezTo>
                  <a:cubicBezTo>
                    <a:pt x="698" y="19186"/>
                    <a:pt x="0" y="22675"/>
                    <a:pt x="0" y="26163"/>
                  </a:cubicBezTo>
                  <a:cubicBezTo>
                    <a:pt x="0" y="40465"/>
                    <a:pt x="11860" y="52326"/>
                    <a:pt x="26163" y="52326"/>
                  </a:cubicBez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62" name="Freeform: Shape 2161">
              <a:extLst>
                <a:ext uri="{FF2B5EF4-FFF2-40B4-BE49-F238E27FC236}">
                  <a16:creationId xmlns:a16="http://schemas.microsoft.com/office/drawing/2014/main" id="{5B80D2E9-10CE-114E-6A32-9AD5952E2322}"/>
                </a:ext>
              </a:extLst>
            </p:cNvPr>
            <p:cNvSpPr/>
            <p:nvPr/>
          </p:nvSpPr>
          <p:spPr>
            <a:xfrm>
              <a:off x="8162884"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63" name="Freeform: Shape 2162">
              <a:extLst>
                <a:ext uri="{FF2B5EF4-FFF2-40B4-BE49-F238E27FC236}">
                  <a16:creationId xmlns:a16="http://schemas.microsoft.com/office/drawing/2014/main" id="{FA72EADB-B16A-AECD-B8AB-334A4D6C32C0}"/>
                </a:ext>
              </a:extLst>
            </p:cNvPr>
            <p:cNvSpPr/>
            <p:nvPr/>
          </p:nvSpPr>
          <p:spPr>
            <a:xfrm>
              <a:off x="1213967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64" name="Freeform: Shape 2163">
              <a:extLst>
                <a:ext uri="{FF2B5EF4-FFF2-40B4-BE49-F238E27FC236}">
                  <a16:creationId xmlns:a16="http://schemas.microsoft.com/office/drawing/2014/main" id="{DA860902-E9AB-67C1-86B3-2B059B600DD8}"/>
                </a:ext>
              </a:extLst>
            </p:cNvPr>
            <p:cNvSpPr/>
            <p:nvPr/>
          </p:nvSpPr>
          <p:spPr>
            <a:xfrm>
              <a:off x="10674540" y="4187729"/>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65" name="Freeform: Shape 2164">
              <a:extLst>
                <a:ext uri="{FF2B5EF4-FFF2-40B4-BE49-F238E27FC236}">
                  <a16:creationId xmlns:a16="http://schemas.microsoft.com/office/drawing/2014/main" id="{28829007-C157-1EA3-D5EA-D2FA0A96A673}"/>
                </a:ext>
              </a:extLst>
            </p:cNvPr>
            <p:cNvSpPr/>
            <p:nvPr/>
          </p:nvSpPr>
          <p:spPr>
            <a:xfrm>
              <a:off x="11930369" y="5338905"/>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66" name="Freeform: Shape 2165">
              <a:extLst>
                <a:ext uri="{FF2B5EF4-FFF2-40B4-BE49-F238E27FC236}">
                  <a16:creationId xmlns:a16="http://schemas.microsoft.com/office/drawing/2014/main" id="{F1BDBC58-78C3-1026-781C-E389B4EBF26B}"/>
                </a:ext>
              </a:extLst>
            </p:cNvPr>
            <p:cNvSpPr/>
            <p:nvPr/>
          </p:nvSpPr>
          <p:spPr>
            <a:xfrm>
              <a:off x="1151175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67" name="Freeform: Shape 2166">
              <a:extLst>
                <a:ext uri="{FF2B5EF4-FFF2-40B4-BE49-F238E27FC236}">
                  <a16:creationId xmlns:a16="http://schemas.microsoft.com/office/drawing/2014/main" id="{4781E776-B0D3-7357-FBA5-9C63AED57360}"/>
                </a:ext>
              </a:extLst>
            </p:cNvPr>
            <p:cNvSpPr/>
            <p:nvPr/>
          </p:nvSpPr>
          <p:spPr>
            <a:xfrm>
              <a:off x="11197802" y="3036553"/>
              <a:ext cx="52326" cy="52326"/>
            </a:xfrm>
            <a:custGeom>
              <a:avLst/>
              <a:gdLst>
                <a:gd name="connsiteX0" fmla="*/ 18489 w 52326"/>
                <a:gd name="connsiteY0" fmla="*/ 51280 h 52326"/>
                <a:gd name="connsiteX1" fmla="*/ 22325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5" y="51977"/>
                  </a:cubicBezTo>
                  <a:cubicBezTo>
                    <a:pt x="23721" y="52326"/>
                    <a:pt x="24768" y="52326"/>
                    <a:pt x="26163" y="52326"/>
                  </a:cubicBez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2168" name="Freeform: Shape 2167">
              <a:extLst>
                <a:ext uri="{FF2B5EF4-FFF2-40B4-BE49-F238E27FC236}">
                  <a16:creationId xmlns:a16="http://schemas.microsoft.com/office/drawing/2014/main" id="{D6C12BE7-9E8C-2472-73CF-69AF2F28948E}"/>
                </a:ext>
              </a:extLst>
            </p:cNvPr>
            <p:cNvSpPr/>
            <p:nvPr/>
          </p:nvSpPr>
          <p:spPr>
            <a:xfrm>
              <a:off x="1119780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69" name="Freeform: Shape 2168">
              <a:extLst>
                <a:ext uri="{FF2B5EF4-FFF2-40B4-BE49-F238E27FC236}">
                  <a16:creationId xmlns:a16="http://schemas.microsoft.com/office/drawing/2014/main" id="{667FA94D-762B-CE7C-6AB0-5786A0B651DF}"/>
                </a:ext>
              </a:extLst>
            </p:cNvPr>
            <p:cNvSpPr/>
            <p:nvPr/>
          </p:nvSpPr>
          <p:spPr>
            <a:xfrm>
              <a:off x="931406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70" name="Freeform: Shape 2169">
              <a:extLst>
                <a:ext uri="{FF2B5EF4-FFF2-40B4-BE49-F238E27FC236}">
                  <a16:creationId xmlns:a16="http://schemas.microsoft.com/office/drawing/2014/main" id="{4DDFDDE8-526C-B1A3-44E3-E54821DEEECA}"/>
                </a:ext>
              </a:extLst>
            </p:cNvPr>
            <p:cNvSpPr/>
            <p:nvPr/>
          </p:nvSpPr>
          <p:spPr>
            <a:xfrm rot="21046898">
              <a:off x="8581643" y="376900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2171" name="Freeform: Shape 2170">
              <a:extLst>
                <a:ext uri="{FF2B5EF4-FFF2-40B4-BE49-F238E27FC236}">
                  <a16:creationId xmlns:a16="http://schemas.microsoft.com/office/drawing/2014/main" id="{2E8037E2-0372-B949-6399-ED2D4857A968}"/>
                </a:ext>
              </a:extLst>
            </p:cNvPr>
            <p:cNvSpPr/>
            <p:nvPr/>
          </p:nvSpPr>
          <p:spPr>
            <a:xfrm>
              <a:off x="7744274" y="3978773"/>
              <a:ext cx="52326" cy="52326"/>
            </a:xfrm>
            <a:custGeom>
              <a:avLst/>
              <a:gdLst>
                <a:gd name="connsiteX0" fmla="*/ 40814 w 52326"/>
                <a:gd name="connsiteY0" fmla="*/ 4186 h 52326"/>
                <a:gd name="connsiteX1" fmla="*/ 37675 w 52326"/>
                <a:gd name="connsiteY1" fmla="*/ 2442 h 52326"/>
                <a:gd name="connsiteX2" fmla="*/ 33837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2" y="3140"/>
                    <a:pt x="37675" y="2442"/>
                  </a:cubicBezTo>
                  <a:cubicBezTo>
                    <a:pt x="36279" y="1744"/>
                    <a:pt x="35233" y="1395"/>
                    <a:pt x="33837" y="1047"/>
                  </a:cubicBezTo>
                  <a:cubicBezTo>
                    <a:pt x="31396" y="349"/>
                    <a:pt x="2860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2172" name="Freeform: Shape 2171">
              <a:extLst>
                <a:ext uri="{FF2B5EF4-FFF2-40B4-BE49-F238E27FC236}">
                  <a16:creationId xmlns:a16="http://schemas.microsoft.com/office/drawing/2014/main" id="{ACB94177-5BB3-7A5C-CAD7-BC114D04F216}"/>
                </a:ext>
              </a:extLst>
            </p:cNvPr>
            <p:cNvSpPr/>
            <p:nvPr/>
          </p:nvSpPr>
          <p:spPr>
            <a:xfrm>
              <a:off x="701170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73" name="Freeform: Shape 2172">
              <a:extLst>
                <a:ext uri="{FF2B5EF4-FFF2-40B4-BE49-F238E27FC236}">
                  <a16:creationId xmlns:a16="http://schemas.microsoft.com/office/drawing/2014/main" id="{5DA16C28-C5E7-17A6-C56F-17D6B08BAB2D}"/>
                </a:ext>
              </a:extLst>
            </p:cNvPr>
            <p:cNvSpPr/>
            <p:nvPr/>
          </p:nvSpPr>
          <p:spPr>
            <a:xfrm>
              <a:off x="680240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74" name="Freeform: Shape 2173">
              <a:extLst>
                <a:ext uri="{FF2B5EF4-FFF2-40B4-BE49-F238E27FC236}">
                  <a16:creationId xmlns:a16="http://schemas.microsoft.com/office/drawing/2014/main" id="{A255ECCB-6BA4-E1F6-C879-0AC926C54DF3}"/>
                </a:ext>
              </a:extLst>
            </p:cNvPr>
            <p:cNvSpPr/>
            <p:nvPr/>
          </p:nvSpPr>
          <p:spPr>
            <a:xfrm>
              <a:off x="6069836" y="3873772"/>
              <a:ext cx="52326" cy="52674"/>
            </a:xfrm>
            <a:custGeom>
              <a:avLst/>
              <a:gdLst>
                <a:gd name="connsiteX0" fmla="*/ 52326 w 52326"/>
                <a:gd name="connsiteY0" fmla="*/ 23372 h 52674"/>
                <a:gd name="connsiteX1" fmla="*/ 49187 w 52326"/>
                <a:gd name="connsiteY1" fmla="*/ 13605 h 52674"/>
                <a:gd name="connsiteX2" fmla="*/ 38721 w 52326"/>
                <a:gd name="connsiteY2" fmla="*/ 3140 h 52674"/>
                <a:gd name="connsiteX3" fmla="*/ 28954 w 52326"/>
                <a:gd name="connsiteY3" fmla="*/ 0 h 52674"/>
                <a:gd name="connsiteX4" fmla="*/ 26163 w 52326"/>
                <a:gd name="connsiteY4" fmla="*/ 0 h 52674"/>
                <a:gd name="connsiteX5" fmla="*/ 7674 w 52326"/>
                <a:gd name="connsiteY5" fmla="*/ 7675 h 52674"/>
                <a:gd name="connsiteX6" fmla="*/ 3140 w 52326"/>
                <a:gd name="connsiteY6" fmla="*/ 13605 h 52674"/>
                <a:gd name="connsiteX7" fmla="*/ 0 w 52326"/>
                <a:gd name="connsiteY7" fmla="*/ 23372 h 52674"/>
                <a:gd name="connsiteX8" fmla="*/ 0 w 52326"/>
                <a:gd name="connsiteY8" fmla="*/ 26163 h 52674"/>
                <a:gd name="connsiteX9" fmla="*/ 0 w 52326"/>
                <a:gd name="connsiteY9" fmla="*/ 28954 h 52674"/>
                <a:gd name="connsiteX10" fmla="*/ 2093 w 52326"/>
                <a:gd name="connsiteY10" fmla="*/ 36628 h 52674"/>
                <a:gd name="connsiteX11" fmla="*/ 23023 w 52326"/>
                <a:gd name="connsiteY11" fmla="*/ 52326 h 52674"/>
                <a:gd name="connsiteX12" fmla="*/ 26163 w 52326"/>
                <a:gd name="connsiteY12" fmla="*/ 52675 h 52674"/>
                <a:gd name="connsiteX13" fmla="*/ 28954 w 52326"/>
                <a:gd name="connsiteY13" fmla="*/ 52675 h 52674"/>
                <a:gd name="connsiteX14" fmla="*/ 50233 w 52326"/>
                <a:gd name="connsiteY14" fmla="*/ 36977 h 52674"/>
                <a:gd name="connsiteX15" fmla="*/ 52326 w 52326"/>
                <a:gd name="connsiteY15" fmla="*/ 29303 h 52674"/>
                <a:gd name="connsiteX16" fmla="*/ 52326 w 52326"/>
                <a:gd name="connsiteY16" fmla="*/ 26512 h 52674"/>
                <a:gd name="connsiteX17" fmla="*/ 52326 w 52326"/>
                <a:gd name="connsiteY17" fmla="*/ 23372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326" h="52674">
                  <a:moveTo>
                    <a:pt x="52326" y="23372"/>
                  </a:moveTo>
                  <a:cubicBezTo>
                    <a:pt x="51977" y="19884"/>
                    <a:pt x="50931" y="16396"/>
                    <a:pt x="49187" y="13605"/>
                  </a:cubicBezTo>
                  <a:cubicBezTo>
                    <a:pt x="46745" y="9070"/>
                    <a:pt x="43256" y="5581"/>
                    <a:pt x="38721" y="3140"/>
                  </a:cubicBezTo>
                  <a:cubicBezTo>
                    <a:pt x="35582" y="1395"/>
                    <a:pt x="32442" y="349"/>
                    <a:pt x="28954" y="0"/>
                  </a:cubicBezTo>
                  <a:cubicBezTo>
                    <a:pt x="27907" y="0"/>
                    <a:pt x="27210" y="0"/>
                    <a:pt x="26163" y="0"/>
                  </a:cubicBezTo>
                  <a:cubicBezTo>
                    <a:pt x="18838" y="0"/>
                    <a:pt x="12558" y="2791"/>
                    <a:pt x="7674" y="7675"/>
                  </a:cubicBezTo>
                  <a:cubicBezTo>
                    <a:pt x="5930" y="9419"/>
                    <a:pt x="4535" y="11512"/>
                    <a:pt x="3140" y="13605"/>
                  </a:cubicBezTo>
                  <a:cubicBezTo>
                    <a:pt x="1395" y="16744"/>
                    <a:pt x="349" y="19884"/>
                    <a:pt x="0" y="23372"/>
                  </a:cubicBezTo>
                  <a:cubicBezTo>
                    <a:pt x="0" y="24419"/>
                    <a:pt x="0" y="25117"/>
                    <a:pt x="0" y="26163"/>
                  </a:cubicBezTo>
                  <a:cubicBezTo>
                    <a:pt x="0" y="27210"/>
                    <a:pt x="0" y="27907"/>
                    <a:pt x="0" y="28954"/>
                  </a:cubicBezTo>
                  <a:cubicBezTo>
                    <a:pt x="349" y="31744"/>
                    <a:pt x="1047" y="34186"/>
                    <a:pt x="2093" y="36628"/>
                  </a:cubicBezTo>
                  <a:cubicBezTo>
                    <a:pt x="5581" y="45001"/>
                    <a:pt x="13605" y="51280"/>
                    <a:pt x="23023" y="52326"/>
                  </a:cubicBezTo>
                  <a:cubicBezTo>
                    <a:pt x="24070" y="52326"/>
                    <a:pt x="25116" y="52675"/>
                    <a:pt x="26163" y="52675"/>
                  </a:cubicBezTo>
                  <a:cubicBezTo>
                    <a:pt x="27210" y="52675"/>
                    <a:pt x="27907" y="52675"/>
                    <a:pt x="28954" y="52675"/>
                  </a:cubicBezTo>
                  <a:cubicBezTo>
                    <a:pt x="38721" y="51628"/>
                    <a:pt x="46745" y="45349"/>
                    <a:pt x="50233" y="36977"/>
                  </a:cubicBezTo>
                  <a:cubicBezTo>
                    <a:pt x="51279" y="34535"/>
                    <a:pt x="51977" y="32093"/>
                    <a:pt x="52326" y="29303"/>
                  </a:cubicBezTo>
                  <a:cubicBezTo>
                    <a:pt x="52326" y="28256"/>
                    <a:pt x="52326" y="27559"/>
                    <a:pt x="52326" y="26512"/>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2175" name="Freeform: Shape 2174">
              <a:extLst>
                <a:ext uri="{FF2B5EF4-FFF2-40B4-BE49-F238E27FC236}">
                  <a16:creationId xmlns:a16="http://schemas.microsoft.com/office/drawing/2014/main" id="{AE46C5A1-5940-498A-1336-021BAA5748CC}"/>
                </a:ext>
              </a:extLst>
            </p:cNvPr>
            <p:cNvSpPr/>
            <p:nvPr/>
          </p:nvSpPr>
          <p:spPr>
            <a:xfrm>
              <a:off x="6069836" y="3664467"/>
              <a:ext cx="51977" cy="52326"/>
            </a:xfrm>
            <a:custGeom>
              <a:avLst/>
              <a:gdLst>
                <a:gd name="connsiteX0" fmla="*/ 38721 w 51977"/>
                <a:gd name="connsiteY0" fmla="*/ 3140 h 52326"/>
                <a:gd name="connsiteX1" fmla="*/ 28954 w 51977"/>
                <a:gd name="connsiteY1" fmla="*/ 0 h 52326"/>
                <a:gd name="connsiteX2" fmla="*/ 26163 w 51977"/>
                <a:gd name="connsiteY2" fmla="*/ 0 h 52326"/>
                <a:gd name="connsiteX3" fmla="*/ 22675 w 51977"/>
                <a:gd name="connsiteY3" fmla="*/ 349 h 52326"/>
                <a:gd name="connsiteX4" fmla="*/ 21977 w 51977"/>
                <a:gd name="connsiteY4" fmla="*/ 349 h 52326"/>
                <a:gd name="connsiteX5" fmla="*/ 15000 w 51977"/>
                <a:gd name="connsiteY5" fmla="*/ 2442 h 52326"/>
                <a:gd name="connsiteX6" fmla="*/ 14302 w 51977"/>
                <a:gd name="connsiteY6" fmla="*/ 2791 h 52326"/>
                <a:gd name="connsiteX7" fmla="*/ 11163 w 51977"/>
                <a:gd name="connsiteY7" fmla="*/ 4535 h 52326"/>
                <a:gd name="connsiteX8" fmla="*/ 10814 w 51977"/>
                <a:gd name="connsiteY8" fmla="*/ 4884 h 52326"/>
                <a:gd name="connsiteX9" fmla="*/ 8372 w 51977"/>
                <a:gd name="connsiteY9" fmla="*/ 6977 h 52326"/>
                <a:gd name="connsiteX10" fmla="*/ 8024 w 51977"/>
                <a:gd name="connsiteY10" fmla="*/ 7326 h 52326"/>
                <a:gd name="connsiteX11" fmla="*/ 5581 w 51977"/>
                <a:gd name="connsiteY11" fmla="*/ 10116 h 52326"/>
                <a:gd name="connsiteX12" fmla="*/ 5233 w 51977"/>
                <a:gd name="connsiteY12" fmla="*/ 10814 h 52326"/>
                <a:gd name="connsiteX13" fmla="*/ 3488 w 51977"/>
                <a:gd name="connsiteY13" fmla="*/ 13954 h 52326"/>
                <a:gd name="connsiteX14" fmla="*/ 3140 w 51977"/>
                <a:gd name="connsiteY14" fmla="*/ 14302 h 52326"/>
                <a:gd name="connsiteX15" fmla="*/ 1744 w 51977"/>
                <a:gd name="connsiteY15" fmla="*/ 17442 h 52326"/>
                <a:gd name="connsiteX16" fmla="*/ 1395 w 51977"/>
                <a:gd name="connsiteY16" fmla="*/ 18140 h 52326"/>
                <a:gd name="connsiteX17" fmla="*/ 349 w 51977"/>
                <a:gd name="connsiteY17" fmla="*/ 21628 h 52326"/>
                <a:gd name="connsiteX18" fmla="*/ 349 w 51977"/>
                <a:gd name="connsiteY18" fmla="*/ 22326 h 52326"/>
                <a:gd name="connsiteX19" fmla="*/ 0 w 51977"/>
                <a:gd name="connsiteY19" fmla="*/ 26163 h 52326"/>
                <a:gd name="connsiteX20" fmla="*/ 0 w 51977"/>
                <a:gd name="connsiteY20" fmla="*/ 26163 h 52326"/>
                <a:gd name="connsiteX21" fmla="*/ 26163 w 51977"/>
                <a:gd name="connsiteY21" fmla="*/ 52326 h 52326"/>
                <a:gd name="connsiteX22" fmla="*/ 31396 w 51977"/>
                <a:gd name="connsiteY22" fmla="*/ 51628 h 52326"/>
                <a:gd name="connsiteX23" fmla="*/ 33837 w 51977"/>
                <a:gd name="connsiteY23" fmla="*/ 50931 h 52326"/>
                <a:gd name="connsiteX24" fmla="*/ 34535 w 51977"/>
                <a:gd name="connsiteY24" fmla="*/ 50582 h 52326"/>
                <a:gd name="connsiteX25" fmla="*/ 36280 w 51977"/>
                <a:gd name="connsiteY25" fmla="*/ 49884 h 52326"/>
                <a:gd name="connsiteX26" fmla="*/ 36977 w 51977"/>
                <a:gd name="connsiteY26" fmla="*/ 49535 h 52326"/>
                <a:gd name="connsiteX27" fmla="*/ 38373 w 51977"/>
                <a:gd name="connsiteY27" fmla="*/ 48838 h 52326"/>
                <a:gd name="connsiteX28" fmla="*/ 39070 w 51977"/>
                <a:gd name="connsiteY28" fmla="*/ 48489 h 52326"/>
                <a:gd name="connsiteX29" fmla="*/ 40465 w 51977"/>
                <a:gd name="connsiteY29" fmla="*/ 47791 h 52326"/>
                <a:gd name="connsiteX30" fmla="*/ 41163 w 51977"/>
                <a:gd name="connsiteY30" fmla="*/ 47442 h 52326"/>
                <a:gd name="connsiteX31" fmla="*/ 42210 w 51977"/>
                <a:gd name="connsiteY31" fmla="*/ 46396 h 52326"/>
                <a:gd name="connsiteX32" fmla="*/ 42908 w 51977"/>
                <a:gd name="connsiteY32" fmla="*/ 45698 h 52326"/>
                <a:gd name="connsiteX33" fmla="*/ 43954 w 51977"/>
                <a:gd name="connsiteY33" fmla="*/ 44652 h 52326"/>
                <a:gd name="connsiteX34" fmla="*/ 44652 w 51977"/>
                <a:gd name="connsiteY34" fmla="*/ 44303 h 52326"/>
                <a:gd name="connsiteX35" fmla="*/ 47791 w 51977"/>
                <a:gd name="connsiteY35" fmla="*/ 40814 h 52326"/>
                <a:gd name="connsiteX36" fmla="*/ 48140 w 51977"/>
                <a:gd name="connsiteY36" fmla="*/ 40117 h 52326"/>
                <a:gd name="connsiteX37" fmla="*/ 48838 w 51977"/>
                <a:gd name="connsiteY37" fmla="*/ 38721 h 52326"/>
                <a:gd name="connsiteX38" fmla="*/ 49187 w 51977"/>
                <a:gd name="connsiteY38" fmla="*/ 38024 h 52326"/>
                <a:gd name="connsiteX39" fmla="*/ 49884 w 51977"/>
                <a:gd name="connsiteY39" fmla="*/ 36628 h 52326"/>
                <a:gd name="connsiteX40" fmla="*/ 50233 w 51977"/>
                <a:gd name="connsiteY40" fmla="*/ 35582 h 52326"/>
                <a:gd name="connsiteX41" fmla="*/ 50582 w 51977"/>
                <a:gd name="connsiteY41" fmla="*/ 34186 h 52326"/>
                <a:gd name="connsiteX42" fmla="*/ 50931 w 51977"/>
                <a:gd name="connsiteY42" fmla="*/ 33140 h 52326"/>
                <a:gd name="connsiteX43" fmla="*/ 51279 w 51977"/>
                <a:gd name="connsiteY43" fmla="*/ 31744 h 52326"/>
                <a:gd name="connsiteX44" fmla="*/ 51629 w 51977"/>
                <a:gd name="connsiteY44" fmla="*/ 30698 h 52326"/>
                <a:gd name="connsiteX45" fmla="*/ 51977 w 51977"/>
                <a:gd name="connsiteY45" fmla="*/ 28954 h 52326"/>
                <a:gd name="connsiteX46" fmla="*/ 51977 w 51977"/>
                <a:gd name="connsiteY46" fmla="*/ 28256 h 52326"/>
                <a:gd name="connsiteX47" fmla="*/ 51977 w 51977"/>
                <a:gd name="connsiteY47" fmla="*/ 25814 h 52326"/>
                <a:gd name="connsiteX48" fmla="*/ 51977 w 51977"/>
                <a:gd name="connsiteY48" fmla="*/ 23023 h 52326"/>
                <a:gd name="connsiteX49" fmla="*/ 48838 w 51977"/>
                <a:gd name="connsiteY49" fmla="*/ 13256 h 52326"/>
                <a:gd name="connsiteX50" fmla="*/ 38721 w 51977"/>
                <a:gd name="connsiteY50"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977" h="52326">
                  <a:moveTo>
                    <a:pt x="38721" y="3140"/>
                  </a:moveTo>
                  <a:cubicBezTo>
                    <a:pt x="35582" y="1395"/>
                    <a:pt x="32442" y="349"/>
                    <a:pt x="28954" y="0"/>
                  </a:cubicBezTo>
                  <a:cubicBezTo>
                    <a:pt x="27907" y="0"/>
                    <a:pt x="27210" y="0"/>
                    <a:pt x="26163" y="0"/>
                  </a:cubicBezTo>
                  <a:cubicBezTo>
                    <a:pt x="25116" y="0"/>
                    <a:pt x="23721" y="0"/>
                    <a:pt x="22675" y="349"/>
                  </a:cubicBezTo>
                  <a:cubicBezTo>
                    <a:pt x="22326" y="349"/>
                    <a:pt x="21977" y="349"/>
                    <a:pt x="21977" y="349"/>
                  </a:cubicBezTo>
                  <a:cubicBezTo>
                    <a:pt x="19535" y="698"/>
                    <a:pt x="17442" y="1395"/>
                    <a:pt x="15000" y="2442"/>
                  </a:cubicBezTo>
                  <a:cubicBezTo>
                    <a:pt x="14651" y="2442"/>
                    <a:pt x="14651" y="2791"/>
                    <a:pt x="14302" y="2791"/>
                  </a:cubicBezTo>
                  <a:cubicBezTo>
                    <a:pt x="13256" y="3488"/>
                    <a:pt x="12209" y="3837"/>
                    <a:pt x="11163" y="4535"/>
                  </a:cubicBezTo>
                  <a:cubicBezTo>
                    <a:pt x="11163" y="4535"/>
                    <a:pt x="10814" y="4884"/>
                    <a:pt x="10814" y="4884"/>
                  </a:cubicBezTo>
                  <a:cubicBezTo>
                    <a:pt x="9768" y="5581"/>
                    <a:pt x="9070" y="6279"/>
                    <a:pt x="8372" y="6977"/>
                  </a:cubicBezTo>
                  <a:cubicBezTo>
                    <a:pt x="8372" y="6977"/>
                    <a:pt x="8024" y="7326"/>
                    <a:pt x="8024" y="7326"/>
                  </a:cubicBezTo>
                  <a:cubicBezTo>
                    <a:pt x="7326" y="8023"/>
                    <a:pt x="6279" y="9070"/>
                    <a:pt x="5581" y="10116"/>
                  </a:cubicBezTo>
                  <a:cubicBezTo>
                    <a:pt x="5581" y="10465"/>
                    <a:pt x="5233" y="10465"/>
                    <a:pt x="5233" y="10814"/>
                  </a:cubicBezTo>
                  <a:cubicBezTo>
                    <a:pt x="4535" y="11861"/>
                    <a:pt x="3837" y="12907"/>
                    <a:pt x="3488" y="13954"/>
                  </a:cubicBezTo>
                  <a:cubicBezTo>
                    <a:pt x="3488" y="13954"/>
                    <a:pt x="3488" y="14302"/>
                    <a:pt x="3140" y="14302"/>
                  </a:cubicBezTo>
                  <a:cubicBezTo>
                    <a:pt x="2791" y="15349"/>
                    <a:pt x="2093" y="16396"/>
                    <a:pt x="1744" y="17442"/>
                  </a:cubicBezTo>
                  <a:cubicBezTo>
                    <a:pt x="1744" y="17791"/>
                    <a:pt x="1744" y="17791"/>
                    <a:pt x="1395" y="18140"/>
                  </a:cubicBezTo>
                  <a:cubicBezTo>
                    <a:pt x="1047" y="19186"/>
                    <a:pt x="698" y="20582"/>
                    <a:pt x="349" y="21628"/>
                  </a:cubicBezTo>
                  <a:cubicBezTo>
                    <a:pt x="349" y="21977"/>
                    <a:pt x="349" y="22326"/>
                    <a:pt x="349" y="22326"/>
                  </a:cubicBezTo>
                  <a:cubicBezTo>
                    <a:pt x="0" y="23721"/>
                    <a:pt x="0" y="24768"/>
                    <a:pt x="0" y="26163"/>
                  </a:cubicBezTo>
                  <a:cubicBezTo>
                    <a:pt x="0" y="26163"/>
                    <a:pt x="0" y="26163"/>
                    <a:pt x="0" y="26163"/>
                  </a:cubicBezTo>
                  <a:cubicBezTo>
                    <a:pt x="0" y="40465"/>
                    <a:pt x="11861" y="52326"/>
                    <a:pt x="26163" y="52326"/>
                  </a:cubicBezTo>
                  <a:cubicBezTo>
                    <a:pt x="27907" y="52326"/>
                    <a:pt x="29652" y="51977"/>
                    <a:pt x="31396" y="51628"/>
                  </a:cubicBezTo>
                  <a:cubicBezTo>
                    <a:pt x="32093" y="51628"/>
                    <a:pt x="33140" y="51280"/>
                    <a:pt x="33837" y="50931"/>
                  </a:cubicBezTo>
                  <a:cubicBezTo>
                    <a:pt x="34187" y="50931"/>
                    <a:pt x="34187" y="50931"/>
                    <a:pt x="34535" y="50582"/>
                  </a:cubicBezTo>
                  <a:cubicBezTo>
                    <a:pt x="35233" y="50233"/>
                    <a:pt x="35582" y="50233"/>
                    <a:pt x="36280" y="49884"/>
                  </a:cubicBezTo>
                  <a:cubicBezTo>
                    <a:pt x="36628" y="49884"/>
                    <a:pt x="36977" y="49535"/>
                    <a:pt x="36977" y="49535"/>
                  </a:cubicBezTo>
                  <a:cubicBezTo>
                    <a:pt x="37326" y="49187"/>
                    <a:pt x="38024" y="49187"/>
                    <a:pt x="38373" y="48838"/>
                  </a:cubicBezTo>
                  <a:cubicBezTo>
                    <a:pt x="38721" y="48838"/>
                    <a:pt x="39070" y="48489"/>
                    <a:pt x="39070" y="48489"/>
                  </a:cubicBezTo>
                  <a:cubicBezTo>
                    <a:pt x="39419" y="48140"/>
                    <a:pt x="39768" y="48140"/>
                    <a:pt x="40465" y="47791"/>
                  </a:cubicBezTo>
                  <a:cubicBezTo>
                    <a:pt x="40814" y="47791"/>
                    <a:pt x="40814" y="47442"/>
                    <a:pt x="41163" y="47442"/>
                  </a:cubicBezTo>
                  <a:cubicBezTo>
                    <a:pt x="41512" y="47094"/>
                    <a:pt x="41861" y="46745"/>
                    <a:pt x="42210" y="46396"/>
                  </a:cubicBezTo>
                  <a:cubicBezTo>
                    <a:pt x="42558" y="46047"/>
                    <a:pt x="42558" y="46047"/>
                    <a:pt x="42908" y="45698"/>
                  </a:cubicBezTo>
                  <a:cubicBezTo>
                    <a:pt x="43256" y="45349"/>
                    <a:pt x="43605" y="45001"/>
                    <a:pt x="43954" y="44652"/>
                  </a:cubicBezTo>
                  <a:cubicBezTo>
                    <a:pt x="44303" y="44652"/>
                    <a:pt x="44303" y="44303"/>
                    <a:pt x="44652" y="44303"/>
                  </a:cubicBezTo>
                  <a:cubicBezTo>
                    <a:pt x="45698" y="43256"/>
                    <a:pt x="46745" y="41861"/>
                    <a:pt x="47791" y="40814"/>
                  </a:cubicBezTo>
                  <a:cubicBezTo>
                    <a:pt x="47791" y="40465"/>
                    <a:pt x="48140" y="40465"/>
                    <a:pt x="48140" y="40117"/>
                  </a:cubicBezTo>
                  <a:cubicBezTo>
                    <a:pt x="48489" y="39768"/>
                    <a:pt x="48838" y="39070"/>
                    <a:pt x="48838" y="38721"/>
                  </a:cubicBezTo>
                  <a:cubicBezTo>
                    <a:pt x="48838" y="38373"/>
                    <a:pt x="49187" y="38024"/>
                    <a:pt x="49187" y="38024"/>
                  </a:cubicBezTo>
                  <a:cubicBezTo>
                    <a:pt x="49535" y="37675"/>
                    <a:pt x="49535" y="36977"/>
                    <a:pt x="49884" y="36628"/>
                  </a:cubicBezTo>
                  <a:cubicBezTo>
                    <a:pt x="49884" y="36280"/>
                    <a:pt x="50233" y="35931"/>
                    <a:pt x="50233" y="35582"/>
                  </a:cubicBezTo>
                  <a:cubicBezTo>
                    <a:pt x="50582" y="35233"/>
                    <a:pt x="50582" y="34535"/>
                    <a:pt x="50582" y="34186"/>
                  </a:cubicBezTo>
                  <a:cubicBezTo>
                    <a:pt x="50582" y="33838"/>
                    <a:pt x="50931" y="33489"/>
                    <a:pt x="50931" y="33140"/>
                  </a:cubicBezTo>
                  <a:cubicBezTo>
                    <a:pt x="50931" y="32791"/>
                    <a:pt x="51279" y="32093"/>
                    <a:pt x="51279" y="31744"/>
                  </a:cubicBezTo>
                  <a:cubicBezTo>
                    <a:pt x="51279" y="31396"/>
                    <a:pt x="51279" y="31047"/>
                    <a:pt x="51629" y="30698"/>
                  </a:cubicBezTo>
                  <a:cubicBezTo>
                    <a:pt x="51629" y="30000"/>
                    <a:pt x="51977" y="29652"/>
                    <a:pt x="51977" y="28954"/>
                  </a:cubicBezTo>
                  <a:cubicBezTo>
                    <a:pt x="51977" y="28605"/>
                    <a:pt x="51977" y="28256"/>
                    <a:pt x="51977" y="28256"/>
                  </a:cubicBezTo>
                  <a:cubicBezTo>
                    <a:pt x="51977" y="27559"/>
                    <a:pt x="51977" y="26512"/>
                    <a:pt x="51977" y="25814"/>
                  </a:cubicBezTo>
                  <a:cubicBezTo>
                    <a:pt x="51977" y="24768"/>
                    <a:pt x="51977" y="24070"/>
                    <a:pt x="51977" y="23023"/>
                  </a:cubicBezTo>
                  <a:cubicBezTo>
                    <a:pt x="51629" y="19535"/>
                    <a:pt x="50582" y="16047"/>
                    <a:pt x="48838" y="13256"/>
                  </a:cubicBezTo>
                  <a:cubicBezTo>
                    <a:pt x="46745" y="9419"/>
                    <a:pt x="43256" y="5581"/>
                    <a:pt x="38721" y="3140"/>
                  </a:cubicBezTo>
                  <a:close/>
                </a:path>
              </a:pathLst>
            </a:custGeom>
            <a:grpFill/>
            <a:ln w="3488" cap="flat">
              <a:noFill/>
              <a:prstDash val="solid"/>
              <a:miter/>
            </a:ln>
          </p:spPr>
          <p:txBody>
            <a:bodyPr rtlCol="0" anchor="ctr"/>
            <a:lstStyle/>
            <a:p>
              <a:endParaRPr lang="en-ID"/>
            </a:p>
          </p:txBody>
        </p:sp>
        <p:sp>
          <p:nvSpPr>
            <p:cNvPr id="2176" name="Freeform: Shape 2175">
              <a:extLst>
                <a:ext uri="{FF2B5EF4-FFF2-40B4-BE49-F238E27FC236}">
                  <a16:creationId xmlns:a16="http://schemas.microsoft.com/office/drawing/2014/main" id="{86A396E2-28C3-89F3-6C7B-1CECDCB90F13}"/>
                </a:ext>
              </a:extLst>
            </p:cNvPr>
            <p:cNvSpPr/>
            <p:nvPr/>
          </p:nvSpPr>
          <p:spPr>
            <a:xfrm>
              <a:off x="9837321" y="5234253"/>
              <a:ext cx="52326" cy="52326"/>
            </a:xfrm>
            <a:custGeom>
              <a:avLst/>
              <a:gdLst>
                <a:gd name="connsiteX0" fmla="*/ 26163 w 52326"/>
                <a:gd name="connsiteY0" fmla="*/ 0 h 52326"/>
                <a:gd name="connsiteX1" fmla="*/ 0 w 52326"/>
                <a:gd name="connsiteY1" fmla="*/ 26163 h 52326"/>
                <a:gd name="connsiteX2" fmla="*/ 5930 w 52326"/>
                <a:gd name="connsiteY2" fmla="*/ 42908 h 52326"/>
                <a:gd name="connsiteX3" fmla="*/ 26163 w 52326"/>
                <a:gd name="connsiteY3" fmla="*/ 52326 h 52326"/>
                <a:gd name="connsiteX4" fmla="*/ 52326 w 52326"/>
                <a:gd name="connsiteY4" fmla="*/ 26163 h 52326"/>
                <a:gd name="connsiteX5" fmla="*/ 46396 w 52326"/>
                <a:gd name="connsiteY5" fmla="*/ 9419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2177" name="Freeform: Shape 2176">
              <a:extLst>
                <a:ext uri="{FF2B5EF4-FFF2-40B4-BE49-F238E27FC236}">
                  <a16:creationId xmlns:a16="http://schemas.microsoft.com/office/drawing/2014/main" id="{31F8FABB-56CF-3AF6-BDAA-22679A26E3DF}"/>
                </a:ext>
              </a:extLst>
            </p:cNvPr>
            <p:cNvSpPr/>
            <p:nvPr/>
          </p:nvSpPr>
          <p:spPr>
            <a:xfrm>
              <a:off x="11721064"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78" name="Freeform: Shape 2177">
              <a:extLst>
                <a:ext uri="{FF2B5EF4-FFF2-40B4-BE49-F238E27FC236}">
                  <a16:creationId xmlns:a16="http://schemas.microsoft.com/office/drawing/2014/main" id="{A3B7510A-1800-4F4C-AE71-A7199164BB13}"/>
                </a:ext>
              </a:extLst>
            </p:cNvPr>
            <p:cNvSpPr/>
            <p:nvPr/>
          </p:nvSpPr>
          <p:spPr>
            <a:xfrm>
              <a:off x="1130245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79" name="Freeform: Shape 2178">
              <a:extLst>
                <a:ext uri="{FF2B5EF4-FFF2-40B4-BE49-F238E27FC236}">
                  <a16:creationId xmlns:a16="http://schemas.microsoft.com/office/drawing/2014/main" id="{C86B02E2-1D68-F80E-5DC9-937D7A5FEF8E}"/>
                </a:ext>
              </a:extLst>
            </p:cNvPr>
            <p:cNvSpPr/>
            <p:nvPr/>
          </p:nvSpPr>
          <p:spPr>
            <a:xfrm>
              <a:off x="9314060" y="5234253"/>
              <a:ext cx="52326" cy="52326"/>
            </a:xfrm>
            <a:custGeom>
              <a:avLst/>
              <a:gdLst>
                <a:gd name="connsiteX0" fmla="*/ 44652 w 52326"/>
                <a:gd name="connsiteY0" fmla="*/ 7674 h 52326"/>
                <a:gd name="connsiteX1" fmla="*/ 26163 w 52326"/>
                <a:gd name="connsiteY1" fmla="*/ 0 h 52326"/>
                <a:gd name="connsiteX2" fmla="*/ 3139 w 52326"/>
                <a:gd name="connsiteY2" fmla="*/ 13605 h 52326"/>
                <a:gd name="connsiteX3" fmla="*/ 0 w 52326"/>
                <a:gd name="connsiteY3" fmla="*/ 26163 h 52326"/>
                <a:gd name="connsiteX4" fmla="*/ 26163 w 52326"/>
                <a:gd name="connsiteY4" fmla="*/ 52326 h 52326"/>
                <a:gd name="connsiteX5" fmla="*/ 26163 w 52326"/>
                <a:gd name="connsiteY5" fmla="*/ 52326 h 52326"/>
                <a:gd name="connsiteX6" fmla="*/ 42908 w 52326"/>
                <a:gd name="connsiteY6" fmla="*/ 46396 h 52326"/>
                <a:gd name="connsiteX7" fmla="*/ 52326 w 52326"/>
                <a:gd name="connsiteY7" fmla="*/ 26163 h 52326"/>
                <a:gd name="connsiteX8" fmla="*/ 44652 w 52326"/>
                <a:gd name="connsiteY8" fmla="*/ 7674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4652" y="7674"/>
                  </a:moveTo>
                  <a:cubicBezTo>
                    <a:pt x="39768" y="2791"/>
                    <a:pt x="33489" y="0"/>
                    <a:pt x="26163" y="0"/>
                  </a:cubicBezTo>
                  <a:cubicBezTo>
                    <a:pt x="16395" y="0"/>
                    <a:pt x="7674" y="5581"/>
                    <a:pt x="3139" y="13605"/>
                  </a:cubicBezTo>
                  <a:cubicBezTo>
                    <a:pt x="1047" y="17442"/>
                    <a:pt x="0" y="21628"/>
                    <a:pt x="0" y="26163"/>
                  </a:cubicBezTo>
                  <a:cubicBezTo>
                    <a:pt x="0" y="40465"/>
                    <a:pt x="11860" y="52326"/>
                    <a:pt x="26163" y="52326"/>
                  </a:cubicBezTo>
                  <a:lnTo>
                    <a:pt x="26163" y="52326"/>
                  </a:lnTo>
                  <a:cubicBezTo>
                    <a:pt x="32442" y="52326"/>
                    <a:pt x="38373" y="50233"/>
                    <a:pt x="42908" y="46396"/>
                  </a:cubicBezTo>
                  <a:cubicBezTo>
                    <a:pt x="48838" y="41512"/>
                    <a:pt x="52326" y="34187"/>
                    <a:pt x="52326" y="26163"/>
                  </a:cubicBezTo>
                  <a:cubicBezTo>
                    <a:pt x="52326" y="18838"/>
                    <a:pt x="49535" y="12558"/>
                    <a:pt x="44652" y="7674"/>
                  </a:cubicBezTo>
                  <a:close/>
                </a:path>
              </a:pathLst>
            </a:custGeom>
            <a:grpFill/>
            <a:ln w="3488" cap="flat">
              <a:noFill/>
              <a:prstDash val="solid"/>
              <a:miter/>
            </a:ln>
          </p:spPr>
          <p:txBody>
            <a:bodyPr rtlCol="0" anchor="ctr"/>
            <a:lstStyle/>
            <a:p>
              <a:endParaRPr lang="en-ID"/>
            </a:p>
          </p:txBody>
        </p:sp>
        <p:sp>
          <p:nvSpPr>
            <p:cNvPr id="2180" name="Freeform: Shape 2179">
              <a:extLst>
                <a:ext uri="{FF2B5EF4-FFF2-40B4-BE49-F238E27FC236}">
                  <a16:creationId xmlns:a16="http://schemas.microsoft.com/office/drawing/2014/main" id="{03D32C97-F169-8562-4BD4-321015974A85}"/>
                </a:ext>
              </a:extLst>
            </p:cNvPr>
            <p:cNvSpPr/>
            <p:nvPr/>
          </p:nvSpPr>
          <p:spPr>
            <a:xfrm>
              <a:off x="1140710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81" name="Freeform: Shape 2180">
              <a:extLst>
                <a:ext uri="{FF2B5EF4-FFF2-40B4-BE49-F238E27FC236}">
                  <a16:creationId xmlns:a16="http://schemas.microsoft.com/office/drawing/2014/main" id="{BC4B030A-D2D9-A8A2-E327-05FEED1BE434}"/>
                </a:ext>
              </a:extLst>
            </p:cNvPr>
            <p:cNvSpPr/>
            <p:nvPr/>
          </p:nvSpPr>
          <p:spPr>
            <a:xfrm>
              <a:off x="1140710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82" name="Freeform: Shape 2181">
              <a:extLst>
                <a:ext uri="{FF2B5EF4-FFF2-40B4-BE49-F238E27FC236}">
                  <a16:creationId xmlns:a16="http://schemas.microsoft.com/office/drawing/2014/main" id="{4961D254-12A2-1721-3357-7D154CC5E5EE}"/>
                </a:ext>
              </a:extLst>
            </p:cNvPr>
            <p:cNvSpPr/>
            <p:nvPr/>
          </p:nvSpPr>
          <p:spPr>
            <a:xfrm>
              <a:off x="1140710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183" name="Freeform: Shape 2182">
              <a:extLst>
                <a:ext uri="{FF2B5EF4-FFF2-40B4-BE49-F238E27FC236}">
                  <a16:creationId xmlns:a16="http://schemas.microsoft.com/office/drawing/2014/main" id="{AE90F7A7-23C2-7BD2-DB6E-D2251D70B981}"/>
                </a:ext>
              </a:extLst>
            </p:cNvPr>
            <p:cNvSpPr/>
            <p:nvPr/>
          </p:nvSpPr>
          <p:spPr>
            <a:xfrm>
              <a:off x="11616412"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84" name="Freeform: Shape 2183">
              <a:extLst>
                <a:ext uri="{FF2B5EF4-FFF2-40B4-BE49-F238E27FC236}">
                  <a16:creationId xmlns:a16="http://schemas.microsoft.com/office/drawing/2014/main" id="{93048864-166D-4B21-1874-A281C3530241}"/>
                </a:ext>
              </a:extLst>
            </p:cNvPr>
            <p:cNvSpPr/>
            <p:nvPr/>
          </p:nvSpPr>
          <p:spPr>
            <a:xfrm>
              <a:off x="1130245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85" name="Freeform: Shape 2184">
              <a:extLst>
                <a:ext uri="{FF2B5EF4-FFF2-40B4-BE49-F238E27FC236}">
                  <a16:creationId xmlns:a16="http://schemas.microsoft.com/office/drawing/2014/main" id="{FAEB754E-E2C8-BED1-F9B2-0DA927743E1F}"/>
                </a:ext>
              </a:extLst>
            </p:cNvPr>
            <p:cNvSpPr/>
            <p:nvPr/>
          </p:nvSpPr>
          <p:spPr>
            <a:xfrm>
              <a:off x="10674540" y="4083077"/>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186" name="Freeform: Shape 2185">
              <a:extLst>
                <a:ext uri="{FF2B5EF4-FFF2-40B4-BE49-F238E27FC236}">
                  <a16:creationId xmlns:a16="http://schemas.microsoft.com/office/drawing/2014/main" id="{05E62369-A9EF-267D-6546-11FA7B00122D}"/>
                </a:ext>
              </a:extLst>
            </p:cNvPr>
            <p:cNvSpPr/>
            <p:nvPr/>
          </p:nvSpPr>
          <p:spPr>
            <a:xfrm>
              <a:off x="1067454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87" name="Freeform: Shape 2186">
              <a:extLst>
                <a:ext uri="{FF2B5EF4-FFF2-40B4-BE49-F238E27FC236}">
                  <a16:creationId xmlns:a16="http://schemas.microsoft.com/office/drawing/2014/main" id="{411CB5D7-EAE4-D0E2-8962-DE4D79841BD0}"/>
                </a:ext>
              </a:extLst>
            </p:cNvPr>
            <p:cNvSpPr/>
            <p:nvPr/>
          </p:nvSpPr>
          <p:spPr>
            <a:xfrm>
              <a:off x="1046523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88" name="Freeform: Shape 2187">
              <a:extLst>
                <a:ext uri="{FF2B5EF4-FFF2-40B4-BE49-F238E27FC236}">
                  <a16:creationId xmlns:a16="http://schemas.microsoft.com/office/drawing/2014/main" id="{470DB02D-9851-8CEC-A691-FC259867BFA7}"/>
                </a:ext>
              </a:extLst>
            </p:cNvPr>
            <p:cNvSpPr/>
            <p:nvPr/>
          </p:nvSpPr>
          <p:spPr>
            <a:xfrm>
              <a:off x="1046523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89" name="Freeform: Shape 2188">
              <a:extLst>
                <a:ext uri="{FF2B5EF4-FFF2-40B4-BE49-F238E27FC236}">
                  <a16:creationId xmlns:a16="http://schemas.microsoft.com/office/drawing/2014/main" id="{B2C0CE74-DC9F-D8E8-4F43-33833D218DCA}"/>
                </a:ext>
              </a:extLst>
            </p:cNvPr>
            <p:cNvSpPr/>
            <p:nvPr/>
          </p:nvSpPr>
          <p:spPr>
            <a:xfrm>
              <a:off x="1025593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90" name="Freeform: Shape 2189">
              <a:extLst>
                <a:ext uri="{FF2B5EF4-FFF2-40B4-BE49-F238E27FC236}">
                  <a16:creationId xmlns:a16="http://schemas.microsoft.com/office/drawing/2014/main" id="{24FFE96D-649F-F8B8-C143-74F9AB838364}"/>
                </a:ext>
              </a:extLst>
            </p:cNvPr>
            <p:cNvSpPr/>
            <p:nvPr/>
          </p:nvSpPr>
          <p:spPr>
            <a:xfrm>
              <a:off x="1119780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191" name="Freeform: Shape 2190">
              <a:extLst>
                <a:ext uri="{FF2B5EF4-FFF2-40B4-BE49-F238E27FC236}">
                  <a16:creationId xmlns:a16="http://schemas.microsoft.com/office/drawing/2014/main" id="{265DAD9A-A737-0EB9-AE27-0DA10FB3A606}"/>
                </a:ext>
              </a:extLst>
            </p:cNvPr>
            <p:cNvSpPr/>
            <p:nvPr/>
          </p:nvSpPr>
          <p:spPr>
            <a:xfrm>
              <a:off x="99419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92" name="Freeform: Shape 2191">
              <a:extLst>
                <a:ext uri="{FF2B5EF4-FFF2-40B4-BE49-F238E27FC236}">
                  <a16:creationId xmlns:a16="http://schemas.microsoft.com/office/drawing/2014/main" id="{9F2730B2-9923-7CE0-966D-D23BDA906AA8}"/>
                </a:ext>
              </a:extLst>
            </p:cNvPr>
            <p:cNvSpPr/>
            <p:nvPr/>
          </p:nvSpPr>
          <p:spPr>
            <a:xfrm>
              <a:off x="97326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93" name="Freeform: Shape 2192">
              <a:extLst>
                <a:ext uri="{FF2B5EF4-FFF2-40B4-BE49-F238E27FC236}">
                  <a16:creationId xmlns:a16="http://schemas.microsoft.com/office/drawing/2014/main" id="{4BA52200-8839-1D1B-D216-C8B7E112EB2A}"/>
                </a:ext>
              </a:extLst>
            </p:cNvPr>
            <p:cNvSpPr/>
            <p:nvPr/>
          </p:nvSpPr>
          <p:spPr>
            <a:xfrm>
              <a:off x="900010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194" name="Freeform: Shape 2193">
              <a:extLst>
                <a:ext uri="{FF2B5EF4-FFF2-40B4-BE49-F238E27FC236}">
                  <a16:creationId xmlns:a16="http://schemas.microsoft.com/office/drawing/2014/main" id="{CA5B4AEF-7396-8E9C-5870-A496D4BEE275}"/>
                </a:ext>
              </a:extLst>
            </p:cNvPr>
            <p:cNvSpPr/>
            <p:nvPr/>
          </p:nvSpPr>
          <p:spPr>
            <a:xfrm>
              <a:off x="75349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95" name="Freeform: Shape 2194">
              <a:extLst>
                <a:ext uri="{FF2B5EF4-FFF2-40B4-BE49-F238E27FC236}">
                  <a16:creationId xmlns:a16="http://schemas.microsoft.com/office/drawing/2014/main" id="{FD68B715-3BA7-A757-52F4-189BDD7F35A8}"/>
                </a:ext>
              </a:extLst>
            </p:cNvPr>
            <p:cNvSpPr/>
            <p:nvPr/>
          </p:nvSpPr>
          <p:spPr>
            <a:xfrm>
              <a:off x="75349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96" name="Freeform: Shape 2195">
              <a:extLst>
                <a:ext uri="{FF2B5EF4-FFF2-40B4-BE49-F238E27FC236}">
                  <a16:creationId xmlns:a16="http://schemas.microsoft.com/office/drawing/2014/main" id="{5CE753BA-C31F-BC41-1F2D-6EC545BD70FB}"/>
                </a:ext>
              </a:extLst>
            </p:cNvPr>
            <p:cNvSpPr/>
            <p:nvPr/>
          </p:nvSpPr>
          <p:spPr>
            <a:xfrm rot="17550026">
              <a:off x="7221181" y="3978330"/>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2197" name="Freeform: Shape 2196">
              <a:extLst>
                <a:ext uri="{FF2B5EF4-FFF2-40B4-BE49-F238E27FC236}">
                  <a16:creationId xmlns:a16="http://schemas.microsoft.com/office/drawing/2014/main" id="{270ECD9B-103D-FC96-6036-2D7C6FE0EDC7}"/>
                </a:ext>
              </a:extLst>
            </p:cNvPr>
            <p:cNvSpPr/>
            <p:nvPr/>
          </p:nvSpPr>
          <p:spPr>
            <a:xfrm>
              <a:off x="701170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98" name="Freeform: Shape 2197">
              <a:extLst>
                <a:ext uri="{FF2B5EF4-FFF2-40B4-BE49-F238E27FC236}">
                  <a16:creationId xmlns:a16="http://schemas.microsoft.com/office/drawing/2014/main" id="{4C144005-2711-929D-CBAA-494DD6BB4FF8}"/>
                </a:ext>
              </a:extLst>
            </p:cNvPr>
            <p:cNvSpPr/>
            <p:nvPr/>
          </p:nvSpPr>
          <p:spPr>
            <a:xfrm>
              <a:off x="6907055"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199" name="Freeform: Shape 2198">
              <a:extLst>
                <a:ext uri="{FF2B5EF4-FFF2-40B4-BE49-F238E27FC236}">
                  <a16:creationId xmlns:a16="http://schemas.microsoft.com/office/drawing/2014/main" id="{F48A153E-B085-568D-E11E-BB414EB5B004}"/>
                </a:ext>
              </a:extLst>
            </p:cNvPr>
            <p:cNvSpPr/>
            <p:nvPr/>
          </p:nvSpPr>
          <p:spPr>
            <a:xfrm>
              <a:off x="680240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00" name="Freeform: Shape 2199">
              <a:extLst>
                <a:ext uri="{FF2B5EF4-FFF2-40B4-BE49-F238E27FC236}">
                  <a16:creationId xmlns:a16="http://schemas.microsoft.com/office/drawing/2014/main" id="{83539560-625D-C986-23F2-EA29C0B153C3}"/>
                </a:ext>
              </a:extLst>
            </p:cNvPr>
            <p:cNvSpPr/>
            <p:nvPr/>
          </p:nvSpPr>
          <p:spPr>
            <a:xfrm>
              <a:off x="617448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01" name="Freeform: Shape 2200">
              <a:extLst>
                <a:ext uri="{FF2B5EF4-FFF2-40B4-BE49-F238E27FC236}">
                  <a16:creationId xmlns:a16="http://schemas.microsoft.com/office/drawing/2014/main" id="{F7EA2141-13BB-3F5E-C006-4FA667D0A9DB}"/>
                </a:ext>
              </a:extLst>
            </p:cNvPr>
            <p:cNvSpPr/>
            <p:nvPr/>
          </p:nvSpPr>
          <p:spPr>
            <a:xfrm>
              <a:off x="9104755" y="3664816"/>
              <a:ext cx="52326" cy="51977"/>
            </a:xfrm>
            <a:custGeom>
              <a:avLst/>
              <a:gdLst>
                <a:gd name="connsiteX0" fmla="*/ 26163 w 52326"/>
                <a:gd name="connsiteY0" fmla="*/ 51977 h 51977"/>
                <a:gd name="connsiteX1" fmla="*/ 33837 w 52326"/>
                <a:gd name="connsiteY1" fmla="*/ 50931 h 51977"/>
                <a:gd name="connsiteX2" fmla="*/ 35931 w 52326"/>
                <a:gd name="connsiteY2" fmla="*/ 50233 h 51977"/>
                <a:gd name="connsiteX3" fmla="*/ 36279 w 52326"/>
                <a:gd name="connsiteY3" fmla="*/ 50233 h 51977"/>
                <a:gd name="connsiteX4" fmla="*/ 52326 w 52326"/>
                <a:gd name="connsiteY4" fmla="*/ 26163 h 51977"/>
                <a:gd name="connsiteX5" fmla="*/ 26163 w 52326"/>
                <a:gd name="connsiteY5" fmla="*/ 0 h 51977"/>
                <a:gd name="connsiteX6" fmla="*/ 18489 w 52326"/>
                <a:gd name="connsiteY6" fmla="*/ 1047 h 51977"/>
                <a:gd name="connsiteX7" fmla="*/ 13954 w 52326"/>
                <a:gd name="connsiteY7" fmla="*/ 2791 h 51977"/>
                <a:gd name="connsiteX8" fmla="*/ 13604 w 52326"/>
                <a:gd name="connsiteY8" fmla="*/ 2791 h 51977"/>
                <a:gd name="connsiteX9" fmla="*/ 0 w 52326"/>
                <a:gd name="connsiteY9" fmla="*/ 25814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8954" y="51977"/>
                    <a:pt x="31396" y="51629"/>
                    <a:pt x="33837" y="50931"/>
                  </a:cubicBezTo>
                  <a:cubicBezTo>
                    <a:pt x="34535" y="50582"/>
                    <a:pt x="35233" y="50582"/>
                    <a:pt x="35931" y="50233"/>
                  </a:cubicBezTo>
                  <a:cubicBezTo>
                    <a:pt x="35931" y="50233"/>
                    <a:pt x="36279" y="50233"/>
                    <a:pt x="36279" y="50233"/>
                  </a:cubicBezTo>
                  <a:cubicBezTo>
                    <a:pt x="45699" y="46396"/>
                    <a:pt x="52326" y="36977"/>
                    <a:pt x="52326" y="26163"/>
                  </a:cubicBezTo>
                  <a:cubicBezTo>
                    <a:pt x="52326" y="11861"/>
                    <a:pt x="40466" y="0"/>
                    <a:pt x="26163" y="0"/>
                  </a:cubicBezTo>
                  <a:cubicBezTo>
                    <a:pt x="23372" y="0"/>
                    <a:pt x="20930" y="349"/>
                    <a:pt x="18489" y="1047"/>
                  </a:cubicBezTo>
                  <a:cubicBezTo>
                    <a:pt x="17093" y="1395"/>
                    <a:pt x="15349" y="2093"/>
                    <a:pt x="13954" y="2791"/>
                  </a:cubicBezTo>
                  <a:cubicBezTo>
                    <a:pt x="13954" y="2791"/>
                    <a:pt x="13954" y="2791"/>
                    <a:pt x="13604" y="2791"/>
                  </a:cubicBezTo>
                  <a:cubicBezTo>
                    <a:pt x="5582" y="7326"/>
                    <a:pt x="0" y="15698"/>
                    <a:pt x="0" y="25814"/>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2202" name="Freeform: Shape 2201">
              <a:extLst>
                <a:ext uri="{FF2B5EF4-FFF2-40B4-BE49-F238E27FC236}">
                  <a16:creationId xmlns:a16="http://schemas.microsoft.com/office/drawing/2014/main" id="{C48B6AD0-1C79-28C4-1222-87916FDD63BB}"/>
                </a:ext>
              </a:extLst>
            </p:cNvPr>
            <p:cNvSpPr/>
            <p:nvPr/>
          </p:nvSpPr>
          <p:spPr>
            <a:xfrm>
              <a:off x="7848927"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203" name="Freeform: Shape 2202">
              <a:extLst>
                <a:ext uri="{FF2B5EF4-FFF2-40B4-BE49-F238E27FC236}">
                  <a16:creationId xmlns:a16="http://schemas.microsoft.com/office/drawing/2014/main" id="{F1A083ED-C09F-BDEE-8927-AFAE8AEE7CB6}"/>
                </a:ext>
              </a:extLst>
            </p:cNvPr>
            <p:cNvSpPr/>
            <p:nvPr/>
          </p:nvSpPr>
          <p:spPr>
            <a:xfrm>
              <a:off x="7325665" y="4815643"/>
              <a:ext cx="52326" cy="52326"/>
            </a:xfrm>
            <a:custGeom>
              <a:avLst/>
              <a:gdLst>
                <a:gd name="connsiteX0" fmla="*/ 38722 w 52326"/>
                <a:gd name="connsiteY0" fmla="*/ 3140 h 52326"/>
                <a:gd name="connsiteX1" fmla="*/ 26163 w 52326"/>
                <a:gd name="connsiteY1" fmla="*/ 0 h 52326"/>
                <a:gd name="connsiteX2" fmla="*/ 0 w 52326"/>
                <a:gd name="connsiteY2" fmla="*/ 26163 h 52326"/>
                <a:gd name="connsiteX3" fmla="*/ 13604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2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2" y="3140"/>
                  </a:moveTo>
                  <a:cubicBezTo>
                    <a:pt x="34884" y="1046"/>
                    <a:pt x="30698" y="0"/>
                    <a:pt x="26163" y="0"/>
                  </a:cubicBezTo>
                  <a:cubicBezTo>
                    <a:pt x="11860" y="0"/>
                    <a:pt x="0" y="11861"/>
                    <a:pt x="0" y="26163"/>
                  </a:cubicBezTo>
                  <a:cubicBezTo>
                    <a:pt x="0" y="35931"/>
                    <a:pt x="5582" y="44652"/>
                    <a:pt x="13604" y="49187"/>
                  </a:cubicBezTo>
                  <a:cubicBezTo>
                    <a:pt x="17442" y="51280"/>
                    <a:pt x="21628" y="52326"/>
                    <a:pt x="26163" y="52326"/>
                  </a:cubicBezTo>
                  <a:lnTo>
                    <a:pt x="26163" y="52326"/>
                  </a:lnTo>
                  <a:cubicBezTo>
                    <a:pt x="40466" y="52326"/>
                    <a:pt x="52326" y="40465"/>
                    <a:pt x="52326" y="26163"/>
                  </a:cubicBezTo>
                  <a:cubicBezTo>
                    <a:pt x="52326" y="16396"/>
                    <a:pt x="46744" y="7675"/>
                    <a:pt x="38722" y="3140"/>
                  </a:cubicBezTo>
                  <a:close/>
                </a:path>
              </a:pathLst>
            </a:custGeom>
            <a:grpFill/>
            <a:ln w="3488" cap="flat">
              <a:noFill/>
              <a:prstDash val="solid"/>
              <a:miter/>
            </a:ln>
          </p:spPr>
          <p:txBody>
            <a:bodyPr rtlCol="0" anchor="ctr"/>
            <a:lstStyle/>
            <a:p>
              <a:endParaRPr lang="en-ID"/>
            </a:p>
          </p:txBody>
        </p:sp>
        <p:sp>
          <p:nvSpPr>
            <p:cNvPr id="2204" name="Freeform: Shape 2203">
              <a:extLst>
                <a:ext uri="{FF2B5EF4-FFF2-40B4-BE49-F238E27FC236}">
                  <a16:creationId xmlns:a16="http://schemas.microsoft.com/office/drawing/2014/main" id="{68D61CEE-5700-D9DB-E398-D473CCBC1324}"/>
                </a:ext>
              </a:extLst>
            </p:cNvPr>
            <p:cNvSpPr/>
            <p:nvPr/>
          </p:nvSpPr>
          <p:spPr>
            <a:xfrm>
              <a:off x="1182571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05" name="Freeform: Shape 2204">
              <a:extLst>
                <a:ext uri="{FF2B5EF4-FFF2-40B4-BE49-F238E27FC236}">
                  <a16:creationId xmlns:a16="http://schemas.microsoft.com/office/drawing/2014/main" id="{F5543F1A-E8EE-4DF9-739B-CC28D03EEBAD}"/>
                </a:ext>
              </a:extLst>
            </p:cNvPr>
            <p:cNvSpPr/>
            <p:nvPr/>
          </p:nvSpPr>
          <p:spPr>
            <a:xfrm>
              <a:off x="1067454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06" name="Freeform: Shape 2205">
              <a:extLst>
                <a:ext uri="{FF2B5EF4-FFF2-40B4-BE49-F238E27FC236}">
                  <a16:creationId xmlns:a16="http://schemas.microsoft.com/office/drawing/2014/main" id="{E5A612B8-2CAE-9235-0BDA-85226313C4C4}"/>
                </a:ext>
              </a:extLst>
            </p:cNvPr>
            <p:cNvSpPr/>
            <p:nvPr/>
          </p:nvSpPr>
          <p:spPr>
            <a:xfrm>
              <a:off x="11197802"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207" name="Freeform: Shape 2206">
              <a:extLst>
                <a:ext uri="{FF2B5EF4-FFF2-40B4-BE49-F238E27FC236}">
                  <a16:creationId xmlns:a16="http://schemas.microsoft.com/office/drawing/2014/main" id="{22628454-E4D8-50F3-ECDE-6E2CE5F14B9C}"/>
                </a:ext>
              </a:extLst>
            </p:cNvPr>
            <p:cNvSpPr/>
            <p:nvPr/>
          </p:nvSpPr>
          <p:spPr>
            <a:xfrm>
              <a:off x="1098849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08" name="Freeform: Shape 2207">
              <a:extLst>
                <a:ext uri="{FF2B5EF4-FFF2-40B4-BE49-F238E27FC236}">
                  <a16:creationId xmlns:a16="http://schemas.microsoft.com/office/drawing/2014/main" id="{C0974E2C-22BB-80DD-C98B-44BEFECDAADF}"/>
                </a:ext>
              </a:extLst>
            </p:cNvPr>
            <p:cNvSpPr/>
            <p:nvPr/>
          </p:nvSpPr>
          <p:spPr>
            <a:xfrm>
              <a:off x="1077919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09" name="Freeform: Shape 2208">
              <a:extLst>
                <a:ext uri="{FF2B5EF4-FFF2-40B4-BE49-F238E27FC236}">
                  <a16:creationId xmlns:a16="http://schemas.microsoft.com/office/drawing/2014/main" id="{7865044B-6507-E487-BD30-1CE659E05A4A}"/>
                </a:ext>
              </a:extLst>
            </p:cNvPr>
            <p:cNvSpPr/>
            <p:nvPr/>
          </p:nvSpPr>
          <p:spPr>
            <a:xfrm>
              <a:off x="9941974" y="230398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210" name="Freeform: Shape 2209">
              <a:extLst>
                <a:ext uri="{FF2B5EF4-FFF2-40B4-BE49-F238E27FC236}">
                  <a16:creationId xmlns:a16="http://schemas.microsoft.com/office/drawing/2014/main" id="{2D792972-E881-9BF7-6924-69E510018EEA}"/>
                </a:ext>
              </a:extLst>
            </p:cNvPr>
            <p:cNvSpPr/>
            <p:nvPr/>
          </p:nvSpPr>
          <p:spPr>
            <a:xfrm>
              <a:off x="9104755"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9" y="46396"/>
                    <a:pt x="49884" y="37326"/>
                  </a:cubicBezTo>
                  <a:cubicBezTo>
                    <a:pt x="50931" y="34884"/>
                    <a:pt x="51629" y="32442"/>
                    <a:pt x="51977" y="29652"/>
                  </a:cubicBezTo>
                  <a:cubicBezTo>
                    <a:pt x="51977" y="28605"/>
                    <a:pt x="52326" y="27558"/>
                    <a:pt x="52326" y="26163"/>
                  </a:cubicBezTo>
                  <a:cubicBezTo>
                    <a:pt x="52326" y="11860"/>
                    <a:pt x="40466" y="0"/>
                    <a:pt x="26163" y="0"/>
                  </a:cubicBezTo>
                  <a:lnTo>
                    <a:pt x="26163" y="0"/>
                  </a:lnTo>
                  <a:cubicBezTo>
                    <a:pt x="15349" y="0"/>
                    <a:pt x="5930" y="6628"/>
                    <a:pt x="2093" y="16047"/>
                  </a:cubicBezTo>
                  <a:cubicBezTo>
                    <a:pt x="1047" y="18140"/>
                    <a:pt x="698" y="20582"/>
                    <a:pt x="349" y="22675"/>
                  </a:cubicBezTo>
                  <a:cubicBezTo>
                    <a:pt x="349" y="23721"/>
                    <a:pt x="0" y="25116"/>
                    <a:pt x="0" y="26163"/>
                  </a:cubicBezTo>
                  <a:cubicBezTo>
                    <a:pt x="0" y="40814"/>
                    <a:pt x="11860" y="52675"/>
                    <a:pt x="26163" y="52675"/>
                  </a:cubicBezTo>
                  <a:close/>
                </a:path>
              </a:pathLst>
            </a:custGeom>
            <a:grpFill/>
            <a:ln w="3488" cap="flat">
              <a:noFill/>
              <a:prstDash val="solid"/>
              <a:miter/>
            </a:ln>
          </p:spPr>
          <p:txBody>
            <a:bodyPr rtlCol="0" anchor="ctr"/>
            <a:lstStyle/>
            <a:p>
              <a:endParaRPr lang="en-ID"/>
            </a:p>
          </p:txBody>
        </p:sp>
        <p:sp>
          <p:nvSpPr>
            <p:cNvPr id="2211" name="Freeform: Shape 2210">
              <a:extLst>
                <a:ext uri="{FF2B5EF4-FFF2-40B4-BE49-F238E27FC236}">
                  <a16:creationId xmlns:a16="http://schemas.microsoft.com/office/drawing/2014/main" id="{5FA2313C-F414-5CA2-335C-0A7DB56BEBFB}"/>
                </a:ext>
              </a:extLst>
            </p:cNvPr>
            <p:cNvSpPr/>
            <p:nvPr/>
          </p:nvSpPr>
          <p:spPr>
            <a:xfrm>
              <a:off x="88954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12" name="Freeform: Shape 2211">
              <a:extLst>
                <a:ext uri="{FF2B5EF4-FFF2-40B4-BE49-F238E27FC236}">
                  <a16:creationId xmlns:a16="http://schemas.microsoft.com/office/drawing/2014/main" id="{89272C7B-D3B6-5E3B-E117-52E8B1D9B371}"/>
                </a:ext>
              </a:extLst>
            </p:cNvPr>
            <p:cNvSpPr/>
            <p:nvPr/>
          </p:nvSpPr>
          <p:spPr>
            <a:xfrm>
              <a:off x="837218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13" name="Freeform: Shape 2212">
              <a:extLst>
                <a:ext uri="{FF2B5EF4-FFF2-40B4-BE49-F238E27FC236}">
                  <a16:creationId xmlns:a16="http://schemas.microsoft.com/office/drawing/2014/main" id="{AA13E9F1-59B0-BD12-D7FD-79B7685E8F50}"/>
                </a:ext>
              </a:extLst>
            </p:cNvPr>
            <p:cNvSpPr/>
            <p:nvPr/>
          </p:nvSpPr>
          <p:spPr>
            <a:xfrm>
              <a:off x="78489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14" name="Freeform: Shape 2213">
              <a:extLst>
                <a:ext uri="{FF2B5EF4-FFF2-40B4-BE49-F238E27FC236}">
                  <a16:creationId xmlns:a16="http://schemas.microsoft.com/office/drawing/2014/main" id="{16267DE7-1F2A-9A80-FE40-87857C9CD7BB}"/>
                </a:ext>
              </a:extLst>
            </p:cNvPr>
            <p:cNvSpPr/>
            <p:nvPr/>
          </p:nvSpPr>
          <p:spPr>
            <a:xfrm>
              <a:off x="627914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215" name="Freeform: Shape 2214">
              <a:extLst>
                <a:ext uri="{FF2B5EF4-FFF2-40B4-BE49-F238E27FC236}">
                  <a16:creationId xmlns:a16="http://schemas.microsoft.com/office/drawing/2014/main" id="{769570B8-F178-265A-2DDE-1F320003081F}"/>
                </a:ext>
              </a:extLst>
            </p:cNvPr>
            <p:cNvSpPr/>
            <p:nvPr/>
          </p:nvSpPr>
          <p:spPr>
            <a:xfrm>
              <a:off x="6069139" y="2932250"/>
              <a:ext cx="52326" cy="52326"/>
            </a:xfrm>
            <a:custGeom>
              <a:avLst/>
              <a:gdLst>
                <a:gd name="connsiteX0" fmla="*/ 698 w 52326"/>
                <a:gd name="connsiteY0" fmla="*/ 28605 h 52326"/>
                <a:gd name="connsiteX1" fmla="*/ 18837 w 52326"/>
                <a:gd name="connsiteY1" fmla="*/ 50931 h 52326"/>
                <a:gd name="connsiteX2" fmla="*/ 21279 w 52326"/>
                <a:gd name="connsiteY2" fmla="*/ 51628 h 52326"/>
                <a:gd name="connsiteX3" fmla="*/ 26512 w 52326"/>
                <a:gd name="connsiteY3" fmla="*/ 52326 h 52326"/>
                <a:gd name="connsiteX4" fmla="*/ 26512 w 52326"/>
                <a:gd name="connsiteY4" fmla="*/ 52326 h 52326"/>
                <a:gd name="connsiteX5" fmla="*/ 36628 w 52326"/>
                <a:gd name="connsiteY5" fmla="*/ 50233 h 52326"/>
                <a:gd name="connsiteX6" fmla="*/ 52326 w 52326"/>
                <a:gd name="connsiteY6" fmla="*/ 28954 h 52326"/>
                <a:gd name="connsiteX7" fmla="*/ 52326 w 52326"/>
                <a:gd name="connsiteY7" fmla="*/ 26163 h 52326"/>
                <a:gd name="connsiteX8" fmla="*/ 26163 w 52326"/>
                <a:gd name="connsiteY8" fmla="*/ 0 h 52326"/>
                <a:gd name="connsiteX9" fmla="*/ 26163 w 52326"/>
                <a:gd name="connsiteY9" fmla="*/ 0 h 52326"/>
                <a:gd name="connsiteX10" fmla="*/ 20930 w 52326"/>
                <a:gd name="connsiteY10" fmla="*/ 698 h 52326"/>
                <a:gd name="connsiteX11" fmla="*/ 18488 w 52326"/>
                <a:gd name="connsiteY11" fmla="*/ 1395 h 52326"/>
                <a:gd name="connsiteX12" fmla="*/ 2093 w 52326"/>
                <a:gd name="connsiteY12" fmla="*/ 16047 h 52326"/>
                <a:gd name="connsiteX13" fmla="*/ 0 w 52326"/>
                <a:gd name="connsiteY13" fmla="*/ 26163 h 52326"/>
                <a:gd name="connsiteX14" fmla="*/ 698 w 52326"/>
                <a:gd name="connsiteY14"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326" h="52326">
                  <a:moveTo>
                    <a:pt x="698" y="28605"/>
                  </a:moveTo>
                  <a:cubicBezTo>
                    <a:pt x="1744" y="39070"/>
                    <a:pt x="9070" y="47791"/>
                    <a:pt x="18837" y="50931"/>
                  </a:cubicBezTo>
                  <a:cubicBezTo>
                    <a:pt x="19535" y="51280"/>
                    <a:pt x="20581" y="51280"/>
                    <a:pt x="21279" y="51628"/>
                  </a:cubicBezTo>
                  <a:cubicBezTo>
                    <a:pt x="23023" y="51977"/>
                    <a:pt x="24768" y="52326"/>
                    <a:pt x="26512" y="52326"/>
                  </a:cubicBezTo>
                  <a:lnTo>
                    <a:pt x="26512" y="52326"/>
                  </a:lnTo>
                  <a:cubicBezTo>
                    <a:pt x="30000" y="52326"/>
                    <a:pt x="33489" y="51628"/>
                    <a:pt x="36628" y="50233"/>
                  </a:cubicBezTo>
                  <a:cubicBezTo>
                    <a:pt x="45349" y="46745"/>
                    <a:pt x="51628" y="38373"/>
                    <a:pt x="52326" y="28954"/>
                  </a:cubicBezTo>
                  <a:cubicBezTo>
                    <a:pt x="52326" y="27907"/>
                    <a:pt x="52326" y="27210"/>
                    <a:pt x="52326" y="26163"/>
                  </a:cubicBezTo>
                  <a:cubicBezTo>
                    <a:pt x="52326" y="11861"/>
                    <a:pt x="40465" y="0"/>
                    <a:pt x="26163" y="0"/>
                  </a:cubicBezTo>
                  <a:lnTo>
                    <a:pt x="26163" y="0"/>
                  </a:lnTo>
                  <a:cubicBezTo>
                    <a:pt x="24419" y="0"/>
                    <a:pt x="22675" y="349"/>
                    <a:pt x="20930" y="698"/>
                  </a:cubicBezTo>
                  <a:cubicBezTo>
                    <a:pt x="20233" y="698"/>
                    <a:pt x="19186" y="1046"/>
                    <a:pt x="18488" y="1395"/>
                  </a:cubicBezTo>
                  <a:cubicBezTo>
                    <a:pt x="11163" y="3837"/>
                    <a:pt x="5233" y="9070"/>
                    <a:pt x="2093" y="16047"/>
                  </a:cubicBezTo>
                  <a:cubicBezTo>
                    <a:pt x="698" y="19186"/>
                    <a:pt x="0" y="22675"/>
                    <a:pt x="0" y="26163"/>
                  </a:cubicBezTo>
                  <a:cubicBezTo>
                    <a:pt x="698" y="26861"/>
                    <a:pt x="698" y="27558"/>
                    <a:pt x="698" y="28605"/>
                  </a:cubicBezTo>
                  <a:close/>
                </a:path>
              </a:pathLst>
            </a:custGeom>
            <a:grpFill/>
            <a:ln w="3488" cap="flat">
              <a:noFill/>
              <a:prstDash val="solid"/>
              <a:miter/>
            </a:ln>
          </p:spPr>
          <p:txBody>
            <a:bodyPr rtlCol="0" anchor="ctr"/>
            <a:lstStyle/>
            <a:p>
              <a:endParaRPr lang="en-ID"/>
            </a:p>
          </p:txBody>
        </p:sp>
        <p:sp>
          <p:nvSpPr>
            <p:cNvPr id="2216" name="Freeform: Shape 2215">
              <a:extLst>
                <a:ext uri="{FF2B5EF4-FFF2-40B4-BE49-F238E27FC236}">
                  <a16:creationId xmlns:a16="http://schemas.microsoft.com/office/drawing/2014/main" id="{8177F62F-F83B-8D50-E67C-53DF23665364}"/>
                </a:ext>
              </a:extLst>
            </p:cNvPr>
            <p:cNvSpPr/>
            <p:nvPr/>
          </p:nvSpPr>
          <p:spPr>
            <a:xfrm>
              <a:off x="1119780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17" name="Freeform: Shape 2216">
              <a:extLst>
                <a:ext uri="{FF2B5EF4-FFF2-40B4-BE49-F238E27FC236}">
                  <a16:creationId xmlns:a16="http://schemas.microsoft.com/office/drawing/2014/main" id="{8CF49EE1-D249-7984-AC83-C864E32B64BB}"/>
                </a:ext>
              </a:extLst>
            </p:cNvPr>
            <p:cNvSpPr/>
            <p:nvPr/>
          </p:nvSpPr>
          <p:spPr>
            <a:xfrm>
              <a:off x="11197802"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2" y="0"/>
                    <a:pt x="26163" y="0"/>
                  </a:cubicBezTo>
                  <a:cubicBezTo>
                    <a:pt x="11860" y="0"/>
                    <a:pt x="0" y="11861"/>
                    <a:pt x="0" y="26163"/>
                  </a:cubicBezTo>
                  <a:cubicBezTo>
                    <a:pt x="0" y="27210"/>
                    <a:pt x="0" y="27907"/>
                    <a:pt x="0" y="28954"/>
                  </a:cubicBezTo>
                  <a:cubicBezTo>
                    <a:pt x="1395" y="42210"/>
                    <a:pt x="12559" y="52326"/>
                    <a:pt x="26163" y="52326"/>
                  </a:cubicBezTo>
                  <a:cubicBezTo>
                    <a:pt x="40466"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2218" name="Freeform: Shape 2217">
              <a:extLst>
                <a:ext uri="{FF2B5EF4-FFF2-40B4-BE49-F238E27FC236}">
                  <a16:creationId xmlns:a16="http://schemas.microsoft.com/office/drawing/2014/main" id="{2BDB002F-4E7E-6540-7824-1A7ABC0E1E60}"/>
                </a:ext>
              </a:extLst>
            </p:cNvPr>
            <p:cNvSpPr/>
            <p:nvPr/>
          </p:nvSpPr>
          <p:spPr>
            <a:xfrm>
              <a:off x="8581493"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6" y="0"/>
                    <a:pt x="26163" y="0"/>
                  </a:cubicBezTo>
                  <a:cubicBezTo>
                    <a:pt x="11860" y="0"/>
                    <a:pt x="0" y="11861"/>
                    <a:pt x="0" y="26163"/>
                  </a:cubicBezTo>
                  <a:cubicBezTo>
                    <a:pt x="0" y="26163"/>
                    <a:pt x="0" y="26163"/>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219" name="Freeform: Shape 2218">
              <a:extLst>
                <a:ext uri="{FF2B5EF4-FFF2-40B4-BE49-F238E27FC236}">
                  <a16:creationId xmlns:a16="http://schemas.microsoft.com/office/drawing/2014/main" id="{24EAE429-F122-095E-9DA2-E0038E0680B2}"/>
                </a:ext>
              </a:extLst>
            </p:cNvPr>
            <p:cNvSpPr/>
            <p:nvPr/>
          </p:nvSpPr>
          <p:spPr>
            <a:xfrm>
              <a:off x="1130245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20" name="Freeform: Shape 2219">
              <a:extLst>
                <a:ext uri="{FF2B5EF4-FFF2-40B4-BE49-F238E27FC236}">
                  <a16:creationId xmlns:a16="http://schemas.microsoft.com/office/drawing/2014/main" id="{695810DE-326E-ACF0-AE4E-41DE8E2B316B}"/>
                </a:ext>
              </a:extLst>
            </p:cNvPr>
            <p:cNvSpPr/>
            <p:nvPr/>
          </p:nvSpPr>
          <p:spPr>
            <a:xfrm>
              <a:off x="1025593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221" name="Freeform: Shape 2220">
              <a:extLst>
                <a:ext uri="{FF2B5EF4-FFF2-40B4-BE49-F238E27FC236}">
                  <a16:creationId xmlns:a16="http://schemas.microsoft.com/office/drawing/2014/main" id="{683CF884-AD4B-4E05-F264-861EC1EB2B12}"/>
                </a:ext>
              </a:extLst>
            </p:cNvPr>
            <p:cNvSpPr/>
            <p:nvPr/>
          </p:nvSpPr>
          <p:spPr>
            <a:xfrm>
              <a:off x="11930369" y="544355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22" name="Freeform: Shape 2221">
              <a:extLst>
                <a:ext uri="{FF2B5EF4-FFF2-40B4-BE49-F238E27FC236}">
                  <a16:creationId xmlns:a16="http://schemas.microsoft.com/office/drawing/2014/main" id="{0621C4CF-B087-BF33-6579-F30FFBA88F99}"/>
                </a:ext>
              </a:extLst>
            </p:cNvPr>
            <p:cNvSpPr/>
            <p:nvPr/>
          </p:nvSpPr>
          <p:spPr>
            <a:xfrm>
              <a:off x="10151278"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2223" name="Freeform: Shape 2222">
              <a:extLst>
                <a:ext uri="{FF2B5EF4-FFF2-40B4-BE49-F238E27FC236}">
                  <a16:creationId xmlns:a16="http://schemas.microsoft.com/office/drawing/2014/main" id="{5048501A-4BDA-9C16-AFB5-842966B43B15}"/>
                </a:ext>
              </a:extLst>
            </p:cNvPr>
            <p:cNvSpPr/>
            <p:nvPr/>
          </p:nvSpPr>
          <p:spPr>
            <a:xfrm>
              <a:off x="97326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24" name="Freeform: Shape 2223">
              <a:extLst>
                <a:ext uri="{FF2B5EF4-FFF2-40B4-BE49-F238E27FC236}">
                  <a16:creationId xmlns:a16="http://schemas.microsoft.com/office/drawing/2014/main" id="{A3FF8EFC-C631-4C91-AD05-F54937640AB7}"/>
                </a:ext>
              </a:extLst>
            </p:cNvPr>
            <p:cNvSpPr/>
            <p:nvPr/>
          </p:nvSpPr>
          <p:spPr>
            <a:xfrm>
              <a:off x="879079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25" name="Freeform: Shape 2224">
              <a:extLst>
                <a:ext uri="{FF2B5EF4-FFF2-40B4-BE49-F238E27FC236}">
                  <a16:creationId xmlns:a16="http://schemas.microsoft.com/office/drawing/2014/main" id="{0FDCB1BB-E171-1C4A-DC70-7173053D5580}"/>
                </a:ext>
              </a:extLst>
            </p:cNvPr>
            <p:cNvSpPr/>
            <p:nvPr/>
          </p:nvSpPr>
          <p:spPr>
            <a:xfrm>
              <a:off x="8162884" y="5443557"/>
              <a:ext cx="52326" cy="52326"/>
            </a:xfrm>
            <a:custGeom>
              <a:avLst/>
              <a:gdLst>
                <a:gd name="connsiteX0" fmla="*/ 33837 w 52326"/>
                <a:gd name="connsiteY0" fmla="*/ 1047 h 52326"/>
                <a:gd name="connsiteX1" fmla="*/ 30001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1" y="349"/>
                  </a:cubicBezTo>
                  <a:cubicBezTo>
                    <a:pt x="28605" y="0"/>
                    <a:pt x="27558" y="0"/>
                    <a:pt x="26163" y="0"/>
                  </a:cubicBezTo>
                  <a:cubicBezTo>
                    <a:pt x="11860" y="0"/>
                    <a:pt x="0" y="11861"/>
                    <a:pt x="0" y="26163"/>
                  </a:cubicBezTo>
                  <a:cubicBezTo>
                    <a:pt x="0" y="40465"/>
                    <a:pt x="11860" y="52326"/>
                    <a:pt x="26163" y="52326"/>
                  </a:cubicBezTo>
                  <a:cubicBezTo>
                    <a:pt x="40466"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2226" name="Freeform: Shape 2225">
              <a:extLst>
                <a:ext uri="{FF2B5EF4-FFF2-40B4-BE49-F238E27FC236}">
                  <a16:creationId xmlns:a16="http://schemas.microsoft.com/office/drawing/2014/main" id="{00A7BA4A-7A7A-01F8-F402-58EDC173F178}"/>
                </a:ext>
              </a:extLst>
            </p:cNvPr>
            <p:cNvSpPr/>
            <p:nvPr/>
          </p:nvSpPr>
          <p:spPr>
            <a:xfrm>
              <a:off x="7953579" y="4606338"/>
              <a:ext cx="51990" cy="52326"/>
            </a:xfrm>
            <a:custGeom>
              <a:avLst/>
              <a:gdLst>
                <a:gd name="connsiteX0" fmla="*/ 36628 w 51990"/>
                <a:gd name="connsiteY0" fmla="*/ 2093 h 52326"/>
                <a:gd name="connsiteX1" fmla="*/ 26163 w 51990"/>
                <a:gd name="connsiteY1" fmla="*/ 0 h 52326"/>
                <a:gd name="connsiteX2" fmla="*/ 0 w 51990"/>
                <a:gd name="connsiteY2" fmla="*/ 26163 h 52326"/>
                <a:gd name="connsiteX3" fmla="*/ 0 w 51990"/>
                <a:gd name="connsiteY3" fmla="*/ 26163 h 52326"/>
                <a:gd name="connsiteX4" fmla="*/ 13604 w 51990"/>
                <a:gd name="connsiteY4" fmla="*/ 49187 h 52326"/>
                <a:gd name="connsiteX5" fmla="*/ 13604 w 51990"/>
                <a:gd name="connsiteY5" fmla="*/ 49187 h 52326"/>
                <a:gd name="connsiteX6" fmla="*/ 20581 w 51990"/>
                <a:gd name="connsiteY6" fmla="*/ 51628 h 52326"/>
                <a:gd name="connsiteX7" fmla="*/ 25814 w 51990"/>
                <a:gd name="connsiteY7" fmla="*/ 52326 h 52326"/>
                <a:gd name="connsiteX8" fmla="*/ 51977 w 51990"/>
                <a:gd name="connsiteY8" fmla="*/ 26163 h 52326"/>
                <a:gd name="connsiteX9" fmla="*/ 36628 w 51990"/>
                <a:gd name="connsiteY9"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90" h="52326">
                  <a:moveTo>
                    <a:pt x="36628" y="2093"/>
                  </a:moveTo>
                  <a:cubicBezTo>
                    <a:pt x="33489" y="698"/>
                    <a:pt x="30001" y="0"/>
                    <a:pt x="26163" y="0"/>
                  </a:cubicBezTo>
                  <a:cubicBezTo>
                    <a:pt x="11860" y="0"/>
                    <a:pt x="0" y="11861"/>
                    <a:pt x="0" y="26163"/>
                  </a:cubicBezTo>
                  <a:lnTo>
                    <a:pt x="0" y="26163"/>
                  </a:lnTo>
                  <a:cubicBezTo>
                    <a:pt x="0" y="35931"/>
                    <a:pt x="5582" y="44652"/>
                    <a:pt x="13604" y="49187"/>
                  </a:cubicBezTo>
                  <a:cubicBezTo>
                    <a:pt x="13604" y="49187"/>
                    <a:pt x="13604" y="49187"/>
                    <a:pt x="13604" y="49187"/>
                  </a:cubicBezTo>
                  <a:cubicBezTo>
                    <a:pt x="15698" y="50233"/>
                    <a:pt x="18140" y="51280"/>
                    <a:pt x="20581" y="51628"/>
                  </a:cubicBezTo>
                  <a:cubicBezTo>
                    <a:pt x="22325" y="51977"/>
                    <a:pt x="24070" y="52326"/>
                    <a:pt x="25814" y="52326"/>
                  </a:cubicBezTo>
                  <a:cubicBezTo>
                    <a:pt x="40117" y="52326"/>
                    <a:pt x="51977" y="40465"/>
                    <a:pt x="51977" y="26163"/>
                  </a:cubicBezTo>
                  <a:cubicBezTo>
                    <a:pt x="52326" y="15349"/>
                    <a:pt x="46047" y="6279"/>
                    <a:pt x="36628" y="2093"/>
                  </a:cubicBezTo>
                  <a:close/>
                </a:path>
              </a:pathLst>
            </a:custGeom>
            <a:grpFill/>
            <a:ln w="3488" cap="flat">
              <a:noFill/>
              <a:prstDash val="solid"/>
              <a:miter/>
            </a:ln>
          </p:spPr>
          <p:txBody>
            <a:bodyPr rtlCol="0" anchor="ctr"/>
            <a:lstStyle/>
            <a:p>
              <a:endParaRPr lang="en-ID"/>
            </a:p>
          </p:txBody>
        </p:sp>
        <p:sp>
          <p:nvSpPr>
            <p:cNvPr id="2227" name="Freeform: Shape 2226">
              <a:extLst>
                <a:ext uri="{FF2B5EF4-FFF2-40B4-BE49-F238E27FC236}">
                  <a16:creationId xmlns:a16="http://schemas.microsoft.com/office/drawing/2014/main" id="{1E5387DF-7DB7-3195-0B52-F47D79A42E61}"/>
                </a:ext>
              </a:extLst>
            </p:cNvPr>
            <p:cNvSpPr/>
            <p:nvPr/>
          </p:nvSpPr>
          <p:spPr>
            <a:xfrm>
              <a:off x="6383793"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28" name="Freeform: Shape 2227">
              <a:extLst>
                <a:ext uri="{FF2B5EF4-FFF2-40B4-BE49-F238E27FC236}">
                  <a16:creationId xmlns:a16="http://schemas.microsoft.com/office/drawing/2014/main" id="{28ACD051-FFF7-5B5F-8F16-4682C0B1C1EF}"/>
                </a:ext>
              </a:extLst>
            </p:cNvPr>
            <p:cNvSpPr/>
            <p:nvPr/>
          </p:nvSpPr>
          <p:spPr>
            <a:xfrm>
              <a:off x="6174489"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29" name="Freeform: Shape 2228">
              <a:extLst>
                <a:ext uri="{FF2B5EF4-FFF2-40B4-BE49-F238E27FC236}">
                  <a16:creationId xmlns:a16="http://schemas.microsoft.com/office/drawing/2014/main" id="{5C3ECD82-0EE8-DABD-B651-17E4E1F38B4D}"/>
                </a:ext>
              </a:extLst>
            </p:cNvPr>
            <p:cNvSpPr/>
            <p:nvPr/>
          </p:nvSpPr>
          <p:spPr>
            <a:xfrm>
              <a:off x="606983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30" name="Freeform: Shape 2229">
              <a:extLst>
                <a:ext uri="{FF2B5EF4-FFF2-40B4-BE49-F238E27FC236}">
                  <a16:creationId xmlns:a16="http://schemas.microsoft.com/office/drawing/2014/main" id="{A03DA1B6-DEB6-E90E-EBCF-6CD63A0DCF7E}"/>
                </a:ext>
              </a:extLst>
            </p:cNvPr>
            <p:cNvSpPr/>
            <p:nvPr/>
          </p:nvSpPr>
          <p:spPr>
            <a:xfrm>
              <a:off x="6069488" y="4815992"/>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2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2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5"/>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2231" name="Freeform: Shape 2230">
              <a:extLst>
                <a:ext uri="{FF2B5EF4-FFF2-40B4-BE49-F238E27FC236}">
                  <a16:creationId xmlns:a16="http://schemas.microsoft.com/office/drawing/2014/main" id="{F4C54C46-4F45-E873-7BE8-983B97153149}"/>
                </a:ext>
              </a:extLst>
            </p:cNvPr>
            <p:cNvSpPr/>
            <p:nvPr/>
          </p:nvSpPr>
          <p:spPr>
            <a:xfrm>
              <a:off x="11093150" y="3664467"/>
              <a:ext cx="52675" cy="52326"/>
            </a:xfrm>
            <a:custGeom>
              <a:avLst/>
              <a:gdLst>
                <a:gd name="connsiteX0" fmla="*/ 26163 w 52675"/>
                <a:gd name="connsiteY0" fmla="*/ 0 h 52326"/>
                <a:gd name="connsiteX1" fmla="*/ 0 w 52675"/>
                <a:gd name="connsiteY1" fmla="*/ 26163 h 52326"/>
                <a:gd name="connsiteX2" fmla="*/ 15349 w 52675"/>
                <a:gd name="connsiteY2" fmla="*/ 49884 h 52326"/>
                <a:gd name="connsiteX3" fmla="*/ 23372 w 52675"/>
                <a:gd name="connsiteY3" fmla="*/ 51977 h 52326"/>
                <a:gd name="connsiteX4" fmla="*/ 26512 w 52675"/>
                <a:gd name="connsiteY4" fmla="*/ 52326 h 52326"/>
                <a:gd name="connsiteX5" fmla="*/ 52675 w 52675"/>
                <a:gd name="connsiteY5" fmla="*/ 26163 h 52326"/>
                <a:gd name="connsiteX6" fmla="*/ 26163 w 52675"/>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5" h="52326">
                  <a:moveTo>
                    <a:pt x="26163" y="0"/>
                  </a:move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814" y="52326"/>
                    <a:pt x="52675" y="40465"/>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232" name="Freeform: Shape 2231">
              <a:extLst>
                <a:ext uri="{FF2B5EF4-FFF2-40B4-BE49-F238E27FC236}">
                  <a16:creationId xmlns:a16="http://schemas.microsoft.com/office/drawing/2014/main" id="{BF004F96-BB54-959C-970E-97B53A2CB30A}"/>
                </a:ext>
              </a:extLst>
            </p:cNvPr>
            <p:cNvSpPr/>
            <p:nvPr/>
          </p:nvSpPr>
          <p:spPr>
            <a:xfrm>
              <a:off x="9941974"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33" name="Freeform: Shape 2232">
              <a:extLst>
                <a:ext uri="{FF2B5EF4-FFF2-40B4-BE49-F238E27FC236}">
                  <a16:creationId xmlns:a16="http://schemas.microsoft.com/office/drawing/2014/main" id="{5FBF4EC5-6EDD-E12C-184B-3D52E55BCC86}"/>
                </a:ext>
              </a:extLst>
            </p:cNvPr>
            <p:cNvSpPr/>
            <p:nvPr/>
          </p:nvSpPr>
          <p:spPr>
            <a:xfrm>
              <a:off x="9628017" y="2199334"/>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2234" name="Freeform: Shape 2233">
              <a:extLst>
                <a:ext uri="{FF2B5EF4-FFF2-40B4-BE49-F238E27FC236}">
                  <a16:creationId xmlns:a16="http://schemas.microsoft.com/office/drawing/2014/main" id="{4EE2F005-9432-B253-F36D-00AA8C226C4A}"/>
                </a:ext>
              </a:extLst>
            </p:cNvPr>
            <p:cNvSpPr/>
            <p:nvPr/>
          </p:nvSpPr>
          <p:spPr>
            <a:xfrm>
              <a:off x="9314060"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4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6" y="0"/>
                    <a:pt x="26163" y="0"/>
                  </a:cubicBez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235" name="Freeform: Shape 2234">
              <a:extLst>
                <a:ext uri="{FF2B5EF4-FFF2-40B4-BE49-F238E27FC236}">
                  <a16:creationId xmlns:a16="http://schemas.microsoft.com/office/drawing/2014/main" id="{019FF967-6ED8-CF7D-F62E-9C24F6C9E3B6}"/>
                </a:ext>
              </a:extLst>
            </p:cNvPr>
            <p:cNvSpPr/>
            <p:nvPr/>
          </p:nvSpPr>
          <p:spPr>
            <a:xfrm>
              <a:off x="8162884"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236" name="Freeform: Shape 2235">
              <a:extLst>
                <a:ext uri="{FF2B5EF4-FFF2-40B4-BE49-F238E27FC236}">
                  <a16:creationId xmlns:a16="http://schemas.microsoft.com/office/drawing/2014/main" id="{A8F3484E-AF93-0E04-C647-25AE9C0A10E8}"/>
                </a:ext>
              </a:extLst>
            </p:cNvPr>
            <p:cNvSpPr/>
            <p:nvPr/>
          </p:nvSpPr>
          <p:spPr>
            <a:xfrm>
              <a:off x="11825716"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237" name="Freeform: Shape 2236">
              <a:extLst>
                <a:ext uri="{FF2B5EF4-FFF2-40B4-BE49-F238E27FC236}">
                  <a16:creationId xmlns:a16="http://schemas.microsoft.com/office/drawing/2014/main" id="{9B2BCFA1-620D-A368-1579-D77BA65DE077}"/>
                </a:ext>
              </a:extLst>
            </p:cNvPr>
            <p:cNvSpPr/>
            <p:nvPr/>
          </p:nvSpPr>
          <p:spPr>
            <a:xfrm>
              <a:off x="1140710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38" name="Freeform: Shape 2237">
              <a:extLst>
                <a:ext uri="{FF2B5EF4-FFF2-40B4-BE49-F238E27FC236}">
                  <a16:creationId xmlns:a16="http://schemas.microsoft.com/office/drawing/2014/main" id="{EF36A74F-E089-9094-EEE9-1504102E697E}"/>
                </a:ext>
              </a:extLst>
            </p:cNvPr>
            <p:cNvSpPr/>
            <p:nvPr/>
          </p:nvSpPr>
          <p:spPr>
            <a:xfrm>
              <a:off x="11616412"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8 w 52326"/>
                <a:gd name="connsiteY3" fmla="*/ 2442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6" y="52326"/>
                    <a:pt x="52326" y="40465"/>
                    <a:pt x="52326" y="26163"/>
                  </a:cubicBezTo>
                  <a:cubicBezTo>
                    <a:pt x="52326" y="15698"/>
                    <a:pt x="46047" y="6628"/>
                    <a:pt x="36978" y="2442"/>
                  </a:cubicBezTo>
                  <a:cubicBezTo>
                    <a:pt x="34535" y="1395"/>
                    <a:pt x="31745" y="698"/>
                    <a:pt x="29302" y="349"/>
                  </a:cubicBezTo>
                  <a:cubicBezTo>
                    <a:pt x="28256" y="349"/>
                    <a:pt x="27210"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39" name="Freeform: Shape 2238">
              <a:extLst>
                <a:ext uri="{FF2B5EF4-FFF2-40B4-BE49-F238E27FC236}">
                  <a16:creationId xmlns:a16="http://schemas.microsoft.com/office/drawing/2014/main" id="{36314047-DCC6-7D5F-F207-311890309819}"/>
                </a:ext>
              </a:extLst>
            </p:cNvPr>
            <p:cNvSpPr/>
            <p:nvPr/>
          </p:nvSpPr>
          <p:spPr>
            <a:xfrm>
              <a:off x="1161641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40" name="Freeform: Shape 2239">
              <a:extLst>
                <a:ext uri="{FF2B5EF4-FFF2-40B4-BE49-F238E27FC236}">
                  <a16:creationId xmlns:a16="http://schemas.microsoft.com/office/drawing/2014/main" id="{01A12C9D-6EB7-59AE-8825-B13E1D3C5DE1}"/>
                </a:ext>
              </a:extLst>
            </p:cNvPr>
            <p:cNvSpPr/>
            <p:nvPr/>
          </p:nvSpPr>
          <p:spPr>
            <a:xfrm>
              <a:off x="116164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41" name="Freeform: Shape 2240">
              <a:extLst>
                <a:ext uri="{FF2B5EF4-FFF2-40B4-BE49-F238E27FC236}">
                  <a16:creationId xmlns:a16="http://schemas.microsoft.com/office/drawing/2014/main" id="{94F27106-129D-4BDF-F1AF-69482C7C37FC}"/>
                </a:ext>
              </a:extLst>
            </p:cNvPr>
            <p:cNvSpPr/>
            <p:nvPr/>
          </p:nvSpPr>
          <p:spPr>
            <a:xfrm>
              <a:off x="11093150" y="3769120"/>
              <a:ext cx="52326" cy="52326"/>
            </a:xfrm>
            <a:custGeom>
              <a:avLst/>
              <a:gdLst>
                <a:gd name="connsiteX0" fmla="*/ 52326 w 52326"/>
                <a:gd name="connsiteY0" fmla="*/ 26163 h 52326"/>
                <a:gd name="connsiteX1" fmla="*/ 26163 w 52326"/>
                <a:gd name="connsiteY1" fmla="*/ 0 h 52326"/>
                <a:gd name="connsiteX2" fmla="*/ 26163 w 52326"/>
                <a:gd name="connsiteY2" fmla="*/ 0 h 52326"/>
                <a:gd name="connsiteX3" fmla="*/ 22325 w 52326"/>
                <a:gd name="connsiteY3" fmla="*/ 349 h 52326"/>
                <a:gd name="connsiteX4" fmla="*/ 18489 w 52326"/>
                <a:gd name="connsiteY4" fmla="*/ 1046 h 52326"/>
                <a:gd name="connsiteX5" fmla="*/ 0 w 52326"/>
                <a:gd name="connsiteY5" fmla="*/ 26163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52326" y="26163"/>
                  </a:moveTo>
                  <a:cubicBezTo>
                    <a:pt x="52326" y="11861"/>
                    <a:pt x="40466" y="0"/>
                    <a:pt x="26163" y="0"/>
                  </a:cubicBezTo>
                  <a:lnTo>
                    <a:pt x="26163" y="0"/>
                  </a:lnTo>
                  <a:cubicBezTo>
                    <a:pt x="24768" y="0"/>
                    <a:pt x="23721" y="0"/>
                    <a:pt x="22325" y="349"/>
                  </a:cubicBezTo>
                  <a:cubicBezTo>
                    <a:pt x="20930" y="698"/>
                    <a:pt x="19535" y="698"/>
                    <a:pt x="18489" y="1046"/>
                  </a:cubicBezTo>
                  <a:cubicBezTo>
                    <a:pt x="7674" y="4186"/>
                    <a:pt x="0" y="14302"/>
                    <a:pt x="0" y="26163"/>
                  </a:cubicBezTo>
                  <a:cubicBezTo>
                    <a:pt x="0" y="40465"/>
                    <a:pt x="11860" y="52326"/>
                    <a:pt x="26163" y="52326"/>
                  </a:cubicBezTo>
                  <a:lnTo>
                    <a:pt x="26163" y="52326"/>
                  </a:ln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242" name="Freeform: Shape 2241">
              <a:extLst>
                <a:ext uri="{FF2B5EF4-FFF2-40B4-BE49-F238E27FC236}">
                  <a16:creationId xmlns:a16="http://schemas.microsoft.com/office/drawing/2014/main" id="{A4CB95F9-565C-98F4-D58D-F980430582BA}"/>
                </a:ext>
              </a:extLst>
            </p:cNvPr>
            <p:cNvSpPr/>
            <p:nvPr/>
          </p:nvSpPr>
          <p:spPr>
            <a:xfrm>
              <a:off x="1067454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43" name="Freeform: Shape 2242">
              <a:extLst>
                <a:ext uri="{FF2B5EF4-FFF2-40B4-BE49-F238E27FC236}">
                  <a16:creationId xmlns:a16="http://schemas.microsoft.com/office/drawing/2014/main" id="{05FD348D-5864-2AF5-7B7E-32FAB6D83D18}"/>
                </a:ext>
              </a:extLst>
            </p:cNvPr>
            <p:cNvSpPr/>
            <p:nvPr/>
          </p:nvSpPr>
          <p:spPr>
            <a:xfrm>
              <a:off x="10465236" y="4083077"/>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244" name="Freeform: Shape 2243">
              <a:extLst>
                <a:ext uri="{FF2B5EF4-FFF2-40B4-BE49-F238E27FC236}">
                  <a16:creationId xmlns:a16="http://schemas.microsoft.com/office/drawing/2014/main" id="{58745513-6777-E651-9EE2-94191D994D41}"/>
                </a:ext>
              </a:extLst>
            </p:cNvPr>
            <p:cNvSpPr/>
            <p:nvPr/>
          </p:nvSpPr>
          <p:spPr>
            <a:xfrm>
              <a:off x="10779193"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45" name="Freeform: Shape 2244">
              <a:extLst>
                <a:ext uri="{FF2B5EF4-FFF2-40B4-BE49-F238E27FC236}">
                  <a16:creationId xmlns:a16="http://schemas.microsoft.com/office/drawing/2014/main" id="{1337BABE-F522-1CF6-662C-C9880D861940}"/>
                </a:ext>
              </a:extLst>
            </p:cNvPr>
            <p:cNvSpPr/>
            <p:nvPr/>
          </p:nvSpPr>
          <p:spPr>
            <a:xfrm>
              <a:off x="1015127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46" name="Freeform: Shape 2245">
              <a:extLst>
                <a:ext uri="{FF2B5EF4-FFF2-40B4-BE49-F238E27FC236}">
                  <a16:creationId xmlns:a16="http://schemas.microsoft.com/office/drawing/2014/main" id="{CE2663B7-31BC-335B-3886-A52D83AE2396}"/>
                </a:ext>
              </a:extLst>
            </p:cNvPr>
            <p:cNvSpPr/>
            <p:nvPr/>
          </p:nvSpPr>
          <p:spPr>
            <a:xfrm>
              <a:off x="973266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47" name="Freeform: Shape 2246">
              <a:extLst>
                <a:ext uri="{FF2B5EF4-FFF2-40B4-BE49-F238E27FC236}">
                  <a16:creationId xmlns:a16="http://schemas.microsoft.com/office/drawing/2014/main" id="{02CE1761-394B-708A-3DDF-936A1A57B012}"/>
                </a:ext>
              </a:extLst>
            </p:cNvPr>
            <p:cNvSpPr/>
            <p:nvPr/>
          </p:nvSpPr>
          <p:spPr>
            <a:xfrm>
              <a:off x="8581493"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248" name="Freeform: Shape 2247">
              <a:extLst>
                <a:ext uri="{FF2B5EF4-FFF2-40B4-BE49-F238E27FC236}">
                  <a16:creationId xmlns:a16="http://schemas.microsoft.com/office/drawing/2014/main" id="{A6BC973C-46B1-8480-FF41-8407A853C902}"/>
                </a:ext>
              </a:extLst>
            </p:cNvPr>
            <p:cNvSpPr/>
            <p:nvPr/>
          </p:nvSpPr>
          <p:spPr>
            <a:xfrm>
              <a:off x="7011708"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249" name="Freeform: Shape 2248">
              <a:extLst>
                <a:ext uri="{FF2B5EF4-FFF2-40B4-BE49-F238E27FC236}">
                  <a16:creationId xmlns:a16="http://schemas.microsoft.com/office/drawing/2014/main" id="{D2F78537-8D61-C7C5-A1C1-CF9F55758A10}"/>
                </a:ext>
              </a:extLst>
            </p:cNvPr>
            <p:cNvSpPr/>
            <p:nvPr/>
          </p:nvSpPr>
          <p:spPr>
            <a:xfrm>
              <a:off x="6907055"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250" name="Freeform: Shape 2249">
              <a:extLst>
                <a:ext uri="{FF2B5EF4-FFF2-40B4-BE49-F238E27FC236}">
                  <a16:creationId xmlns:a16="http://schemas.microsoft.com/office/drawing/2014/main" id="{28D12B89-1546-C4A5-8C4E-D20036EC819C}"/>
                </a:ext>
              </a:extLst>
            </p:cNvPr>
            <p:cNvSpPr/>
            <p:nvPr/>
          </p:nvSpPr>
          <p:spPr>
            <a:xfrm rot="17550026">
              <a:off x="6593284" y="5338828"/>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3" y="52327"/>
                    <a:pt x="26164" y="52327"/>
                  </a:cubicBezTo>
                  <a:cubicBezTo>
                    <a:pt x="11714" y="52327"/>
                    <a:pt x="0" y="40613"/>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2251" name="Freeform: Shape 2250">
              <a:extLst>
                <a:ext uri="{FF2B5EF4-FFF2-40B4-BE49-F238E27FC236}">
                  <a16:creationId xmlns:a16="http://schemas.microsoft.com/office/drawing/2014/main" id="{6932E801-8E38-4165-DE50-99B89554BB7A}"/>
                </a:ext>
              </a:extLst>
            </p:cNvPr>
            <p:cNvSpPr/>
            <p:nvPr/>
          </p:nvSpPr>
          <p:spPr>
            <a:xfrm>
              <a:off x="8581493"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2252" name="Freeform: Shape 2251">
              <a:extLst>
                <a:ext uri="{FF2B5EF4-FFF2-40B4-BE49-F238E27FC236}">
                  <a16:creationId xmlns:a16="http://schemas.microsoft.com/office/drawing/2014/main" id="{8894680F-D5A5-ACAF-ECEA-D74EBCF32D1E}"/>
                </a:ext>
              </a:extLst>
            </p:cNvPr>
            <p:cNvSpPr/>
            <p:nvPr/>
          </p:nvSpPr>
          <p:spPr>
            <a:xfrm>
              <a:off x="931406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53" name="Freeform: Shape 2252">
              <a:extLst>
                <a:ext uri="{FF2B5EF4-FFF2-40B4-BE49-F238E27FC236}">
                  <a16:creationId xmlns:a16="http://schemas.microsoft.com/office/drawing/2014/main" id="{747BBE7A-0B55-4326-AFDB-AAEBE8BFA28C}"/>
                </a:ext>
              </a:extLst>
            </p:cNvPr>
            <p:cNvSpPr/>
            <p:nvPr/>
          </p:nvSpPr>
          <p:spPr>
            <a:xfrm>
              <a:off x="8581835" y="3455163"/>
              <a:ext cx="51984" cy="52326"/>
            </a:xfrm>
            <a:custGeom>
              <a:avLst/>
              <a:gdLst>
                <a:gd name="connsiteX0" fmla="*/ 25821 w 51984"/>
                <a:gd name="connsiteY0" fmla="*/ 52326 h 52326"/>
                <a:gd name="connsiteX1" fmla="*/ 35937 w 51984"/>
                <a:gd name="connsiteY1" fmla="*/ 50233 h 52326"/>
                <a:gd name="connsiteX2" fmla="*/ 38031 w 51984"/>
                <a:gd name="connsiteY2" fmla="*/ 49187 h 52326"/>
                <a:gd name="connsiteX3" fmla="*/ 38380 w 51984"/>
                <a:gd name="connsiteY3" fmla="*/ 49187 h 52326"/>
                <a:gd name="connsiteX4" fmla="*/ 51985 w 51984"/>
                <a:gd name="connsiteY4" fmla="*/ 26163 h 52326"/>
                <a:gd name="connsiteX5" fmla="*/ 25821 w 51984"/>
                <a:gd name="connsiteY5" fmla="*/ 0 h 52326"/>
                <a:gd name="connsiteX6" fmla="*/ 25821 w 51984"/>
                <a:gd name="connsiteY6" fmla="*/ 0 h 52326"/>
                <a:gd name="connsiteX7" fmla="*/ 20589 w 51984"/>
                <a:gd name="connsiteY7" fmla="*/ 698 h 52326"/>
                <a:gd name="connsiteX8" fmla="*/ 14309 w 51984"/>
                <a:gd name="connsiteY8" fmla="*/ 2791 h 52326"/>
                <a:gd name="connsiteX9" fmla="*/ 12914 w 51984"/>
                <a:gd name="connsiteY9" fmla="*/ 3488 h 52326"/>
                <a:gd name="connsiteX10" fmla="*/ 8 w 51984"/>
                <a:gd name="connsiteY10" fmla="*/ 26163 h 52326"/>
                <a:gd name="connsiteX11" fmla="*/ 25821 w 51984"/>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984" h="52326">
                  <a:moveTo>
                    <a:pt x="25821" y="52326"/>
                  </a:moveTo>
                  <a:cubicBezTo>
                    <a:pt x="29310" y="52326"/>
                    <a:pt x="32798" y="51628"/>
                    <a:pt x="35937" y="50233"/>
                  </a:cubicBezTo>
                  <a:cubicBezTo>
                    <a:pt x="36636" y="49884"/>
                    <a:pt x="37333" y="49535"/>
                    <a:pt x="38031" y="49187"/>
                  </a:cubicBezTo>
                  <a:cubicBezTo>
                    <a:pt x="38031" y="49187"/>
                    <a:pt x="38380" y="49187"/>
                    <a:pt x="38380" y="49187"/>
                  </a:cubicBezTo>
                  <a:cubicBezTo>
                    <a:pt x="46403" y="44652"/>
                    <a:pt x="51985" y="36280"/>
                    <a:pt x="51985" y="26163"/>
                  </a:cubicBezTo>
                  <a:cubicBezTo>
                    <a:pt x="51985" y="11861"/>
                    <a:pt x="40124" y="0"/>
                    <a:pt x="25821" y="0"/>
                  </a:cubicBezTo>
                  <a:lnTo>
                    <a:pt x="25821" y="0"/>
                  </a:lnTo>
                  <a:cubicBezTo>
                    <a:pt x="24077" y="0"/>
                    <a:pt x="22333" y="349"/>
                    <a:pt x="20589" y="698"/>
                  </a:cubicBezTo>
                  <a:cubicBezTo>
                    <a:pt x="18495" y="1046"/>
                    <a:pt x="16403" y="2093"/>
                    <a:pt x="14309" y="2791"/>
                  </a:cubicBezTo>
                  <a:cubicBezTo>
                    <a:pt x="13961" y="3140"/>
                    <a:pt x="13263" y="3140"/>
                    <a:pt x="12914" y="3488"/>
                  </a:cubicBezTo>
                  <a:cubicBezTo>
                    <a:pt x="5240" y="8023"/>
                    <a:pt x="8" y="16396"/>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2254" name="Freeform: Shape 2253">
              <a:extLst>
                <a:ext uri="{FF2B5EF4-FFF2-40B4-BE49-F238E27FC236}">
                  <a16:creationId xmlns:a16="http://schemas.microsoft.com/office/drawing/2014/main" id="{7F9307DE-7D98-8E72-0350-22518DA809D5}"/>
                </a:ext>
              </a:extLst>
            </p:cNvPr>
            <p:cNvSpPr/>
            <p:nvPr/>
          </p:nvSpPr>
          <p:spPr>
            <a:xfrm>
              <a:off x="11616412" y="3350510"/>
              <a:ext cx="52326" cy="52326"/>
            </a:xfrm>
            <a:custGeom>
              <a:avLst/>
              <a:gdLst>
                <a:gd name="connsiteX0" fmla="*/ 3139 w 52326"/>
                <a:gd name="connsiteY0" fmla="*/ 38373 h 52326"/>
                <a:gd name="connsiteX1" fmla="*/ 3139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39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39" y="38373"/>
                  </a:moveTo>
                  <a:cubicBezTo>
                    <a:pt x="3139" y="38373"/>
                    <a:pt x="3139" y="38373"/>
                    <a:pt x="3139" y="38373"/>
                  </a:cubicBezTo>
                  <a:cubicBezTo>
                    <a:pt x="7674" y="46745"/>
                    <a:pt x="16395" y="52326"/>
                    <a:pt x="26163" y="52326"/>
                  </a:cubicBezTo>
                  <a:cubicBezTo>
                    <a:pt x="40466" y="52326"/>
                    <a:pt x="52326" y="40465"/>
                    <a:pt x="52326" y="26163"/>
                  </a:cubicBezTo>
                  <a:cubicBezTo>
                    <a:pt x="52326" y="20582"/>
                    <a:pt x="50582" y="15698"/>
                    <a:pt x="47791" y="11512"/>
                  </a:cubicBezTo>
                  <a:cubicBezTo>
                    <a:pt x="43256" y="4535"/>
                    <a:pt x="35233" y="0"/>
                    <a:pt x="26163" y="0"/>
                  </a:cubicBezTo>
                  <a:lnTo>
                    <a:pt x="26163" y="0"/>
                  </a:lnTo>
                  <a:cubicBezTo>
                    <a:pt x="11860" y="0"/>
                    <a:pt x="0" y="11861"/>
                    <a:pt x="0" y="26163"/>
                  </a:cubicBezTo>
                  <a:cubicBezTo>
                    <a:pt x="0" y="29652"/>
                    <a:pt x="698" y="33140"/>
                    <a:pt x="2093" y="36280"/>
                  </a:cubicBezTo>
                  <a:cubicBezTo>
                    <a:pt x="2442" y="36977"/>
                    <a:pt x="2791" y="37675"/>
                    <a:pt x="3139" y="38373"/>
                  </a:cubicBezTo>
                  <a:close/>
                </a:path>
              </a:pathLst>
            </a:custGeom>
            <a:grpFill/>
            <a:ln w="3488" cap="flat">
              <a:noFill/>
              <a:prstDash val="solid"/>
              <a:miter/>
            </a:ln>
          </p:spPr>
          <p:txBody>
            <a:bodyPr rtlCol="0" anchor="ctr"/>
            <a:lstStyle/>
            <a:p>
              <a:endParaRPr lang="en-ID"/>
            </a:p>
          </p:txBody>
        </p:sp>
        <p:sp>
          <p:nvSpPr>
            <p:cNvPr id="2255" name="Freeform: Shape 2254">
              <a:extLst>
                <a:ext uri="{FF2B5EF4-FFF2-40B4-BE49-F238E27FC236}">
                  <a16:creationId xmlns:a16="http://schemas.microsoft.com/office/drawing/2014/main" id="{EBE426BF-8B4D-887C-1B29-1F73160A5AF7}"/>
                </a:ext>
              </a:extLst>
            </p:cNvPr>
            <p:cNvSpPr/>
            <p:nvPr/>
          </p:nvSpPr>
          <p:spPr>
            <a:xfrm>
              <a:off x="1046523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56" name="Freeform: Shape 2255">
              <a:extLst>
                <a:ext uri="{FF2B5EF4-FFF2-40B4-BE49-F238E27FC236}">
                  <a16:creationId xmlns:a16="http://schemas.microsoft.com/office/drawing/2014/main" id="{782E3637-9440-5A5C-C1E5-595DB20828BA}"/>
                </a:ext>
              </a:extLst>
            </p:cNvPr>
            <p:cNvSpPr/>
            <p:nvPr/>
          </p:nvSpPr>
          <p:spPr>
            <a:xfrm>
              <a:off x="1046523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257" name="Freeform: Shape 2256">
              <a:extLst>
                <a:ext uri="{FF2B5EF4-FFF2-40B4-BE49-F238E27FC236}">
                  <a16:creationId xmlns:a16="http://schemas.microsoft.com/office/drawing/2014/main" id="{3B94D153-DABA-FC73-810A-17D3587662FC}"/>
                </a:ext>
              </a:extLst>
            </p:cNvPr>
            <p:cNvSpPr/>
            <p:nvPr/>
          </p:nvSpPr>
          <p:spPr>
            <a:xfrm>
              <a:off x="1025593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58" name="Freeform: Shape 2257">
              <a:extLst>
                <a:ext uri="{FF2B5EF4-FFF2-40B4-BE49-F238E27FC236}">
                  <a16:creationId xmlns:a16="http://schemas.microsoft.com/office/drawing/2014/main" id="{A5ED0FAB-388D-BF68-C171-449B71B291A1}"/>
                </a:ext>
              </a:extLst>
            </p:cNvPr>
            <p:cNvSpPr/>
            <p:nvPr/>
          </p:nvSpPr>
          <p:spPr>
            <a:xfrm>
              <a:off x="1119780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59" name="Freeform: Shape 2258">
              <a:extLst>
                <a:ext uri="{FF2B5EF4-FFF2-40B4-BE49-F238E27FC236}">
                  <a16:creationId xmlns:a16="http://schemas.microsoft.com/office/drawing/2014/main" id="{64B72E44-F4BE-E125-4EC8-C9B41469D6C6}"/>
                </a:ext>
              </a:extLst>
            </p:cNvPr>
            <p:cNvSpPr/>
            <p:nvPr/>
          </p:nvSpPr>
          <p:spPr>
            <a:xfrm>
              <a:off x="1077919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60" name="Freeform: Shape 2259">
              <a:extLst>
                <a:ext uri="{FF2B5EF4-FFF2-40B4-BE49-F238E27FC236}">
                  <a16:creationId xmlns:a16="http://schemas.microsoft.com/office/drawing/2014/main" id="{96F15EAF-8ADB-4D38-71A9-2E4462CC2028}"/>
                </a:ext>
              </a:extLst>
            </p:cNvPr>
            <p:cNvSpPr/>
            <p:nvPr/>
          </p:nvSpPr>
          <p:spPr>
            <a:xfrm>
              <a:off x="105698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61" name="Freeform: Shape 2260">
              <a:extLst>
                <a:ext uri="{FF2B5EF4-FFF2-40B4-BE49-F238E27FC236}">
                  <a16:creationId xmlns:a16="http://schemas.microsoft.com/office/drawing/2014/main" id="{9AE4618F-31AC-29C9-9E9C-054AD0025F2B}"/>
                </a:ext>
              </a:extLst>
            </p:cNvPr>
            <p:cNvSpPr/>
            <p:nvPr/>
          </p:nvSpPr>
          <p:spPr>
            <a:xfrm>
              <a:off x="99419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62" name="Freeform: Shape 2261">
              <a:extLst>
                <a:ext uri="{FF2B5EF4-FFF2-40B4-BE49-F238E27FC236}">
                  <a16:creationId xmlns:a16="http://schemas.microsoft.com/office/drawing/2014/main" id="{A3B3E2A3-B304-B244-5D3D-FB2DA6A000C4}"/>
                </a:ext>
              </a:extLst>
            </p:cNvPr>
            <p:cNvSpPr/>
            <p:nvPr/>
          </p:nvSpPr>
          <p:spPr>
            <a:xfrm>
              <a:off x="93140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63" name="Freeform: Shape 2262">
              <a:extLst>
                <a:ext uri="{FF2B5EF4-FFF2-40B4-BE49-F238E27FC236}">
                  <a16:creationId xmlns:a16="http://schemas.microsoft.com/office/drawing/2014/main" id="{D2FE37AE-879E-A029-E7A1-84CAFC0A082C}"/>
                </a:ext>
              </a:extLst>
            </p:cNvPr>
            <p:cNvSpPr/>
            <p:nvPr/>
          </p:nvSpPr>
          <p:spPr>
            <a:xfrm>
              <a:off x="90001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64" name="Freeform: Shape 2263">
              <a:extLst>
                <a:ext uri="{FF2B5EF4-FFF2-40B4-BE49-F238E27FC236}">
                  <a16:creationId xmlns:a16="http://schemas.microsoft.com/office/drawing/2014/main" id="{9EC7E81D-B3AD-8E47-60D3-DCCD9D7E0D90}"/>
                </a:ext>
              </a:extLst>
            </p:cNvPr>
            <p:cNvSpPr/>
            <p:nvPr/>
          </p:nvSpPr>
          <p:spPr>
            <a:xfrm>
              <a:off x="837218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65" name="Freeform: Shape 2264">
              <a:extLst>
                <a:ext uri="{FF2B5EF4-FFF2-40B4-BE49-F238E27FC236}">
                  <a16:creationId xmlns:a16="http://schemas.microsoft.com/office/drawing/2014/main" id="{C5F7C310-2218-90CE-923A-36FF0A898CF3}"/>
                </a:ext>
              </a:extLst>
            </p:cNvPr>
            <p:cNvSpPr/>
            <p:nvPr/>
          </p:nvSpPr>
          <p:spPr>
            <a:xfrm>
              <a:off x="753496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66" name="Freeform: Shape 2265">
              <a:extLst>
                <a:ext uri="{FF2B5EF4-FFF2-40B4-BE49-F238E27FC236}">
                  <a16:creationId xmlns:a16="http://schemas.microsoft.com/office/drawing/2014/main" id="{6C8108B3-4E65-3D07-FE55-5B7857191DA0}"/>
                </a:ext>
              </a:extLst>
            </p:cNvPr>
            <p:cNvSpPr/>
            <p:nvPr/>
          </p:nvSpPr>
          <p:spPr>
            <a:xfrm>
              <a:off x="743031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67" name="Freeform: Shape 2266">
              <a:extLst>
                <a:ext uri="{FF2B5EF4-FFF2-40B4-BE49-F238E27FC236}">
                  <a16:creationId xmlns:a16="http://schemas.microsoft.com/office/drawing/2014/main" id="{87567542-05FD-4D6B-7AF0-D840B1665539}"/>
                </a:ext>
              </a:extLst>
            </p:cNvPr>
            <p:cNvSpPr/>
            <p:nvPr/>
          </p:nvSpPr>
          <p:spPr>
            <a:xfrm>
              <a:off x="72210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68" name="Freeform: Shape 2267">
              <a:extLst>
                <a:ext uri="{FF2B5EF4-FFF2-40B4-BE49-F238E27FC236}">
                  <a16:creationId xmlns:a16="http://schemas.microsoft.com/office/drawing/2014/main" id="{5DB50A5A-0822-8755-5376-E4AC53D39A8C}"/>
                </a:ext>
              </a:extLst>
            </p:cNvPr>
            <p:cNvSpPr/>
            <p:nvPr/>
          </p:nvSpPr>
          <p:spPr>
            <a:xfrm>
              <a:off x="1182571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69" name="Freeform: Shape 2268">
              <a:extLst>
                <a:ext uri="{FF2B5EF4-FFF2-40B4-BE49-F238E27FC236}">
                  <a16:creationId xmlns:a16="http://schemas.microsoft.com/office/drawing/2014/main" id="{7FD55B19-8B29-E79D-870B-27F1EEA52AA0}"/>
                </a:ext>
              </a:extLst>
            </p:cNvPr>
            <p:cNvSpPr/>
            <p:nvPr/>
          </p:nvSpPr>
          <p:spPr>
            <a:xfrm>
              <a:off x="1203502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70" name="Freeform: Shape 2269">
              <a:extLst>
                <a:ext uri="{FF2B5EF4-FFF2-40B4-BE49-F238E27FC236}">
                  <a16:creationId xmlns:a16="http://schemas.microsoft.com/office/drawing/2014/main" id="{A184E00A-89E5-82D4-8D86-D97312070C8B}"/>
                </a:ext>
              </a:extLst>
            </p:cNvPr>
            <p:cNvSpPr/>
            <p:nvPr/>
          </p:nvSpPr>
          <p:spPr>
            <a:xfrm>
              <a:off x="1203502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71" name="Freeform: Shape 2270">
              <a:extLst>
                <a:ext uri="{FF2B5EF4-FFF2-40B4-BE49-F238E27FC236}">
                  <a16:creationId xmlns:a16="http://schemas.microsoft.com/office/drawing/2014/main" id="{57D84253-063B-E497-FBA3-F07A416FC0F8}"/>
                </a:ext>
              </a:extLst>
            </p:cNvPr>
            <p:cNvSpPr/>
            <p:nvPr/>
          </p:nvSpPr>
          <p:spPr>
            <a:xfrm>
              <a:off x="11721406" y="4710991"/>
              <a:ext cx="51984" cy="52326"/>
            </a:xfrm>
            <a:custGeom>
              <a:avLst/>
              <a:gdLst>
                <a:gd name="connsiteX0" fmla="*/ 25821 w 51984"/>
                <a:gd name="connsiteY0" fmla="*/ 52326 h 52326"/>
                <a:gd name="connsiteX1" fmla="*/ 35937 w 51984"/>
                <a:gd name="connsiteY1" fmla="*/ 50233 h 52326"/>
                <a:gd name="connsiteX2" fmla="*/ 51985 w 51984"/>
                <a:gd name="connsiteY2" fmla="*/ 26163 h 52326"/>
                <a:gd name="connsiteX3" fmla="*/ 25821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1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1" y="52326"/>
                  </a:moveTo>
                  <a:cubicBezTo>
                    <a:pt x="29310" y="52326"/>
                    <a:pt x="32798" y="51628"/>
                    <a:pt x="35937" y="50233"/>
                  </a:cubicBezTo>
                  <a:cubicBezTo>
                    <a:pt x="45357" y="46396"/>
                    <a:pt x="51985" y="36977"/>
                    <a:pt x="51985" y="26163"/>
                  </a:cubicBezTo>
                  <a:cubicBezTo>
                    <a:pt x="51985" y="11861"/>
                    <a:pt x="40124" y="0"/>
                    <a:pt x="25821" y="0"/>
                  </a:cubicBezTo>
                  <a:cubicBezTo>
                    <a:pt x="24077" y="0"/>
                    <a:pt x="22333" y="349"/>
                    <a:pt x="20589" y="698"/>
                  </a:cubicBezTo>
                  <a:cubicBezTo>
                    <a:pt x="18147" y="1046"/>
                    <a:pt x="15705" y="2093"/>
                    <a:pt x="13612" y="3140"/>
                  </a:cubicBezTo>
                  <a:cubicBezTo>
                    <a:pt x="13612" y="3140"/>
                    <a:pt x="13612" y="3140"/>
                    <a:pt x="13612" y="3140"/>
                  </a:cubicBezTo>
                  <a:cubicBezTo>
                    <a:pt x="5588" y="7675"/>
                    <a:pt x="8" y="16047"/>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2272" name="Freeform: Shape 2271">
              <a:extLst>
                <a:ext uri="{FF2B5EF4-FFF2-40B4-BE49-F238E27FC236}">
                  <a16:creationId xmlns:a16="http://schemas.microsoft.com/office/drawing/2014/main" id="{A8C5565D-BBC6-0949-B922-FE254FC92B8C}"/>
                </a:ext>
              </a:extLst>
            </p:cNvPr>
            <p:cNvSpPr/>
            <p:nvPr/>
          </p:nvSpPr>
          <p:spPr>
            <a:xfrm>
              <a:off x="1046523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73" name="Freeform: Shape 2272">
              <a:extLst>
                <a:ext uri="{FF2B5EF4-FFF2-40B4-BE49-F238E27FC236}">
                  <a16:creationId xmlns:a16="http://schemas.microsoft.com/office/drawing/2014/main" id="{14111C72-B664-0D5E-625D-015CB0616095}"/>
                </a:ext>
              </a:extLst>
            </p:cNvPr>
            <p:cNvSpPr/>
            <p:nvPr/>
          </p:nvSpPr>
          <p:spPr>
            <a:xfrm>
              <a:off x="10046626"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274" name="Freeform: Shape 2273">
              <a:extLst>
                <a:ext uri="{FF2B5EF4-FFF2-40B4-BE49-F238E27FC236}">
                  <a16:creationId xmlns:a16="http://schemas.microsoft.com/office/drawing/2014/main" id="{ECB8ECFB-3FE8-84E9-DCA7-0C3B0138801F}"/>
                </a:ext>
              </a:extLst>
            </p:cNvPr>
            <p:cNvSpPr/>
            <p:nvPr/>
          </p:nvSpPr>
          <p:spPr>
            <a:xfrm>
              <a:off x="889545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75" name="Freeform: Shape 2274">
              <a:extLst>
                <a:ext uri="{FF2B5EF4-FFF2-40B4-BE49-F238E27FC236}">
                  <a16:creationId xmlns:a16="http://schemas.microsoft.com/office/drawing/2014/main" id="{B10F8F93-A893-A5CD-2BAB-F3109FC5D4EE}"/>
                </a:ext>
              </a:extLst>
            </p:cNvPr>
            <p:cNvSpPr/>
            <p:nvPr/>
          </p:nvSpPr>
          <p:spPr>
            <a:xfrm>
              <a:off x="868614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76" name="Freeform: Shape 2275">
              <a:extLst>
                <a:ext uri="{FF2B5EF4-FFF2-40B4-BE49-F238E27FC236}">
                  <a16:creationId xmlns:a16="http://schemas.microsoft.com/office/drawing/2014/main" id="{6C42B79D-B53A-86B0-02E9-1AFF03E55801}"/>
                </a:ext>
              </a:extLst>
            </p:cNvPr>
            <p:cNvSpPr/>
            <p:nvPr/>
          </p:nvSpPr>
          <p:spPr>
            <a:xfrm>
              <a:off x="8686145"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cubicBezTo>
                    <a:pt x="26163" y="0"/>
                    <a:pt x="26163"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77" name="Freeform: Shape 2276">
              <a:extLst>
                <a:ext uri="{FF2B5EF4-FFF2-40B4-BE49-F238E27FC236}">
                  <a16:creationId xmlns:a16="http://schemas.microsoft.com/office/drawing/2014/main" id="{72C6EC7F-E953-B5A1-6A47-542BC6959DED}"/>
                </a:ext>
              </a:extLst>
            </p:cNvPr>
            <p:cNvSpPr/>
            <p:nvPr/>
          </p:nvSpPr>
          <p:spPr>
            <a:xfrm>
              <a:off x="8372188"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78" name="Freeform: Shape 2277">
              <a:extLst>
                <a:ext uri="{FF2B5EF4-FFF2-40B4-BE49-F238E27FC236}">
                  <a16:creationId xmlns:a16="http://schemas.microsoft.com/office/drawing/2014/main" id="{96F10401-A6AC-8FFD-2FA8-0EFE4AD7615B}"/>
                </a:ext>
              </a:extLst>
            </p:cNvPr>
            <p:cNvSpPr/>
            <p:nvPr/>
          </p:nvSpPr>
          <p:spPr>
            <a:xfrm>
              <a:off x="79535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79" name="Freeform: Shape 2278">
              <a:extLst>
                <a:ext uri="{FF2B5EF4-FFF2-40B4-BE49-F238E27FC236}">
                  <a16:creationId xmlns:a16="http://schemas.microsoft.com/office/drawing/2014/main" id="{961DAA46-AB6A-31A1-9943-64AE7C1E2D97}"/>
                </a:ext>
              </a:extLst>
            </p:cNvPr>
            <p:cNvSpPr/>
            <p:nvPr/>
          </p:nvSpPr>
          <p:spPr>
            <a:xfrm>
              <a:off x="690705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280" name="Freeform: Shape 2279">
              <a:extLst>
                <a:ext uri="{FF2B5EF4-FFF2-40B4-BE49-F238E27FC236}">
                  <a16:creationId xmlns:a16="http://schemas.microsoft.com/office/drawing/2014/main" id="{4EAD2437-05D6-89AB-8636-1C81678A5000}"/>
                </a:ext>
              </a:extLst>
            </p:cNvPr>
            <p:cNvSpPr/>
            <p:nvPr/>
          </p:nvSpPr>
          <p:spPr>
            <a:xfrm>
              <a:off x="669775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81" name="Freeform: Shape 2280">
              <a:extLst>
                <a:ext uri="{FF2B5EF4-FFF2-40B4-BE49-F238E27FC236}">
                  <a16:creationId xmlns:a16="http://schemas.microsoft.com/office/drawing/2014/main" id="{EC647D6D-9853-54F1-A469-912AAECF5F7C}"/>
                </a:ext>
              </a:extLst>
            </p:cNvPr>
            <p:cNvSpPr/>
            <p:nvPr/>
          </p:nvSpPr>
          <p:spPr>
            <a:xfrm>
              <a:off x="63837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82" name="Freeform: Shape 2281">
              <a:extLst>
                <a:ext uri="{FF2B5EF4-FFF2-40B4-BE49-F238E27FC236}">
                  <a16:creationId xmlns:a16="http://schemas.microsoft.com/office/drawing/2014/main" id="{54749033-B1DA-B2B6-A82A-B72C6EE6EB00}"/>
                </a:ext>
              </a:extLst>
            </p:cNvPr>
            <p:cNvSpPr/>
            <p:nvPr/>
          </p:nvSpPr>
          <p:spPr>
            <a:xfrm>
              <a:off x="1025593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283" name="Freeform: Shape 2282">
              <a:extLst>
                <a:ext uri="{FF2B5EF4-FFF2-40B4-BE49-F238E27FC236}">
                  <a16:creationId xmlns:a16="http://schemas.microsoft.com/office/drawing/2014/main" id="{79E77687-C44C-6453-454E-88F946B89BEB}"/>
                </a:ext>
              </a:extLst>
            </p:cNvPr>
            <p:cNvSpPr/>
            <p:nvPr/>
          </p:nvSpPr>
          <p:spPr>
            <a:xfrm>
              <a:off x="11825716"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80" y="51977"/>
                    <a:pt x="21280" y="51977"/>
                    <a:pt x="21628" y="51977"/>
                  </a:cubicBezTo>
                  <a:cubicBezTo>
                    <a:pt x="23024" y="52326"/>
                    <a:pt x="24768" y="52326"/>
                    <a:pt x="26163" y="52326"/>
                  </a:cubicBezTo>
                  <a:lnTo>
                    <a:pt x="26163" y="52326"/>
                  </a:lnTo>
                  <a:cubicBezTo>
                    <a:pt x="26163" y="52326"/>
                    <a:pt x="26163" y="52326"/>
                    <a:pt x="26163" y="52326"/>
                  </a:cubicBezTo>
                  <a:cubicBezTo>
                    <a:pt x="40466" y="52326"/>
                    <a:pt x="52326" y="40465"/>
                    <a:pt x="52326" y="26163"/>
                  </a:cubicBezTo>
                  <a:lnTo>
                    <a:pt x="52326" y="26163"/>
                  </a:lnTo>
                  <a:cubicBezTo>
                    <a:pt x="52326" y="11860"/>
                    <a:pt x="40466" y="0"/>
                    <a:pt x="26163" y="0"/>
                  </a:cubicBezTo>
                  <a:cubicBezTo>
                    <a:pt x="26163" y="0"/>
                    <a:pt x="26163" y="0"/>
                    <a:pt x="26163" y="0"/>
                  </a:cubicBezTo>
                  <a:lnTo>
                    <a:pt x="26163" y="0"/>
                  </a:lnTo>
                  <a:cubicBezTo>
                    <a:pt x="11860"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2284" name="Freeform: Shape 2283">
              <a:extLst>
                <a:ext uri="{FF2B5EF4-FFF2-40B4-BE49-F238E27FC236}">
                  <a16:creationId xmlns:a16="http://schemas.microsoft.com/office/drawing/2014/main" id="{B0343083-0452-146E-7BF8-54E5039ECCC9}"/>
                </a:ext>
              </a:extLst>
            </p:cNvPr>
            <p:cNvSpPr/>
            <p:nvPr/>
          </p:nvSpPr>
          <p:spPr>
            <a:xfrm>
              <a:off x="7325665"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85" name="Freeform: Shape 2284">
              <a:extLst>
                <a:ext uri="{FF2B5EF4-FFF2-40B4-BE49-F238E27FC236}">
                  <a16:creationId xmlns:a16="http://schemas.microsoft.com/office/drawing/2014/main" id="{21C1B9CD-25A0-DB49-B9BB-D05D21C8F364}"/>
                </a:ext>
              </a:extLst>
            </p:cNvPr>
            <p:cNvSpPr/>
            <p:nvPr/>
          </p:nvSpPr>
          <p:spPr>
            <a:xfrm>
              <a:off x="837218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86" name="Freeform: Shape 2285">
              <a:extLst>
                <a:ext uri="{FF2B5EF4-FFF2-40B4-BE49-F238E27FC236}">
                  <a16:creationId xmlns:a16="http://schemas.microsoft.com/office/drawing/2014/main" id="{AB9000AD-391E-A0F1-DBF9-8895809328E6}"/>
                </a:ext>
              </a:extLst>
            </p:cNvPr>
            <p:cNvSpPr/>
            <p:nvPr/>
          </p:nvSpPr>
          <p:spPr>
            <a:xfrm>
              <a:off x="1182571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87" name="Freeform: Shape 2286">
              <a:extLst>
                <a:ext uri="{FF2B5EF4-FFF2-40B4-BE49-F238E27FC236}">
                  <a16:creationId xmlns:a16="http://schemas.microsoft.com/office/drawing/2014/main" id="{FA955639-B053-F568-5D47-74E3C90D0151}"/>
                </a:ext>
              </a:extLst>
            </p:cNvPr>
            <p:cNvSpPr/>
            <p:nvPr/>
          </p:nvSpPr>
          <p:spPr>
            <a:xfrm>
              <a:off x="1004662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88" name="Freeform: Shape 2287">
              <a:extLst>
                <a:ext uri="{FF2B5EF4-FFF2-40B4-BE49-F238E27FC236}">
                  <a16:creationId xmlns:a16="http://schemas.microsoft.com/office/drawing/2014/main" id="{E1E1B15B-40A5-E0F8-6FE8-EE365C44DC2A}"/>
                </a:ext>
              </a:extLst>
            </p:cNvPr>
            <p:cNvSpPr/>
            <p:nvPr/>
          </p:nvSpPr>
          <p:spPr>
            <a:xfrm>
              <a:off x="9837321" y="3978424"/>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6"/>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289" name="Freeform: Shape 2288">
              <a:extLst>
                <a:ext uri="{FF2B5EF4-FFF2-40B4-BE49-F238E27FC236}">
                  <a16:creationId xmlns:a16="http://schemas.microsoft.com/office/drawing/2014/main" id="{D4EAF039-E5C1-006F-8977-0E15AC2216DD}"/>
                </a:ext>
              </a:extLst>
            </p:cNvPr>
            <p:cNvSpPr/>
            <p:nvPr/>
          </p:nvSpPr>
          <p:spPr>
            <a:xfrm>
              <a:off x="1077919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90" name="Freeform: Shape 2289">
              <a:extLst>
                <a:ext uri="{FF2B5EF4-FFF2-40B4-BE49-F238E27FC236}">
                  <a16:creationId xmlns:a16="http://schemas.microsoft.com/office/drawing/2014/main" id="{041BFCE0-519E-9D48-326B-9129F1BA9247}"/>
                </a:ext>
              </a:extLst>
            </p:cNvPr>
            <p:cNvSpPr/>
            <p:nvPr/>
          </p:nvSpPr>
          <p:spPr>
            <a:xfrm>
              <a:off x="1015127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91" name="Freeform: Shape 2290">
              <a:extLst>
                <a:ext uri="{FF2B5EF4-FFF2-40B4-BE49-F238E27FC236}">
                  <a16:creationId xmlns:a16="http://schemas.microsoft.com/office/drawing/2014/main" id="{9408CAD7-CCEC-29F9-B7E0-171A7B67F578}"/>
                </a:ext>
              </a:extLst>
            </p:cNvPr>
            <p:cNvSpPr/>
            <p:nvPr/>
          </p:nvSpPr>
          <p:spPr>
            <a:xfrm>
              <a:off x="1015127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292" name="Freeform: Shape 2291">
              <a:extLst>
                <a:ext uri="{FF2B5EF4-FFF2-40B4-BE49-F238E27FC236}">
                  <a16:creationId xmlns:a16="http://schemas.microsoft.com/office/drawing/2014/main" id="{88B843F7-65FC-B75B-DF78-8F7B142E0A6E}"/>
                </a:ext>
              </a:extLst>
            </p:cNvPr>
            <p:cNvSpPr/>
            <p:nvPr/>
          </p:nvSpPr>
          <p:spPr>
            <a:xfrm>
              <a:off x="96280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93" name="Freeform: Shape 2292">
              <a:extLst>
                <a:ext uri="{FF2B5EF4-FFF2-40B4-BE49-F238E27FC236}">
                  <a16:creationId xmlns:a16="http://schemas.microsoft.com/office/drawing/2014/main" id="{5B7DDBAB-3787-8641-BBEF-3C0FF3525538}"/>
                </a:ext>
              </a:extLst>
            </p:cNvPr>
            <p:cNvSpPr/>
            <p:nvPr/>
          </p:nvSpPr>
          <p:spPr>
            <a:xfrm>
              <a:off x="931406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94" name="Freeform: Shape 2293">
              <a:extLst>
                <a:ext uri="{FF2B5EF4-FFF2-40B4-BE49-F238E27FC236}">
                  <a16:creationId xmlns:a16="http://schemas.microsoft.com/office/drawing/2014/main" id="{EAA2AA5B-53DE-E70F-19F9-9CED38F7572C}"/>
                </a:ext>
              </a:extLst>
            </p:cNvPr>
            <p:cNvSpPr/>
            <p:nvPr/>
          </p:nvSpPr>
          <p:spPr>
            <a:xfrm>
              <a:off x="910475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95" name="Freeform: Shape 2294">
              <a:extLst>
                <a:ext uri="{FF2B5EF4-FFF2-40B4-BE49-F238E27FC236}">
                  <a16:creationId xmlns:a16="http://schemas.microsoft.com/office/drawing/2014/main" id="{CAB03B9B-137E-06E5-300D-F4CCEE16CA07}"/>
                </a:ext>
              </a:extLst>
            </p:cNvPr>
            <p:cNvSpPr/>
            <p:nvPr/>
          </p:nvSpPr>
          <p:spPr>
            <a:xfrm>
              <a:off x="900010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296" name="Freeform: Shape 2295">
              <a:extLst>
                <a:ext uri="{FF2B5EF4-FFF2-40B4-BE49-F238E27FC236}">
                  <a16:creationId xmlns:a16="http://schemas.microsoft.com/office/drawing/2014/main" id="{5D6C923B-19D3-E1C9-7995-764E271CA591}"/>
                </a:ext>
              </a:extLst>
            </p:cNvPr>
            <p:cNvSpPr/>
            <p:nvPr/>
          </p:nvSpPr>
          <p:spPr>
            <a:xfrm>
              <a:off x="90001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97" name="Freeform: Shape 2296">
              <a:extLst>
                <a:ext uri="{FF2B5EF4-FFF2-40B4-BE49-F238E27FC236}">
                  <a16:creationId xmlns:a16="http://schemas.microsoft.com/office/drawing/2014/main" id="{1AFFB5BA-5911-1843-FDF8-EF36F77CB721}"/>
                </a:ext>
              </a:extLst>
            </p:cNvPr>
            <p:cNvSpPr/>
            <p:nvPr/>
          </p:nvSpPr>
          <p:spPr>
            <a:xfrm>
              <a:off x="879079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98" name="Freeform: Shape 2297">
              <a:extLst>
                <a:ext uri="{FF2B5EF4-FFF2-40B4-BE49-F238E27FC236}">
                  <a16:creationId xmlns:a16="http://schemas.microsoft.com/office/drawing/2014/main" id="{34C6AB90-2E0F-3054-B586-92B1F17F66BF}"/>
                </a:ext>
              </a:extLst>
            </p:cNvPr>
            <p:cNvSpPr/>
            <p:nvPr/>
          </p:nvSpPr>
          <p:spPr>
            <a:xfrm>
              <a:off x="847684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299" name="Freeform: Shape 2298">
              <a:extLst>
                <a:ext uri="{FF2B5EF4-FFF2-40B4-BE49-F238E27FC236}">
                  <a16:creationId xmlns:a16="http://schemas.microsoft.com/office/drawing/2014/main" id="{7855DC77-D014-2859-B175-1683FD7EF720}"/>
                </a:ext>
              </a:extLst>
            </p:cNvPr>
            <p:cNvSpPr/>
            <p:nvPr/>
          </p:nvSpPr>
          <p:spPr>
            <a:xfrm>
              <a:off x="7848927"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300" name="Freeform: Shape 2299">
              <a:extLst>
                <a:ext uri="{FF2B5EF4-FFF2-40B4-BE49-F238E27FC236}">
                  <a16:creationId xmlns:a16="http://schemas.microsoft.com/office/drawing/2014/main" id="{70F80018-BAE1-681D-7623-005F869AC0AB}"/>
                </a:ext>
              </a:extLst>
            </p:cNvPr>
            <p:cNvSpPr/>
            <p:nvPr/>
          </p:nvSpPr>
          <p:spPr>
            <a:xfrm>
              <a:off x="77442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01" name="Freeform: Shape 2300">
              <a:extLst>
                <a:ext uri="{FF2B5EF4-FFF2-40B4-BE49-F238E27FC236}">
                  <a16:creationId xmlns:a16="http://schemas.microsoft.com/office/drawing/2014/main" id="{D3C2739B-240C-1C13-65F7-3DA13977F327}"/>
                </a:ext>
              </a:extLst>
            </p:cNvPr>
            <p:cNvSpPr/>
            <p:nvPr/>
          </p:nvSpPr>
          <p:spPr>
            <a:xfrm>
              <a:off x="774427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02" name="Freeform: Shape 2301">
              <a:extLst>
                <a:ext uri="{FF2B5EF4-FFF2-40B4-BE49-F238E27FC236}">
                  <a16:creationId xmlns:a16="http://schemas.microsoft.com/office/drawing/2014/main" id="{FA85BABC-92AB-35FD-A0C2-5B470EA4C2FE}"/>
                </a:ext>
              </a:extLst>
            </p:cNvPr>
            <p:cNvSpPr/>
            <p:nvPr/>
          </p:nvSpPr>
          <p:spPr>
            <a:xfrm>
              <a:off x="743031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03" name="Freeform: Shape 2302">
              <a:extLst>
                <a:ext uri="{FF2B5EF4-FFF2-40B4-BE49-F238E27FC236}">
                  <a16:creationId xmlns:a16="http://schemas.microsoft.com/office/drawing/2014/main" id="{6089AEFA-27A1-76C7-7E7A-7FE169D3B666}"/>
                </a:ext>
              </a:extLst>
            </p:cNvPr>
            <p:cNvSpPr/>
            <p:nvPr/>
          </p:nvSpPr>
          <p:spPr>
            <a:xfrm>
              <a:off x="7116360"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304" name="Freeform: Shape 2303">
              <a:extLst>
                <a:ext uri="{FF2B5EF4-FFF2-40B4-BE49-F238E27FC236}">
                  <a16:creationId xmlns:a16="http://schemas.microsoft.com/office/drawing/2014/main" id="{A4A89324-03DE-A853-0F7C-5939A3F260B8}"/>
                </a:ext>
              </a:extLst>
            </p:cNvPr>
            <p:cNvSpPr/>
            <p:nvPr/>
          </p:nvSpPr>
          <p:spPr>
            <a:xfrm>
              <a:off x="690705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05" name="Freeform: Shape 2304">
              <a:extLst>
                <a:ext uri="{FF2B5EF4-FFF2-40B4-BE49-F238E27FC236}">
                  <a16:creationId xmlns:a16="http://schemas.microsoft.com/office/drawing/2014/main" id="{2A7D90A5-681A-B8A6-6851-B7DFC52C9B37}"/>
                </a:ext>
              </a:extLst>
            </p:cNvPr>
            <p:cNvSpPr/>
            <p:nvPr/>
          </p:nvSpPr>
          <p:spPr>
            <a:xfrm>
              <a:off x="9314060" y="4083077"/>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629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722" y="52326"/>
                    <a:pt x="49187" y="43256"/>
                    <a:pt x="51629" y="31396"/>
                  </a:cubicBezTo>
                  <a:cubicBezTo>
                    <a:pt x="51977" y="29652"/>
                    <a:pt x="52326" y="2790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06" name="Freeform: Shape 2305">
              <a:extLst>
                <a:ext uri="{FF2B5EF4-FFF2-40B4-BE49-F238E27FC236}">
                  <a16:creationId xmlns:a16="http://schemas.microsoft.com/office/drawing/2014/main" id="{05A7E6A8-5FC2-B672-1F82-4758C42F7CB9}"/>
                </a:ext>
              </a:extLst>
            </p:cNvPr>
            <p:cNvSpPr/>
            <p:nvPr/>
          </p:nvSpPr>
          <p:spPr>
            <a:xfrm>
              <a:off x="98373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307" name="Freeform: Shape 2306">
              <a:extLst>
                <a:ext uri="{FF2B5EF4-FFF2-40B4-BE49-F238E27FC236}">
                  <a16:creationId xmlns:a16="http://schemas.microsoft.com/office/drawing/2014/main" id="{43471F2C-8870-8BD5-2E8B-8FC32E11FEE9}"/>
                </a:ext>
              </a:extLst>
            </p:cNvPr>
            <p:cNvSpPr/>
            <p:nvPr/>
          </p:nvSpPr>
          <p:spPr>
            <a:xfrm>
              <a:off x="10674540"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08" name="Freeform: Shape 2307">
              <a:extLst>
                <a:ext uri="{FF2B5EF4-FFF2-40B4-BE49-F238E27FC236}">
                  <a16:creationId xmlns:a16="http://schemas.microsoft.com/office/drawing/2014/main" id="{8D40811B-2AC3-BF09-3E22-C28378BD3D1A}"/>
                </a:ext>
              </a:extLst>
            </p:cNvPr>
            <p:cNvSpPr/>
            <p:nvPr/>
          </p:nvSpPr>
          <p:spPr>
            <a:xfrm>
              <a:off x="1161641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09" name="Freeform: Shape 2308">
              <a:extLst>
                <a:ext uri="{FF2B5EF4-FFF2-40B4-BE49-F238E27FC236}">
                  <a16:creationId xmlns:a16="http://schemas.microsoft.com/office/drawing/2014/main" id="{8FD9FAF5-1817-5A4D-D092-C638A66AFF35}"/>
                </a:ext>
              </a:extLst>
            </p:cNvPr>
            <p:cNvSpPr/>
            <p:nvPr/>
          </p:nvSpPr>
          <p:spPr>
            <a:xfrm>
              <a:off x="1130245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10" name="Freeform: Shape 2309">
              <a:extLst>
                <a:ext uri="{FF2B5EF4-FFF2-40B4-BE49-F238E27FC236}">
                  <a16:creationId xmlns:a16="http://schemas.microsoft.com/office/drawing/2014/main" id="{72F52095-ECD0-432A-3F8B-293B73B6CCFC}"/>
                </a:ext>
              </a:extLst>
            </p:cNvPr>
            <p:cNvSpPr/>
            <p:nvPr/>
          </p:nvSpPr>
          <p:spPr>
            <a:xfrm>
              <a:off x="1130245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11" name="Freeform: Shape 2310">
              <a:extLst>
                <a:ext uri="{FF2B5EF4-FFF2-40B4-BE49-F238E27FC236}">
                  <a16:creationId xmlns:a16="http://schemas.microsoft.com/office/drawing/2014/main" id="{14FA0B48-ADDB-5FEE-43D3-4A4906BC8EBA}"/>
                </a:ext>
              </a:extLst>
            </p:cNvPr>
            <p:cNvSpPr/>
            <p:nvPr/>
          </p:nvSpPr>
          <p:spPr>
            <a:xfrm>
              <a:off x="11093150" y="4606338"/>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26163 w 52326"/>
                <a:gd name="connsiteY4" fmla="*/ 52326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0" y="0"/>
                    <a:pt x="0" y="11861"/>
                    <a:pt x="0" y="26163"/>
                  </a:cubicBezTo>
                  <a:cubicBezTo>
                    <a:pt x="0" y="40465"/>
                    <a:pt x="11860" y="52326"/>
                    <a:pt x="26163" y="52326"/>
                  </a:cubicBezTo>
                  <a:lnTo>
                    <a:pt x="26163" y="52326"/>
                  </a:ln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12" name="Freeform: Shape 2311">
              <a:extLst>
                <a:ext uri="{FF2B5EF4-FFF2-40B4-BE49-F238E27FC236}">
                  <a16:creationId xmlns:a16="http://schemas.microsoft.com/office/drawing/2014/main" id="{AC48C967-434B-7E37-1887-47ACDB9903BE}"/>
                </a:ext>
              </a:extLst>
            </p:cNvPr>
            <p:cNvSpPr/>
            <p:nvPr/>
          </p:nvSpPr>
          <p:spPr>
            <a:xfrm>
              <a:off x="1004662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13" name="Freeform: Shape 2312">
              <a:extLst>
                <a:ext uri="{FF2B5EF4-FFF2-40B4-BE49-F238E27FC236}">
                  <a16:creationId xmlns:a16="http://schemas.microsoft.com/office/drawing/2014/main" id="{446F39E2-898B-BFD5-42F0-E811E311A44E}"/>
                </a:ext>
              </a:extLst>
            </p:cNvPr>
            <p:cNvSpPr/>
            <p:nvPr/>
          </p:nvSpPr>
          <p:spPr>
            <a:xfrm>
              <a:off x="983732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14" name="Freeform: Shape 2313">
              <a:extLst>
                <a:ext uri="{FF2B5EF4-FFF2-40B4-BE49-F238E27FC236}">
                  <a16:creationId xmlns:a16="http://schemas.microsoft.com/office/drawing/2014/main" id="{F0CBB7E4-D4A7-39BC-2D22-BAD3A3B66772}"/>
                </a:ext>
              </a:extLst>
            </p:cNvPr>
            <p:cNvSpPr/>
            <p:nvPr/>
          </p:nvSpPr>
          <p:spPr>
            <a:xfrm>
              <a:off x="9837321"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1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14302"/>
                    <a:pt x="44652" y="4535"/>
                    <a:pt x="33837" y="1047"/>
                  </a:cubicBezTo>
                  <a:cubicBezTo>
                    <a:pt x="32442" y="698"/>
                    <a:pt x="31396" y="349"/>
                    <a:pt x="30001" y="349"/>
                  </a:cubicBezTo>
                  <a:cubicBezTo>
                    <a:pt x="28605" y="0"/>
                    <a:pt x="27558"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315" name="Freeform: Shape 2314">
              <a:extLst>
                <a:ext uri="{FF2B5EF4-FFF2-40B4-BE49-F238E27FC236}">
                  <a16:creationId xmlns:a16="http://schemas.microsoft.com/office/drawing/2014/main" id="{EAC458AD-F8F3-D08F-2FD2-5B904BDAFA35}"/>
                </a:ext>
              </a:extLst>
            </p:cNvPr>
            <p:cNvSpPr/>
            <p:nvPr/>
          </p:nvSpPr>
          <p:spPr>
            <a:xfrm>
              <a:off x="1119780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16" name="Freeform: Shape 2315">
              <a:extLst>
                <a:ext uri="{FF2B5EF4-FFF2-40B4-BE49-F238E27FC236}">
                  <a16:creationId xmlns:a16="http://schemas.microsoft.com/office/drawing/2014/main" id="{6938D34C-7F5A-6CF5-A912-D85354091231}"/>
                </a:ext>
              </a:extLst>
            </p:cNvPr>
            <p:cNvSpPr/>
            <p:nvPr/>
          </p:nvSpPr>
          <p:spPr>
            <a:xfrm>
              <a:off x="1119780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17" name="Freeform: Shape 2316">
              <a:extLst>
                <a:ext uri="{FF2B5EF4-FFF2-40B4-BE49-F238E27FC236}">
                  <a16:creationId xmlns:a16="http://schemas.microsoft.com/office/drawing/2014/main" id="{DE358802-9EC5-58CA-37CA-00A0CEC3C7AA}"/>
                </a:ext>
              </a:extLst>
            </p:cNvPr>
            <p:cNvSpPr/>
            <p:nvPr/>
          </p:nvSpPr>
          <p:spPr>
            <a:xfrm>
              <a:off x="1015127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18" name="Freeform: Shape 2317">
              <a:extLst>
                <a:ext uri="{FF2B5EF4-FFF2-40B4-BE49-F238E27FC236}">
                  <a16:creationId xmlns:a16="http://schemas.microsoft.com/office/drawing/2014/main" id="{E1CC9AD5-F66D-C46C-256D-137BFDD5CCE4}"/>
                </a:ext>
              </a:extLst>
            </p:cNvPr>
            <p:cNvSpPr/>
            <p:nvPr/>
          </p:nvSpPr>
          <p:spPr>
            <a:xfrm>
              <a:off x="879079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19" name="Freeform: Shape 2318">
              <a:extLst>
                <a:ext uri="{FF2B5EF4-FFF2-40B4-BE49-F238E27FC236}">
                  <a16:creationId xmlns:a16="http://schemas.microsoft.com/office/drawing/2014/main" id="{2862E95B-5585-9CDE-CCDD-444ED4427510}"/>
                </a:ext>
              </a:extLst>
            </p:cNvPr>
            <p:cNvSpPr/>
            <p:nvPr/>
          </p:nvSpPr>
          <p:spPr>
            <a:xfrm>
              <a:off x="8372188"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20" name="Freeform: Shape 2319">
              <a:extLst>
                <a:ext uri="{FF2B5EF4-FFF2-40B4-BE49-F238E27FC236}">
                  <a16:creationId xmlns:a16="http://schemas.microsoft.com/office/drawing/2014/main" id="{84018BBF-6A7C-AB10-A544-6EF1306B9F58}"/>
                </a:ext>
              </a:extLst>
            </p:cNvPr>
            <p:cNvSpPr/>
            <p:nvPr/>
          </p:nvSpPr>
          <p:spPr>
            <a:xfrm>
              <a:off x="816288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21" name="Freeform: Shape 2320">
              <a:extLst>
                <a:ext uri="{FF2B5EF4-FFF2-40B4-BE49-F238E27FC236}">
                  <a16:creationId xmlns:a16="http://schemas.microsoft.com/office/drawing/2014/main" id="{B1CC77DC-88C5-EC7C-0852-C78E8AD4BEFB}"/>
                </a:ext>
              </a:extLst>
            </p:cNvPr>
            <p:cNvSpPr/>
            <p:nvPr/>
          </p:nvSpPr>
          <p:spPr>
            <a:xfrm>
              <a:off x="795357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22" name="Freeform: Shape 2321">
              <a:extLst>
                <a:ext uri="{FF2B5EF4-FFF2-40B4-BE49-F238E27FC236}">
                  <a16:creationId xmlns:a16="http://schemas.microsoft.com/office/drawing/2014/main" id="{0A85A07E-5839-E9D5-7E78-ADA0BBE4AB29}"/>
                </a:ext>
              </a:extLst>
            </p:cNvPr>
            <p:cNvSpPr/>
            <p:nvPr/>
          </p:nvSpPr>
          <p:spPr>
            <a:xfrm>
              <a:off x="6907055"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323" name="Freeform: Shape 2322">
              <a:extLst>
                <a:ext uri="{FF2B5EF4-FFF2-40B4-BE49-F238E27FC236}">
                  <a16:creationId xmlns:a16="http://schemas.microsoft.com/office/drawing/2014/main" id="{CAF81506-711E-965B-921A-87F5BD7DD325}"/>
                </a:ext>
              </a:extLst>
            </p:cNvPr>
            <p:cNvSpPr/>
            <p:nvPr/>
          </p:nvSpPr>
          <p:spPr>
            <a:xfrm>
              <a:off x="638379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24" name="Freeform: Shape 2323">
              <a:extLst>
                <a:ext uri="{FF2B5EF4-FFF2-40B4-BE49-F238E27FC236}">
                  <a16:creationId xmlns:a16="http://schemas.microsoft.com/office/drawing/2014/main" id="{C00041FC-DBD3-7B2C-46B0-C4E787AB697D}"/>
                </a:ext>
              </a:extLst>
            </p:cNvPr>
            <p:cNvSpPr/>
            <p:nvPr/>
          </p:nvSpPr>
          <p:spPr>
            <a:xfrm>
              <a:off x="11407107" y="3245509"/>
              <a:ext cx="52326" cy="52326"/>
            </a:xfrm>
            <a:custGeom>
              <a:avLst/>
              <a:gdLst>
                <a:gd name="connsiteX0" fmla="*/ 2791 w 52326"/>
                <a:gd name="connsiteY0" fmla="*/ 38373 h 52326"/>
                <a:gd name="connsiteX1" fmla="*/ 3139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39" y="38721"/>
                  </a:cubicBezTo>
                  <a:cubicBezTo>
                    <a:pt x="7674" y="46745"/>
                    <a:pt x="16047" y="52326"/>
                    <a:pt x="26163" y="52326"/>
                  </a:cubicBezTo>
                  <a:cubicBezTo>
                    <a:pt x="40466" y="52326"/>
                    <a:pt x="52326" y="40465"/>
                    <a:pt x="52326" y="26163"/>
                  </a:cubicBezTo>
                  <a:lnTo>
                    <a:pt x="52326" y="26163"/>
                  </a:lnTo>
                  <a:cubicBezTo>
                    <a:pt x="52326" y="21628"/>
                    <a:pt x="51279" y="17442"/>
                    <a:pt x="49187" y="13605"/>
                  </a:cubicBezTo>
                  <a:cubicBezTo>
                    <a:pt x="44652" y="5581"/>
                    <a:pt x="36279" y="0"/>
                    <a:pt x="26163" y="0"/>
                  </a:cubicBezTo>
                  <a:lnTo>
                    <a:pt x="26163" y="0"/>
                  </a:lnTo>
                  <a:cubicBezTo>
                    <a:pt x="11860"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325" name="Freeform: Shape 2324">
              <a:extLst>
                <a:ext uri="{FF2B5EF4-FFF2-40B4-BE49-F238E27FC236}">
                  <a16:creationId xmlns:a16="http://schemas.microsoft.com/office/drawing/2014/main" id="{7A03A6D9-4185-1691-5401-D79FBBAEFF94}"/>
                </a:ext>
              </a:extLst>
            </p:cNvPr>
            <p:cNvSpPr/>
            <p:nvPr/>
          </p:nvSpPr>
          <p:spPr>
            <a:xfrm>
              <a:off x="10360583"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4419"/>
                    <a:pt x="51977" y="22675"/>
                    <a:pt x="51629" y="20930"/>
                  </a:cubicBezTo>
                  <a:cubicBezTo>
                    <a:pt x="49187" y="9070"/>
                    <a:pt x="38722" y="0"/>
                    <a:pt x="26163" y="0"/>
                  </a:cubicBezTo>
                  <a:cubicBezTo>
                    <a:pt x="11860" y="0"/>
                    <a:pt x="0" y="11861"/>
                    <a:pt x="0" y="26163"/>
                  </a:cubicBezTo>
                  <a:cubicBezTo>
                    <a:pt x="0" y="28954"/>
                    <a:pt x="349" y="31396"/>
                    <a:pt x="1047" y="33838"/>
                  </a:cubicBezTo>
                  <a:cubicBezTo>
                    <a:pt x="4535" y="44652"/>
                    <a:pt x="14303" y="52326"/>
                    <a:pt x="26163" y="52326"/>
                  </a:cubicBezTo>
                  <a:close/>
                </a:path>
              </a:pathLst>
            </a:custGeom>
            <a:grpFill/>
            <a:ln w="3488" cap="flat">
              <a:noFill/>
              <a:prstDash val="solid"/>
              <a:miter/>
            </a:ln>
          </p:spPr>
          <p:txBody>
            <a:bodyPr rtlCol="0" anchor="ctr"/>
            <a:lstStyle/>
            <a:p>
              <a:endParaRPr lang="en-ID"/>
            </a:p>
          </p:txBody>
        </p:sp>
        <p:sp>
          <p:nvSpPr>
            <p:cNvPr id="2326" name="Freeform: Shape 2325">
              <a:extLst>
                <a:ext uri="{FF2B5EF4-FFF2-40B4-BE49-F238E27FC236}">
                  <a16:creationId xmlns:a16="http://schemas.microsoft.com/office/drawing/2014/main" id="{99CF557D-3265-F5A6-3741-417DD53D7B7D}"/>
                </a:ext>
              </a:extLst>
            </p:cNvPr>
            <p:cNvSpPr/>
            <p:nvPr/>
          </p:nvSpPr>
          <p:spPr>
            <a:xfrm>
              <a:off x="7534969" y="3873772"/>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27" name="Freeform: Shape 2326">
              <a:extLst>
                <a:ext uri="{FF2B5EF4-FFF2-40B4-BE49-F238E27FC236}">
                  <a16:creationId xmlns:a16="http://schemas.microsoft.com/office/drawing/2014/main" id="{21B9E838-CA92-17A3-1983-5599856F6C41}"/>
                </a:ext>
              </a:extLst>
            </p:cNvPr>
            <p:cNvSpPr/>
            <p:nvPr/>
          </p:nvSpPr>
          <p:spPr>
            <a:xfrm>
              <a:off x="9104406" y="4397034"/>
              <a:ext cx="52675" cy="52674"/>
            </a:xfrm>
            <a:custGeom>
              <a:avLst/>
              <a:gdLst>
                <a:gd name="connsiteX0" fmla="*/ 52675 w 52675"/>
                <a:gd name="connsiteY0" fmla="*/ 26163 h 52674"/>
                <a:gd name="connsiteX1" fmla="*/ 26512 w 52675"/>
                <a:gd name="connsiteY1" fmla="*/ 0 h 52674"/>
                <a:gd name="connsiteX2" fmla="*/ 23721 w 52675"/>
                <a:gd name="connsiteY2" fmla="*/ 0 h 52674"/>
                <a:gd name="connsiteX3" fmla="*/ 4535 w 52675"/>
                <a:gd name="connsiteY3" fmla="*/ 11512 h 52674"/>
                <a:gd name="connsiteX4" fmla="*/ 2791 w 52675"/>
                <a:gd name="connsiteY4" fmla="*/ 14651 h 52674"/>
                <a:gd name="connsiteX5" fmla="*/ 349 w 52675"/>
                <a:gd name="connsiteY5" fmla="*/ 22675 h 52674"/>
                <a:gd name="connsiteX6" fmla="*/ 0 w 52675"/>
                <a:gd name="connsiteY6" fmla="*/ 26163 h 52674"/>
                <a:gd name="connsiteX7" fmla="*/ 0 w 52675"/>
                <a:gd name="connsiteY7" fmla="*/ 26163 h 52674"/>
                <a:gd name="connsiteX8" fmla="*/ 349 w 52675"/>
                <a:gd name="connsiteY8" fmla="*/ 29303 h 52674"/>
                <a:gd name="connsiteX9" fmla="*/ 2443 w 52675"/>
                <a:gd name="connsiteY9" fmla="*/ 36628 h 52674"/>
                <a:gd name="connsiteX10" fmla="*/ 5931 w 52675"/>
                <a:gd name="connsiteY10" fmla="*/ 42559 h 52674"/>
                <a:gd name="connsiteX11" fmla="*/ 8024 w 52675"/>
                <a:gd name="connsiteY11" fmla="*/ 45001 h 52674"/>
                <a:gd name="connsiteX12" fmla="*/ 26512 w 52675"/>
                <a:gd name="connsiteY12" fmla="*/ 52675 h 52674"/>
                <a:gd name="connsiteX13" fmla="*/ 52675 w 52675"/>
                <a:gd name="connsiteY13" fmla="*/ 26163 h 52674"/>
                <a:gd name="connsiteX14" fmla="*/ 52675 w 52675"/>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5" h="52674">
                  <a:moveTo>
                    <a:pt x="52675" y="26163"/>
                  </a:moveTo>
                  <a:cubicBezTo>
                    <a:pt x="52675" y="11861"/>
                    <a:pt x="40815" y="0"/>
                    <a:pt x="26512" y="0"/>
                  </a:cubicBezTo>
                  <a:cubicBezTo>
                    <a:pt x="25466" y="0"/>
                    <a:pt x="24768" y="0"/>
                    <a:pt x="23721" y="0"/>
                  </a:cubicBezTo>
                  <a:cubicBezTo>
                    <a:pt x="15698" y="698"/>
                    <a:pt x="9070" y="5233"/>
                    <a:pt x="4535" y="11512"/>
                  </a:cubicBezTo>
                  <a:cubicBezTo>
                    <a:pt x="3838" y="12558"/>
                    <a:pt x="3140"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6" y="34186"/>
                    <a:pt x="2443" y="36628"/>
                  </a:cubicBezTo>
                  <a:cubicBezTo>
                    <a:pt x="3488" y="38721"/>
                    <a:pt x="4535" y="40814"/>
                    <a:pt x="5931" y="42559"/>
                  </a:cubicBezTo>
                  <a:cubicBezTo>
                    <a:pt x="6628" y="43256"/>
                    <a:pt x="7326" y="44303"/>
                    <a:pt x="8024" y="45001"/>
                  </a:cubicBezTo>
                  <a:cubicBezTo>
                    <a:pt x="12908" y="49884"/>
                    <a:pt x="19186" y="52675"/>
                    <a:pt x="26512" y="52675"/>
                  </a:cubicBezTo>
                  <a:cubicBezTo>
                    <a:pt x="40815"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2328" name="Freeform: Shape 2327">
              <a:extLst>
                <a:ext uri="{FF2B5EF4-FFF2-40B4-BE49-F238E27FC236}">
                  <a16:creationId xmlns:a16="http://schemas.microsoft.com/office/drawing/2014/main" id="{F2692419-50FC-8EC4-5BD6-A703825941DA}"/>
                </a:ext>
              </a:extLst>
            </p:cNvPr>
            <p:cNvSpPr/>
            <p:nvPr/>
          </p:nvSpPr>
          <p:spPr>
            <a:xfrm>
              <a:off x="1140710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29" name="Freeform: Shape 2328">
              <a:extLst>
                <a:ext uri="{FF2B5EF4-FFF2-40B4-BE49-F238E27FC236}">
                  <a16:creationId xmlns:a16="http://schemas.microsoft.com/office/drawing/2014/main" id="{6C7AD15E-AEBB-8CDA-B41C-48A3B6FF79A6}"/>
                </a:ext>
              </a:extLst>
            </p:cNvPr>
            <p:cNvSpPr/>
            <p:nvPr/>
          </p:nvSpPr>
          <p:spPr>
            <a:xfrm>
              <a:off x="1140710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30" name="Freeform: Shape 2329">
              <a:extLst>
                <a:ext uri="{FF2B5EF4-FFF2-40B4-BE49-F238E27FC236}">
                  <a16:creationId xmlns:a16="http://schemas.microsoft.com/office/drawing/2014/main" id="{7322BF79-F47D-7711-AD32-536D8CC7D5E7}"/>
                </a:ext>
              </a:extLst>
            </p:cNvPr>
            <p:cNvSpPr/>
            <p:nvPr/>
          </p:nvSpPr>
          <p:spPr>
            <a:xfrm>
              <a:off x="1130245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31" name="Freeform: Shape 2330">
              <a:extLst>
                <a:ext uri="{FF2B5EF4-FFF2-40B4-BE49-F238E27FC236}">
                  <a16:creationId xmlns:a16="http://schemas.microsoft.com/office/drawing/2014/main" id="{D2F72638-2F5D-8A2E-8579-A031B7FF9C86}"/>
                </a:ext>
              </a:extLst>
            </p:cNvPr>
            <p:cNvSpPr/>
            <p:nvPr/>
          </p:nvSpPr>
          <p:spPr>
            <a:xfrm>
              <a:off x="1109315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332" name="Freeform: Shape 2331">
              <a:extLst>
                <a:ext uri="{FF2B5EF4-FFF2-40B4-BE49-F238E27FC236}">
                  <a16:creationId xmlns:a16="http://schemas.microsoft.com/office/drawing/2014/main" id="{D8BF663D-CDF1-62D5-9329-2D7BC032BD47}"/>
                </a:ext>
              </a:extLst>
            </p:cNvPr>
            <p:cNvSpPr/>
            <p:nvPr/>
          </p:nvSpPr>
          <p:spPr>
            <a:xfrm>
              <a:off x="1025593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33" name="Freeform: Shape 2332">
              <a:extLst>
                <a:ext uri="{FF2B5EF4-FFF2-40B4-BE49-F238E27FC236}">
                  <a16:creationId xmlns:a16="http://schemas.microsoft.com/office/drawing/2014/main" id="{CA065D0F-841E-53B7-8184-C9AA125AC2B2}"/>
                </a:ext>
              </a:extLst>
            </p:cNvPr>
            <p:cNvSpPr/>
            <p:nvPr/>
          </p:nvSpPr>
          <p:spPr>
            <a:xfrm>
              <a:off x="1025593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34" name="Freeform: Shape 2333">
              <a:extLst>
                <a:ext uri="{FF2B5EF4-FFF2-40B4-BE49-F238E27FC236}">
                  <a16:creationId xmlns:a16="http://schemas.microsoft.com/office/drawing/2014/main" id="{168D0834-69BF-4E5C-550A-34930A8B4750}"/>
                </a:ext>
              </a:extLst>
            </p:cNvPr>
            <p:cNvSpPr/>
            <p:nvPr/>
          </p:nvSpPr>
          <p:spPr>
            <a:xfrm>
              <a:off x="11197802"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335" name="Freeform: Shape 2334">
              <a:extLst>
                <a:ext uri="{FF2B5EF4-FFF2-40B4-BE49-F238E27FC236}">
                  <a16:creationId xmlns:a16="http://schemas.microsoft.com/office/drawing/2014/main" id="{7D16FF1D-03E3-A875-5B53-47E807B4BA1A}"/>
                </a:ext>
              </a:extLst>
            </p:cNvPr>
            <p:cNvSpPr/>
            <p:nvPr/>
          </p:nvSpPr>
          <p:spPr>
            <a:xfrm>
              <a:off x="1098849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36" name="Freeform: Shape 2335">
              <a:extLst>
                <a:ext uri="{FF2B5EF4-FFF2-40B4-BE49-F238E27FC236}">
                  <a16:creationId xmlns:a16="http://schemas.microsoft.com/office/drawing/2014/main" id="{A562D8EF-714B-9860-2E16-A63A4759D787}"/>
                </a:ext>
              </a:extLst>
            </p:cNvPr>
            <p:cNvSpPr/>
            <p:nvPr/>
          </p:nvSpPr>
          <p:spPr>
            <a:xfrm>
              <a:off x="1015127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37" name="Freeform: Shape 2336">
              <a:extLst>
                <a:ext uri="{FF2B5EF4-FFF2-40B4-BE49-F238E27FC236}">
                  <a16:creationId xmlns:a16="http://schemas.microsoft.com/office/drawing/2014/main" id="{5B5D1D39-72F4-7399-7E2D-DAEC97C1591A}"/>
                </a:ext>
              </a:extLst>
            </p:cNvPr>
            <p:cNvSpPr/>
            <p:nvPr/>
          </p:nvSpPr>
          <p:spPr>
            <a:xfrm>
              <a:off x="10151278"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38" name="Freeform: Shape 2337">
              <a:extLst>
                <a:ext uri="{FF2B5EF4-FFF2-40B4-BE49-F238E27FC236}">
                  <a16:creationId xmlns:a16="http://schemas.microsoft.com/office/drawing/2014/main" id="{FA340EEA-0F8C-C2FD-4AAF-63393DF86935}"/>
                </a:ext>
              </a:extLst>
            </p:cNvPr>
            <p:cNvSpPr/>
            <p:nvPr/>
          </p:nvSpPr>
          <p:spPr>
            <a:xfrm>
              <a:off x="962801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39" name="Freeform: Shape 2338">
              <a:extLst>
                <a:ext uri="{FF2B5EF4-FFF2-40B4-BE49-F238E27FC236}">
                  <a16:creationId xmlns:a16="http://schemas.microsoft.com/office/drawing/2014/main" id="{427821C9-BA3F-AA71-1D5A-E5E6A11152D2}"/>
                </a:ext>
              </a:extLst>
            </p:cNvPr>
            <p:cNvSpPr/>
            <p:nvPr/>
          </p:nvSpPr>
          <p:spPr>
            <a:xfrm>
              <a:off x="952336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0" name="Freeform: Shape 2339">
              <a:extLst>
                <a:ext uri="{FF2B5EF4-FFF2-40B4-BE49-F238E27FC236}">
                  <a16:creationId xmlns:a16="http://schemas.microsoft.com/office/drawing/2014/main" id="{23F099E3-5D37-AB44-8034-7F95FEE13D93}"/>
                </a:ext>
              </a:extLst>
            </p:cNvPr>
            <p:cNvSpPr/>
            <p:nvPr/>
          </p:nvSpPr>
          <p:spPr>
            <a:xfrm>
              <a:off x="931406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1" name="Freeform: Shape 2340">
              <a:extLst>
                <a:ext uri="{FF2B5EF4-FFF2-40B4-BE49-F238E27FC236}">
                  <a16:creationId xmlns:a16="http://schemas.microsoft.com/office/drawing/2014/main" id="{6121D03C-4C61-42B5-B038-345874845759}"/>
                </a:ext>
              </a:extLst>
            </p:cNvPr>
            <p:cNvSpPr/>
            <p:nvPr/>
          </p:nvSpPr>
          <p:spPr>
            <a:xfrm>
              <a:off x="900010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2" name="Freeform: Shape 2341">
              <a:extLst>
                <a:ext uri="{FF2B5EF4-FFF2-40B4-BE49-F238E27FC236}">
                  <a16:creationId xmlns:a16="http://schemas.microsoft.com/office/drawing/2014/main" id="{70B1BBB3-5C16-6865-CE03-E5406F2AA7F0}"/>
                </a:ext>
              </a:extLst>
            </p:cNvPr>
            <p:cNvSpPr/>
            <p:nvPr/>
          </p:nvSpPr>
          <p:spPr>
            <a:xfrm>
              <a:off x="9000103"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43" name="Freeform: Shape 2342">
              <a:extLst>
                <a:ext uri="{FF2B5EF4-FFF2-40B4-BE49-F238E27FC236}">
                  <a16:creationId xmlns:a16="http://schemas.microsoft.com/office/drawing/2014/main" id="{36DBE484-E3B7-6D3C-50EE-28942B63ADD6}"/>
                </a:ext>
              </a:extLst>
            </p:cNvPr>
            <p:cNvSpPr/>
            <p:nvPr/>
          </p:nvSpPr>
          <p:spPr>
            <a:xfrm>
              <a:off x="847684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4" name="Freeform: Shape 2343">
              <a:extLst>
                <a:ext uri="{FF2B5EF4-FFF2-40B4-BE49-F238E27FC236}">
                  <a16:creationId xmlns:a16="http://schemas.microsoft.com/office/drawing/2014/main" id="{BFD99914-1C38-4E3C-9BC0-C2F64AF8352D}"/>
                </a:ext>
              </a:extLst>
            </p:cNvPr>
            <p:cNvSpPr/>
            <p:nvPr/>
          </p:nvSpPr>
          <p:spPr>
            <a:xfrm>
              <a:off x="8372188"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345" name="Freeform: Shape 2344">
              <a:extLst>
                <a:ext uri="{FF2B5EF4-FFF2-40B4-BE49-F238E27FC236}">
                  <a16:creationId xmlns:a16="http://schemas.microsoft.com/office/drawing/2014/main" id="{84196404-993F-99F7-17B5-4DF60FBC0F9A}"/>
                </a:ext>
              </a:extLst>
            </p:cNvPr>
            <p:cNvSpPr/>
            <p:nvPr/>
          </p:nvSpPr>
          <p:spPr>
            <a:xfrm>
              <a:off x="837218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6" name="Freeform: Shape 2345">
              <a:extLst>
                <a:ext uri="{FF2B5EF4-FFF2-40B4-BE49-F238E27FC236}">
                  <a16:creationId xmlns:a16="http://schemas.microsoft.com/office/drawing/2014/main" id="{71980DDC-5ADF-00AC-47C1-7A0F296B93CF}"/>
                </a:ext>
              </a:extLst>
            </p:cNvPr>
            <p:cNvSpPr/>
            <p:nvPr/>
          </p:nvSpPr>
          <p:spPr>
            <a:xfrm>
              <a:off x="816288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47" name="Freeform: Shape 2346">
              <a:extLst>
                <a:ext uri="{FF2B5EF4-FFF2-40B4-BE49-F238E27FC236}">
                  <a16:creationId xmlns:a16="http://schemas.microsoft.com/office/drawing/2014/main" id="{E5D6F97A-26C3-89E9-326D-BC83A60E3A3F}"/>
                </a:ext>
              </a:extLst>
            </p:cNvPr>
            <p:cNvSpPr/>
            <p:nvPr/>
          </p:nvSpPr>
          <p:spPr>
            <a:xfrm>
              <a:off x="7744274"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348" name="Freeform: Shape 2347">
              <a:extLst>
                <a:ext uri="{FF2B5EF4-FFF2-40B4-BE49-F238E27FC236}">
                  <a16:creationId xmlns:a16="http://schemas.microsoft.com/office/drawing/2014/main" id="{121A93B7-B4BB-67AE-CEED-0E1BAD1CD7FC}"/>
                </a:ext>
              </a:extLst>
            </p:cNvPr>
            <p:cNvSpPr/>
            <p:nvPr/>
          </p:nvSpPr>
          <p:spPr>
            <a:xfrm>
              <a:off x="75349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9" name="Freeform: Shape 2348">
              <a:extLst>
                <a:ext uri="{FF2B5EF4-FFF2-40B4-BE49-F238E27FC236}">
                  <a16:creationId xmlns:a16="http://schemas.microsoft.com/office/drawing/2014/main" id="{F26E91AE-9AC9-26BB-0C92-BFDCBD0428AD}"/>
                </a:ext>
              </a:extLst>
            </p:cNvPr>
            <p:cNvSpPr/>
            <p:nvPr/>
          </p:nvSpPr>
          <p:spPr>
            <a:xfrm>
              <a:off x="722101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350" name="Freeform: Shape 2349">
              <a:extLst>
                <a:ext uri="{FF2B5EF4-FFF2-40B4-BE49-F238E27FC236}">
                  <a16:creationId xmlns:a16="http://schemas.microsoft.com/office/drawing/2014/main" id="{881803FE-F864-9D54-4CF4-6D5097EF47FA}"/>
                </a:ext>
              </a:extLst>
            </p:cNvPr>
            <p:cNvSpPr/>
            <p:nvPr/>
          </p:nvSpPr>
          <p:spPr>
            <a:xfrm>
              <a:off x="669775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51" name="Freeform: Shape 2350">
              <a:extLst>
                <a:ext uri="{FF2B5EF4-FFF2-40B4-BE49-F238E27FC236}">
                  <a16:creationId xmlns:a16="http://schemas.microsoft.com/office/drawing/2014/main" id="{ECCDAC98-384B-7640-20CD-63D29C426AA3}"/>
                </a:ext>
              </a:extLst>
            </p:cNvPr>
            <p:cNvSpPr/>
            <p:nvPr/>
          </p:nvSpPr>
          <p:spPr>
            <a:xfrm>
              <a:off x="669775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52" name="Freeform: Shape 2351">
              <a:extLst>
                <a:ext uri="{FF2B5EF4-FFF2-40B4-BE49-F238E27FC236}">
                  <a16:creationId xmlns:a16="http://schemas.microsoft.com/office/drawing/2014/main" id="{B51A2CE0-6629-806B-984E-486D45313B82}"/>
                </a:ext>
              </a:extLst>
            </p:cNvPr>
            <p:cNvSpPr/>
            <p:nvPr/>
          </p:nvSpPr>
          <p:spPr>
            <a:xfrm>
              <a:off x="9314060" y="4187729"/>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2791" y="14302"/>
                    <a:pt x="2442" y="15000"/>
                    <a:pt x="2093" y="16047"/>
                  </a:cubicBezTo>
                  <a:cubicBezTo>
                    <a:pt x="698" y="19186"/>
                    <a:pt x="0" y="22675"/>
                    <a:pt x="0" y="26163"/>
                  </a:cubicBezTo>
                  <a:cubicBezTo>
                    <a:pt x="0" y="40465"/>
                    <a:pt x="11860" y="52326"/>
                    <a:pt x="26163" y="52326"/>
                  </a:cubicBezTo>
                  <a:lnTo>
                    <a:pt x="26163" y="52326"/>
                  </a:ln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53" name="Freeform: Shape 2352">
              <a:extLst>
                <a:ext uri="{FF2B5EF4-FFF2-40B4-BE49-F238E27FC236}">
                  <a16:creationId xmlns:a16="http://schemas.microsoft.com/office/drawing/2014/main" id="{6896215B-9839-481B-3680-894FCF643E21}"/>
                </a:ext>
              </a:extLst>
            </p:cNvPr>
            <p:cNvSpPr/>
            <p:nvPr/>
          </p:nvSpPr>
          <p:spPr>
            <a:xfrm>
              <a:off x="1088384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54" name="Freeform: Shape 2353">
              <a:extLst>
                <a:ext uri="{FF2B5EF4-FFF2-40B4-BE49-F238E27FC236}">
                  <a16:creationId xmlns:a16="http://schemas.microsoft.com/office/drawing/2014/main" id="{848C27B1-8D54-7481-E8BD-7F577A0DE502}"/>
                </a:ext>
              </a:extLst>
            </p:cNvPr>
            <p:cNvSpPr/>
            <p:nvPr/>
          </p:nvSpPr>
          <p:spPr>
            <a:xfrm>
              <a:off x="9942315" y="3455511"/>
              <a:ext cx="52333" cy="51977"/>
            </a:xfrm>
            <a:custGeom>
              <a:avLst/>
              <a:gdLst>
                <a:gd name="connsiteX0" fmla="*/ 25821 w 52333"/>
                <a:gd name="connsiteY0" fmla="*/ 51977 h 51977"/>
                <a:gd name="connsiteX1" fmla="*/ 38380 w 52333"/>
                <a:gd name="connsiteY1" fmla="*/ 48838 h 51977"/>
                <a:gd name="connsiteX2" fmla="*/ 39078 w 52333"/>
                <a:gd name="connsiteY2" fmla="*/ 48489 h 51977"/>
                <a:gd name="connsiteX3" fmla="*/ 41170 w 52333"/>
                <a:gd name="connsiteY3" fmla="*/ 47094 h 51977"/>
                <a:gd name="connsiteX4" fmla="*/ 44310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1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1" y="51977"/>
                  </a:moveTo>
                  <a:cubicBezTo>
                    <a:pt x="30357" y="51977"/>
                    <a:pt x="34542" y="50931"/>
                    <a:pt x="38380" y="48838"/>
                  </a:cubicBezTo>
                  <a:cubicBezTo>
                    <a:pt x="38728" y="48838"/>
                    <a:pt x="38728" y="48489"/>
                    <a:pt x="39078" y="48489"/>
                  </a:cubicBezTo>
                  <a:cubicBezTo>
                    <a:pt x="39775" y="48140"/>
                    <a:pt x="40473" y="47791"/>
                    <a:pt x="41170" y="47094"/>
                  </a:cubicBezTo>
                  <a:cubicBezTo>
                    <a:pt x="42217" y="46396"/>
                    <a:pt x="43263" y="45349"/>
                    <a:pt x="44310" y="44652"/>
                  </a:cubicBezTo>
                  <a:cubicBezTo>
                    <a:pt x="44310" y="44652"/>
                    <a:pt x="44310"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1" y="1744"/>
                    <a:pt x="14659" y="2791"/>
                  </a:cubicBezTo>
                  <a:cubicBezTo>
                    <a:pt x="12217" y="4186"/>
                    <a:pt x="9774" y="5582"/>
                    <a:pt x="7682" y="7675"/>
                  </a:cubicBezTo>
                  <a:cubicBezTo>
                    <a:pt x="2798" y="12558"/>
                    <a:pt x="8" y="18838"/>
                    <a:pt x="8" y="26163"/>
                  </a:cubicBezTo>
                  <a:cubicBezTo>
                    <a:pt x="-342" y="40117"/>
                    <a:pt x="11519" y="51977"/>
                    <a:pt x="25821" y="51977"/>
                  </a:cubicBezTo>
                  <a:close/>
                </a:path>
              </a:pathLst>
            </a:custGeom>
            <a:grpFill/>
            <a:ln w="3488" cap="flat">
              <a:noFill/>
              <a:prstDash val="solid"/>
              <a:miter/>
            </a:ln>
          </p:spPr>
          <p:txBody>
            <a:bodyPr rtlCol="0" anchor="ctr"/>
            <a:lstStyle/>
            <a:p>
              <a:endParaRPr lang="en-ID"/>
            </a:p>
          </p:txBody>
        </p:sp>
        <p:sp>
          <p:nvSpPr>
            <p:cNvPr id="2355" name="Freeform: Shape 2354">
              <a:extLst>
                <a:ext uri="{FF2B5EF4-FFF2-40B4-BE49-F238E27FC236}">
                  <a16:creationId xmlns:a16="http://schemas.microsoft.com/office/drawing/2014/main" id="{44684D6B-F3E3-831A-2E5B-A72BDA4B33C4}"/>
                </a:ext>
              </a:extLst>
            </p:cNvPr>
            <p:cNvSpPr/>
            <p:nvPr/>
          </p:nvSpPr>
          <p:spPr>
            <a:xfrm>
              <a:off x="1130245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56" name="Freeform: Shape 2355">
              <a:extLst>
                <a:ext uri="{FF2B5EF4-FFF2-40B4-BE49-F238E27FC236}">
                  <a16:creationId xmlns:a16="http://schemas.microsoft.com/office/drawing/2014/main" id="{C0AE2F79-AC44-89C0-0F80-34A850A18E01}"/>
                </a:ext>
              </a:extLst>
            </p:cNvPr>
            <p:cNvSpPr/>
            <p:nvPr/>
          </p:nvSpPr>
          <p:spPr>
            <a:xfrm>
              <a:off x="1182571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57" name="Freeform: Shape 2356">
              <a:extLst>
                <a:ext uri="{FF2B5EF4-FFF2-40B4-BE49-F238E27FC236}">
                  <a16:creationId xmlns:a16="http://schemas.microsoft.com/office/drawing/2014/main" id="{7B2CCC32-89FC-37DD-CDAB-15AD1E5EF6FB}"/>
                </a:ext>
              </a:extLst>
            </p:cNvPr>
            <p:cNvSpPr/>
            <p:nvPr/>
          </p:nvSpPr>
          <p:spPr>
            <a:xfrm>
              <a:off x="1161641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58" name="Freeform: Shape 2357">
              <a:extLst>
                <a:ext uri="{FF2B5EF4-FFF2-40B4-BE49-F238E27FC236}">
                  <a16:creationId xmlns:a16="http://schemas.microsoft.com/office/drawing/2014/main" id="{A36CE68E-04FD-90D7-6DAE-909B07E5742F}"/>
                </a:ext>
              </a:extLst>
            </p:cNvPr>
            <p:cNvSpPr/>
            <p:nvPr/>
          </p:nvSpPr>
          <p:spPr>
            <a:xfrm>
              <a:off x="11093150"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6"/>
                    <a:pt x="52326" y="26163"/>
                  </a:cubicBezTo>
                  <a:lnTo>
                    <a:pt x="52326" y="26163"/>
                  </a:lnTo>
                  <a:cubicBezTo>
                    <a:pt x="52326" y="11861"/>
                    <a:pt x="40466" y="0"/>
                    <a:pt x="26163" y="0"/>
                  </a:cubicBezTo>
                  <a:lnTo>
                    <a:pt x="26163" y="0"/>
                  </a:ln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59" name="Freeform: Shape 2358">
              <a:extLst>
                <a:ext uri="{FF2B5EF4-FFF2-40B4-BE49-F238E27FC236}">
                  <a16:creationId xmlns:a16="http://schemas.microsoft.com/office/drawing/2014/main" id="{41A0DEB3-8A94-07CE-B07F-B7E7F111212B}"/>
                </a:ext>
              </a:extLst>
            </p:cNvPr>
            <p:cNvSpPr/>
            <p:nvPr/>
          </p:nvSpPr>
          <p:spPr>
            <a:xfrm>
              <a:off x="1067454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0" name="Freeform: Shape 2359">
              <a:extLst>
                <a:ext uri="{FF2B5EF4-FFF2-40B4-BE49-F238E27FC236}">
                  <a16:creationId xmlns:a16="http://schemas.microsoft.com/office/drawing/2014/main" id="{DBA08EAB-FD9F-0FC8-ED21-F4E0C840DCD7}"/>
                </a:ext>
              </a:extLst>
            </p:cNvPr>
            <p:cNvSpPr/>
            <p:nvPr/>
          </p:nvSpPr>
          <p:spPr>
            <a:xfrm>
              <a:off x="1151175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1" name="Freeform: Shape 2360">
              <a:extLst>
                <a:ext uri="{FF2B5EF4-FFF2-40B4-BE49-F238E27FC236}">
                  <a16:creationId xmlns:a16="http://schemas.microsoft.com/office/drawing/2014/main" id="{52F6277C-6339-F018-D566-6C00162FE62C}"/>
                </a:ext>
              </a:extLst>
            </p:cNvPr>
            <p:cNvSpPr/>
            <p:nvPr/>
          </p:nvSpPr>
          <p:spPr>
            <a:xfrm>
              <a:off x="1119780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2" name="Freeform: Shape 2361">
              <a:extLst>
                <a:ext uri="{FF2B5EF4-FFF2-40B4-BE49-F238E27FC236}">
                  <a16:creationId xmlns:a16="http://schemas.microsoft.com/office/drawing/2014/main" id="{2C36D6ED-FFF5-7943-AC00-43619BAEA669}"/>
                </a:ext>
              </a:extLst>
            </p:cNvPr>
            <p:cNvSpPr/>
            <p:nvPr/>
          </p:nvSpPr>
          <p:spPr>
            <a:xfrm>
              <a:off x="837218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3" name="Freeform: Shape 2362">
              <a:extLst>
                <a:ext uri="{FF2B5EF4-FFF2-40B4-BE49-F238E27FC236}">
                  <a16:creationId xmlns:a16="http://schemas.microsoft.com/office/drawing/2014/main" id="{0911AE1F-C6B5-15EC-0863-9FFB4B123895}"/>
                </a:ext>
              </a:extLst>
            </p:cNvPr>
            <p:cNvSpPr/>
            <p:nvPr/>
          </p:nvSpPr>
          <p:spPr>
            <a:xfrm>
              <a:off x="78489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4" name="Freeform: Shape 2363">
              <a:extLst>
                <a:ext uri="{FF2B5EF4-FFF2-40B4-BE49-F238E27FC236}">
                  <a16:creationId xmlns:a16="http://schemas.microsoft.com/office/drawing/2014/main" id="{04A17B5A-D820-8AE3-ABEF-66E6CD59DCC5}"/>
                </a:ext>
              </a:extLst>
            </p:cNvPr>
            <p:cNvSpPr/>
            <p:nvPr/>
          </p:nvSpPr>
          <p:spPr>
            <a:xfrm>
              <a:off x="77442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5" name="Freeform: Shape 2364">
              <a:extLst>
                <a:ext uri="{FF2B5EF4-FFF2-40B4-BE49-F238E27FC236}">
                  <a16:creationId xmlns:a16="http://schemas.microsoft.com/office/drawing/2014/main" id="{93EF9791-C9AD-C49F-AC7B-90CD42771136}"/>
                </a:ext>
              </a:extLst>
            </p:cNvPr>
            <p:cNvSpPr/>
            <p:nvPr/>
          </p:nvSpPr>
          <p:spPr>
            <a:xfrm>
              <a:off x="66977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366" name="Freeform: Shape 2365">
              <a:extLst>
                <a:ext uri="{FF2B5EF4-FFF2-40B4-BE49-F238E27FC236}">
                  <a16:creationId xmlns:a16="http://schemas.microsoft.com/office/drawing/2014/main" id="{2F3929CD-94B6-A172-3BBB-C94BA6ECB335}"/>
                </a:ext>
              </a:extLst>
            </p:cNvPr>
            <p:cNvSpPr/>
            <p:nvPr/>
          </p:nvSpPr>
          <p:spPr>
            <a:xfrm>
              <a:off x="10255931" y="3769468"/>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lnTo>
                    <a:pt x="26163" y="51977"/>
                  </a:ln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lnTo>
                    <a:pt x="26163" y="0"/>
                  </a:ln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2367" name="Freeform: Shape 2366">
              <a:extLst>
                <a:ext uri="{FF2B5EF4-FFF2-40B4-BE49-F238E27FC236}">
                  <a16:creationId xmlns:a16="http://schemas.microsoft.com/office/drawing/2014/main" id="{24B78674-4A8C-B7FC-8A94-039B93E412D4}"/>
                </a:ext>
              </a:extLst>
            </p:cNvPr>
            <p:cNvSpPr/>
            <p:nvPr/>
          </p:nvSpPr>
          <p:spPr>
            <a:xfrm>
              <a:off x="12139673" y="3664467"/>
              <a:ext cx="52326" cy="52326"/>
            </a:xfrm>
            <a:custGeom>
              <a:avLst/>
              <a:gdLst>
                <a:gd name="connsiteX0" fmla="*/ 26163 w 52326"/>
                <a:gd name="connsiteY0" fmla="*/ 52326 h 52326"/>
                <a:gd name="connsiteX1" fmla="*/ 31396 w 52326"/>
                <a:gd name="connsiteY1" fmla="*/ 51628 h 52326"/>
                <a:gd name="connsiteX2" fmla="*/ 52326 w 52326"/>
                <a:gd name="connsiteY2" fmla="*/ 26163 h 52326"/>
                <a:gd name="connsiteX3" fmla="*/ 26163 w 52326"/>
                <a:gd name="connsiteY3" fmla="*/ 0 h 52326"/>
                <a:gd name="connsiteX4" fmla="*/ 18489 w 52326"/>
                <a:gd name="connsiteY4" fmla="*/ 1046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27907" y="52326"/>
                    <a:pt x="29652" y="51977"/>
                    <a:pt x="31396" y="51628"/>
                  </a:cubicBezTo>
                  <a:cubicBezTo>
                    <a:pt x="43256" y="49187"/>
                    <a:pt x="52326" y="38721"/>
                    <a:pt x="52326" y="26163"/>
                  </a:cubicBezTo>
                  <a:cubicBezTo>
                    <a:pt x="52326" y="11861"/>
                    <a:pt x="40466" y="0"/>
                    <a:pt x="26163" y="0"/>
                  </a:cubicBezTo>
                  <a:cubicBezTo>
                    <a:pt x="23372" y="0"/>
                    <a:pt x="20930" y="349"/>
                    <a:pt x="18489" y="1046"/>
                  </a:cubicBezTo>
                  <a:cubicBezTo>
                    <a:pt x="7674" y="4186"/>
                    <a:pt x="0" y="14302"/>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368" name="Freeform: Shape 2367">
              <a:extLst>
                <a:ext uri="{FF2B5EF4-FFF2-40B4-BE49-F238E27FC236}">
                  <a16:creationId xmlns:a16="http://schemas.microsoft.com/office/drawing/2014/main" id="{6C4FDE78-FCB9-FBB1-8E42-192AC8F61674}"/>
                </a:ext>
              </a:extLst>
            </p:cNvPr>
            <p:cNvSpPr/>
            <p:nvPr/>
          </p:nvSpPr>
          <p:spPr>
            <a:xfrm>
              <a:off x="1203502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9" name="Freeform: Shape 2368">
              <a:extLst>
                <a:ext uri="{FF2B5EF4-FFF2-40B4-BE49-F238E27FC236}">
                  <a16:creationId xmlns:a16="http://schemas.microsoft.com/office/drawing/2014/main" id="{75215771-9473-EBF8-FD17-9785EFB1B32A}"/>
                </a:ext>
              </a:extLst>
            </p:cNvPr>
            <p:cNvSpPr/>
            <p:nvPr/>
          </p:nvSpPr>
          <p:spPr>
            <a:xfrm>
              <a:off x="1213967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0" name="Freeform: Shape 2369">
              <a:extLst>
                <a:ext uri="{FF2B5EF4-FFF2-40B4-BE49-F238E27FC236}">
                  <a16:creationId xmlns:a16="http://schemas.microsoft.com/office/drawing/2014/main" id="{CE8A5764-3828-F059-CB87-05F1B4C9DF08}"/>
                </a:ext>
              </a:extLst>
            </p:cNvPr>
            <p:cNvSpPr/>
            <p:nvPr/>
          </p:nvSpPr>
          <p:spPr>
            <a:xfrm>
              <a:off x="1213967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1" name="Freeform: Shape 2370">
              <a:extLst>
                <a:ext uri="{FF2B5EF4-FFF2-40B4-BE49-F238E27FC236}">
                  <a16:creationId xmlns:a16="http://schemas.microsoft.com/office/drawing/2014/main" id="{E3FEFEC1-E942-2CD3-5765-D017612DF5D8}"/>
                </a:ext>
              </a:extLst>
            </p:cNvPr>
            <p:cNvSpPr/>
            <p:nvPr/>
          </p:nvSpPr>
          <p:spPr>
            <a:xfrm>
              <a:off x="1130245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2" name="Freeform: Shape 2371">
              <a:extLst>
                <a:ext uri="{FF2B5EF4-FFF2-40B4-BE49-F238E27FC236}">
                  <a16:creationId xmlns:a16="http://schemas.microsoft.com/office/drawing/2014/main" id="{A4CBEE04-6EFA-0FCB-F753-88E5F5AC5B32}"/>
                </a:ext>
              </a:extLst>
            </p:cNvPr>
            <p:cNvSpPr/>
            <p:nvPr/>
          </p:nvSpPr>
          <p:spPr>
            <a:xfrm>
              <a:off x="1088384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3" name="Freeform: Shape 2372">
              <a:extLst>
                <a:ext uri="{FF2B5EF4-FFF2-40B4-BE49-F238E27FC236}">
                  <a16:creationId xmlns:a16="http://schemas.microsoft.com/office/drawing/2014/main" id="{416940B7-8A0A-CFA4-DE15-B1E72DC5973E}"/>
                </a:ext>
              </a:extLst>
            </p:cNvPr>
            <p:cNvSpPr/>
            <p:nvPr/>
          </p:nvSpPr>
          <p:spPr>
            <a:xfrm>
              <a:off x="10465236"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74" name="Freeform: Shape 2373">
              <a:extLst>
                <a:ext uri="{FF2B5EF4-FFF2-40B4-BE49-F238E27FC236}">
                  <a16:creationId xmlns:a16="http://schemas.microsoft.com/office/drawing/2014/main" id="{1D6CC87F-58F8-4EB7-0EB9-EA9D6753BB18}"/>
                </a:ext>
              </a:extLst>
            </p:cNvPr>
            <p:cNvSpPr/>
            <p:nvPr/>
          </p:nvSpPr>
          <p:spPr>
            <a:xfrm>
              <a:off x="1151175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5" name="Freeform: Shape 2374">
              <a:extLst>
                <a:ext uri="{FF2B5EF4-FFF2-40B4-BE49-F238E27FC236}">
                  <a16:creationId xmlns:a16="http://schemas.microsoft.com/office/drawing/2014/main" id="{19400C7A-3000-C203-01B7-4746E08A73AD}"/>
                </a:ext>
              </a:extLst>
            </p:cNvPr>
            <p:cNvSpPr/>
            <p:nvPr/>
          </p:nvSpPr>
          <p:spPr>
            <a:xfrm>
              <a:off x="1098849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6" name="Freeform: Shape 2375">
              <a:extLst>
                <a:ext uri="{FF2B5EF4-FFF2-40B4-BE49-F238E27FC236}">
                  <a16:creationId xmlns:a16="http://schemas.microsoft.com/office/drawing/2014/main" id="{AE9A325C-E5B3-397A-BF93-E0308ABFF2E7}"/>
                </a:ext>
              </a:extLst>
            </p:cNvPr>
            <p:cNvSpPr/>
            <p:nvPr/>
          </p:nvSpPr>
          <p:spPr>
            <a:xfrm>
              <a:off x="1077919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7" name="Freeform: Shape 2376">
              <a:extLst>
                <a:ext uri="{FF2B5EF4-FFF2-40B4-BE49-F238E27FC236}">
                  <a16:creationId xmlns:a16="http://schemas.microsoft.com/office/drawing/2014/main" id="{C5D3EEF8-5EF5-3935-4C67-FAF3FBAA6265}"/>
                </a:ext>
              </a:extLst>
            </p:cNvPr>
            <p:cNvSpPr/>
            <p:nvPr/>
          </p:nvSpPr>
          <p:spPr>
            <a:xfrm>
              <a:off x="931406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8" name="Freeform: Shape 2377">
              <a:extLst>
                <a:ext uri="{FF2B5EF4-FFF2-40B4-BE49-F238E27FC236}">
                  <a16:creationId xmlns:a16="http://schemas.microsoft.com/office/drawing/2014/main" id="{DCC7D3EC-E180-FF27-1276-5A8C79384661}"/>
                </a:ext>
              </a:extLst>
            </p:cNvPr>
            <p:cNvSpPr/>
            <p:nvPr/>
          </p:nvSpPr>
          <p:spPr>
            <a:xfrm>
              <a:off x="847684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9" name="Freeform: Shape 2378">
              <a:extLst>
                <a:ext uri="{FF2B5EF4-FFF2-40B4-BE49-F238E27FC236}">
                  <a16:creationId xmlns:a16="http://schemas.microsoft.com/office/drawing/2014/main" id="{673928F7-64EB-C93C-1E4B-7BA5C85519E5}"/>
                </a:ext>
              </a:extLst>
            </p:cNvPr>
            <p:cNvSpPr/>
            <p:nvPr/>
          </p:nvSpPr>
          <p:spPr>
            <a:xfrm>
              <a:off x="774427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80" name="Freeform: Shape 2379">
              <a:extLst>
                <a:ext uri="{FF2B5EF4-FFF2-40B4-BE49-F238E27FC236}">
                  <a16:creationId xmlns:a16="http://schemas.microsoft.com/office/drawing/2014/main" id="{E876BC22-92B3-0AE1-F101-EBC60E11B601}"/>
                </a:ext>
              </a:extLst>
            </p:cNvPr>
            <p:cNvSpPr/>
            <p:nvPr/>
          </p:nvSpPr>
          <p:spPr>
            <a:xfrm>
              <a:off x="680240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381" name="Freeform: Shape 2380">
              <a:extLst>
                <a:ext uri="{FF2B5EF4-FFF2-40B4-BE49-F238E27FC236}">
                  <a16:creationId xmlns:a16="http://schemas.microsoft.com/office/drawing/2014/main" id="{07E21C41-F241-55F1-B55B-0519840DF4F8}"/>
                </a:ext>
              </a:extLst>
            </p:cNvPr>
            <p:cNvSpPr/>
            <p:nvPr/>
          </p:nvSpPr>
          <p:spPr>
            <a:xfrm>
              <a:off x="66977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82" name="Freeform: Shape 2381">
              <a:extLst>
                <a:ext uri="{FF2B5EF4-FFF2-40B4-BE49-F238E27FC236}">
                  <a16:creationId xmlns:a16="http://schemas.microsoft.com/office/drawing/2014/main" id="{26D4C581-BCB5-3084-ACE1-4AF83E8907A2}"/>
                </a:ext>
              </a:extLst>
            </p:cNvPr>
            <p:cNvSpPr/>
            <p:nvPr/>
          </p:nvSpPr>
          <p:spPr>
            <a:xfrm>
              <a:off x="669775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383" name="Freeform: Shape 2382">
              <a:extLst>
                <a:ext uri="{FF2B5EF4-FFF2-40B4-BE49-F238E27FC236}">
                  <a16:creationId xmlns:a16="http://schemas.microsoft.com/office/drawing/2014/main" id="{24CB4D9C-137D-2E10-DC99-CB948AF070AD}"/>
                </a:ext>
              </a:extLst>
            </p:cNvPr>
            <p:cNvSpPr/>
            <p:nvPr/>
          </p:nvSpPr>
          <p:spPr>
            <a:xfrm>
              <a:off x="6174489"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384" name="Freeform: Shape 2383">
              <a:extLst>
                <a:ext uri="{FF2B5EF4-FFF2-40B4-BE49-F238E27FC236}">
                  <a16:creationId xmlns:a16="http://schemas.microsoft.com/office/drawing/2014/main" id="{78C9E836-33E5-A54E-09A7-AEC4024A76FF}"/>
                </a:ext>
              </a:extLst>
            </p:cNvPr>
            <p:cNvSpPr/>
            <p:nvPr/>
          </p:nvSpPr>
          <p:spPr>
            <a:xfrm>
              <a:off x="6069836"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5"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2385" name="Freeform: Shape 2384">
              <a:extLst>
                <a:ext uri="{FF2B5EF4-FFF2-40B4-BE49-F238E27FC236}">
                  <a16:creationId xmlns:a16="http://schemas.microsoft.com/office/drawing/2014/main" id="{4E7A3B27-0D36-D693-1585-E1AA012174C7}"/>
                </a:ext>
              </a:extLst>
            </p:cNvPr>
            <p:cNvSpPr/>
            <p:nvPr/>
          </p:nvSpPr>
          <p:spPr>
            <a:xfrm>
              <a:off x="10255931"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39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7" y="0"/>
                    <a:pt x="12559" y="2791"/>
                    <a:pt x="7674" y="7675"/>
                  </a:cubicBezTo>
                  <a:cubicBezTo>
                    <a:pt x="6628" y="8721"/>
                    <a:pt x="5930" y="9419"/>
                    <a:pt x="5233" y="10465"/>
                  </a:cubicBezTo>
                  <a:cubicBezTo>
                    <a:pt x="4535" y="11512"/>
                    <a:pt x="3838" y="12558"/>
                    <a:pt x="3139" y="13605"/>
                  </a:cubicBezTo>
                  <a:cubicBezTo>
                    <a:pt x="1047" y="17442"/>
                    <a:pt x="0" y="21628"/>
                    <a:pt x="0" y="26163"/>
                  </a:cubicBezTo>
                  <a:lnTo>
                    <a:pt x="0" y="26163"/>
                  </a:ln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86" name="Freeform: Shape 2385">
              <a:extLst>
                <a:ext uri="{FF2B5EF4-FFF2-40B4-BE49-F238E27FC236}">
                  <a16:creationId xmlns:a16="http://schemas.microsoft.com/office/drawing/2014/main" id="{8139F2EA-1B2A-734C-8864-38F8142F7E03}"/>
                </a:ext>
              </a:extLst>
            </p:cNvPr>
            <p:cNvSpPr/>
            <p:nvPr/>
          </p:nvSpPr>
          <p:spPr>
            <a:xfrm>
              <a:off x="11511759" y="230398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279 w 52326"/>
                <a:gd name="connsiteY3" fmla="*/ 18489 h 52326"/>
                <a:gd name="connsiteX4" fmla="*/ 26163 w 52326"/>
                <a:gd name="connsiteY4" fmla="*/ 0 h 52326"/>
                <a:gd name="connsiteX5" fmla="*/ 0 w 52326"/>
                <a:gd name="connsiteY5" fmla="*/ 26163 h 52326"/>
                <a:gd name="connsiteX6" fmla="*/ 2093 w 52326"/>
                <a:gd name="connsiteY6" fmla="*/ 3662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3372"/>
                    <a:pt x="51977" y="20930"/>
                    <a:pt x="51279" y="18489"/>
                  </a:cubicBezTo>
                  <a:cubicBezTo>
                    <a:pt x="48140" y="7675"/>
                    <a:pt x="38023" y="0"/>
                    <a:pt x="26163" y="0"/>
                  </a:cubicBezTo>
                  <a:cubicBezTo>
                    <a:pt x="11860" y="0"/>
                    <a:pt x="0" y="11861"/>
                    <a:pt x="0" y="26163"/>
                  </a:cubicBezTo>
                  <a:cubicBezTo>
                    <a:pt x="0" y="30000"/>
                    <a:pt x="698" y="33489"/>
                    <a:pt x="2093" y="36628"/>
                  </a:cubicBezTo>
                  <a:cubicBezTo>
                    <a:pt x="6279" y="46047"/>
                    <a:pt x="15349" y="52326"/>
                    <a:pt x="26163" y="52326"/>
                  </a:cubicBezTo>
                  <a:close/>
                </a:path>
              </a:pathLst>
            </a:custGeom>
            <a:grpFill/>
            <a:ln w="3488" cap="flat">
              <a:noFill/>
              <a:prstDash val="solid"/>
              <a:miter/>
            </a:ln>
          </p:spPr>
          <p:txBody>
            <a:bodyPr rtlCol="0" anchor="ctr"/>
            <a:lstStyle/>
            <a:p>
              <a:endParaRPr lang="en-ID"/>
            </a:p>
          </p:txBody>
        </p:sp>
        <p:sp>
          <p:nvSpPr>
            <p:cNvPr id="2387" name="Freeform: Shape 2386">
              <a:extLst>
                <a:ext uri="{FF2B5EF4-FFF2-40B4-BE49-F238E27FC236}">
                  <a16:creationId xmlns:a16="http://schemas.microsoft.com/office/drawing/2014/main" id="{3D45BD0D-5540-4F8D-D759-60EA8271CC36}"/>
                </a:ext>
              </a:extLst>
            </p:cNvPr>
            <p:cNvSpPr/>
            <p:nvPr/>
          </p:nvSpPr>
          <p:spPr>
            <a:xfrm>
              <a:off x="7011708"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2388" name="Freeform: Shape 2387">
              <a:extLst>
                <a:ext uri="{FF2B5EF4-FFF2-40B4-BE49-F238E27FC236}">
                  <a16:creationId xmlns:a16="http://schemas.microsoft.com/office/drawing/2014/main" id="{83674753-3016-52F2-186F-31A5CA8213C2}"/>
                </a:ext>
              </a:extLst>
            </p:cNvPr>
            <p:cNvSpPr/>
            <p:nvPr/>
          </p:nvSpPr>
          <p:spPr>
            <a:xfrm>
              <a:off x="638379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89" name="Freeform: Shape 2388">
              <a:extLst>
                <a:ext uri="{FF2B5EF4-FFF2-40B4-BE49-F238E27FC236}">
                  <a16:creationId xmlns:a16="http://schemas.microsoft.com/office/drawing/2014/main" id="{BD901C0B-59AD-989E-5764-3E9073546C3C}"/>
                </a:ext>
              </a:extLst>
            </p:cNvPr>
            <p:cNvSpPr/>
            <p:nvPr/>
          </p:nvSpPr>
          <p:spPr>
            <a:xfrm>
              <a:off x="1213967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0" name="Freeform: Shape 2389">
              <a:extLst>
                <a:ext uri="{FF2B5EF4-FFF2-40B4-BE49-F238E27FC236}">
                  <a16:creationId xmlns:a16="http://schemas.microsoft.com/office/drawing/2014/main" id="{420C5AAA-CB66-C860-4F1D-3EB3AC363B37}"/>
                </a:ext>
              </a:extLst>
            </p:cNvPr>
            <p:cNvSpPr/>
            <p:nvPr/>
          </p:nvSpPr>
          <p:spPr>
            <a:xfrm>
              <a:off x="1213967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1" name="Freeform: Shape 2390">
              <a:extLst>
                <a:ext uri="{FF2B5EF4-FFF2-40B4-BE49-F238E27FC236}">
                  <a16:creationId xmlns:a16="http://schemas.microsoft.com/office/drawing/2014/main" id="{70264121-35F7-C686-DD51-21273DE71B2B}"/>
                </a:ext>
              </a:extLst>
            </p:cNvPr>
            <p:cNvSpPr/>
            <p:nvPr/>
          </p:nvSpPr>
          <p:spPr>
            <a:xfrm>
              <a:off x="1130245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392" name="Freeform: Shape 2391">
              <a:extLst>
                <a:ext uri="{FF2B5EF4-FFF2-40B4-BE49-F238E27FC236}">
                  <a16:creationId xmlns:a16="http://schemas.microsoft.com/office/drawing/2014/main" id="{2C517A50-4224-E021-7509-9B9E8133DAF0}"/>
                </a:ext>
              </a:extLst>
            </p:cNvPr>
            <p:cNvSpPr/>
            <p:nvPr/>
          </p:nvSpPr>
          <p:spPr>
            <a:xfrm>
              <a:off x="1109315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3" name="Freeform: Shape 2392">
              <a:extLst>
                <a:ext uri="{FF2B5EF4-FFF2-40B4-BE49-F238E27FC236}">
                  <a16:creationId xmlns:a16="http://schemas.microsoft.com/office/drawing/2014/main" id="{DE553743-91B4-0E73-282C-D46D1E98E939}"/>
                </a:ext>
              </a:extLst>
            </p:cNvPr>
            <p:cNvSpPr/>
            <p:nvPr/>
          </p:nvSpPr>
          <p:spPr>
            <a:xfrm>
              <a:off x="1109315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4" name="Freeform: Shape 2393">
              <a:extLst>
                <a:ext uri="{FF2B5EF4-FFF2-40B4-BE49-F238E27FC236}">
                  <a16:creationId xmlns:a16="http://schemas.microsoft.com/office/drawing/2014/main" id="{7C98888B-AC28-B1D2-C97F-7A8899646804}"/>
                </a:ext>
              </a:extLst>
            </p:cNvPr>
            <p:cNvSpPr/>
            <p:nvPr/>
          </p:nvSpPr>
          <p:spPr>
            <a:xfrm>
              <a:off x="1088384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5" name="Freeform: Shape 2394">
              <a:extLst>
                <a:ext uri="{FF2B5EF4-FFF2-40B4-BE49-F238E27FC236}">
                  <a16:creationId xmlns:a16="http://schemas.microsoft.com/office/drawing/2014/main" id="{686A5CDC-788A-78B7-57CC-9D0DAFCA1D50}"/>
                </a:ext>
              </a:extLst>
            </p:cNvPr>
            <p:cNvSpPr/>
            <p:nvPr/>
          </p:nvSpPr>
          <p:spPr>
            <a:xfrm>
              <a:off x="1015127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6" name="Freeform: Shape 2395">
              <a:extLst>
                <a:ext uri="{FF2B5EF4-FFF2-40B4-BE49-F238E27FC236}">
                  <a16:creationId xmlns:a16="http://schemas.microsoft.com/office/drawing/2014/main" id="{9EBD82E3-BD94-E362-875D-AAE146B60046}"/>
                </a:ext>
              </a:extLst>
            </p:cNvPr>
            <p:cNvSpPr/>
            <p:nvPr/>
          </p:nvSpPr>
          <p:spPr>
            <a:xfrm>
              <a:off x="95233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7" name="Freeform: Shape 2396">
              <a:extLst>
                <a:ext uri="{FF2B5EF4-FFF2-40B4-BE49-F238E27FC236}">
                  <a16:creationId xmlns:a16="http://schemas.microsoft.com/office/drawing/2014/main" id="{91ADBAE5-476F-B864-A4B9-47D9A7132597}"/>
                </a:ext>
              </a:extLst>
            </p:cNvPr>
            <p:cNvSpPr/>
            <p:nvPr/>
          </p:nvSpPr>
          <p:spPr>
            <a:xfrm>
              <a:off x="910475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8" name="Freeform: Shape 2397">
              <a:extLst>
                <a:ext uri="{FF2B5EF4-FFF2-40B4-BE49-F238E27FC236}">
                  <a16:creationId xmlns:a16="http://schemas.microsoft.com/office/drawing/2014/main" id="{F44BB614-FAE5-B7B4-21B1-E90A41866408}"/>
                </a:ext>
              </a:extLst>
            </p:cNvPr>
            <p:cNvSpPr/>
            <p:nvPr/>
          </p:nvSpPr>
          <p:spPr>
            <a:xfrm>
              <a:off x="784892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99" name="Freeform: Shape 2398">
              <a:extLst>
                <a:ext uri="{FF2B5EF4-FFF2-40B4-BE49-F238E27FC236}">
                  <a16:creationId xmlns:a16="http://schemas.microsoft.com/office/drawing/2014/main" id="{BEC44DA0-B296-867E-AD64-A07235123FEA}"/>
                </a:ext>
              </a:extLst>
            </p:cNvPr>
            <p:cNvSpPr/>
            <p:nvPr/>
          </p:nvSpPr>
          <p:spPr>
            <a:xfrm>
              <a:off x="6488446"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00" name="Freeform: Shape 2399">
              <a:extLst>
                <a:ext uri="{FF2B5EF4-FFF2-40B4-BE49-F238E27FC236}">
                  <a16:creationId xmlns:a16="http://schemas.microsoft.com/office/drawing/2014/main" id="{137AFD02-9410-A1FF-EEE3-7300BD957103}"/>
                </a:ext>
              </a:extLst>
            </p:cNvPr>
            <p:cNvSpPr/>
            <p:nvPr/>
          </p:nvSpPr>
          <p:spPr>
            <a:xfrm>
              <a:off x="6069836"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01" name="Freeform: Shape 2400">
              <a:extLst>
                <a:ext uri="{FF2B5EF4-FFF2-40B4-BE49-F238E27FC236}">
                  <a16:creationId xmlns:a16="http://schemas.microsoft.com/office/drawing/2014/main" id="{391B72E5-729A-2F26-DA76-B3DE2013A4B4}"/>
                </a:ext>
              </a:extLst>
            </p:cNvPr>
            <p:cNvSpPr/>
            <p:nvPr/>
          </p:nvSpPr>
          <p:spPr>
            <a:xfrm>
              <a:off x="606983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02" name="Freeform: Shape 2401">
              <a:extLst>
                <a:ext uri="{FF2B5EF4-FFF2-40B4-BE49-F238E27FC236}">
                  <a16:creationId xmlns:a16="http://schemas.microsoft.com/office/drawing/2014/main" id="{8DB05833-0A45-262D-42D0-40861F1AE13A}"/>
                </a:ext>
              </a:extLst>
            </p:cNvPr>
            <p:cNvSpPr/>
            <p:nvPr/>
          </p:nvSpPr>
          <p:spPr>
            <a:xfrm>
              <a:off x="8581493" y="4397034"/>
              <a:ext cx="52326" cy="52326"/>
            </a:xfrm>
            <a:custGeom>
              <a:avLst/>
              <a:gdLst>
                <a:gd name="connsiteX0" fmla="*/ 26163 w 52326"/>
                <a:gd name="connsiteY0" fmla="*/ 0 h 52326"/>
                <a:gd name="connsiteX1" fmla="*/ 0 w 52326"/>
                <a:gd name="connsiteY1" fmla="*/ 26163 h 52326"/>
                <a:gd name="connsiteX2" fmla="*/ 5930 w 52326"/>
                <a:gd name="connsiteY2" fmla="*/ 42907 h 52326"/>
                <a:gd name="connsiteX3" fmla="*/ 26163 w 52326"/>
                <a:gd name="connsiteY3" fmla="*/ 52326 h 52326"/>
                <a:gd name="connsiteX4" fmla="*/ 52326 w 52326"/>
                <a:gd name="connsiteY4" fmla="*/ 26163 h 52326"/>
                <a:gd name="connsiteX5" fmla="*/ 52326 w 52326"/>
                <a:gd name="connsiteY5" fmla="*/ 26163 h 52326"/>
                <a:gd name="connsiteX6" fmla="*/ 44652 w 52326"/>
                <a:gd name="connsiteY6" fmla="*/ 767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2442"/>
                    <a:pt x="2093" y="38373"/>
                    <a:pt x="5930" y="42907"/>
                  </a:cubicBezTo>
                  <a:cubicBezTo>
                    <a:pt x="10814" y="48838"/>
                    <a:pt x="18140" y="52326"/>
                    <a:pt x="26163" y="52326"/>
                  </a:cubicBezTo>
                  <a:cubicBezTo>
                    <a:pt x="40466" y="52326"/>
                    <a:pt x="52326" y="40465"/>
                    <a:pt x="52326" y="26163"/>
                  </a:cubicBezTo>
                  <a:lnTo>
                    <a:pt x="52326" y="26163"/>
                  </a:ln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2403" name="Freeform: Shape 2402">
              <a:extLst>
                <a:ext uri="{FF2B5EF4-FFF2-40B4-BE49-F238E27FC236}">
                  <a16:creationId xmlns:a16="http://schemas.microsoft.com/office/drawing/2014/main" id="{03FD58B4-78DE-F02B-244F-389E257219DF}"/>
                </a:ext>
              </a:extLst>
            </p:cNvPr>
            <p:cNvSpPr/>
            <p:nvPr/>
          </p:nvSpPr>
          <p:spPr>
            <a:xfrm>
              <a:off x="1130245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04" name="Freeform: Shape 2403">
              <a:extLst>
                <a:ext uri="{FF2B5EF4-FFF2-40B4-BE49-F238E27FC236}">
                  <a16:creationId xmlns:a16="http://schemas.microsoft.com/office/drawing/2014/main" id="{4F6216B5-94F2-4937-0E52-0CC4957B5EDC}"/>
                </a:ext>
              </a:extLst>
            </p:cNvPr>
            <p:cNvSpPr/>
            <p:nvPr/>
          </p:nvSpPr>
          <p:spPr>
            <a:xfrm>
              <a:off x="1067454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05" name="Freeform: Shape 2404">
              <a:extLst>
                <a:ext uri="{FF2B5EF4-FFF2-40B4-BE49-F238E27FC236}">
                  <a16:creationId xmlns:a16="http://schemas.microsoft.com/office/drawing/2014/main" id="{F6C82629-163B-3344-BFFA-C498BE373F00}"/>
                </a:ext>
              </a:extLst>
            </p:cNvPr>
            <p:cNvSpPr/>
            <p:nvPr/>
          </p:nvSpPr>
          <p:spPr>
            <a:xfrm>
              <a:off x="1098849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06" name="Freeform: Shape 2405">
              <a:extLst>
                <a:ext uri="{FF2B5EF4-FFF2-40B4-BE49-F238E27FC236}">
                  <a16:creationId xmlns:a16="http://schemas.microsoft.com/office/drawing/2014/main" id="{49977E33-938A-D6DE-70BE-F97699BAC123}"/>
                </a:ext>
              </a:extLst>
            </p:cNvPr>
            <p:cNvSpPr/>
            <p:nvPr/>
          </p:nvSpPr>
          <p:spPr>
            <a:xfrm>
              <a:off x="1098849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07" name="Freeform: Shape 2406">
              <a:extLst>
                <a:ext uri="{FF2B5EF4-FFF2-40B4-BE49-F238E27FC236}">
                  <a16:creationId xmlns:a16="http://schemas.microsoft.com/office/drawing/2014/main" id="{98BF2EA7-EF47-876D-0668-A33A5DBB9F1F}"/>
                </a:ext>
              </a:extLst>
            </p:cNvPr>
            <p:cNvSpPr/>
            <p:nvPr/>
          </p:nvSpPr>
          <p:spPr>
            <a:xfrm>
              <a:off x="9941974"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08" name="Freeform: Shape 2407">
              <a:extLst>
                <a:ext uri="{FF2B5EF4-FFF2-40B4-BE49-F238E27FC236}">
                  <a16:creationId xmlns:a16="http://schemas.microsoft.com/office/drawing/2014/main" id="{EEDCEA19-8CE4-9493-395E-C2B26258FB11}"/>
                </a:ext>
              </a:extLst>
            </p:cNvPr>
            <p:cNvSpPr/>
            <p:nvPr/>
          </p:nvSpPr>
          <p:spPr>
            <a:xfrm>
              <a:off x="90001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09" name="Freeform: Shape 2408">
              <a:extLst>
                <a:ext uri="{FF2B5EF4-FFF2-40B4-BE49-F238E27FC236}">
                  <a16:creationId xmlns:a16="http://schemas.microsoft.com/office/drawing/2014/main" id="{02015E72-EAB0-4F1C-D271-ADB83CD3D32A}"/>
                </a:ext>
              </a:extLst>
            </p:cNvPr>
            <p:cNvSpPr/>
            <p:nvPr/>
          </p:nvSpPr>
          <p:spPr>
            <a:xfrm>
              <a:off x="889545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10" name="Freeform: Shape 2409">
              <a:extLst>
                <a:ext uri="{FF2B5EF4-FFF2-40B4-BE49-F238E27FC236}">
                  <a16:creationId xmlns:a16="http://schemas.microsoft.com/office/drawing/2014/main" id="{1CD98A94-592B-D800-C5AE-ADC0BD95F34A}"/>
                </a:ext>
              </a:extLst>
            </p:cNvPr>
            <p:cNvSpPr/>
            <p:nvPr/>
          </p:nvSpPr>
          <p:spPr>
            <a:xfrm>
              <a:off x="879079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11" name="Freeform: Shape 2410">
              <a:extLst>
                <a:ext uri="{FF2B5EF4-FFF2-40B4-BE49-F238E27FC236}">
                  <a16:creationId xmlns:a16="http://schemas.microsoft.com/office/drawing/2014/main" id="{584D584B-9530-4880-D599-76D834984DB9}"/>
                </a:ext>
              </a:extLst>
            </p:cNvPr>
            <p:cNvSpPr/>
            <p:nvPr/>
          </p:nvSpPr>
          <p:spPr>
            <a:xfrm>
              <a:off x="858149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12" name="Freeform: Shape 2411">
              <a:extLst>
                <a:ext uri="{FF2B5EF4-FFF2-40B4-BE49-F238E27FC236}">
                  <a16:creationId xmlns:a16="http://schemas.microsoft.com/office/drawing/2014/main" id="{3CC390D5-948E-91F6-3605-970A7FB9A94F}"/>
                </a:ext>
              </a:extLst>
            </p:cNvPr>
            <p:cNvSpPr/>
            <p:nvPr/>
          </p:nvSpPr>
          <p:spPr>
            <a:xfrm>
              <a:off x="8581493" y="2722596"/>
              <a:ext cx="52326" cy="52326"/>
            </a:xfrm>
            <a:custGeom>
              <a:avLst/>
              <a:gdLst>
                <a:gd name="connsiteX0" fmla="*/ 20930 w 52326"/>
                <a:gd name="connsiteY0" fmla="*/ 51977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6 h 52326"/>
                <a:gd name="connsiteX5" fmla="*/ 26163 w 52326"/>
                <a:gd name="connsiteY5" fmla="*/ 0 h 52326"/>
                <a:gd name="connsiteX6" fmla="*/ 0 w 52326"/>
                <a:gd name="connsiteY6" fmla="*/ 26163 h 52326"/>
                <a:gd name="connsiteX7" fmla="*/ 20930 w 52326"/>
                <a:gd name="connsiteY7"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977"/>
                  </a:moveTo>
                  <a:cubicBezTo>
                    <a:pt x="22675" y="52326"/>
                    <a:pt x="24419" y="52326"/>
                    <a:pt x="26163" y="52326"/>
                  </a:cubicBezTo>
                  <a:lnTo>
                    <a:pt x="26163" y="52326"/>
                  </a:lnTo>
                  <a:cubicBezTo>
                    <a:pt x="40466" y="52326"/>
                    <a:pt x="52326" y="40466"/>
                    <a:pt x="52326" y="26163"/>
                  </a:cubicBezTo>
                  <a:cubicBezTo>
                    <a:pt x="52326" y="14303"/>
                    <a:pt x="44652" y="4535"/>
                    <a:pt x="33837" y="1046"/>
                  </a:cubicBezTo>
                  <a:cubicBezTo>
                    <a:pt x="31396" y="349"/>
                    <a:pt x="28605" y="0"/>
                    <a:pt x="26163" y="0"/>
                  </a:cubicBezTo>
                  <a:cubicBezTo>
                    <a:pt x="11860" y="0"/>
                    <a:pt x="0" y="11861"/>
                    <a:pt x="0" y="26163"/>
                  </a:cubicBezTo>
                  <a:cubicBezTo>
                    <a:pt x="0" y="38721"/>
                    <a:pt x="9070" y="49535"/>
                    <a:pt x="20930" y="51977"/>
                  </a:cubicBezTo>
                  <a:close/>
                </a:path>
              </a:pathLst>
            </a:custGeom>
            <a:grpFill/>
            <a:ln w="3488" cap="flat">
              <a:noFill/>
              <a:prstDash val="solid"/>
              <a:miter/>
            </a:ln>
          </p:spPr>
          <p:txBody>
            <a:bodyPr rtlCol="0" anchor="ctr"/>
            <a:lstStyle/>
            <a:p>
              <a:endParaRPr lang="en-ID"/>
            </a:p>
          </p:txBody>
        </p:sp>
        <p:sp>
          <p:nvSpPr>
            <p:cNvPr id="2413" name="Freeform: Shape 2412">
              <a:extLst>
                <a:ext uri="{FF2B5EF4-FFF2-40B4-BE49-F238E27FC236}">
                  <a16:creationId xmlns:a16="http://schemas.microsoft.com/office/drawing/2014/main" id="{44EED042-960F-FE18-ED22-84F67493C8A2}"/>
                </a:ext>
              </a:extLst>
            </p:cNvPr>
            <p:cNvSpPr/>
            <p:nvPr/>
          </p:nvSpPr>
          <p:spPr>
            <a:xfrm>
              <a:off x="78489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14" name="Freeform: Shape 2413">
              <a:extLst>
                <a:ext uri="{FF2B5EF4-FFF2-40B4-BE49-F238E27FC236}">
                  <a16:creationId xmlns:a16="http://schemas.microsoft.com/office/drawing/2014/main" id="{B6F2CB09-8234-2546-77E7-32BA652BA171}"/>
                </a:ext>
              </a:extLst>
            </p:cNvPr>
            <p:cNvSpPr/>
            <p:nvPr/>
          </p:nvSpPr>
          <p:spPr>
            <a:xfrm>
              <a:off x="7744274"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2415" name="Freeform: Shape 2414">
              <a:extLst>
                <a:ext uri="{FF2B5EF4-FFF2-40B4-BE49-F238E27FC236}">
                  <a16:creationId xmlns:a16="http://schemas.microsoft.com/office/drawing/2014/main" id="{42309E04-28B0-FA52-E93C-12CE02C3F895}"/>
                </a:ext>
              </a:extLst>
            </p:cNvPr>
            <p:cNvSpPr/>
            <p:nvPr/>
          </p:nvSpPr>
          <p:spPr>
            <a:xfrm>
              <a:off x="774427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16" name="Freeform: Shape 2415">
              <a:extLst>
                <a:ext uri="{FF2B5EF4-FFF2-40B4-BE49-F238E27FC236}">
                  <a16:creationId xmlns:a16="http://schemas.microsoft.com/office/drawing/2014/main" id="{FF0163BA-A180-1CD1-2D32-E0410BAAA89C}"/>
                </a:ext>
              </a:extLst>
            </p:cNvPr>
            <p:cNvSpPr/>
            <p:nvPr/>
          </p:nvSpPr>
          <p:spPr>
            <a:xfrm>
              <a:off x="7221012"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17" name="Freeform: Shape 2416">
              <a:extLst>
                <a:ext uri="{FF2B5EF4-FFF2-40B4-BE49-F238E27FC236}">
                  <a16:creationId xmlns:a16="http://schemas.microsoft.com/office/drawing/2014/main" id="{2C031FAB-C1AA-1A59-8A42-17AAF018088E}"/>
                </a:ext>
              </a:extLst>
            </p:cNvPr>
            <p:cNvSpPr/>
            <p:nvPr/>
          </p:nvSpPr>
          <p:spPr>
            <a:xfrm>
              <a:off x="7011708"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18" name="Freeform: Shape 2417">
              <a:extLst>
                <a:ext uri="{FF2B5EF4-FFF2-40B4-BE49-F238E27FC236}">
                  <a16:creationId xmlns:a16="http://schemas.microsoft.com/office/drawing/2014/main" id="{906EB3F8-4043-0195-D16C-FE94D7A083C9}"/>
                </a:ext>
              </a:extLst>
            </p:cNvPr>
            <p:cNvSpPr/>
            <p:nvPr/>
          </p:nvSpPr>
          <p:spPr>
            <a:xfrm>
              <a:off x="638379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19" name="Freeform: Shape 2418">
              <a:extLst>
                <a:ext uri="{FF2B5EF4-FFF2-40B4-BE49-F238E27FC236}">
                  <a16:creationId xmlns:a16="http://schemas.microsoft.com/office/drawing/2014/main" id="{3AB06B44-0411-74A9-5BF7-CB188D112DAA}"/>
                </a:ext>
              </a:extLst>
            </p:cNvPr>
            <p:cNvSpPr/>
            <p:nvPr/>
          </p:nvSpPr>
          <p:spPr>
            <a:xfrm>
              <a:off x="638379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20" name="Freeform: Shape 2419">
              <a:extLst>
                <a:ext uri="{FF2B5EF4-FFF2-40B4-BE49-F238E27FC236}">
                  <a16:creationId xmlns:a16="http://schemas.microsoft.com/office/drawing/2014/main" id="{0DF6969E-885D-9053-FE57-FD65E256C143}"/>
                </a:ext>
              </a:extLst>
            </p:cNvPr>
            <p:cNvSpPr/>
            <p:nvPr/>
          </p:nvSpPr>
          <p:spPr>
            <a:xfrm>
              <a:off x="8686145" y="4083077"/>
              <a:ext cx="52326" cy="52326"/>
            </a:xfrm>
            <a:custGeom>
              <a:avLst/>
              <a:gdLst>
                <a:gd name="connsiteX0" fmla="*/ 52326 w 52326"/>
                <a:gd name="connsiteY0" fmla="*/ 26163 h 52326"/>
                <a:gd name="connsiteX1" fmla="*/ 26163 w 52326"/>
                <a:gd name="connsiteY1" fmla="*/ 0 h 52326"/>
                <a:gd name="connsiteX2" fmla="*/ 1047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ubicBezTo>
                    <a:pt x="35931" y="52326"/>
                    <a:pt x="44652" y="46745"/>
                    <a:pt x="49187" y="38721"/>
                  </a:cubicBezTo>
                  <a:cubicBezTo>
                    <a:pt x="51279"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2421" name="Freeform: Shape 2420">
              <a:extLst>
                <a:ext uri="{FF2B5EF4-FFF2-40B4-BE49-F238E27FC236}">
                  <a16:creationId xmlns:a16="http://schemas.microsoft.com/office/drawing/2014/main" id="{7CE30C87-8D13-1BA8-A372-79DFCC0C622D}"/>
                </a:ext>
              </a:extLst>
            </p:cNvPr>
            <p:cNvSpPr/>
            <p:nvPr/>
          </p:nvSpPr>
          <p:spPr>
            <a:xfrm>
              <a:off x="10046626"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22" name="Freeform: Shape 2421">
              <a:extLst>
                <a:ext uri="{FF2B5EF4-FFF2-40B4-BE49-F238E27FC236}">
                  <a16:creationId xmlns:a16="http://schemas.microsoft.com/office/drawing/2014/main" id="{14042F8B-5299-F532-D33D-24E2A096EAD9}"/>
                </a:ext>
              </a:extLst>
            </p:cNvPr>
            <p:cNvSpPr/>
            <p:nvPr/>
          </p:nvSpPr>
          <p:spPr>
            <a:xfrm>
              <a:off x="9628017"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2423" name="Freeform: Shape 2422">
              <a:extLst>
                <a:ext uri="{FF2B5EF4-FFF2-40B4-BE49-F238E27FC236}">
                  <a16:creationId xmlns:a16="http://schemas.microsoft.com/office/drawing/2014/main" id="{69870BA7-7143-4EDC-0B7A-EA29F3092276}"/>
                </a:ext>
              </a:extLst>
            </p:cNvPr>
            <p:cNvSpPr/>
            <p:nvPr/>
          </p:nvSpPr>
          <p:spPr>
            <a:xfrm>
              <a:off x="1182571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24" name="Freeform: Shape 2423">
              <a:extLst>
                <a:ext uri="{FF2B5EF4-FFF2-40B4-BE49-F238E27FC236}">
                  <a16:creationId xmlns:a16="http://schemas.microsoft.com/office/drawing/2014/main" id="{656F68AC-FC5B-2C35-8E7F-DF197225CA4A}"/>
                </a:ext>
              </a:extLst>
            </p:cNvPr>
            <p:cNvSpPr/>
            <p:nvPr/>
          </p:nvSpPr>
          <p:spPr>
            <a:xfrm>
              <a:off x="1203502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25" name="Freeform: Shape 2424">
              <a:extLst>
                <a:ext uri="{FF2B5EF4-FFF2-40B4-BE49-F238E27FC236}">
                  <a16:creationId xmlns:a16="http://schemas.microsoft.com/office/drawing/2014/main" id="{E93F8978-DC02-CFA3-CADB-C23470A4641C}"/>
                </a:ext>
              </a:extLst>
            </p:cNvPr>
            <p:cNvSpPr/>
            <p:nvPr/>
          </p:nvSpPr>
          <p:spPr>
            <a:xfrm>
              <a:off x="116164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26" name="Freeform: Shape 2425">
              <a:extLst>
                <a:ext uri="{FF2B5EF4-FFF2-40B4-BE49-F238E27FC236}">
                  <a16:creationId xmlns:a16="http://schemas.microsoft.com/office/drawing/2014/main" id="{BFD0C598-A98A-AE0B-6A62-F152C80E24E1}"/>
                </a:ext>
              </a:extLst>
            </p:cNvPr>
            <p:cNvSpPr/>
            <p:nvPr/>
          </p:nvSpPr>
          <p:spPr>
            <a:xfrm>
              <a:off x="1025593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27" name="Freeform: Shape 2426">
              <a:extLst>
                <a:ext uri="{FF2B5EF4-FFF2-40B4-BE49-F238E27FC236}">
                  <a16:creationId xmlns:a16="http://schemas.microsoft.com/office/drawing/2014/main" id="{35FA287A-B110-6EF9-FD6B-68800F9D15BF}"/>
                </a:ext>
              </a:extLst>
            </p:cNvPr>
            <p:cNvSpPr/>
            <p:nvPr/>
          </p:nvSpPr>
          <p:spPr>
            <a:xfrm>
              <a:off x="10046626"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428" name="Freeform: Shape 2427">
              <a:extLst>
                <a:ext uri="{FF2B5EF4-FFF2-40B4-BE49-F238E27FC236}">
                  <a16:creationId xmlns:a16="http://schemas.microsoft.com/office/drawing/2014/main" id="{FEB355BE-FEDD-F69A-CD1C-8C2F4DE7EA19}"/>
                </a:ext>
              </a:extLst>
            </p:cNvPr>
            <p:cNvSpPr/>
            <p:nvPr/>
          </p:nvSpPr>
          <p:spPr>
            <a:xfrm>
              <a:off x="10988497"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5349" y="0"/>
                    <a:pt x="5930" y="6628"/>
                    <a:pt x="2093" y="16047"/>
                  </a:cubicBezTo>
                  <a:cubicBezTo>
                    <a:pt x="698" y="19186"/>
                    <a:pt x="0" y="22675"/>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29" name="Freeform: Shape 2428">
              <a:extLst>
                <a:ext uri="{FF2B5EF4-FFF2-40B4-BE49-F238E27FC236}">
                  <a16:creationId xmlns:a16="http://schemas.microsoft.com/office/drawing/2014/main" id="{7F58BB5A-2855-E5DC-CB7B-626872F4AC44}"/>
                </a:ext>
              </a:extLst>
            </p:cNvPr>
            <p:cNvSpPr/>
            <p:nvPr/>
          </p:nvSpPr>
          <p:spPr>
            <a:xfrm>
              <a:off x="1015127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0" name="Freeform: Shape 2429">
              <a:extLst>
                <a:ext uri="{FF2B5EF4-FFF2-40B4-BE49-F238E27FC236}">
                  <a16:creationId xmlns:a16="http://schemas.microsoft.com/office/drawing/2014/main" id="{CE02E820-9B8C-89DC-2C6C-333DDC322581}"/>
                </a:ext>
              </a:extLst>
            </p:cNvPr>
            <p:cNvSpPr/>
            <p:nvPr/>
          </p:nvSpPr>
          <p:spPr>
            <a:xfrm>
              <a:off x="99419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1" name="Freeform: Shape 2430">
              <a:extLst>
                <a:ext uri="{FF2B5EF4-FFF2-40B4-BE49-F238E27FC236}">
                  <a16:creationId xmlns:a16="http://schemas.microsoft.com/office/drawing/2014/main" id="{C55F9687-209C-0FAF-E0FE-216003EE45C4}"/>
                </a:ext>
              </a:extLst>
            </p:cNvPr>
            <p:cNvSpPr/>
            <p:nvPr/>
          </p:nvSpPr>
          <p:spPr>
            <a:xfrm>
              <a:off x="952336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32" name="Freeform: Shape 2431">
              <a:extLst>
                <a:ext uri="{FF2B5EF4-FFF2-40B4-BE49-F238E27FC236}">
                  <a16:creationId xmlns:a16="http://schemas.microsoft.com/office/drawing/2014/main" id="{D4943ED8-3F73-C592-514D-EEB570A4070C}"/>
                </a:ext>
              </a:extLst>
            </p:cNvPr>
            <p:cNvSpPr/>
            <p:nvPr/>
          </p:nvSpPr>
          <p:spPr>
            <a:xfrm>
              <a:off x="9418712"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33" name="Freeform: Shape 2432">
              <a:extLst>
                <a:ext uri="{FF2B5EF4-FFF2-40B4-BE49-F238E27FC236}">
                  <a16:creationId xmlns:a16="http://schemas.microsoft.com/office/drawing/2014/main" id="{E6712FDA-A8AD-4B54-0F13-8CB0477C51CA}"/>
                </a:ext>
              </a:extLst>
            </p:cNvPr>
            <p:cNvSpPr/>
            <p:nvPr/>
          </p:nvSpPr>
          <p:spPr>
            <a:xfrm>
              <a:off x="8790798" y="4292381"/>
              <a:ext cx="52326" cy="52326"/>
            </a:xfrm>
            <a:custGeom>
              <a:avLst/>
              <a:gdLst>
                <a:gd name="connsiteX0" fmla="*/ 51279 w 52326"/>
                <a:gd name="connsiteY0" fmla="*/ 18489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1279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79" y="18489"/>
                  </a:moveTo>
                  <a:cubicBezTo>
                    <a:pt x="48140" y="7675"/>
                    <a:pt x="38023"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3372"/>
                    <a:pt x="51977" y="20930"/>
                    <a:pt x="51279" y="18489"/>
                  </a:cubicBezTo>
                  <a:close/>
                </a:path>
              </a:pathLst>
            </a:custGeom>
            <a:grpFill/>
            <a:ln w="3488" cap="flat">
              <a:noFill/>
              <a:prstDash val="solid"/>
              <a:miter/>
            </a:ln>
          </p:spPr>
          <p:txBody>
            <a:bodyPr rtlCol="0" anchor="ctr"/>
            <a:lstStyle/>
            <a:p>
              <a:endParaRPr lang="en-ID"/>
            </a:p>
          </p:txBody>
        </p:sp>
        <p:sp>
          <p:nvSpPr>
            <p:cNvPr id="2434" name="Freeform: Shape 2433">
              <a:extLst>
                <a:ext uri="{FF2B5EF4-FFF2-40B4-BE49-F238E27FC236}">
                  <a16:creationId xmlns:a16="http://schemas.microsoft.com/office/drawing/2014/main" id="{9B93347F-467A-63AE-C0FA-ACA0BD99C263}"/>
                </a:ext>
              </a:extLst>
            </p:cNvPr>
            <p:cNvSpPr/>
            <p:nvPr/>
          </p:nvSpPr>
          <p:spPr>
            <a:xfrm>
              <a:off x="847684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5" name="Freeform: Shape 2434">
              <a:extLst>
                <a:ext uri="{FF2B5EF4-FFF2-40B4-BE49-F238E27FC236}">
                  <a16:creationId xmlns:a16="http://schemas.microsoft.com/office/drawing/2014/main" id="{6E2EFCDC-1E16-D34E-F036-F7C9D7214351}"/>
                </a:ext>
              </a:extLst>
            </p:cNvPr>
            <p:cNvSpPr/>
            <p:nvPr/>
          </p:nvSpPr>
          <p:spPr>
            <a:xfrm>
              <a:off x="7430317"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36" name="Freeform: Shape 2435">
              <a:extLst>
                <a:ext uri="{FF2B5EF4-FFF2-40B4-BE49-F238E27FC236}">
                  <a16:creationId xmlns:a16="http://schemas.microsoft.com/office/drawing/2014/main" id="{8DEC2F8F-FAC5-9171-095B-1A5FD725820F}"/>
                </a:ext>
              </a:extLst>
            </p:cNvPr>
            <p:cNvSpPr/>
            <p:nvPr/>
          </p:nvSpPr>
          <p:spPr>
            <a:xfrm>
              <a:off x="617448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7" name="Freeform: Shape 2436">
              <a:extLst>
                <a:ext uri="{FF2B5EF4-FFF2-40B4-BE49-F238E27FC236}">
                  <a16:creationId xmlns:a16="http://schemas.microsoft.com/office/drawing/2014/main" id="{8CDCD360-5148-8D45-1BB4-CEA7DBC06A90}"/>
                </a:ext>
              </a:extLst>
            </p:cNvPr>
            <p:cNvSpPr/>
            <p:nvPr/>
          </p:nvSpPr>
          <p:spPr>
            <a:xfrm>
              <a:off x="617448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8" name="Freeform: Shape 2437">
              <a:extLst>
                <a:ext uri="{FF2B5EF4-FFF2-40B4-BE49-F238E27FC236}">
                  <a16:creationId xmlns:a16="http://schemas.microsoft.com/office/drawing/2014/main" id="{4AB9B0E4-F35F-CD4A-3B90-E8C4CD1A4B4A}"/>
                </a:ext>
              </a:extLst>
            </p:cNvPr>
            <p:cNvSpPr/>
            <p:nvPr/>
          </p:nvSpPr>
          <p:spPr>
            <a:xfrm>
              <a:off x="6069488" y="5339254"/>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3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3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4"/>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4"/>
                    <a:pt x="52326" y="28954"/>
                  </a:cubicBezTo>
                  <a:cubicBezTo>
                    <a:pt x="52326" y="27907"/>
                    <a:pt x="52326" y="27210"/>
                    <a:pt x="52326" y="26163"/>
                  </a:cubicBezTo>
                  <a:cubicBezTo>
                    <a:pt x="52326" y="25117"/>
                    <a:pt x="52326" y="24419"/>
                    <a:pt x="52326" y="23373"/>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3"/>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2439" name="Freeform: Shape 2438">
              <a:extLst>
                <a:ext uri="{FF2B5EF4-FFF2-40B4-BE49-F238E27FC236}">
                  <a16:creationId xmlns:a16="http://schemas.microsoft.com/office/drawing/2014/main" id="{FFA5CCFE-09C1-F87A-0C1E-FE04C6B8A721}"/>
                </a:ext>
              </a:extLst>
            </p:cNvPr>
            <p:cNvSpPr/>
            <p:nvPr/>
          </p:nvSpPr>
          <p:spPr>
            <a:xfrm>
              <a:off x="11197802" y="3350510"/>
              <a:ext cx="52326" cy="52326"/>
            </a:xfrm>
            <a:custGeom>
              <a:avLst/>
              <a:gdLst>
                <a:gd name="connsiteX0" fmla="*/ 26163 w 52326"/>
                <a:gd name="connsiteY0" fmla="*/ 52326 h 52326"/>
                <a:gd name="connsiteX1" fmla="*/ 52326 w 52326"/>
                <a:gd name="connsiteY1" fmla="*/ 26163 h 52326"/>
                <a:gd name="connsiteX2" fmla="*/ 49884 w 52326"/>
                <a:gd name="connsiteY2" fmla="*/ 15349 h 52326"/>
                <a:gd name="connsiteX3" fmla="*/ 26163 w 52326"/>
                <a:gd name="connsiteY3" fmla="*/ 0 h 52326"/>
                <a:gd name="connsiteX4" fmla="*/ 26163 w 52326"/>
                <a:gd name="connsiteY4" fmla="*/ 0 h 52326"/>
                <a:gd name="connsiteX5" fmla="*/ 0 w 52326"/>
                <a:gd name="connsiteY5" fmla="*/ 26163 h 52326"/>
                <a:gd name="connsiteX6" fmla="*/ 2093 w 52326"/>
                <a:gd name="connsiteY6" fmla="*/ 36280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22326"/>
                    <a:pt x="51629" y="18838"/>
                    <a:pt x="49884" y="15349"/>
                  </a:cubicBezTo>
                  <a:cubicBezTo>
                    <a:pt x="45699" y="6279"/>
                    <a:pt x="36628" y="0"/>
                    <a:pt x="26163" y="0"/>
                  </a:cubicBezTo>
                  <a:lnTo>
                    <a:pt x="26163" y="0"/>
                  </a:lnTo>
                  <a:cubicBezTo>
                    <a:pt x="11860" y="0"/>
                    <a:pt x="0" y="11861"/>
                    <a:pt x="0" y="26163"/>
                  </a:cubicBezTo>
                  <a:cubicBezTo>
                    <a:pt x="0" y="29652"/>
                    <a:pt x="698" y="33140"/>
                    <a:pt x="2093" y="36280"/>
                  </a:cubicBezTo>
                  <a:cubicBezTo>
                    <a:pt x="5930" y="45698"/>
                    <a:pt x="15349" y="52326"/>
                    <a:pt x="26163" y="52326"/>
                  </a:cubicBezTo>
                  <a:close/>
                </a:path>
              </a:pathLst>
            </a:custGeom>
            <a:grpFill/>
            <a:ln w="3488" cap="flat">
              <a:noFill/>
              <a:prstDash val="solid"/>
              <a:miter/>
            </a:ln>
          </p:spPr>
          <p:txBody>
            <a:bodyPr rtlCol="0" anchor="ctr"/>
            <a:lstStyle/>
            <a:p>
              <a:endParaRPr lang="en-ID"/>
            </a:p>
          </p:txBody>
        </p:sp>
        <p:sp>
          <p:nvSpPr>
            <p:cNvPr id="2440" name="Freeform: Shape 2439">
              <a:extLst>
                <a:ext uri="{FF2B5EF4-FFF2-40B4-BE49-F238E27FC236}">
                  <a16:creationId xmlns:a16="http://schemas.microsoft.com/office/drawing/2014/main" id="{3305718A-DD3B-5DFA-0ABB-686A2FFFC9D0}"/>
                </a:ext>
              </a:extLst>
            </p:cNvPr>
            <p:cNvSpPr/>
            <p:nvPr/>
          </p:nvSpPr>
          <p:spPr>
            <a:xfrm>
              <a:off x="8162884" y="4187729"/>
              <a:ext cx="52326" cy="52326"/>
            </a:xfrm>
            <a:custGeom>
              <a:avLst/>
              <a:gdLst>
                <a:gd name="connsiteX0" fmla="*/ 47791 w 52326"/>
                <a:gd name="connsiteY0" fmla="*/ 11512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7674 w 52326"/>
                <a:gd name="connsiteY5" fmla="*/ 44652 h 52326"/>
                <a:gd name="connsiteX6" fmla="*/ 26163 w 52326"/>
                <a:gd name="connsiteY6" fmla="*/ 52326 h 52326"/>
                <a:gd name="connsiteX7" fmla="*/ 52326 w 52326"/>
                <a:gd name="connsiteY7" fmla="*/ 26163 h 52326"/>
                <a:gd name="connsiteX8" fmla="*/ 47791 w 52326"/>
                <a:gd name="connsiteY8"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7791" y="11512"/>
                  </a:moveTo>
                  <a:cubicBezTo>
                    <a:pt x="43256" y="4535"/>
                    <a:pt x="35233" y="0"/>
                    <a:pt x="26163" y="0"/>
                  </a:cubicBezTo>
                  <a:lnTo>
                    <a:pt x="26163" y="0"/>
                  </a:lnTo>
                  <a:cubicBezTo>
                    <a:pt x="11860" y="0"/>
                    <a:pt x="0" y="11861"/>
                    <a:pt x="0" y="26163"/>
                  </a:cubicBezTo>
                  <a:lnTo>
                    <a:pt x="0" y="26163"/>
                  </a:lnTo>
                  <a:cubicBezTo>
                    <a:pt x="0" y="33489"/>
                    <a:pt x="2791" y="39768"/>
                    <a:pt x="7674" y="44652"/>
                  </a:cubicBezTo>
                  <a:cubicBezTo>
                    <a:pt x="12559" y="49535"/>
                    <a:pt x="18837" y="52326"/>
                    <a:pt x="26163" y="52326"/>
                  </a:cubicBezTo>
                  <a:cubicBezTo>
                    <a:pt x="40466" y="52326"/>
                    <a:pt x="52326" y="40465"/>
                    <a:pt x="52326" y="26163"/>
                  </a:cubicBezTo>
                  <a:cubicBezTo>
                    <a:pt x="52326" y="20582"/>
                    <a:pt x="50582" y="15698"/>
                    <a:pt x="47791" y="11512"/>
                  </a:cubicBezTo>
                  <a:close/>
                </a:path>
              </a:pathLst>
            </a:custGeom>
            <a:grpFill/>
            <a:ln w="3488" cap="flat">
              <a:noFill/>
              <a:prstDash val="solid"/>
              <a:miter/>
            </a:ln>
          </p:spPr>
          <p:txBody>
            <a:bodyPr rtlCol="0" anchor="ctr"/>
            <a:lstStyle/>
            <a:p>
              <a:endParaRPr lang="en-ID"/>
            </a:p>
          </p:txBody>
        </p:sp>
        <p:sp>
          <p:nvSpPr>
            <p:cNvPr id="2441" name="Freeform: Shape 2440">
              <a:extLst>
                <a:ext uri="{FF2B5EF4-FFF2-40B4-BE49-F238E27FC236}">
                  <a16:creationId xmlns:a16="http://schemas.microsoft.com/office/drawing/2014/main" id="{BB5A774F-C353-1A96-93A0-E98446CB0440}"/>
                </a:ext>
              </a:extLst>
            </p:cNvPr>
            <p:cNvSpPr/>
            <p:nvPr/>
          </p:nvSpPr>
          <p:spPr>
            <a:xfrm>
              <a:off x="11093150" y="146676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1860" y="0"/>
                    <a:pt x="0" y="11861"/>
                    <a:pt x="0" y="26163"/>
                  </a:cubicBezTo>
                  <a:lnTo>
                    <a:pt x="0" y="26163"/>
                  </a:lnTo>
                  <a:lnTo>
                    <a:pt x="0" y="26163"/>
                  </a:lnTo>
                  <a:cubicBezTo>
                    <a:pt x="0" y="40466"/>
                    <a:pt x="11860" y="52326"/>
                    <a:pt x="26163" y="52326"/>
                  </a:cubicBezTo>
                  <a:cubicBezTo>
                    <a:pt x="40466" y="52326"/>
                    <a:pt x="52326" y="40466"/>
                    <a:pt x="52326" y="26163"/>
                  </a:cubicBezTo>
                  <a:lnTo>
                    <a:pt x="52326" y="26163"/>
                  </a:ln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42" name="Freeform: Shape 2441">
              <a:extLst>
                <a:ext uri="{FF2B5EF4-FFF2-40B4-BE49-F238E27FC236}">
                  <a16:creationId xmlns:a16="http://schemas.microsoft.com/office/drawing/2014/main" id="{BC31CA59-FBEF-7A90-3B8E-CC8B4FA73699}"/>
                </a:ext>
              </a:extLst>
            </p:cNvPr>
            <p:cNvSpPr/>
            <p:nvPr/>
          </p:nvSpPr>
          <p:spPr>
            <a:xfrm>
              <a:off x="10779193" y="4920296"/>
              <a:ext cx="52326" cy="52326"/>
            </a:xfrm>
            <a:custGeom>
              <a:avLst/>
              <a:gdLst>
                <a:gd name="connsiteX0" fmla="*/ 46744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4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4" y="10116"/>
                  </a:moveTo>
                  <a:cubicBezTo>
                    <a:pt x="41861" y="4186"/>
                    <a:pt x="34535" y="0"/>
                    <a:pt x="26163" y="0"/>
                  </a:cubicBezTo>
                  <a:cubicBezTo>
                    <a:pt x="11860" y="0"/>
                    <a:pt x="0" y="11861"/>
                    <a:pt x="0" y="26163"/>
                  </a:cubicBezTo>
                  <a:cubicBezTo>
                    <a:pt x="0" y="27907"/>
                    <a:pt x="349" y="29652"/>
                    <a:pt x="698" y="31396"/>
                  </a:cubicBezTo>
                  <a:cubicBezTo>
                    <a:pt x="3139" y="43256"/>
                    <a:pt x="13604" y="52326"/>
                    <a:pt x="26163" y="52326"/>
                  </a:cubicBezTo>
                  <a:cubicBezTo>
                    <a:pt x="34884" y="52326"/>
                    <a:pt x="42210" y="48140"/>
                    <a:pt x="47094" y="41861"/>
                  </a:cubicBezTo>
                  <a:cubicBezTo>
                    <a:pt x="50233" y="37326"/>
                    <a:pt x="52326" y="32093"/>
                    <a:pt x="52326" y="26163"/>
                  </a:cubicBezTo>
                  <a:cubicBezTo>
                    <a:pt x="52326" y="20233"/>
                    <a:pt x="50233" y="14302"/>
                    <a:pt x="46744" y="10116"/>
                  </a:cubicBezTo>
                  <a:close/>
                </a:path>
              </a:pathLst>
            </a:custGeom>
            <a:grpFill/>
            <a:ln w="3488" cap="flat">
              <a:noFill/>
              <a:prstDash val="solid"/>
              <a:miter/>
            </a:ln>
          </p:spPr>
          <p:txBody>
            <a:bodyPr rtlCol="0" anchor="ctr"/>
            <a:lstStyle/>
            <a:p>
              <a:endParaRPr lang="en-ID"/>
            </a:p>
          </p:txBody>
        </p:sp>
        <p:sp>
          <p:nvSpPr>
            <p:cNvPr id="2443" name="Freeform: Shape 2442">
              <a:extLst>
                <a:ext uri="{FF2B5EF4-FFF2-40B4-BE49-F238E27FC236}">
                  <a16:creationId xmlns:a16="http://schemas.microsoft.com/office/drawing/2014/main" id="{FC2F7B9F-28A0-41C4-01D3-CCE545808F7D}"/>
                </a:ext>
              </a:extLst>
            </p:cNvPr>
            <p:cNvSpPr/>
            <p:nvPr/>
          </p:nvSpPr>
          <p:spPr>
            <a:xfrm>
              <a:off x="8372188" y="4815643"/>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6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6"/>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44" name="Freeform: Shape 2443">
              <a:extLst>
                <a:ext uri="{FF2B5EF4-FFF2-40B4-BE49-F238E27FC236}">
                  <a16:creationId xmlns:a16="http://schemas.microsoft.com/office/drawing/2014/main" id="{6D65CB91-8D90-4222-1005-C9C3E5179EEF}"/>
                </a:ext>
              </a:extLst>
            </p:cNvPr>
            <p:cNvSpPr/>
            <p:nvPr/>
          </p:nvSpPr>
          <p:spPr>
            <a:xfrm>
              <a:off x="1182571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45" name="Freeform: Shape 2444">
              <a:extLst>
                <a:ext uri="{FF2B5EF4-FFF2-40B4-BE49-F238E27FC236}">
                  <a16:creationId xmlns:a16="http://schemas.microsoft.com/office/drawing/2014/main" id="{27405B79-E304-C7D5-5E0A-CBF9487BFA38}"/>
                </a:ext>
              </a:extLst>
            </p:cNvPr>
            <p:cNvSpPr/>
            <p:nvPr/>
          </p:nvSpPr>
          <p:spPr>
            <a:xfrm>
              <a:off x="983732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46" name="Freeform: Shape 2445">
              <a:extLst>
                <a:ext uri="{FF2B5EF4-FFF2-40B4-BE49-F238E27FC236}">
                  <a16:creationId xmlns:a16="http://schemas.microsoft.com/office/drawing/2014/main" id="{9E2F5B48-BD75-B0D5-807B-C4B8791CFB56}"/>
                </a:ext>
              </a:extLst>
            </p:cNvPr>
            <p:cNvSpPr/>
            <p:nvPr/>
          </p:nvSpPr>
          <p:spPr>
            <a:xfrm>
              <a:off x="11930369"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47" name="Freeform: Shape 2446">
              <a:extLst>
                <a:ext uri="{FF2B5EF4-FFF2-40B4-BE49-F238E27FC236}">
                  <a16:creationId xmlns:a16="http://schemas.microsoft.com/office/drawing/2014/main" id="{FAD16CCC-7DAA-60E5-D3C3-28D774D33A0E}"/>
                </a:ext>
              </a:extLst>
            </p:cNvPr>
            <p:cNvSpPr/>
            <p:nvPr/>
          </p:nvSpPr>
          <p:spPr>
            <a:xfrm>
              <a:off x="1098849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48" name="Freeform: Shape 2447">
              <a:extLst>
                <a:ext uri="{FF2B5EF4-FFF2-40B4-BE49-F238E27FC236}">
                  <a16:creationId xmlns:a16="http://schemas.microsoft.com/office/drawing/2014/main" id="{693BACF5-32B5-A7B2-A62F-EED445A0D02A}"/>
                </a:ext>
              </a:extLst>
            </p:cNvPr>
            <p:cNvSpPr/>
            <p:nvPr/>
          </p:nvSpPr>
          <p:spPr>
            <a:xfrm>
              <a:off x="994197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49" name="Freeform: Shape 2448">
              <a:extLst>
                <a:ext uri="{FF2B5EF4-FFF2-40B4-BE49-F238E27FC236}">
                  <a16:creationId xmlns:a16="http://schemas.microsoft.com/office/drawing/2014/main" id="{33380C85-37A5-3476-4672-8AC319023EEA}"/>
                </a:ext>
              </a:extLst>
            </p:cNvPr>
            <p:cNvSpPr/>
            <p:nvPr/>
          </p:nvSpPr>
          <p:spPr>
            <a:xfrm>
              <a:off x="931406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0" name="Freeform: Shape 2449">
              <a:extLst>
                <a:ext uri="{FF2B5EF4-FFF2-40B4-BE49-F238E27FC236}">
                  <a16:creationId xmlns:a16="http://schemas.microsoft.com/office/drawing/2014/main" id="{E7915BB9-F398-E22C-DB1B-42E29A9C02C5}"/>
                </a:ext>
              </a:extLst>
            </p:cNvPr>
            <p:cNvSpPr/>
            <p:nvPr/>
          </p:nvSpPr>
          <p:spPr>
            <a:xfrm>
              <a:off x="93140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51" name="Freeform: Shape 2450">
              <a:extLst>
                <a:ext uri="{FF2B5EF4-FFF2-40B4-BE49-F238E27FC236}">
                  <a16:creationId xmlns:a16="http://schemas.microsoft.com/office/drawing/2014/main" id="{BC98959D-725C-F5D9-6645-B292C737576E}"/>
                </a:ext>
              </a:extLst>
            </p:cNvPr>
            <p:cNvSpPr/>
            <p:nvPr/>
          </p:nvSpPr>
          <p:spPr>
            <a:xfrm>
              <a:off x="879079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2" name="Freeform: Shape 2451">
              <a:extLst>
                <a:ext uri="{FF2B5EF4-FFF2-40B4-BE49-F238E27FC236}">
                  <a16:creationId xmlns:a16="http://schemas.microsoft.com/office/drawing/2014/main" id="{747BBA21-66D7-C17B-3C1E-6EE170C5DA5F}"/>
                </a:ext>
              </a:extLst>
            </p:cNvPr>
            <p:cNvSpPr/>
            <p:nvPr/>
          </p:nvSpPr>
          <p:spPr>
            <a:xfrm>
              <a:off x="701170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53" name="Freeform: Shape 2452">
              <a:extLst>
                <a:ext uri="{FF2B5EF4-FFF2-40B4-BE49-F238E27FC236}">
                  <a16:creationId xmlns:a16="http://schemas.microsoft.com/office/drawing/2014/main" id="{C1B61936-EDD5-6BD4-B7E9-3CC32076BE63}"/>
                </a:ext>
              </a:extLst>
            </p:cNvPr>
            <p:cNvSpPr/>
            <p:nvPr/>
          </p:nvSpPr>
          <p:spPr>
            <a:xfrm>
              <a:off x="669775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54" name="Freeform: Shape 2453">
              <a:extLst>
                <a:ext uri="{FF2B5EF4-FFF2-40B4-BE49-F238E27FC236}">
                  <a16:creationId xmlns:a16="http://schemas.microsoft.com/office/drawing/2014/main" id="{1FA4160D-A3AF-5399-F262-61FD0C493285}"/>
                </a:ext>
              </a:extLst>
            </p:cNvPr>
            <p:cNvSpPr/>
            <p:nvPr/>
          </p:nvSpPr>
          <p:spPr>
            <a:xfrm>
              <a:off x="648844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5" name="Freeform: Shape 2454">
              <a:extLst>
                <a:ext uri="{FF2B5EF4-FFF2-40B4-BE49-F238E27FC236}">
                  <a16:creationId xmlns:a16="http://schemas.microsoft.com/office/drawing/2014/main" id="{EB6DD4D6-E47E-9EFE-444B-927DDB32EC38}"/>
                </a:ext>
              </a:extLst>
            </p:cNvPr>
            <p:cNvSpPr/>
            <p:nvPr/>
          </p:nvSpPr>
          <p:spPr>
            <a:xfrm>
              <a:off x="6488446"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6" name="Freeform: Shape 2455">
              <a:extLst>
                <a:ext uri="{FF2B5EF4-FFF2-40B4-BE49-F238E27FC236}">
                  <a16:creationId xmlns:a16="http://schemas.microsoft.com/office/drawing/2014/main" id="{94BB3A0E-147C-671F-11AA-F1EB576C5350}"/>
                </a:ext>
              </a:extLst>
            </p:cNvPr>
            <p:cNvSpPr/>
            <p:nvPr/>
          </p:nvSpPr>
          <p:spPr>
            <a:xfrm>
              <a:off x="648844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7" name="Freeform: Shape 2456">
              <a:extLst>
                <a:ext uri="{FF2B5EF4-FFF2-40B4-BE49-F238E27FC236}">
                  <a16:creationId xmlns:a16="http://schemas.microsoft.com/office/drawing/2014/main" id="{33E4FCD1-1DA2-008C-36C0-3BE36F959887}"/>
                </a:ext>
              </a:extLst>
            </p:cNvPr>
            <p:cNvSpPr/>
            <p:nvPr/>
          </p:nvSpPr>
          <p:spPr>
            <a:xfrm>
              <a:off x="9837321"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0" y="52326"/>
                    <a:pt x="26163" y="52326"/>
                  </a:cubicBezTo>
                  <a:lnTo>
                    <a:pt x="26163" y="52326"/>
                  </a:ln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58" name="Freeform: Shape 2457">
              <a:extLst>
                <a:ext uri="{FF2B5EF4-FFF2-40B4-BE49-F238E27FC236}">
                  <a16:creationId xmlns:a16="http://schemas.microsoft.com/office/drawing/2014/main" id="{D6AF2EC2-8F13-50B0-52CA-FED17A9A98C9}"/>
                </a:ext>
              </a:extLst>
            </p:cNvPr>
            <p:cNvSpPr/>
            <p:nvPr/>
          </p:nvSpPr>
          <p:spPr>
            <a:xfrm>
              <a:off x="9523364"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59" name="Freeform: Shape 2458">
              <a:extLst>
                <a:ext uri="{FF2B5EF4-FFF2-40B4-BE49-F238E27FC236}">
                  <a16:creationId xmlns:a16="http://schemas.microsoft.com/office/drawing/2014/main" id="{D99D0CB9-2646-9E2A-77B7-0E4250DB6DAD}"/>
                </a:ext>
              </a:extLst>
            </p:cNvPr>
            <p:cNvSpPr/>
            <p:nvPr/>
          </p:nvSpPr>
          <p:spPr>
            <a:xfrm>
              <a:off x="8267536"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8" y="52326"/>
                    <a:pt x="46396" y="45698"/>
                    <a:pt x="50233" y="36280"/>
                  </a:cubicBezTo>
                  <a:cubicBezTo>
                    <a:pt x="51629" y="33140"/>
                    <a:pt x="52326" y="29652"/>
                    <a:pt x="52326" y="26163"/>
                  </a:cubicBezTo>
                  <a:cubicBezTo>
                    <a:pt x="52326" y="11861"/>
                    <a:pt x="40466" y="0"/>
                    <a:pt x="26163" y="0"/>
                  </a:cubicBezTo>
                  <a:lnTo>
                    <a:pt x="26163" y="0"/>
                  </a:lnTo>
                  <a:cubicBezTo>
                    <a:pt x="15349" y="0"/>
                    <a:pt x="5930" y="6628"/>
                    <a:pt x="2093" y="16047"/>
                  </a:cubicBezTo>
                  <a:cubicBezTo>
                    <a:pt x="698" y="19186"/>
                    <a:pt x="0" y="22675"/>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60" name="Freeform: Shape 2459">
              <a:extLst>
                <a:ext uri="{FF2B5EF4-FFF2-40B4-BE49-F238E27FC236}">
                  <a16:creationId xmlns:a16="http://schemas.microsoft.com/office/drawing/2014/main" id="{915EB14F-BD82-2BC7-5A07-A090F693B2A3}"/>
                </a:ext>
              </a:extLst>
            </p:cNvPr>
            <p:cNvSpPr/>
            <p:nvPr/>
          </p:nvSpPr>
          <p:spPr>
            <a:xfrm>
              <a:off x="1130245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61" name="Freeform: Shape 2460">
              <a:extLst>
                <a:ext uri="{FF2B5EF4-FFF2-40B4-BE49-F238E27FC236}">
                  <a16:creationId xmlns:a16="http://schemas.microsoft.com/office/drawing/2014/main" id="{D02B6FA0-3FA6-3DFA-996D-ECD8F549BA60}"/>
                </a:ext>
              </a:extLst>
            </p:cNvPr>
            <p:cNvSpPr/>
            <p:nvPr/>
          </p:nvSpPr>
          <p:spPr>
            <a:xfrm>
              <a:off x="1088384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62" name="Freeform: Shape 2461">
              <a:extLst>
                <a:ext uri="{FF2B5EF4-FFF2-40B4-BE49-F238E27FC236}">
                  <a16:creationId xmlns:a16="http://schemas.microsoft.com/office/drawing/2014/main" id="{E7DDDED6-B640-7B44-FCC5-3771392C0E87}"/>
                </a:ext>
              </a:extLst>
            </p:cNvPr>
            <p:cNvSpPr/>
            <p:nvPr/>
          </p:nvSpPr>
          <p:spPr>
            <a:xfrm>
              <a:off x="10255931"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63" name="Freeform: Shape 2462">
              <a:extLst>
                <a:ext uri="{FF2B5EF4-FFF2-40B4-BE49-F238E27FC236}">
                  <a16:creationId xmlns:a16="http://schemas.microsoft.com/office/drawing/2014/main" id="{BBE932BD-D9B0-0F15-DC49-7476F1A92EF3}"/>
                </a:ext>
              </a:extLst>
            </p:cNvPr>
            <p:cNvSpPr/>
            <p:nvPr/>
          </p:nvSpPr>
          <p:spPr>
            <a:xfrm>
              <a:off x="10151278"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64" name="Freeform: Shape 2463">
              <a:extLst>
                <a:ext uri="{FF2B5EF4-FFF2-40B4-BE49-F238E27FC236}">
                  <a16:creationId xmlns:a16="http://schemas.microsoft.com/office/drawing/2014/main" id="{25FB682C-1943-2D96-8AD3-7E892E58B343}"/>
                </a:ext>
              </a:extLst>
            </p:cNvPr>
            <p:cNvSpPr/>
            <p:nvPr/>
          </p:nvSpPr>
          <p:spPr>
            <a:xfrm>
              <a:off x="994197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65" name="Freeform: Shape 2464">
              <a:extLst>
                <a:ext uri="{FF2B5EF4-FFF2-40B4-BE49-F238E27FC236}">
                  <a16:creationId xmlns:a16="http://schemas.microsoft.com/office/drawing/2014/main" id="{6A573891-A981-CACA-0636-C18305A4DFA6}"/>
                </a:ext>
              </a:extLst>
            </p:cNvPr>
            <p:cNvSpPr/>
            <p:nvPr/>
          </p:nvSpPr>
          <p:spPr>
            <a:xfrm>
              <a:off x="99419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66" name="Freeform: Shape 2465">
              <a:extLst>
                <a:ext uri="{FF2B5EF4-FFF2-40B4-BE49-F238E27FC236}">
                  <a16:creationId xmlns:a16="http://schemas.microsoft.com/office/drawing/2014/main" id="{E8C257C5-AB7E-49C7-0413-F6DED91A2BBB}"/>
                </a:ext>
              </a:extLst>
            </p:cNvPr>
            <p:cNvSpPr/>
            <p:nvPr/>
          </p:nvSpPr>
          <p:spPr>
            <a:xfrm>
              <a:off x="910475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467" name="Freeform: Shape 2466">
              <a:extLst>
                <a:ext uri="{FF2B5EF4-FFF2-40B4-BE49-F238E27FC236}">
                  <a16:creationId xmlns:a16="http://schemas.microsoft.com/office/drawing/2014/main" id="{438278C1-DCE2-7278-950A-8489C55F71DC}"/>
                </a:ext>
              </a:extLst>
            </p:cNvPr>
            <p:cNvSpPr/>
            <p:nvPr/>
          </p:nvSpPr>
          <p:spPr>
            <a:xfrm>
              <a:off x="86861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68" name="Freeform: Shape 2467">
              <a:extLst>
                <a:ext uri="{FF2B5EF4-FFF2-40B4-BE49-F238E27FC236}">
                  <a16:creationId xmlns:a16="http://schemas.microsoft.com/office/drawing/2014/main" id="{3A068F8B-308D-8668-1033-73226BEED3B3}"/>
                </a:ext>
              </a:extLst>
            </p:cNvPr>
            <p:cNvSpPr/>
            <p:nvPr/>
          </p:nvSpPr>
          <p:spPr>
            <a:xfrm>
              <a:off x="8581493" y="146676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69" name="Freeform: Shape 2468">
              <a:extLst>
                <a:ext uri="{FF2B5EF4-FFF2-40B4-BE49-F238E27FC236}">
                  <a16:creationId xmlns:a16="http://schemas.microsoft.com/office/drawing/2014/main" id="{956D9A5D-BD11-9E52-4E75-16001808D9D3}"/>
                </a:ext>
              </a:extLst>
            </p:cNvPr>
            <p:cNvSpPr/>
            <p:nvPr/>
          </p:nvSpPr>
          <p:spPr>
            <a:xfrm>
              <a:off x="837218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70" name="Freeform: Shape 2469">
              <a:extLst>
                <a:ext uri="{FF2B5EF4-FFF2-40B4-BE49-F238E27FC236}">
                  <a16:creationId xmlns:a16="http://schemas.microsoft.com/office/drawing/2014/main" id="{10CB7D0F-F461-2036-5BCC-4C0BB322564F}"/>
                </a:ext>
              </a:extLst>
            </p:cNvPr>
            <p:cNvSpPr/>
            <p:nvPr/>
          </p:nvSpPr>
          <p:spPr>
            <a:xfrm>
              <a:off x="83721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71" name="Freeform: Shape 2470">
              <a:extLst>
                <a:ext uri="{FF2B5EF4-FFF2-40B4-BE49-F238E27FC236}">
                  <a16:creationId xmlns:a16="http://schemas.microsoft.com/office/drawing/2014/main" id="{FB270932-B421-5F62-0A81-FAF2A2EDD371}"/>
                </a:ext>
              </a:extLst>
            </p:cNvPr>
            <p:cNvSpPr/>
            <p:nvPr/>
          </p:nvSpPr>
          <p:spPr>
            <a:xfrm>
              <a:off x="81628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72" name="Freeform: Shape 2471">
              <a:extLst>
                <a:ext uri="{FF2B5EF4-FFF2-40B4-BE49-F238E27FC236}">
                  <a16:creationId xmlns:a16="http://schemas.microsoft.com/office/drawing/2014/main" id="{99AD7F48-7DAE-B1BD-3E1C-FAA126B0BF6F}"/>
                </a:ext>
              </a:extLst>
            </p:cNvPr>
            <p:cNvSpPr/>
            <p:nvPr/>
          </p:nvSpPr>
          <p:spPr>
            <a:xfrm>
              <a:off x="732566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73" name="Freeform: Shape 2472">
              <a:extLst>
                <a:ext uri="{FF2B5EF4-FFF2-40B4-BE49-F238E27FC236}">
                  <a16:creationId xmlns:a16="http://schemas.microsoft.com/office/drawing/2014/main" id="{E544DAD9-C1E9-5D8E-B610-2940C8D276CE}"/>
                </a:ext>
              </a:extLst>
            </p:cNvPr>
            <p:cNvSpPr/>
            <p:nvPr/>
          </p:nvSpPr>
          <p:spPr>
            <a:xfrm>
              <a:off x="6697751"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474" name="Freeform: Shape 2473">
              <a:extLst>
                <a:ext uri="{FF2B5EF4-FFF2-40B4-BE49-F238E27FC236}">
                  <a16:creationId xmlns:a16="http://schemas.microsoft.com/office/drawing/2014/main" id="{223546C1-08D4-9D0A-E6E8-1D5BFB91F36E}"/>
                </a:ext>
              </a:extLst>
            </p:cNvPr>
            <p:cNvSpPr/>
            <p:nvPr/>
          </p:nvSpPr>
          <p:spPr>
            <a:xfrm>
              <a:off x="648844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75" name="Freeform: Shape 2474">
              <a:extLst>
                <a:ext uri="{FF2B5EF4-FFF2-40B4-BE49-F238E27FC236}">
                  <a16:creationId xmlns:a16="http://schemas.microsoft.com/office/drawing/2014/main" id="{24192A71-FEDF-8A7A-9E66-E45EDACD0DBE}"/>
                </a:ext>
              </a:extLst>
            </p:cNvPr>
            <p:cNvSpPr/>
            <p:nvPr/>
          </p:nvSpPr>
          <p:spPr>
            <a:xfrm>
              <a:off x="6279141"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476" name="Freeform: Shape 2475">
              <a:extLst>
                <a:ext uri="{FF2B5EF4-FFF2-40B4-BE49-F238E27FC236}">
                  <a16:creationId xmlns:a16="http://schemas.microsoft.com/office/drawing/2014/main" id="{22939162-AB3D-BF83-A77A-E46AB3D522C4}"/>
                </a:ext>
              </a:extLst>
            </p:cNvPr>
            <p:cNvSpPr/>
            <p:nvPr/>
          </p:nvSpPr>
          <p:spPr>
            <a:xfrm>
              <a:off x="6279141"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477" name="Freeform: Shape 2476">
              <a:extLst>
                <a:ext uri="{FF2B5EF4-FFF2-40B4-BE49-F238E27FC236}">
                  <a16:creationId xmlns:a16="http://schemas.microsoft.com/office/drawing/2014/main" id="{E233EC0E-9B46-8690-86D8-CF05A193F05D}"/>
                </a:ext>
              </a:extLst>
            </p:cNvPr>
            <p:cNvSpPr/>
            <p:nvPr/>
          </p:nvSpPr>
          <p:spPr>
            <a:xfrm>
              <a:off x="8581493"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6" y="52326"/>
                    <a:pt x="52326" y="40466"/>
                    <a:pt x="52326" y="26163"/>
                  </a:cubicBezTo>
                  <a:cubicBezTo>
                    <a:pt x="52326" y="13605"/>
                    <a:pt x="43256" y="3140"/>
                    <a:pt x="31396" y="698"/>
                  </a:cubicBezTo>
                  <a:cubicBezTo>
                    <a:pt x="29652" y="349"/>
                    <a:pt x="27907" y="0"/>
                    <a:pt x="26163" y="0"/>
                  </a:cubicBez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2478" name="Freeform: Shape 2477">
              <a:extLst>
                <a:ext uri="{FF2B5EF4-FFF2-40B4-BE49-F238E27FC236}">
                  <a16:creationId xmlns:a16="http://schemas.microsoft.com/office/drawing/2014/main" id="{5453C37D-F0E0-2FB9-F919-5CD4AA4C461B}"/>
                </a:ext>
              </a:extLst>
            </p:cNvPr>
            <p:cNvSpPr/>
            <p:nvPr/>
          </p:nvSpPr>
          <p:spPr>
            <a:xfrm>
              <a:off x="11093150"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79" name="Freeform: Shape 2478">
              <a:extLst>
                <a:ext uri="{FF2B5EF4-FFF2-40B4-BE49-F238E27FC236}">
                  <a16:creationId xmlns:a16="http://schemas.microsoft.com/office/drawing/2014/main" id="{4907D78C-2062-558D-A348-51C54B309A72}"/>
                </a:ext>
              </a:extLst>
            </p:cNvPr>
            <p:cNvSpPr/>
            <p:nvPr/>
          </p:nvSpPr>
          <p:spPr>
            <a:xfrm>
              <a:off x="10151278" y="3978424"/>
              <a:ext cx="52326" cy="52326"/>
            </a:xfrm>
            <a:custGeom>
              <a:avLst/>
              <a:gdLst>
                <a:gd name="connsiteX0" fmla="*/ 52326 w 52326"/>
                <a:gd name="connsiteY0" fmla="*/ 26163 h 52326"/>
                <a:gd name="connsiteX1" fmla="*/ 51279 w 52326"/>
                <a:gd name="connsiteY1" fmla="*/ 18489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3372"/>
                    <a:pt x="51977" y="20930"/>
                    <a:pt x="51279" y="18489"/>
                  </a:cubicBezTo>
                  <a:cubicBezTo>
                    <a:pt x="48140" y="7675"/>
                    <a:pt x="38023"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480" name="Freeform: Shape 2479">
              <a:extLst>
                <a:ext uri="{FF2B5EF4-FFF2-40B4-BE49-F238E27FC236}">
                  <a16:creationId xmlns:a16="http://schemas.microsoft.com/office/drawing/2014/main" id="{01540FD4-0B77-5FE8-C6BA-33D409469AB8}"/>
                </a:ext>
              </a:extLst>
            </p:cNvPr>
            <p:cNvSpPr/>
            <p:nvPr/>
          </p:nvSpPr>
          <p:spPr>
            <a:xfrm>
              <a:off x="7221012"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5930 w 52326"/>
                <a:gd name="connsiteY3" fmla="*/ 42908 h 52326"/>
                <a:gd name="connsiteX4" fmla="*/ 26163 w 52326"/>
                <a:gd name="connsiteY4" fmla="*/ 52326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2481" name="Freeform: Shape 2480">
              <a:extLst>
                <a:ext uri="{FF2B5EF4-FFF2-40B4-BE49-F238E27FC236}">
                  <a16:creationId xmlns:a16="http://schemas.microsoft.com/office/drawing/2014/main" id="{C9B65CD9-718E-871E-762B-72316F274B33}"/>
                </a:ext>
              </a:extLst>
            </p:cNvPr>
            <p:cNvSpPr/>
            <p:nvPr/>
          </p:nvSpPr>
          <p:spPr>
            <a:xfrm>
              <a:off x="11093150"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82" name="Freeform: Shape 2481">
              <a:extLst>
                <a:ext uri="{FF2B5EF4-FFF2-40B4-BE49-F238E27FC236}">
                  <a16:creationId xmlns:a16="http://schemas.microsoft.com/office/drawing/2014/main" id="{BA710C32-1A9C-B2C0-9C0A-B84603883B17}"/>
                </a:ext>
              </a:extLst>
            </p:cNvPr>
            <p:cNvSpPr/>
            <p:nvPr/>
          </p:nvSpPr>
          <p:spPr>
            <a:xfrm>
              <a:off x="9000103"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2483" name="Freeform: Shape 2482">
              <a:extLst>
                <a:ext uri="{FF2B5EF4-FFF2-40B4-BE49-F238E27FC236}">
                  <a16:creationId xmlns:a16="http://schemas.microsoft.com/office/drawing/2014/main" id="{1384D2D8-1039-563A-AECA-CEDF6A5C901F}"/>
                </a:ext>
              </a:extLst>
            </p:cNvPr>
            <p:cNvSpPr/>
            <p:nvPr/>
          </p:nvSpPr>
          <p:spPr>
            <a:xfrm>
              <a:off x="858149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84" name="Freeform: Shape 2483">
              <a:extLst>
                <a:ext uri="{FF2B5EF4-FFF2-40B4-BE49-F238E27FC236}">
                  <a16:creationId xmlns:a16="http://schemas.microsoft.com/office/drawing/2014/main" id="{2C72C828-5333-68FB-2824-59D244C88CCD}"/>
                </a:ext>
              </a:extLst>
            </p:cNvPr>
            <p:cNvSpPr/>
            <p:nvPr/>
          </p:nvSpPr>
          <p:spPr>
            <a:xfrm>
              <a:off x="10255931" y="3350510"/>
              <a:ext cx="52326" cy="52326"/>
            </a:xfrm>
            <a:custGeom>
              <a:avLst/>
              <a:gdLst>
                <a:gd name="connsiteX0" fmla="*/ 26163 w 52326"/>
                <a:gd name="connsiteY0" fmla="*/ 52326 h 52326"/>
                <a:gd name="connsiteX1" fmla="*/ 26163 w 52326"/>
                <a:gd name="connsiteY1" fmla="*/ 52326 h 52326"/>
                <a:gd name="connsiteX2" fmla="*/ 36279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79" y="50233"/>
                  </a:cubicBezTo>
                  <a:cubicBezTo>
                    <a:pt x="45699" y="46396"/>
                    <a:pt x="52326" y="36977"/>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85" name="Freeform: Shape 2484">
              <a:extLst>
                <a:ext uri="{FF2B5EF4-FFF2-40B4-BE49-F238E27FC236}">
                  <a16:creationId xmlns:a16="http://schemas.microsoft.com/office/drawing/2014/main" id="{BC411F46-76F7-23D1-86E6-C50F7DD8BF19}"/>
                </a:ext>
              </a:extLst>
            </p:cNvPr>
            <p:cNvSpPr/>
            <p:nvPr/>
          </p:nvSpPr>
          <p:spPr>
            <a:xfrm>
              <a:off x="7221012" y="4710991"/>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86" name="Freeform: Shape 2485">
              <a:extLst>
                <a:ext uri="{FF2B5EF4-FFF2-40B4-BE49-F238E27FC236}">
                  <a16:creationId xmlns:a16="http://schemas.microsoft.com/office/drawing/2014/main" id="{55406195-82EF-1959-68E1-5B557F1A9F8D}"/>
                </a:ext>
              </a:extLst>
            </p:cNvPr>
            <p:cNvSpPr/>
            <p:nvPr/>
          </p:nvSpPr>
          <p:spPr>
            <a:xfrm>
              <a:off x="1109315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87" name="Freeform: Shape 2486">
              <a:extLst>
                <a:ext uri="{FF2B5EF4-FFF2-40B4-BE49-F238E27FC236}">
                  <a16:creationId xmlns:a16="http://schemas.microsoft.com/office/drawing/2014/main" id="{0A01E459-6DE9-F07F-2EA8-BB20BC8DB866}"/>
                </a:ext>
              </a:extLst>
            </p:cNvPr>
            <p:cNvSpPr/>
            <p:nvPr/>
          </p:nvSpPr>
          <p:spPr>
            <a:xfrm>
              <a:off x="108838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88" name="Freeform: Shape 2487">
              <a:extLst>
                <a:ext uri="{FF2B5EF4-FFF2-40B4-BE49-F238E27FC236}">
                  <a16:creationId xmlns:a16="http://schemas.microsoft.com/office/drawing/2014/main" id="{83AFA7B6-23A8-481D-BE11-2758696FC496}"/>
                </a:ext>
              </a:extLst>
            </p:cNvPr>
            <p:cNvSpPr/>
            <p:nvPr/>
          </p:nvSpPr>
          <p:spPr>
            <a:xfrm>
              <a:off x="10674540"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2489" name="Freeform: Shape 2488">
              <a:extLst>
                <a:ext uri="{FF2B5EF4-FFF2-40B4-BE49-F238E27FC236}">
                  <a16:creationId xmlns:a16="http://schemas.microsoft.com/office/drawing/2014/main" id="{CA858EA1-E7A3-DC66-5992-F918284982A2}"/>
                </a:ext>
              </a:extLst>
            </p:cNvPr>
            <p:cNvSpPr/>
            <p:nvPr/>
          </p:nvSpPr>
          <p:spPr>
            <a:xfrm>
              <a:off x="10046626"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2490" name="Freeform: Shape 2489">
              <a:extLst>
                <a:ext uri="{FF2B5EF4-FFF2-40B4-BE49-F238E27FC236}">
                  <a16:creationId xmlns:a16="http://schemas.microsoft.com/office/drawing/2014/main" id="{DBB48E67-77F2-E683-BABD-FB6724B34515}"/>
                </a:ext>
              </a:extLst>
            </p:cNvPr>
            <p:cNvSpPr/>
            <p:nvPr/>
          </p:nvSpPr>
          <p:spPr>
            <a:xfrm>
              <a:off x="11197802"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91" name="Freeform: Shape 2490">
              <a:extLst>
                <a:ext uri="{FF2B5EF4-FFF2-40B4-BE49-F238E27FC236}">
                  <a16:creationId xmlns:a16="http://schemas.microsoft.com/office/drawing/2014/main" id="{8B14DDE3-DED6-A1A6-A2E1-4EB8E55E68CE}"/>
                </a:ext>
              </a:extLst>
            </p:cNvPr>
            <p:cNvSpPr/>
            <p:nvPr/>
          </p:nvSpPr>
          <p:spPr>
            <a:xfrm>
              <a:off x="1077919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92" name="Freeform: Shape 2491">
              <a:extLst>
                <a:ext uri="{FF2B5EF4-FFF2-40B4-BE49-F238E27FC236}">
                  <a16:creationId xmlns:a16="http://schemas.microsoft.com/office/drawing/2014/main" id="{9D85521A-235C-C9D9-4A20-633FF424B949}"/>
                </a:ext>
              </a:extLst>
            </p:cNvPr>
            <p:cNvSpPr/>
            <p:nvPr/>
          </p:nvSpPr>
          <p:spPr>
            <a:xfrm>
              <a:off x="96280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93" name="Freeform: Shape 2492">
              <a:extLst>
                <a:ext uri="{FF2B5EF4-FFF2-40B4-BE49-F238E27FC236}">
                  <a16:creationId xmlns:a16="http://schemas.microsoft.com/office/drawing/2014/main" id="{41DEDDAB-32B7-5116-493F-0C1121DF8ED8}"/>
                </a:ext>
              </a:extLst>
            </p:cNvPr>
            <p:cNvSpPr/>
            <p:nvPr/>
          </p:nvSpPr>
          <p:spPr>
            <a:xfrm>
              <a:off x="952336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94" name="Freeform: Shape 2493">
              <a:extLst>
                <a:ext uri="{FF2B5EF4-FFF2-40B4-BE49-F238E27FC236}">
                  <a16:creationId xmlns:a16="http://schemas.microsoft.com/office/drawing/2014/main" id="{E92B7655-9009-BC09-D05F-0A5E7FC4CA19}"/>
                </a:ext>
              </a:extLst>
            </p:cNvPr>
            <p:cNvSpPr/>
            <p:nvPr/>
          </p:nvSpPr>
          <p:spPr>
            <a:xfrm>
              <a:off x="743031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95" name="Freeform: Shape 2494">
              <a:extLst>
                <a:ext uri="{FF2B5EF4-FFF2-40B4-BE49-F238E27FC236}">
                  <a16:creationId xmlns:a16="http://schemas.microsoft.com/office/drawing/2014/main" id="{C9DBADAA-8658-36E2-006B-7BD12851A6A6}"/>
                </a:ext>
              </a:extLst>
            </p:cNvPr>
            <p:cNvSpPr/>
            <p:nvPr/>
          </p:nvSpPr>
          <p:spPr>
            <a:xfrm>
              <a:off x="7430317"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496" name="Freeform: Shape 2495">
              <a:extLst>
                <a:ext uri="{FF2B5EF4-FFF2-40B4-BE49-F238E27FC236}">
                  <a16:creationId xmlns:a16="http://schemas.microsoft.com/office/drawing/2014/main" id="{38414112-EB53-F370-6F3D-4F202B3622CA}"/>
                </a:ext>
              </a:extLst>
            </p:cNvPr>
            <p:cNvSpPr/>
            <p:nvPr/>
          </p:nvSpPr>
          <p:spPr>
            <a:xfrm>
              <a:off x="74303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97" name="Freeform: Shape 2496">
              <a:extLst>
                <a:ext uri="{FF2B5EF4-FFF2-40B4-BE49-F238E27FC236}">
                  <a16:creationId xmlns:a16="http://schemas.microsoft.com/office/drawing/2014/main" id="{080B1944-240E-967C-185E-D1E545FE6F55}"/>
                </a:ext>
              </a:extLst>
            </p:cNvPr>
            <p:cNvSpPr/>
            <p:nvPr/>
          </p:nvSpPr>
          <p:spPr>
            <a:xfrm>
              <a:off x="743031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498" name="Freeform: Shape 2497">
              <a:extLst>
                <a:ext uri="{FF2B5EF4-FFF2-40B4-BE49-F238E27FC236}">
                  <a16:creationId xmlns:a16="http://schemas.microsoft.com/office/drawing/2014/main" id="{CA2E0140-83F1-1DC6-F5B5-2237E97F74EE}"/>
                </a:ext>
              </a:extLst>
            </p:cNvPr>
            <p:cNvSpPr/>
            <p:nvPr/>
          </p:nvSpPr>
          <p:spPr>
            <a:xfrm rot="17550026">
              <a:off x="7221177" y="38736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2499" name="Freeform: Shape 2498">
              <a:extLst>
                <a:ext uri="{FF2B5EF4-FFF2-40B4-BE49-F238E27FC236}">
                  <a16:creationId xmlns:a16="http://schemas.microsoft.com/office/drawing/2014/main" id="{7D050953-CD5D-B6F9-35B6-FF1FD168A2DE}"/>
                </a:ext>
              </a:extLst>
            </p:cNvPr>
            <p:cNvSpPr/>
            <p:nvPr/>
          </p:nvSpPr>
          <p:spPr>
            <a:xfrm>
              <a:off x="6802403"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00" name="Freeform: Shape 2499">
              <a:extLst>
                <a:ext uri="{FF2B5EF4-FFF2-40B4-BE49-F238E27FC236}">
                  <a16:creationId xmlns:a16="http://schemas.microsoft.com/office/drawing/2014/main" id="{B410B640-7DAA-CA58-FF82-B3E59F7A6317}"/>
                </a:ext>
              </a:extLst>
            </p:cNvPr>
            <p:cNvSpPr/>
            <p:nvPr/>
          </p:nvSpPr>
          <p:spPr>
            <a:xfrm>
              <a:off x="648844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01" name="Freeform: Shape 2500">
              <a:extLst>
                <a:ext uri="{FF2B5EF4-FFF2-40B4-BE49-F238E27FC236}">
                  <a16:creationId xmlns:a16="http://schemas.microsoft.com/office/drawing/2014/main" id="{1D38340B-67DF-1CAD-72EF-395562D6B2A1}"/>
                </a:ext>
              </a:extLst>
            </p:cNvPr>
            <p:cNvSpPr/>
            <p:nvPr/>
          </p:nvSpPr>
          <p:spPr>
            <a:xfrm>
              <a:off x="638379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502" name="Freeform: Shape 2501">
              <a:extLst>
                <a:ext uri="{FF2B5EF4-FFF2-40B4-BE49-F238E27FC236}">
                  <a16:creationId xmlns:a16="http://schemas.microsoft.com/office/drawing/2014/main" id="{125D580C-9332-1B07-5F15-7786D4FF0058}"/>
                </a:ext>
              </a:extLst>
            </p:cNvPr>
            <p:cNvSpPr/>
            <p:nvPr/>
          </p:nvSpPr>
          <p:spPr>
            <a:xfrm>
              <a:off x="638379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03" name="Freeform: Shape 2502">
              <a:extLst>
                <a:ext uri="{FF2B5EF4-FFF2-40B4-BE49-F238E27FC236}">
                  <a16:creationId xmlns:a16="http://schemas.microsoft.com/office/drawing/2014/main" id="{3E048C51-3792-C90A-782F-B1326DE4999B}"/>
                </a:ext>
              </a:extLst>
            </p:cNvPr>
            <p:cNvSpPr/>
            <p:nvPr/>
          </p:nvSpPr>
          <p:spPr>
            <a:xfrm>
              <a:off x="11616412"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04" name="Freeform: Shape 2503">
              <a:extLst>
                <a:ext uri="{FF2B5EF4-FFF2-40B4-BE49-F238E27FC236}">
                  <a16:creationId xmlns:a16="http://schemas.microsoft.com/office/drawing/2014/main" id="{7AC27273-F654-47FE-BE67-5C0C542B3C2A}"/>
                </a:ext>
              </a:extLst>
            </p:cNvPr>
            <p:cNvSpPr/>
            <p:nvPr/>
          </p:nvSpPr>
          <p:spPr>
            <a:xfrm>
              <a:off x="6802403"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5"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2505" name="Freeform: Shape 2504">
              <a:extLst>
                <a:ext uri="{FF2B5EF4-FFF2-40B4-BE49-F238E27FC236}">
                  <a16:creationId xmlns:a16="http://schemas.microsoft.com/office/drawing/2014/main" id="{4CF3F192-3B86-CA81-ABDC-2EBD95AF9487}"/>
                </a:ext>
              </a:extLst>
            </p:cNvPr>
            <p:cNvSpPr/>
            <p:nvPr/>
          </p:nvSpPr>
          <p:spPr>
            <a:xfrm>
              <a:off x="10988497"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3" y="52326"/>
                    <a:pt x="26163" y="52326"/>
                  </a:cubicBezTo>
                  <a:lnTo>
                    <a:pt x="26163" y="52326"/>
                  </a:lnTo>
                  <a:cubicBezTo>
                    <a:pt x="35931" y="52326"/>
                    <a:pt x="44652" y="46745"/>
                    <a:pt x="49187" y="38721"/>
                  </a:cubicBezTo>
                  <a:cubicBezTo>
                    <a:pt x="51279" y="34884"/>
                    <a:pt x="52326" y="30698"/>
                    <a:pt x="52326" y="26163"/>
                  </a:cubicBezTo>
                  <a:cubicBezTo>
                    <a:pt x="52326" y="11861"/>
                    <a:pt x="40466" y="0"/>
                    <a:pt x="26163" y="0"/>
                  </a:cubicBezTo>
                  <a:cubicBezTo>
                    <a:pt x="21280" y="0"/>
                    <a:pt x="17093"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2506" name="Freeform: Shape 2505">
              <a:extLst>
                <a:ext uri="{FF2B5EF4-FFF2-40B4-BE49-F238E27FC236}">
                  <a16:creationId xmlns:a16="http://schemas.microsoft.com/office/drawing/2014/main" id="{CDDE25D2-E362-F315-6EC5-175477D12FA6}"/>
                </a:ext>
              </a:extLst>
            </p:cNvPr>
            <p:cNvSpPr/>
            <p:nvPr/>
          </p:nvSpPr>
          <p:spPr>
            <a:xfrm>
              <a:off x="9941974" y="460633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07" name="Freeform: Shape 2506">
              <a:extLst>
                <a:ext uri="{FF2B5EF4-FFF2-40B4-BE49-F238E27FC236}">
                  <a16:creationId xmlns:a16="http://schemas.microsoft.com/office/drawing/2014/main" id="{6199E292-157E-69EA-2074-53FE9341EAE1}"/>
                </a:ext>
              </a:extLst>
            </p:cNvPr>
            <p:cNvSpPr/>
            <p:nvPr/>
          </p:nvSpPr>
          <p:spPr>
            <a:xfrm>
              <a:off x="9000103" y="4501686"/>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08" name="Freeform: Shape 2507">
              <a:extLst>
                <a:ext uri="{FF2B5EF4-FFF2-40B4-BE49-F238E27FC236}">
                  <a16:creationId xmlns:a16="http://schemas.microsoft.com/office/drawing/2014/main" id="{5CBA5E1F-AD3C-12E8-7F71-0C269D3C601F}"/>
                </a:ext>
              </a:extLst>
            </p:cNvPr>
            <p:cNvSpPr/>
            <p:nvPr/>
          </p:nvSpPr>
          <p:spPr>
            <a:xfrm>
              <a:off x="9418712"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4652 w 52326"/>
                <a:gd name="connsiteY3" fmla="*/ 7674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cubicBezTo>
                    <a:pt x="52326" y="18838"/>
                    <a:pt x="49535" y="12558"/>
                    <a:pt x="44652" y="7674"/>
                  </a:cubicBezTo>
                  <a:cubicBezTo>
                    <a:pt x="39768" y="2791"/>
                    <a:pt x="33489"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2509" name="Freeform: Shape 2508">
              <a:extLst>
                <a:ext uri="{FF2B5EF4-FFF2-40B4-BE49-F238E27FC236}">
                  <a16:creationId xmlns:a16="http://schemas.microsoft.com/office/drawing/2014/main" id="{1D7D1370-FCB7-6B62-8FB8-71655CACB446}"/>
                </a:ext>
              </a:extLst>
            </p:cNvPr>
            <p:cNvSpPr/>
            <p:nvPr/>
          </p:nvSpPr>
          <p:spPr>
            <a:xfrm>
              <a:off x="117210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10" name="Freeform: Shape 2509">
              <a:extLst>
                <a:ext uri="{FF2B5EF4-FFF2-40B4-BE49-F238E27FC236}">
                  <a16:creationId xmlns:a16="http://schemas.microsoft.com/office/drawing/2014/main" id="{8678D419-CD3D-9AB3-9D7F-F328580405FD}"/>
                </a:ext>
              </a:extLst>
            </p:cNvPr>
            <p:cNvSpPr/>
            <p:nvPr/>
          </p:nvSpPr>
          <p:spPr>
            <a:xfrm>
              <a:off x="11302454"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4" y="0"/>
                    <a:pt x="21628" y="349"/>
                  </a:cubicBezTo>
                  <a:cubicBezTo>
                    <a:pt x="21280" y="349"/>
                    <a:pt x="21280" y="349"/>
                    <a:pt x="20930" y="349"/>
                  </a:cubicBezTo>
                  <a:cubicBezTo>
                    <a:pt x="9070" y="2791"/>
                    <a:pt x="0" y="13256"/>
                    <a:pt x="0" y="25814"/>
                  </a:cubicBezTo>
                  <a:cubicBezTo>
                    <a:pt x="0" y="40117"/>
                    <a:pt x="11860" y="51977"/>
                    <a:pt x="26163" y="51977"/>
                  </a:cubicBezTo>
                  <a:cubicBezTo>
                    <a:pt x="26163" y="51977"/>
                    <a:pt x="26163" y="51977"/>
                    <a:pt x="26163" y="51977"/>
                  </a:cubicBez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11" name="Freeform: Shape 2510">
              <a:extLst>
                <a:ext uri="{FF2B5EF4-FFF2-40B4-BE49-F238E27FC236}">
                  <a16:creationId xmlns:a16="http://schemas.microsoft.com/office/drawing/2014/main" id="{B502DC61-22B5-C4CD-6D96-EF180607284C}"/>
                </a:ext>
              </a:extLst>
            </p:cNvPr>
            <p:cNvSpPr/>
            <p:nvPr/>
          </p:nvSpPr>
          <p:spPr>
            <a:xfrm>
              <a:off x="10674540"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512" name="Freeform: Shape 2511">
              <a:extLst>
                <a:ext uri="{FF2B5EF4-FFF2-40B4-BE49-F238E27FC236}">
                  <a16:creationId xmlns:a16="http://schemas.microsoft.com/office/drawing/2014/main" id="{E8785D58-03E0-CDE3-C747-7E296C9BE8C4}"/>
                </a:ext>
              </a:extLst>
            </p:cNvPr>
            <p:cNvSpPr/>
            <p:nvPr/>
          </p:nvSpPr>
          <p:spPr>
            <a:xfrm>
              <a:off x="10465236"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13" name="Freeform: Shape 2512">
              <a:extLst>
                <a:ext uri="{FF2B5EF4-FFF2-40B4-BE49-F238E27FC236}">
                  <a16:creationId xmlns:a16="http://schemas.microsoft.com/office/drawing/2014/main" id="{41A3778B-A3AD-147B-888C-4606FEE89194}"/>
                </a:ext>
              </a:extLst>
            </p:cNvPr>
            <p:cNvSpPr/>
            <p:nvPr/>
          </p:nvSpPr>
          <p:spPr>
            <a:xfrm>
              <a:off x="1098849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14" name="Freeform: Shape 2513">
              <a:extLst>
                <a:ext uri="{FF2B5EF4-FFF2-40B4-BE49-F238E27FC236}">
                  <a16:creationId xmlns:a16="http://schemas.microsoft.com/office/drawing/2014/main" id="{53F726E3-EE8F-4A95-DF2C-B5E4CEBEB355}"/>
                </a:ext>
              </a:extLst>
            </p:cNvPr>
            <p:cNvSpPr/>
            <p:nvPr/>
          </p:nvSpPr>
          <p:spPr>
            <a:xfrm>
              <a:off x="90001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515" name="Freeform: Shape 2514">
              <a:extLst>
                <a:ext uri="{FF2B5EF4-FFF2-40B4-BE49-F238E27FC236}">
                  <a16:creationId xmlns:a16="http://schemas.microsoft.com/office/drawing/2014/main" id="{90A41369-0856-D863-A0BF-E942C1B08B52}"/>
                </a:ext>
              </a:extLst>
            </p:cNvPr>
            <p:cNvSpPr/>
            <p:nvPr/>
          </p:nvSpPr>
          <p:spPr>
            <a:xfrm>
              <a:off x="900010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16" name="Freeform: Shape 2515">
              <a:extLst>
                <a:ext uri="{FF2B5EF4-FFF2-40B4-BE49-F238E27FC236}">
                  <a16:creationId xmlns:a16="http://schemas.microsoft.com/office/drawing/2014/main" id="{07EE2AB9-6825-A373-0AE7-ED9BFC31B17C}"/>
                </a:ext>
              </a:extLst>
            </p:cNvPr>
            <p:cNvSpPr/>
            <p:nvPr/>
          </p:nvSpPr>
          <p:spPr>
            <a:xfrm>
              <a:off x="879079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17" name="Freeform: Shape 2516">
              <a:extLst>
                <a:ext uri="{FF2B5EF4-FFF2-40B4-BE49-F238E27FC236}">
                  <a16:creationId xmlns:a16="http://schemas.microsoft.com/office/drawing/2014/main" id="{2FF37006-1CC9-14ED-0E0C-436E097E3678}"/>
                </a:ext>
              </a:extLst>
            </p:cNvPr>
            <p:cNvSpPr/>
            <p:nvPr/>
          </p:nvSpPr>
          <p:spPr>
            <a:xfrm rot="21046898">
              <a:off x="8581641" y="3664347"/>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2518" name="Freeform: Shape 2517">
              <a:extLst>
                <a:ext uri="{FF2B5EF4-FFF2-40B4-BE49-F238E27FC236}">
                  <a16:creationId xmlns:a16="http://schemas.microsoft.com/office/drawing/2014/main" id="{17891827-6482-FF79-F72E-35A636C78005}"/>
                </a:ext>
              </a:extLst>
            </p:cNvPr>
            <p:cNvSpPr/>
            <p:nvPr/>
          </p:nvSpPr>
          <p:spPr>
            <a:xfrm>
              <a:off x="826753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19" name="Freeform: Shape 2518">
              <a:extLst>
                <a:ext uri="{FF2B5EF4-FFF2-40B4-BE49-F238E27FC236}">
                  <a16:creationId xmlns:a16="http://schemas.microsoft.com/office/drawing/2014/main" id="{02E8D12F-703E-F066-6EFD-797D42C062CA}"/>
                </a:ext>
              </a:extLst>
            </p:cNvPr>
            <p:cNvSpPr/>
            <p:nvPr/>
          </p:nvSpPr>
          <p:spPr>
            <a:xfrm>
              <a:off x="816288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20" name="Freeform: Shape 2519">
              <a:extLst>
                <a:ext uri="{FF2B5EF4-FFF2-40B4-BE49-F238E27FC236}">
                  <a16:creationId xmlns:a16="http://schemas.microsoft.com/office/drawing/2014/main" id="{952DDCF1-EC93-9B27-3EC3-156FD290DB79}"/>
                </a:ext>
              </a:extLst>
            </p:cNvPr>
            <p:cNvSpPr/>
            <p:nvPr/>
          </p:nvSpPr>
          <p:spPr>
            <a:xfrm>
              <a:off x="77442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21" name="Freeform: Shape 2520">
              <a:extLst>
                <a:ext uri="{FF2B5EF4-FFF2-40B4-BE49-F238E27FC236}">
                  <a16:creationId xmlns:a16="http://schemas.microsoft.com/office/drawing/2014/main" id="{C8730776-1620-8307-1E18-637A536EEC82}"/>
                </a:ext>
              </a:extLst>
            </p:cNvPr>
            <p:cNvSpPr/>
            <p:nvPr/>
          </p:nvSpPr>
          <p:spPr>
            <a:xfrm>
              <a:off x="743031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522" name="Freeform: Shape 2521">
              <a:extLst>
                <a:ext uri="{FF2B5EF4-FFF2-40B4-BE49-F238E27FC236}">
                  <a16:creationId xmlns:a16="http://schemas.microsoft.com/office/drawing/2014/main" id="{25FD3719-9F73-7BDC-F670-C346D42C0BBE}"/>
                </a:ext>
              </a:extLst>
            </p:cNvPr>
            <p:cNvSpPr/>
            <p:nvPr/>
          </p:nvSpPr>
          <p:spPr>
            <a:xfrm>
              <a:off x="743031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23" name="Freeform: Shape 2522">
              <a:extLst>
                <a:ext uri="{FF2B5EF4-FFF2-40B4-BE49-F238E27FC236}">
                  <a16:creationId xmlns:a16="http://schemas.microsoft.com/office/drawing/2014/main" id="{34854275-C54C-DE07-A87E-45BC60FEFFAA}"/>
                </a:ext>
              </a:extLst>
            </p:cNvPr>
            <p:cNvSpPr/>
            <p:nvPr/>
          </p:nvSpPr>
          <p:spPr>
            <a:xfrm>
              <a:off x="10151278"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3" y="52326"/>
                    <a:pt x="47791" y="44652"/>
                    <a:pt x="51279" y="33838"/>
                  </a:cubicBezTo>
                  <a:cubicBezTo>
                    <a:pt x="51977" y="31396"/>
                    <a:pt x="52326" y="28605"/>
                    <a:pt x="52326" y="26163"/>
                  </a:cubicBezTo>
                  <a:cubicBezTo>
                    <a:pt x="52326" y="11861"/>
                    <a:pt x="40466" y="0"/>
                    <a:pt x="26163" y="0"/>
                  </a:cubicBezTo>
                  <a:lnTo>
                    <a:pt x="26163" y="0"/>
                  </a:lnTo>
                  <a:cubicBezTo>
                    <a:pt x="15698" y="0"/>
                    <a:pt x="6977" y="5930"/>
                    <a:pt x="2791" y="14651"/>
                  </a:cubicBezTo>
                  <a:cubicBezTo>
                    <a:pt x="1047" y="18140"/>
                    <a:pt x="0" y="2197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24" name="Freeform: Shape 2523">
              <a:extLst>
                <a:ext uri="{FF2B5EF4-FFF2-40B4-BE49-F238E27FC236}">
                  <a16:creationId xmlns:a16="http://schemas.microsoft.com/office/drawing/2014/main" id="{2DB8323F-7136-FE86-3E6D-1CF63F0097A3}"/>
                </a:ext>
              </a:extLst>
            </p:cNvPr>
            <p:cNvSpPr/>
            <p:nvPr/>
          </p:nvSpPr>
          <p:spPr>
            <a:xfrm>
              <a:off x="9314397" y="3873772"/>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2525" name="Freeform: Shape 2524">
              <a:extLst>
                <a:ext uri="{FF2B5EF4-FFF2-40B4-BE49-F238E27FC236}">
                  <a16:creationId xmlns:a16="http://schemas.microsoft.com/office/drawing/2014/main" id="{39CFD3B2-099B-98BE-931E-5C84947D69E2}"/>
                </a:ext>
              </a:extLst>
            </p:cNvPr>
            <p:cNvSpPr/>
            <p:nvPr/>
          </p:nvSpPr>
          <p:spPr>
            <a:xfrm>
              <a:off x="7221012"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26" name="Freeform: Shape 2525">
              <a:extLst>
                <a:ext uri="{FF2B5EF4-FFF2-40B4-BE49-F238E27FC236}">
                  <a16:creationId xmlns:a16="http://schemas.microsoft.com/office/drawing/2014/main" id="{0A127A5E-D944-E56C-8E45-3F487966041A}"/>
                </a:ext>
              </a:extLst>
            </p:cNvPr>
            <p:cNvSpPr/>
            <p:nvPr/>
          </p:nvSpPr>
          <p:spPr>
            <a:xfrm>
              <a:off x="12035021"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39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6"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0" y="0"/>
                    <a:pt x="0" y="11861"/>
                    <a:pt x="0" y="26163"/>
                  </a:cubicBezTo>
                  <a:cubicBezTo>
                    <a:pt x="0" y="30698"/>
                    <a:pt x="1047" y="34884"/>
                    <a:pt x="3139"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2527" name="Freeform: Shape 2526">
              <a:extLst>
                <a:ext uri="{FF2B5EF4-FFF2-40B4-BE49-F238E27FC236}">
                  <a16:creationId xmlns:a16="http://schemas.microsoft.com/office/drawing/2014/main" id="{FAC2AB88-F5F7-87D3-9B7C-B77602FA4DDB}"/>
                </a:ext>
              </a:extLst>
            </p:cNvPr>
            <p:cNvSpPr/>
            <p:nvPr/>
          </p:nvSpPr>
          <p:spPr>
            <a:xfrm>
              <a:off x="1004662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28" name="Freeform: Shape 2527">
              <a:extLst>
                <a:ext uri="{FF2B5EF4-FFF2-40B4-BE49-F238E27FC236}">
                  <a16:creationId xmlns:a16="http://schemas.microsoft.com/office/drawing/2014/main" id="{BF9DB1D3-4BC4-9BE3-34CD-1E354D331181}"/>
                </a:ext>
              </a:extLst>
            </p:cNvPr>
            <p:cNvSpPr/>
            <p:nvPr/>
          </p:nvSpPr>
          <p:spPr>
            <a:xfrm>
              <a:off x="1151175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529" name="Freeform: Shape 2528">
              <a:extLst>
                <a:ext uri="{FF2B5EF4-FFF2-40B4-BE49-F238E27FC236}">
                  <a16:creationId xmlns:a16="http://schemas.microsoft.com/office/drawing/2014/main" id="{5D077A9F-8964-B1F0-9A98-034911260A55}"/>
                </a:ext>
              </a:extLst>
            </p:cNvPr>
            <p:cNvSpPr/>
            <p:nvPr/>
          </p:nvSpPr>
          <p:spPr>
            <a:xfrm>
              <a:off x="1119780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30" name="Freeform: Shape 2529">
              <a:extLst>
                <a:ext uri="{FF2B5EF4-FFF2-40B4-BE49-F238E27FC236}">
                  <a16:creationId xmlns:a16="http://schemas.microsoft.com/office/drawing/2014/main" id="{4C7C79D9-210D-1909-7963-67532167A60B}"/>
                </a:ext>
              </a:extLst>
            </p:cNvPr>
            <p:cNvSpPr/>
            <p:nvPr/>
          </p:nvSpPr>
          <p:spPr>
            <a:xfrm>
              <a:off x="1015127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31" name="Freeform: Shape 2530">
              <a:extLst>
                <a:ext uri="{FF2B5EF4-FFF2-40B4-BE49-F238E27FC236}">
                  <a16:creationId xmlns:a16="http://schemas.microsoft.com/office/drawing/2014/main" id="{A3CDD385-30D6-2A3D-59F8-29D54368BB5B}"/>
                </a:ext>
              </a:extLst>
            </p:cNvPr>
            <p:cNvSpPr/>
            <p:nvPr/>
          </p:nvSpPr>
          <p:spPr>
            <a:xfrm>
              <a:off x="962801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532" name="Freeform: Shape 2531">
              <a:extLst>
                <a:ext uri="{FF2B5EF4-FFF2-40B4-BE49-F238E27FC236}">
                  <a16:creationId xmlns:a16="http://schemas.microsoft.com/office/drawing/2014/main" id="{1AB31015-FB40-1523-B519-C95113E7020F}"/>
                </a:ext>
              </a:extLst>
            </p:cNvPr>
            <p:cNvSpPr/>
            <p:nvPr/>
          </p:nvSpPr>
          <p:spPr>
            <a:xfrm>
              <a:off x="8581493" y="261794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40466"/>
                    <a:pt x="11860" y="52326"/>
                    <a:pt x="26163" y="52326"/>
                  </a:cubicBezTo>
                  <a:lnTo>
                    <a:pt x="26163" y="52326"/>
                  </a:lnTo>
                  <a:cubicBezTo>
                    <a:pt x="40466" y="52326"/>
                    <a:pt x="52326" y="40466"/>
                    <a:pt x="52326" y="26163"/>
                  </a:cubicBezTo>
                  <a:cubicBezTo>
                    <a:pt x="52326" y="11861"/>
                    <a:pt x="40466" y="0"/>
                    <a:pt x="26163" y="0"/>
                  </a:cubicBezTo>
                  <a:lnTo>
                    <a:pt x="26163" y="0"/>
                  </a:lnTo>
                  <a:close/>
                </a:path>
              </a:pathLst>
            </a:custGeom>
            <a:grpFill/>
            <a:ln w="3488" cap="flat">
              <a:noFill/>
              <a:prstDash val="solid"/>
              <a:miter/>
            </a:ln>
          </p:spPr>
          <p:txBody>
            <a:bodyPr rtlCol="0" anchor="ctr"/>
            <a:lstStyle/>
            <a:p>
              <a:endParaRPr lang="en-ID"/>
            </a:p>
          </p:txBody>
        </p:sp>
        <p:sp>
          <p:nvSpPr>
            <p:cNvPr id="2533" name="Freeform: Shape 2532">
              <a:extLst>
                <a:ext uri="{FF2B5EF4-FFF2-40B4-BE49-F238E27FC236}">
                  <a16:creationId xmlns:a16="http://schemas.microsoft.com/office/drawing/2014/main" id="{A4E89748-86AA-3C1F-9FE9-25829B05FFCF}"/>
                </a:ext>
              </a:extLst>
            </p:cNvPr>
            <p:cNvSpPr/>
            <p:nvPr/>
          </p:nvSpPr>
          <p:spPr>
            <a:xfrm>
              <a:off x="816288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534" name="Freeform: Shape 2533">
              <a:extLst>
                <a:ext uri="{FF2B5EF4-FFF2-40B4-BE49-F238E27FC236}">
                  <a16:creationId xmlns:a16="http://schemas.microsoft.com/office/drawing/2014/main" id="{9FE70FF0-BCB7-C921-8FD8-0B0FB29F1DDC}"/>
                </a:ext>
              </a:extLst>
            </p:cNvPr>
            <p:cNvSpPr/>
            <p:nvPr/>
          </p:nvSpPr>
          <p:spPr>
            <a:xfrm>
              <a:off x="81628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35" name="Freeform: Shape 2534">
              <a:extLst>
                <a:ext uri="{FF2B5EF4-FFF2-40B4-BE49-F238E27FC236}">
                  <a16:creationId xmlns:a16="http://schemas.microsoft.com/office/drawing/2014/main" id="{D17171AD-2012-50C8-C7C9-4AA9C1873332}"/>
                </a:ext>
              </a:extLst>
            </p:cNvPr>
            <p:cNvSpPr/>
            <p:nvPr/>
          </p:nvSpPr>
          <p:spPr>
            <a:xfrm>
              <a:off x="795357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36" name="Freeform: Shape 2535">
              <a:extLst>
                <a:ext uri="{FF2B5EF4-FFF2-40B4-BE49-F238E27FC236}">
                  <a16:creationId xmlns:a16="http://schemas.microsoft.com/office/drawing/2014/main" id="{9EDA12FB-63C2-4B40-EA33-C7A898A38981}"/>
                </a:ext>
              </a:extLst>
            </p:cNvPr>
            <p:cNvSpPr/>
            <p:nvPr/>
          </p:nvSpPr>
          <p:spPr>
            <a:xfrm>
              <a:off x="784892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37" name="Freeform: Shape 2536">
              <a:extLst>
                <a:ext uri="{FF2B5EF4-FFF2-40B4-BE49-F238E27FC236}">
                  <a16:creationId xmlns:a16="http://schemas.microsoft.com/office/drawing/2014/main" id="{8A5A76FF-4F40-AB58-4D2E-6019E3331232}"/>
                </a:ext>
              </a:extLst>
            </p:cNvPr>
            <p:cNvSpPr/>
            <p:nvPr/>
          </p:nvSpPr>
          <p:spPr>
            <a:xfrm>
              <a:off x="7221012"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38" name="Freeform: Shape 2537">
              <a:extLst>
                <a:ext uri="{FF2B5EF4-FFF2-40B4-BE49-F238E27FC236}">
                  <a16:creationId xmlns:a16="http://schemas.microsoft.com/office/drawing/2014/main" id="{89D0BE9E-BF03-3749-48A7-C7E203F67CEF}"/>
                </a:ext>
              </a:extLst>
            </p:cNvPr>
            <p:cNvSpPr/>
            <p:nvPr/>
          </p:nvSpPr>
          <p:spPr>
            <a:xfrm>
              <a:off x="72210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39" name="Freeform: Shape 2538">
              <a:extLst>
                <a:ext uri="{FF2B5EF4-FFF2-40B4-BE49-F238E27FC236}">
                  <a16:creationId xmlns:a16="http://schemas.microsoft.com/office/drawing/2014/main" id="{3236211F-32BF-C0FC-5B12-A5CB63E8485A}"/>
                </a:ext>
              </a:extLst>
            </p:cNvPr>
            <p:cNvSpPr/>
            <p:nvPr/>
          </p:nvSpPr>
          <p:spPr>
            <a:xfrm>
              <a:off x="690705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40" name="Freeform: Shape 2539">
              <a:extLst>
                <a:ext uri="{FF2B5EF4-FFF2-40B4-BE49-F238E27FC236}">
                  <a16:creationId xmlns:a16="http://schemas.microsoft.com/office/drawing/2014/main" id="{569E2BB9-385D-2A8A-DBF6-29EBFF39F3CB}"/>
                </a:ext>
              </a:extLst>
            </p:cNvPr>
            <p:cNvSpPr/>
            <p:nvPr/>
          </p:nvSpPr>
          <p:spPr>
            <a:xfrm>
              <a:off x="66977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41" name="Freeform: Shape 2540">
              <a:extLst>
                <a:ext uri="{FF2B5EF4-FFF2-40B4-BE49-F238E27FC236}">
                  <a16:creationId xmlns:a16="http://schemas.microsoft.com/office/drawing/2014/main" id="{24AC6370-0C4E-476E-30D1-E19AEBDC6116}"/>
                </a:ext>
              </a:extLst>
            </p:cNvPr>
            <p:cNvSpPr/>
            <p:nvPr/>
          </p:nvSpPr>
          <p:spPr>
            <a:xfrm>
              <a:off x="669775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542" name="Freeform: Shape 2541">
              <a:extLst>
                <a:ext uri="{FF2B5EF4-FFF2-40B4-BE49-F238E27FC236}">
                  <a16:creationId xmlns:a16="http://schemas.microsoft.com/office/drawing/2014/main" id="{7C83247B-1006-451E-C571-45B249BA9068}"/>
                </a:ext>
              </a:extLst>
            </p:cNvPr>
            <p:cNvSpPr/>
            <p:nvPr/>
          </p:nvSpPr>
          <p:spPr>
            <a:xfrm>
              <a:off x="6383793"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543" name="Freeform: Shape 2542">
              <a:extLst>
                <a:ext uri="{FF2B5EF4-FFF2-40B4-BE49-F238E27FC236}">
                  <a16:creationId xmlns:a16="http://schemas.microsoft.com/office/drawing/2014/main" id="{6306AA27-695F-0EC3-D144-9C0D6B70C2C5}"/>
                </a:ext>
              </a:extLst>
            </p:cNvPr>
            <p:cNvSpPr/>
            <p:nvPr/>
          </p:nvSpPr>
          <p:spPr>
            <a:xfrm>
              <a:off x="6383793"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544" name="Freeform: Shape 2543">
              <a:extLst>
                <a:ext uri="{FF2B5EF4-FFF2-40B4-BE49-F238E27FC236}">
                  <a16:creationId xmlns:a16="http://schemas.microsoft.com/office/drawing/2014/main" id="{CBC8F6F3-F39E-2CEC-E216-1737C1681AEC}"/>
                </a:ext>
              </a:extLst>
            </p:cNvPr>
            <p:cNvSpPr/>
            <p:nvPr/>
          </p:nvSpPr>
          <p:spPr>
            <a:xfrm>
              <a:off x="617448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45" name="Freeform: Shape 2544">
              <a:extLst>
                <a:ext uri="{FF2B5EF4-FFF2-40B4-BE49-F238E27FC236}">
                  <a16:creationId xmlns:a16="http://schemas.microsoft.com/office/drawing/2014/main" id="{45E10286-83DB-0A10-5E69-52421D6EB0A9}"/>
                </a:ext>
              </a:extLst>
            </p:cNvPr>
            <p:cNvSpPr/>
            <p:nvPr/>
          </p:nvSpPr>
          <p:spPr>
            <a:xfrm>
              <a:off x="6069836"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46" name="Freeform: Shape 2545">
              <a:extLst>
                <a:ext uri="{FF2B5EF4-FFF2-40B4-BE49-F238E27FC236}">
                  <a16:creationId xmlns:a16="http://schemas.microsoft.com/office/drawing/2014/main" id="{FE49A950-714E-2420-ABD5-678FC0DAA123}"/>
                </a:ext>
              </a:extLst>
            </p:cNvPr>
            <p:cNvSpPr/>
            <p:nvPr/>
          </p:nvSpPr>
          <p:spPr>
            <a:xfrm>
              <a:off x="9837321" y="4292381"/>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4" y="3140"/>
                  </a:cubicBezTo>
                  <a:cubicBezTo>
                    <a:pt x="12907" y="3488"/>
                    <a:pt x="12209" y="3837"/>
                    <a:pt x="11512" y="4535"/>
                  </a:cubicBezTo>
                  <a:cubicBezTo>
                    <a:pt x="4535" y="9070"/>
                    <a:pt x="0" y="17093"/>
                    <a:pt x="0" y="26163"/>
                  </a:cubicBezTo>
                  <a:cubicBezTo>
                    <a:pt x="0" y="40465"/>
                    <a:pt x="11860" y="52326"/>
                    <a:pt x="26163" y="52326"/>
                  </a:cubicBezTo>
                  <a:lnTo>
                    <a:pt x="26163" y="52326"/>
                  </a:lnTo>
                  <a:cubicBezTo>
                    <a:pt x="31745" y="52326"/>
                    <a:pt x="36628" y="50582"/>
                    <a:pt x="40814" y="47791"/>
                  </a:cubicBezTo>
                  <a:cubicBezTo>
                    <a:pt x="47791" y="43256"/>
                    <a:pt x="52326" y="35233"/>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47" name="Freeform: Shape 2546">
              <a:extLst>
                <a:ext uri="{FF2B5EF4-FFF2-40B4-BE49-F238E27FC236}">
                  <a16:creationId xmlns:a16="http://schemas.microsoft.com/office/drawing/2014/main" id="{5A2921E0-C532-1732-9DC3-D51FB4858997}"/>
                </a:ext>
              </a:extLst>
            </p:cNvPr>
            <p:cNvSpPr/>
            <p:nvPr/>
          </p:nvSpPr>
          <p:spPr>
            <a:xfrm>
              <a:off x="6383793" y="3350510"/>
              <a:ext cx="52326" cy="52326"/>
            </a:xfrm>
            <a:custGeom>
              <a:avLst/>
              <a:gdLst>
                <a:gd name="connsiteX0" fmla="*/ 26163 w 52326"/>
                <a:gd name="connsiteY0" fmla="*/ 52326 h 52326"/>
                <a:gd name="connsiteX1" fmla="*/ 26163 w 52326"/>
                <a:gd name="connsiteY1" fmla="*/ 52326 h 52326"/>
                <a:gd name="connsiteX2" fmla="*/ 33837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7" y="51280"/>
                  </a:cubicBezTo>
                  <a:cubicBezTo>
                    <a:pt x="44652" y="48140"/>
                    <a:pt x="52326" y="38024"/>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48" name="Freeform: Shape 2547">
              <a:extLst>
                <a:ext uri="{FF2B5EF4-FFF2-40B4-BE49-F238E27FC236}">
                  <a16:creationId xmlns:a16="http://schemas.microsoft.com/office/drawing/2014/main" id="{77647612-88FD-6E51-633E-EA05F5D5665A}"/>
                </a:ext>
              </a:extLst>
            </p:cNvPr>
            <p:cNvSpPr/>
            <p:nvPr/>
          </p:nvSpPr>
          <p:spPr>
            <a:xfrm>
              <a:off x="7325665"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49" name="Freeform: Shape 2548">
              <a:extLst>
                <a:ext uri="{FF2B5EF4-FFF2-40B4-BE49-F238E27FC236}">
                  <a16:creationId xmlns:a16="http://schemas.microsoft.com/office/drawing/2014/main" id="{6248E943-6179-3B06-7FD5-A2A15952A1B9}"/>
                </a:ext>
              </a:extLst>
            </p:cNvPr>
            <p:cNvSpPr/>
            <p:nvPr/>
          </p:nvSpPr>
          <p:spPr>
            <a:xfrm>
              <a:off x="1130245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50" name="Freeform: Shape 2549">
              <a:extLst>
                <a:ext uri="{FF2B5EF4-FFF2-40B4-BE49-F238E27FC236}">
                  <a16:creationId xmlns:a16="http://schemas.microsoft.com/office/drawing/2014/main" id="{5B304874-8770-EE2E-267C-848D238A1B41}"/>
                </a:ext>
              </a:extLst>
            </p:cNvPr>
            <p:cNvSpPr/>
            <p:nvPr/>
          </p:nvSpPr>
          <p:spPr>
            <a:xfrm>
              <a:off x="1025593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51" name="Freeform: Shape 2550">
              <a:extLst>
                <a:ext uri="{FF2B5EF4-FFF2-40B4-BE49-F238E27FC236}">
                  <a16:creationId xmlns:a16="http://schemas.microsoft.com/office/drawing/2014/main" id="{56A7D2AA-275C-E9E8-3F2E-B75F1FD6A9C3}"/>
                </a:ext>
              </a:extLst>
            </p:cNvPr>
            <p:cNvSpPr/>
            <p:nvPr/>
          </p:nvSpPr>
          <p:spPr>
            <a:xfrm>
              <a:off x="983732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52" name="Freeform: Shape 2551">
              <a:extLst>
                <a:ext uri="{FF2B5EF4-FFF2-40B4-BE49-F238E27FC236}">
                  <a16:creationId xmlns:a16="http://schemas.microsoft.com/office/drawing/2014/main" id="{CEA896D8-DEB0-546A-1A5D-0B25F9DFD31E}"/>
                </a:ext>
              </a:extLst>
            </p:cNvPr>
            <p:cNvSpPr/>
            <p:nvPr/>
          </p:nvSpPr>
          <p:spPr>
            <a:xfrm>
              <a:off x="107791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53" name="Freeform: Shape 2552">
              <a:extLst>
                <a:ext uri="{FF2B5EF4-FFF2-40B4-BE49-F238E27FC236}">
                  <a16:creationId xmlns:a16="http://schemas.microsoft.com/office/drawing/2014/main" id="{FE7BD6C5-F15B-E532-4C01-B9654551A410}"/>
                </a:ext>
              </a:extLst>
            </p:cNvPr>
            <p:cNvSpPr/>
            <p:nvPr/>
          </p:nvSpPr>
          <p:spPr>
            <a:xfrm>
              <a:off x="10151278" y="4292381"/>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16047 w 52326"/>
                <a:gd name="connsiteY5" fmla="*/ 2093 h 52326"/>
                <a:gd name="connsiteX6" fmla="*/ 15000 w 52326"/>
                <a:gd name="connsiteY6" fmla="*/ 2442 h 52326"/>
                <a:gd name="connsiteX7" fmla="*/ 13604 w 52326"/>
                <a:gd name="connsiteY7" fmla="*/ 3140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cubicBezTo>
                    <a:pt x="22675" y="0"/>
                    <a:pt x="19186" y="698"/>
                    <a:pt x="16047" y="2093"/>
                  </a:cubicBezTo>
                  <a:cubicBezTo>
                    <a:pt x="15698" y="2093"/>
                    <a:pt x="15349" y="2442"/>
                    <a:pt x="15000" y="2442"/>
                  </a:cubicBezTo>
                  <a:cubicBezTo>
                    <a:pt x="14651" y="2791"/>
                    <a:pt x="13954" y="2791"/>
                    <a:pt x="13604" y="3140"/>
                  </a:cubicBezTo>
                  <a:cubicBezTo>
                    <a:pt x="5582" y="7675"/>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54" name="Freeform: Shape 2553">
              <a:extLst>
                <a:ext uri="{FF2B5EF4-FFF2-40B4-BE49-F238E27FC236}">
                  <a16:creationId xmlns:a16="http://schemas.microsoft.com/office/drawing/2014/main" id="{48F1000B-968E-A443-C922-39F96E693C6C}"/>
                </a:ext>
              </a:extLst>
            </p:cNvPr>
            <p:cNvSpPr/>
            <p:nvPr/>
          </p:nvSpPr>
          <p:spPr>
            <a:xfrm>
              <a:off x="962801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55" name="Freeform: Shape 2554">
              <a:extLst>
                <a:ext uri="{FF2B5EF4-FFF2-40B4-BE49-F238E27FC236}">
                  <a16:creationId xmlns:a16="http://schemas.microsoft.com/office/drawing/2014/main" id="{0950A398-BB7B-C250-168C-58CE8C2B4AA2}"/>
                </a:ext>
              </a:extLst>
            </p:cNvPr>
            <p:cNvSpPr/>
            <p:nvPr/>
          </p:nvSpPr>
          <p:spPr>
            <a:xfrm>
              <a:off x="962801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56" name="Freeform: Shape 2555">
              <a:extLst>
                <a:ext uri="{FF2B5EF4-FFF2-40B4-BE49-F238E27FC236}">
                  <a16:creationId xmlns:a16="http://schemas.microsoft.com/office/drawing/2014/main" id="{574FEC8A-5875-54F1-99CE-7CE2E0EE4AD3}"/>
                </a:ext>
              </a:extLst>
            </p:cNvPr>
            <p:cNvSpPr/>
            <p:nvPr/>
          </p:nvSpPr>
          <p:spPr>
            <a:xfrm>
              <a:off x="952336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57" name="Freeform: Shape 2556">
              <a:extLst>
                <a:ext uri="{FF2B5EF4-FFF2-40B4-BE49-F238E27FC236}">
                  <a16:creationId xmlns:a16="http://schemas.microsoft.com/office/drawing/2014/main" id="{A57ACE16-7CA4-854B-162A-1B803A689A3F}"/>
                </a:ext>
              </a:extLst>
            </p:cNvPr>
            <p:cNvSpPr/>
            <p:nvPr/>
          </p:nvSpPr>
          <p:spPr>
            <a:xfrm>
              <a:off x="910475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58" name="Freeform: Shape 2557">
              <a:extLst>
                <a:ext uri="{FF2B5EF4-FFF2-40B4-BE49-F238E27FC236}">
                  <a16:creationId xmlns:a16="http://schemas.microsoft.com/office/drawing/2014/main" id="{AC9E8029-EBD0-549D-5FDF-4468B857C5E7}"/>
                </a:ext>
              </a:extLst>
            </p:cNvPr>
            <p:cNvSpPr/>
            <p:nvPr/>
          </p:nvSpPr>
          <p:spPr>
            <a:xfrm>
              <a:off x="9104755" y="3559815"/>
              <a:ext cx="52326" cy="52326"/>
            </a:xfrm>
            <a:custGeom>
              <a:avLst/>
              <a:gdLst>
                <a:gd name="connsiteX0" fmla="*/ 26163 w 52326"/>
                <a:gd name="connsiteY0" fmla="*/ 0 h 52326"/>
                <a:gd name="connsiteX1" fmla="*/ 26163 w 52326"/>
                <a:gd name="connsiteY1" fmla="*/ 0 h 52326"/>
                <a:gd name="connsiteX2" fmla="*/ 21977 w 52326"/>
                <a:gd name="connsiteY2" fmla="*/ 349 h 52326"/>
                <a:gd name="connsiteX3" fmla="*/ 20930 w 52326"/>
                <a:gd name="connsiteY3" fmla="*/ 698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4768" y="0"/>
                    <a:pt x="23372" y="0"/>
                    <a:pt x="21977" y="349"/>
                  </a:cubicBezTo>
                  <a:cubicBezTo>
                    <a:pt x="21628" y="349"/>
                    <a:pt x="21280" y="349"/>
                    <a:pt x="20930" y="698"/>
                  </a:cubicBezTo>
                  <a:cubicBezTo>
                    <a:pt x="9070" y="3140"/>
                    <a:pt x="0" y="13605"/>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59" name="Freeform: Shape 2558">
              <a:extLst>
                <a:ext uri="{FF2B5EF4-FFF2-40B4-BE49-F238E27FC236}">
                  <a16:creationId xmlns:a16="http://schemas.microsoft.com/office/drawing/2014/main" id="{D4F5C5E7-77D3-3B0F-201C-8EC686D3A7C9}"/>
                </a:ext>
              </a:extLst>
            </p:cNvPr>
            <p:cNvSpPr/>
            <p:nvPr/>
          </p:nvSpPr>
          <p:spPr>
            <a:xfrm>
              <a:off x="774427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60" name="Freeform: Shape 2559">
              <a:extLst>
                <a:ext uri="{FF2B5EF4-FFF2-40B4-BE49-F238E27FC236}">
                  <a16:creationId xmlns:a16="http://schemas.microsoft.com/office/drawing/2014/main" id="{3A754129-1400-9B3F-F8C8-65AA65362F8F}"/>
                </a:ext>
              </a:extLst>
            </p:cNvPr>
            <p:cNvSpPr/>
            <p:nvPr/>
          </p:nvSpPr>
          <p:spPr>
            <a:xfrm>
              <a:off x="7116360"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61" name="Freeform: Shape 2560">
              <a:extLst>
                <a:ext uri="{FF2B5EF4-FFF2-40B4-BE49-F238E27FC236}">
                  <a16:creationId xmlns:a16="http://schemas.microsoft.com/office/drawing/2014/main" id="{0A7BFE08-5854-6950-7172-33B84CAD87BB}"/>
                </a:ext>
              </a:extLst>
            </p:cNvPr>
            <p:cNvSpPr/>
            <p:nvPr/>
          </p:nvSpPr>
          <p:spPr>
            <a:xfrm>
              <a:off x="7011708"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62" name="Freeform: Shape 2561">
              <a:extLst>
                <a:ext uri="{FF2B5EF4-FFF2-40B4-BE49-F238E27FC236}">
                  <a16:creationId xmlns:a16="http://schemas.microsoft.com/office/drawing/2014/main" id="{A5548943-C9A1-745C-A441-3746B3DBC239}"/>
                </a:ext>
              </a:extLst>
            </p:cNvPr>
            <p:cNvSpPr/>
            <p:nvPr/>
          </p:nvSpPr>
          <p:spPr>
            <a:xfrm>
              <a:off x="70117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63" name="Freeform: Shape 2562">
              <a:extLst>
                <a:ext uri="{FF2B5EF4-FFF2-40B4-BE49-F238E27FC236}">
                  <a16:creationId xmlns:a16="http://schemas.microsoft.com/office/drawing/2014/main" id="{A051A969-4AFD-6F97-4EC5-EC0DAAEB5452}"/>
                </a:ext>
              </a:extLst>
            </p:cNvPr>
            <p:cNvSpPr/>
            <p:nvPr/>
          </p:nvSpPr>
          <p:spPr>
            <a:xfrm>
              <a:off x="6279141"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64" name="Freeform: Shape 2563">
              <a:extLst>
                <a:ext uri="{FF2B5EF4-FFF2-40B4-BE49-F238E27FC236}">
                  <a16:creationId xmlns:a16="http://schemas.microsoft.com/office/drawing/2014/main" id="{28FF0329-176F-1C6A-499C-6263275C855D}"/>
                </a:ext>
              </a:extLst>
            </p:cNvPr>
            <p:cNvSpPr/>
            <p:nvPr/>
          </p:nvSpPr>
          <p:spPr>
            <a:xfrm>
              <a:off x="6174489"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65" name="Freeform: Shape 2564">
              <a:extLst>
                <a:ext uri="{FF2B5EF4-FFF2-40B4-BE49-F238E27FC236}">
                  <a16:creationId xmlns:a16="http://schemas.microsoft.com/office/drawing/2014/main" id="{41517668-F160-F834-E867-16977BD0A2EE}"/>
                </a:ext>
              </a:extLst>
            </p:cNvPr>
            <p:cNvSpPr/>
            <p:nvPr/>
          </p:nvSpPr>
          <p:spPr>
            <a:xfrm>
              <a:off x="6174489"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66" name="Freeform: Shape 2565">
              <a:extLst>
                <a:ext uri="{FF2B5EF4-FFF2-40B4-BE49-F238E27FC236}">
                  <a16:creationId xmlns:a16="http://schemas.microsoft.com/office/drawing/2014/main" id="{43B2E5FC-0576-3BA9-585C-B3118247E63C}"/>
                </a:ext>
              </a:extLst>
            </p:cNvPr>
            <p:cNvSpPr/>
            <p:nvPr/>
          </p:nvSpPr>
          <p:spPr>
            <a:xfrm>
              <a:off x="8685796" y="4606338"/>
              <a:ext cx="52370" cy="52326"/>
            </a:xfrm>
            <a:custGeom>
              <a:avLst/>
              <a:gdLst>
                <a:gd name="connsiteX0" fmla="*/ 48140 w 52370"/>
                <a:gd name="connsiteY0" fmla="*/ 11512 h 52326"/>
                <a:gd name="connsiteX1" fmla="*/ 41163 w 52370"/>
                <a:gd name="connsiteY1" fmla="*/ 4535 h 52326"/>
                <a:gd name="connsiteX2" fmla="*/ 39071 w 52370"/>
                <a:gd name="connsiteY2" fmla="*/ 3140 h 52326"/>
                <a:gd name="connsiteX3" fmla="*/ 29303 w 52370"/>
                <a:gd name="connsiteY3" fmla="*/ 0 h 52326"/>
                <a:gd name="connsiteX4" fmla="*/ 26512 w 52370"/>
                <a:gd name="connsiteY4" fmla="*/ 0 h 52326"/>
                <a:gd name="connsiteX5" fmla="*/ 23373 w 52370"/>
                <a:gd name="connsiteY5" fmla="*/ 349 h 52326"/>
                <a:gd name="connsiteX6" fmla="*/ 14652 w 52370"/>
                <a:gd name="connsiteY6" fmla="*/ 2791 h 52326"/>
                <a:gd name="connsiteX7" fmla="*/ 10117 w 52370"/>
                <a:gd name="connsiteY7" fmla="*/ 5581 h 52326"/>
                <a:gd name="connsiteX8" fmla="*/ 7675 w 52370"/>
                <a:gd name="connsiteY8" fmla="*/ 7675 h 52326"/>
                <a:gd name="connsiteX9" fmla="*/ 2443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2 w 52370"/>
                <a:gd name="connsiteY15" fmla="*/ 49187 h 52326"/>
                <a:gd name="connsiteX16" fmla="*/ 42210 w 52370"/>
                <a:gd name="connsiteY16" fmla="*/ 46745 h 52326"/>
                <a:gd name="connsiteX17" fmla="*/ 44652 w 52370"/>
                <a:gd name="connsiteY17" fmla="*/ 44652 h 52326"/>
                <a:gd name="connsiteX18" fmla="*/ 47792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6" y="4186"/>
                    <a:pt x="39768" y="3488"/>
                    <a:pt x="39071" y="3140"/>
                  </a:cubicBezTo>
                  <a:cubicBezTo>
                    <a:pt x="35931" y="1395"/>
                    <a:pt x="32792" y="349"/>
                    <a:pt x="29303" y="0"/>
                  </a:cubicBezTo>
                  <a:cubicBezTo>
                    <a:pt x="28256" y="0"/>
                    <a:pt x="27559" y="0"/>
                    <a:pt x="26512" y="0"/>
                  </a:cubicBezTo>
                  <a:cubicBezTo>
                    <a:pt x="25466" y="0"/>
                    <a:pt x="24419" y="0"/>
                    <a:pt x="23373" y="349"/>
                  </a:cubicBezTo>
                  <a:cubicBezTo>
                    <a:pt x="20233" y="698"/>
                    <a:pt x="17442" y="1744"/>
                    <a:pt x="14652" y="2791"/>
                  </a:cubicBezTo>
                  <a:cubicBezTo>
                    <a:pt x="13256" y="3488"/>
                    <a:pt x="11512" y="4535"/>
                    <a:pt x="10117" y="5581"/>
                  </a:cubicBezTo>
                  <a:cubicBezTo>
                    <a:pt x="9419" y="6279"/>
                    <a:pt x="8373" y="6977"/>
                    <a:pt x="7675" y="7675"/>
                  </a:cubicBezTo>
                  <a:cubicBezTo>
                    <a:pt x="5582" y="9768"/>
                    <a:pt x="3838" y="12558"/>
                    <a:pt x="2443" y="15349"/>
                  </a:cubicBezTo>
                  <a:cubicBezTo>
                    <a:pt x="1744" y="17093"/>
                    <a:pt x="1047" y="19186"/>
                    <a:pt x="349" y="21279"/>
                  </a:cubicBezTo>
                  <a:cubicBezTo>
                    <a:pt x="0" y="23023"/>
                    <a:pt x="0" y="24419"/>
                    <a:pt x="0" y="26163"/>
                  </a:cubicBezTo>
                  <a:lnTo>
                    <a:pt x="0" y="26163"/>
                  </a:lnTo>
                  <a:cubicBezTo>
                    <a:pt x="0" y="40465"/>
                    <a:pt x="11861" y="52326"/>
                    <a:pt x="26163" y="52326"/>
                  </a:cubicBezTo>
                  <a:cubicBezTo>
                    <a:pt x="27210" y="52326"/>
                    <a:pt x="27907" y="52326"/>
                    <a:pt x="28954" y="52326"/>
                  </a:cubicBezTo>
                  <a:cubicBezTo>
                    <a:pt x="32442" y="51977"/>
                    <a:pt x="35931" y="50931"/>
                    <a:pt x="38722" y="49187"/>
                  </a:cubicBezTo>
                  <a:cubicBezTo>
                    <a:pt x="40117" y="48489"/>
                    <a:pt x="41163" y="47791"/>
                    <a:pt x="42210" y="46745"/>
                  </a:cubicBezTo>
                  <a:cubicBezTo>
                    <a:pt x="42908" y="46047"/>
                    <a:pt x="43954" y="45349"/>
                    <a:pt x="44652" y="44652"/>
                  </a:cubicBezTo>
                  <a:cubicBezTo>
                    <a:pt x="45699" y="43605"/>
                    <a:pt x="46745" y="42210"/>
                    <a:pt x="47792"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2567" name="Freeform: Shape 2566">
              <a:extLst>
                <a:ext uri="{FF2B5EF4-FFF2-40B4-BE49-F238E27FC236}">
                  <a16:creationId xmlns:a16="http://schemas.microsoft.com/office/drawing/2014/main" id="{1C9C781E-C337-225A-A8FA-D403AAF93E54}"/>
                </a:ext>
              </a:extLst>
            </p:cNvPr>
            <p:cNvSpPr/>
            <p:nvPr/>
          </p:nvSpPr>
          <p:spPr>
            <a:xfrm>
              <a:off x="10674540" y="3141206"/>
              <a:ext cx="52326" cy="52326"/>
            </a:xfrm>
            <a:custGeom>
              <a:avLst/>
              <a:gdLst>
                <a:gd name="connsiteX0" fmla="*/ 26163 w 52326"/>
                <a:gd name="connsiteY0" fmla="*/ 0 h 52326"/>
                <a:gd name="connsiteX1" fmla="*/ 13604 w 52326"/>
                <a:gd name="connsiteY1" fmla="*/ 3140 h 52326"/>
                <a:gd name="connsiteX2" fmla="*/ 0 w 52326"/>
                <a:gd name="connsiteY2" fmla="*/ 26163 h 52326"/>
                <a:gd name="connsiteX3" fmla="*/ 26163 w 52326"/>
                <a:gd name="connsiteY3" fmla="*/ 52326 h 52326"/>
                <a:gd name="connsiteX4" fmla="*/ 26163 w 52326"/>
                <a:gd name="connsiteY4" fmla="*/ 52326 h 52326"/>
                <a:gd name="connsiteX5" fmla="*/ 33837 w 52326"/>
                <a:gd name="connsiteY5" fmla="*/ 51280 h 52326"/>
                <a:gd name="connsiteX6" fmla="*/ 38373 w 52326"/>
                <a:gd name="connsiteY6" fmla="*/ 49535 h 52326"/>
                <a:gd name="connsiteX7" fmla="*/ 38722 w 52326"/>
                <a:gd name="connsiteY7" fmla="*/ 49535 h 52326"/>
                <a:gd name="connsiteX8" fmla="*/ 52326 w 52326"/>
                <a:gd name="connsiteY8" fmla="*/ 26512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21628" y="0"/>
                    <a:pt x="17442" y="1046"/>
                    <a:pt x="13604" y="3140"/>
                  </a:cubicBezTo>
                  <a:cubicBezTo>
                    <a:pt x="5582" y="7675"/>
                    <a:pt x="0" y="16047"/>
                    <a:pt x="0" y="26163"/>
                  </a:cubicBezTo>
                  <a:cubicBezTo>
                    <a:pt x="0" y="40465"/>
                    <a:pt x="11860" y="52326"/>
                    <a:pt x="26163" y="52326"/>
                  </a:cubicBezTo>
                  <a:lnTo>
                    <a:pt x="26163" y="52326"/>
                  </a:lnTo>
                  <a:cubicBezTo>
                    <a:pt x="28954" y="52326"/>
                    <a:pt x="31396" y="51977"/>
                    <a:pt x="33837" y="51280"/>
                  </a:cubicBezTo>
                  <a:cubicBezTo>
                    <a:pt x="35233" y="50931"/>
                    <a:pt x="36978" y="50233"/>
                    <a:pt x="38373" y="49535"/>
                  </a:cubicBezTo>
                  <a:cubicBezTo>
                    <a:pt x="38373" y="49535"/>
                    <a:pt x="38722" y="49535"/>
                    <a:pt x="38722" y="49535"/>
                  </a:cubicBezTo>
                  <a:cubicBezTo>
                    <a:pt x="46744" y="45001"/>
                    <a:pt x="52326" y="36628"/>
                    <a:pt x="52326" y="26512"/>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68" name="Freeform: Shape 2567">
              <a:extLst>
                <a:ext uri="{FF2B5EF4-FFF2-40B4-BE49-F238E27FC236}">
                  <a16:creationId xmlns:a16="http://schemas.microsoft.com/office/drawing/2014/main" id="{0D8959D3-3EA3-3F97-40F2-5B9F2A560914}"/>
                </a:ext>
              </a:extLst>
            </p:cNvPr>
            <p:cNvSpPr/>
            <p:nvPr/>
          </p:nvSpPr>
          <p:spPr>
            <a:xfrm>
              <a:off x="10779193" y="4397034"/>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69" name="Freeform: Shape 2568">
              <a:extLst>
                <a:ext uri="{FF2B5EF4-FFF2-40B4-BE49-F238E27FC236}">
                  <a16:creationId xmlns:a16="http://schemas.microsoft.com/office/drawing/2014/main" id="{F3A29AEA-C14E-540C-BB40-82B2DBC0FC17}"/>
                </a:ext>
              </a:extLst>
            </p:cNvPr>
            <p:cNvSpPr/>
            <p:nvPr/>
          </p:nvSpPr>
          <p:spPr>
            <a:xfrm>
              <a:off x="11616412"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4"/>
                  </a:cubicBezTo>
                  <a:cubicBezTo>
                    <a:pt x="2791" y="12558"/>
                    <a:pt x="0" y="18838"/>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70" name="Freeform: Shape 2569">
              <a:extLst>
                <a:ext uri="{FF2B5EF4-FFF2-40B4-BE49-F238E27FC236}">
                  <a16:creationId xmlns:a16="http://schemas.microsoft.com/office/drawing/2014/main" id="{33450FAC-3E10-AE9C-DB22-E2E3E3C7C9BA}"/>
                </a:ext>
              </a:extLst>
            </p:cNvPr>
            <p:cNvSpPr/>
            <p:nvPr/>
          </p:nvSpPr>
          <p:spPr>
            <a:xfrm>
              <a:off x="1046523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571" name="Freeform: Shape 2570">
              <a:extLst>
                <a:ext uri="{FF2B5EF4-FFF2-40B4-BE49-F238E27FC236}">
                  <a16:creationId xmlns:a16="http://schemas.microsoft.com/office/drawing/2014/main" id="{66981BED-88A6-32F6-28D4-0AB4A2D351E0}"/>
                </a:ext>
              </a:extLst>
            </p:cNvPr>
            <p:cNvSpPr/>
            <p:nvPr/>
          </p:nvSpPr>
          <p:spPr>
            <a:xfrm>
              <a:off x="1151175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72" name="Freeform: Shape 2571">
              <a:extLst>
                <a:ext uri="{FF2B5EF4-FFF2-40B4-BE49-F238E27FC236}">
                  <a16:creationId xmlns:a16="http://schemas.microsoft.com/office/drawing/2014/main" id="{07BECD62-C093-2089-5B0F-1C006E25FB2C}"/>
                </a:ext>
              </a:extLst>
            </p:cNvPr>
            <p:cNvSpPr/>
            <p:nvPr/>
          </p:nvSpPr>
          <p:spPr>
            <a:xfrm>
              <a:off x="10988497" y="3245858"/>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26163 w 52326"/>
                <a:gd name="connsiteY5" fmla="*/ 0 h 52326"/>
                <a:gd name="connsiteX6" fmla="*/ 13604 w 52326"/>
                <a:gd name="connsiteY6" fmla="*/ 3140 h 52326"/>
                <a:gd name="connsiteX7" fmla="*/ 10116 w 52326"/>
                <a:gd name="connsiteY7" fmla="*/ 5581 h 52326"/>
                <a:gd name="connsiteX8" fmla="*/ 9419 w 52326"/>
                <a:gd name="connsiteY8" fmla="*/ 593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lnTo>
                    <a:pt x="26163" y="0"/>
                  </a:lnTo>
                  <a:cubicBezTo>
                    <a:pt x="21628" y="0"/>
                    <a:pt x="17442" y="1046"/>
                    <a:pt x="13604" y="3140"/>
                  </a:cubicBezTo>
                  <a:cubicBezTo>
                    <a:pt x="12209" y="3837"/>
                    <a:pt x="11163" y="4535"/>
                    <a:pt x="10116" y="5581"/>
                  </a:cubicBezTo>
                  <a:cubicBezTo>
                    <a:pt x="10116" y="5581"/>
                    <a:pt x="9768" y="5930"/>
                    <a:pt x="9419" y="5930"/>
                  </a:cubicBezTo>
                  <a:cubicBezTo>
                    <a:pt x="3488" y="10814"/>
                    <a:pt x="0" y="18140"/>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73" name="Freeform: Shape 2572">
              <a:extLst>
                <a:ext uri="{FF2B5EF4-FFF2-40B4-BE49-F238E27FC236}">
                  <a16:creationId xmlns:a16="http://schemas.microsoft.com/office/drawing/2014/main" id="{83135496-F479-4EB8-5AD0-E96350A15F14}"/>
                </a:ext>
              </a:extLst>
            </p:cNvPr>
            <p:cNvSpPr/>
            <p:nvPr/>
          </p:nvSpPr>
          <p:spPr>
            <a:xfrm>
              <a:off x="994197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74" name="Freeform: Shape 2573">
              <a:extLst>
                <a:ext uri="{FF2B5EF4-FFF2-40B4-BE49-F238E27FC236}">
                  <a16:creationId xmlns:a16="http://schemas.microsoft.com/office/drawing/2014/main" id="{C2987BFD-151B-AF12-A0D0-A196A8069F0A}"/>
                </a:ext>
              </a:extLst>
            </p:cNvPr>
            <p:cNvSpPr/>
            <p:nvPr/>
          </p:nvSpPr>
          <p:spPr>
            <a:xfrm>
              <a:off x="973266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75" name="Freeform: Shape 2574">
              <a:extLst>
                <a:ext uri="{FF2B5EF4-FFF2-40B4-BE49-F238E27FC236}">
                  <a16:creationId xmlns:a16="http://schemas.microsoft.com/office/drawing/2014/main" id="{D06A8A6A-3191-B2FA-E5D3-9BFD0B751C9D}"/>
                </a:ext>
              </a:extLst>
            </p:cNvPr>
            <p:cNvSpPr/>
            <p:nvPr/>
          </p:nvSpPr>
          <p:spPr>
            <a:xfrm>
              <a:off x="847684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76" name="Freeform: Shape 2575">
              <a:extLst>
                <a:ext uri="{FF2B5EF4-FFF2-40B4-BE49-F238E27FC236}">
                  <a16:creationId xmlns:a16="http://schemas.microsoft.com/office/drawing/2014/main" id="{BB33A0F0-BA4D-C66C-B904-3B25F17B79FA}"/>
                </a:ext>
              </a:extLst>
            </p:cNvPr>
            <p:cNvSpPr/>
            <p:nvPr/>
          </p:nvSpPr>
          <p:spPr>
            <a:xfrm>
              <a:off x="847684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77" name="Freeform: Shape 2576">
              <a:extLst>
                <a:ext uri="{FF2B5EF4-FFF2-40B4-BE49-F238E27FC236}">
                  <a16:creationId xmlns:a16="http://schemas.microsoft.com/office/drawing/2014/main" id="{6FB336A7-F300-08F0-A0E3-6C3D97EA9FEA}"/>
                </a:ext>
              </a:extLst>
            </p:cNvPr>
            <p:cNvSpPr/>
            <p:nvPr/>
          </p:nvSpPr>
          <p:spPr>
            <a:xfrm>
              <a:off x="837218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78" name="Freeform: Shape 2577">
              <a:extLst>
                <a:ext uri="{FF2B5EF4-FFF2-40B4-BE49-F238E27FC236}">
                  <a16:creationId xmlns:a16="http://schemas.microsoft.com/office/drawing/2014/main" id="{84541D55-8C8F-6B71-40B0-6AE1F4204F96}"/>
                </a:ext>
              </a:extLst>
            </p:cNvPr>
            <p:cNvSpPr/>
            <p:nvPr/>
          </p:nvSpPr>
          <p:spPr>
            <a:xfrm>
              <a:off x="795357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79" name="Freeform: Shape 2578">
              <a:extLst>
                <a:ext uri="{FF2B5EF4-FFF2-40B4-BE49-F238E27FC236}">
                  <a16:creationId xmlns:a16="http://schemas.microsoft.com/office/drawing/2014/main" id="{62147429-7958-BFD0-EC5E-EEA206F5FEB8}"/>
                </a:ext>
              </a:extLst>
            </p:cNvPr>
            <p:cNvSpPr/>
            <p:nvPr/>
          </p:nvSpPr>
          <p:spPr>
            <a:xfrm>
              <a:off x="79535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80" name="Freeform: Shape 2579">
              <a:extLst>
                <a:ext uri="{FF2B5EF4-FFF2-40B4-BE49-F238E27FC236}">
                  <a16:creationId xmlns:a16="http://schemas.microsoft.com/office/drawing/2014/main" id="{9A6D4C0C-6969-4FBF-CE72-B2A69390AF3E}"/>
                </a:ext>
              </a:extLst>
            </p:cNvPr>
            <p:cNvSpPr/>
            <p:nvPr/>
          </p:nvSpPr>
          <p:spPr>
            <a:xfrm>
              <a:off x="7744274" y="4815643"/>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81" name="Freeform: Shape 2580">
              <a:extLst>
                <a:ext uri="{FF2B5EF4-FFF2-40B4-BE49-F238E27FC236}">
                  <a16:creationId xmlns:a16="http://schemas.microsoft.com/office/drawing/2014/main" id="{A0FA56F1-BA08-3511-0E0B-9FF61176A6C1}"/>
                </a:ext>
              </a:extLst>
            </p:cNvPr>
            <p:cNvSpPr/>
            <p:nvPr/>
          </p:nvSpPr>
          <p:spPr>
            <a:xfrm>
              <a:off x="732566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82" name="Freeform: Shape 2581">
              <a:extLst>
                <a:ext uri="{FF2B5EF4-FFF2-40B4-BE49-F238E27FC236}">
                  <a16:creationId xmlns:a16="http://schemas.microsoft.com/office/drawing/2014/main" id="{96D2FC3F-FEE3-E264-C2C8-8508B8C99ED2}"/>
                </a:ext>
              </a:extLst>
            </p:cNvPr>
            <p:cNvSpPr/>
            <p:nvPr/>
          </p:nvSpPr>
          <p:spPr>
            <a:xfrm>
              <a:off x="6802403"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583" name="Freeform: Shape 2582">
              <a:extLst>
                <a:ext uri="{FF2B5EF4-FFF2-40B4-BE49-F238E27FC236}">
                  <a16:creationId xmlns:a16="http://schemas.microsoft.com/office/drawing/2014/main" id="{912054DB-9344-4C6B-9412-E2013FF03E7F}"/>
                </a:ext>
              </a:extLst>
            </p:cNvPr>
            <p:cNvSpPr/>
            <p:nvPr/>
          </p:nvSpPr>
          <p:spPr>
            <a:xfrm>
              <a:off x="6697751"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584" name="Freeform: Shape 2583">
              <a:extLst>
                <a:ext uri="{FF2B5EF4-FFF2-40B4-BE49-F238E27FC236}">
                  <a16:creationId xmlns:a16="http://schemas.microsoft.com/office/drawing/2014/main" id="{B525CDE2-FC79-B3FA-9146-635626298BC3}"/>
                </a:ext>
              </a:extLst>
            </p:cNvPr>
            <p:cNvSpPr/>
            <p:nvPr/>
          </p:nvSpPr>
          <p:spPr>
            <a:xfrm>
              <a:off x="669775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85" name="Freeform: Shape 2584">
              <a:extLst>
                <a:ext uri="{FF2B5EF4-FFF2-40B4-BE49-F238E27FC236}">
                  <a16:creationId xmlns:a16="http://schemas.microsoft.com/office/drawing/2014/main" id="{177D5300-8636-36B7-5ED1-F5FB080CD434}"/>
                </a:ext>
              </a:extLst>
            </p:cNvPr>
            <p:cNvSpPr/>
            <p:nvPr/>
          </p:nvSpPr>
          <p:spPr>
            <a:xfrm>
              <a:off x="648844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86" name="Freeform: Shape 2585">
              <a:extLst>
                <a:ext uri="{FF2B5EF4-FFF2-40B4-BE49-F238E27FC236}">
                  <a16:creationId xmlns:a16="http://schemas.microsoft.com/office/drawing/2014/main" id="{F6A8E300-C24D-9510-7CC6-19551731B51F}"/>
                </a:ext>
              </a:extLst>
            </p:cNvPr>
            <p:cNvSpPr/>
            <p:nvPr/>
          </p:nvSpPr>
          <p:spPr>
            <a:xfrm>
              <a:off x="11616412"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587" name="Freeform: Shape 2586">
              <a:extLst>
                <a:ext uri="{FF2B5EF4-FFF2-40B4-BE49-F238E27FC236}">
                  <a16:creationId xmlns:a16="http://schemas.microsoft.com/office/drawing/2014/main" id="{B21F4249-46F3-3D29-75AF-F3C561BB467F}"/>
                </a:ext>
              </a:extLst>
            </p:cNvPr>
            <p:cNvSpPr/>
            <p:nvPr/>
          </p:nvSpPr>
          <p:spPr>
            <a:xfrm>
              <a:off x="11825716" y="4920296"/>
              <a:ext cx="52326" cy="52326"/>
            </a:xfrm>
            <a:custGeom>
              <a:avLst/>
              <a:gdLst>
                <a:gd name="connsiteX0" fmla="*/ 42908 w 52326"/>
                <a:gd name="connsiteY0" fmla="*/ 5930 h 52326"/>
                <a:gd name="connsiteX1" fmla="*/ 26163 w 52326"/>
                <a:gd name="connsiteY1" fmla="*/ 0 h 52326"/>
                <a:gd name="connsiteX2" fmla="*/ 0 w 52326"/>
                <a:gd name="connsiteY2" fmla="*/ 26163 h 52326"/>
                <a:gd name="connsiteX3" fmla="*/ 9419 w 52326"/>
                <a:gd name="connsiteY3" fmla="*/ 46396 h 52326"/>
                <a:gd name="connsiteX4" fmla="*/ 26163 w 52326"/>
                <a:gd name="connsiteY4" fmla="*/ 52326 h 52326"/>
                <a:gd name="connsiteX5" fmla="*/ 52326 w 52326"/>
                <a:gd name="connsiteY5" fmla="*/ 26163 h 52326"/>
                <a:gd name="connsiteX6" fmla="*/ 42908 w 52326"/>
                <a:gd name="connsiteY6"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2908" y="5930"/>
                  </a:moveTo>
                  <a:cubicBezTo>
                    <a:pt x="38373" y="2093"/>
                    <a:pt x="32442" y="0"/>
                    <a:pt x="26163" y="0"/>
                  </a:cubicBezTo>
                  <a:cubicBezTo>
                    <a:pt x="11860" y="0"/>
                    <a:pt x="0" y="11861"/>
                    <a:pt x="0" y="26163"/>
                  </a:cubicBezTo>
                  <a:cubicBezTo>
                    <a:pt x="0" y="34187"/>
                    <a:pt x="3838" y="41512"/>
                    <a:pt x="9419" y="46396"/>
                  </a:cubicBezTo>
                  <a:cubicBezTo>
                    <a:pt x="13954" y="50233"/>
                    <a:pt x="19884" y="52326"/>
                    <a:pt x="26163" y="52326"/>
                  </a:cubicBezTo>
                  <a:cubicBezTo>
                    <a:pt x="40466" y="52326"/>
                    <a:pt x="52326" y="40465"/>
                    <a:pt x="52326" y="26163"/>
                  </a:cubicBez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2588" name="Freeform: Shape 2587">
              <a:extLst>
                <a:ext uri="{FF2B5EF4-FFF2-40B4-BE49-F238E27FC236}">
                  <a16:creationId xmlns:a16="http://schemas.microsoft.com/office/drawing/2014/main" id="{7E1A5E64-08D3-58C5-CBF3-0C6D9C846037}"/>
                </a:ext>
              </a:extLst>
            </p:cNvPr>
            <p:cNvSpPr/>
            <p:nvPr/>
          </p:nvSpPr>
          <p:spPr>
            <a:xfrm>
              <a:off x="6697751"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2" y="52326"/>
                    <a:pt x="26163" y="52326"/>
                  </a:cubicBezTo>
                  <a:lnTo>
                    <a:pt x="26163" y="52326"/>
                  </a:lnTo>
                  <a:cubicBezTo>
                    <a:pt x="40465"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2589" name="Freeform: Shape 2588">
              <a:extLst>
                <a:ext uri="{FF2B5EF4-FFF2-40B4-BE49-F238E27FC236}">
                  <a16:creationId xmlns:a16="http://schemas.microsoft.com/office/drawing/2014/main" id="{AB215262-CBD4-141D-7095-AABB8F6D3EDC}"/>
                </a:ext>
              </a:extLst>
            </p:cNvPr>
            <p:cNvSpPr/>
            <p:nvPr/>
          </p:nvSpPr>
          <p:spPr>
            <a:xfrm>
              <a:off x="816288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90" name="Freeform: Shape 2589">
              <a:extLst>
                <a:ext uri="{FF2B5EF4-FFF2-40B4-BE49-F238E27FC236}">
                  <a16:creationId xmlns:a16="http://schemas.microsoft.com/office/drawing/2014/main" id="{B07BF2DC-922C-A1FE-0C5D-FF4393E44C8D}"/>
                </a:ext>
              </a:extLst>
            </p:cNvPr>
            <p:cNvSpPr/>
            <p:nvPr/>
          </p:nvSpPr>
          <p:spPr>
            <a:xfrm>
              <a:off x="1140710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91" name="Freeform: Shape 2590">
              <a:extLst>
                <a:ext uri="{FF2B5EF4-FFF2-40B4-BE49-F238E27FC236}">
                  <a16:creationId xmlns:a16="http://schemas.microsoft.com/office/drawing/2014/main" id="{E7109D5F-41BA-FABE-09E3-91D4A8BAE882}"/>
                </a:ext>
              </a:extLst>
            </p:cNvPr>
            <p:cNvSpPr/>
            <p:nvPr/>
          </p:nvSpPr>
          <p:spPr>
            <a:xfrm>
              <a:off x="1203502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592" name="Freeform: Shape 2591">
              <a:extLst>
                <a:ext uri="{FF2B5EF4-FFF2-40B4-BE49-F238E27FC236}">
                  <a16:creationId xmlns:a16="http://schemas.microsoft.com/office/drawing/2014/main" id="{17619B50-4C98-BF65-3EAA-E3B6E0F59947}"/>
                </a:ext>
              </a:extLst>
            </p:cNvPr>
            <p:cNvSpPr/>
            <p:nvPr/>
          </p:nvSpPr>
          <p:spPr>
            <a:xfrm>
              <a:off x="1172106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3" name="Freeform: Shape 2592">
              <a:extLst>
                <a:ext uri="{FF2B5EF4-FFF2-40B4-BE49-F238E27FC236}">
                  <a16:creationId xmlns:a16="http://schemas.microsoft.com/office/drawing/2014/main" id="{E783D880-DBD8-5C94-A02F-6C6673CCA7FE}"/>
                </a:ext>
              </a:extLst>
            </p:cNvPr>
            <p:cNvSpPr/>
            <p:nvPr/>
          </p:nvSpPr>
          <p:spPr>
            <a:xfrm>
              <a:off x="1025593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4" name="Freeform: Shape 2593">
              <a:extLst>
                <a:ext uri="{FF2B5EF4-FFF2-40B4-BE49-F238E27FC236}">
                  <a16:creationId xmlns:a16="http://schemas.microsoft.com/office/drawing/2014/main" id="{026B45AE-C139-CD26-D8C3-951ADC94108A}"/>
                </a:ext>
              </a:extLst>
            </p:cNvPr>
            <p:cNvSpPr/>
            <p:nvPr/>
          </p:nvSpPr>
          <p:spPr>
            <a:xfrm>
              <a:off x="1004662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5" name="Freeform: Shape 2594">
              <a:extLst>
                <a:ext uri="{FF2B5EF4-FFF2-40B4-BE49-F238E27FC236}">
                  <a16:creationId xmlns:a16="http://schemas.microsoft.com/office/drawing/2014/main" id="{29DF6252-205D-EF7B-EE03-6358FFF848D9}"/>
                </a:ext>
              </a:extLst>
            </p:cNvPr>
            <p:cNvSpPr/>
            <p:nvPr/>
          </p:nvSpPr>
          <p:spPr>
            <a:xfrm>
              <a:off x="11930369"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596" name="Freeform: Shape 2595">
              <a:extLst>
                <a:ext uri="{FF2B5EF4-FFF2-40B4-BE49-F238E27FC236}">
                  <a16:creationId xmlns:a16="http://schemas.microsoft.com/office/drawing/2014/main" id="{0585EF69-33DF-BF07-301F-81DC3606C147}"/>
                </a:ext>
              </a:extLst>
            </p:cNvPr>
            <p:cNvSpPr/>
            <p:nvPr/>
          </p:nvSpPr>
          <p:spPr>
            <a:xfrm>
              <a:off x="1151175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7" name="Freeform: Shape 2596">
              <a:extLst>
                <a:ext uri="{FF2B5EF4-FFF2-40B4-BE49-F238E27FC236}">
                  <a16:creationId xmlns:a16="http://schemas.microsoft.com/office/drawing/2014/main" id="{9D954C7E-310E-95A0-5CCC-21F3E6D531C3}"/>
                </a:ext>
              </a:extLst>
            </p:cNvPr>
            <p:cNvSpPr/>
            <p:nvPr/>
          </p:nvSpPr>
          <p:spPr>
            <a:xfrm>
              <a:off x="11511759"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6" y="0"/>
                    <a:pt x="26163" y="0"/>
                  </a:cubicBezTo>
                  <a:lnTo>
                    <a:pt x="26163" y="0"/>
                  </a:ln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598" name="Freeform: Shape 2597">
              <a:extLst>
                <a:ext uri="{FF2B5EF4-FFF2-40B4-BE49-F238E27FC236}">
                  <a16:creationId xmlns:a16="http://schemas.microsoft.com/office/drawing/2014/main" id="{CF15C62D-9365-508C-181B-2B8E64F7C691}"/>
                </a:ext>
              </a:extLst>
            </p:cNvPr>
            <p:cNvSpPr/>
            <p:nvPr/>
          </p:nvSpPr>
          <p:spPr>
            <a:xfrm>
              <a:off x="1098849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9" name="Freeform: Shape 2598">
              <a:extLst>
                <a:ext uri="{FF2B5EF4-FFF2-40B4-BE49-F238E27FC236}">
                  <a16:creationId xmlns:a16="http://schemas.microsoft.com/office/drawing/2014/main" id="{AA7218D6-BBD6-7A74-29C2-F352984D7FCA}"/>
                </a:ext>
              </a:extLst>
            </p:cNvPr>
            <p:cNvSpPr/>
            <p:nvPr/>
          </p:nvSpPr>
          <p:spPr>
            <a:xfrm>
              <a:off x="1077919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00" name="Freeform: Shape 2599">
              <a:extLst>
                <a:ext uri="{FF2B5EF4-FFF2-40B4-BE49-F238E27FC236}">
                  <a16:creationId xmlns:a16="http://schemas.microsoft.com/office/drawing/2014/main" id="{084AC907-6473-EF37-969F-B9E71FAF799D}"/>
                </a:ext>
              </a:extLst>
            </p:cNvPr>
            <p:cNvSpPr/>
            <p:nvPr/>
          </p:nvSpPr>
          <p:spPr>
            <a:xfrm>
              <a:off x="994197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01" name="Freeform: Shape 2600">
              <a:extLst>
                <a:ext uri="{FF2B5EF4-FFF2-40B4-BE49-F238E27FC236}">
                  <a16:creationId xmlns:a16="http://schemas.microsoft.com/office/drawing/2014/main" id="{E5A6B2D9-1344-1A72-D068-7176FF48599B}"/>
                </a:ext>
              </a:extLst>
            </p:cNvPr>
            <p:cNvSpPr/>
            <p:nvPr/>
          </p:nvSpPr>
          <p:spPr>
            <a:xfrm>
              <a:off x="910475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02" name="Freeform: Shape 2601">
              <a:extLst>
                <a:ext uri="{FF2B5EF4-FFF2-40B4-BE49-F238E27FC236}">
                  <a16:creationId xmlns:a16="http://schemas.microsoft.com/office/drawing/2014/main" id="{E6F645A9-D33E-B869-8B21-C9AFE07A0DCF}"/>
                </a:ext>
              </a:extLst>
            </p:cNvPr>
            <p:cNvSpPr/>
            <p:nvPr/>
          </p:nvSpPr>
          <p:spPr>
            <a:xfrm>
              <a:off x="879079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03" name="Freeform: Shape 2602">
              <a:extLst>
                <a:ext uri="{FF2B5EF4-FFF2-40B4-BE49-F238E27FC236}">
                  <a16:creationId xmlns:a16="http://schemas.microsoft.com/office/drawing/2014/main" id="{544E3F27-28A8-77EF-1EC9-89518B1D3013}"/>
                </a:ext>
              </a:extLst>
            </p:cNvPr>
            <p:cNvSpPr/>
            <p:nvPr/>
          </p:nvSpPr>
          <p:spPr>
            <a:xfrm>
              <a:off x="81628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04" name="Freeform: Shape 2603">
              <a:extLst>
                <a:ext uri="{FF2B5EF4-FFF2-40B4-BE49-F238E27FC236}">
                  <a16:creationId xmlns:a16="http://schemas.microsoft.com/office/drawing/2014/main" id="{D0921DC0-48B9-48BD-242B-13FCABDDFB03}"/>
                </a:ext>
              </a:extLst>
            </p:cNvPr>
            <p:cNvSpPr/>
            <p:nvPr/>
          </p:nvSpPr>
          <p:spPr>
            <a:xfrm>
              <a:off x="753496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05" name="Freeform: Shape 2604">
              <a:extLst>
                <a:ext uri="{FF2B5EF4-FFF2-40B4-BE49-F238E27FC236}">
                  <a16:creationId xmlns:a16="http://schemas.microsoft.com/office/drawing/2014/main" id="{006D87C1-2E03-D4C3-0463-EAC38DD3C7EB}"/>
                </a:ext>
              </a:extLst>
            </p:cNvPr>
            <p:cNvSpPr/>
            <p:nvPr/>
          </p:nvSpPr>
          <p:spPr>
            <a:xfrm>
              <a:off x="6802403"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606" name="Freeform: Shape 2605">
              <a:extLst>
                <a:ext uri="{FF2B5EF4-FFF2-40B4-BE49-F238E27FC236}">
                  <a16:creationId xmlns:a16="http://schemas.microsoft.com/office/drawing/2014/main" id="{2929F0A4-5B33-745A-1B6F-4A94568A1A23}"/>
                </a:ext>
              </a:extLst>
            </p:cNvPr>
            <p:cNvSpPr/>
            <p:nvPr/>
          </p:nvSpPr>
          <p:spPr>
            <a:xfrm>
              <a:off x="6593098"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9" y="52326"/>
                    <a:pt x="28954" y="52326"/>
                    <a:pt x="30349" y="51977"/>
                  </a:cubicBezTo>
                  <a:cubicBezTo>
                    <a:pt x="42908" y="49884"/>
                    <a:pt x="52326" y="39070"/>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607" name="Freeform: Shape 2606">
              <a:extLst>
                <a:ext uri="{FF2B5EF4-FFF2-40B4-BE49-F238E27FC236}">
                  <a16:creationId xmlns:a16="http://schemas.microsoft.com/office/drawing/2014/main" id="{D155B026-AAE9-E601-10E6-7F11E42668B0}"/>
                </a:ext>
              </a:extLst>
            </p:cNvPr>
            <p:cNvSpPr/>
            <p:nvPr/>
          </p:nvSpPr>
          <p:spPr>
            <a:xfrm>
              <a:off x="6383793"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608" name="Freeform: Shape 2607">
              <a:extLst>
                <a:ext uri="{FF2B5EF4-FFF2-40B4-BE49-F238E27FC236}">
                  <a16:creationId xmlns:a16="http://schemas.microsoft.com/office/drawing/2014/main" id="{BED456A0-BE86-5ADC-7177-8E9F29285DD9}"/>
                </a:ext>
              </a:extLst>
            </p:cNvPr>
            <p:cNvSpPr/>
            <p:nvPr/>
          </p:nvSpPr>
          <p:spPr>
            <a:xfrm>
              <a:off x="6279141"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609" name="Freeform: Shape 2608">
              <a:extLst>
                <a:ext uri="{FF2B5EF4-FFF2-40B4-BE49-F238E27FC236}">
                  <a16:creationId xmlns:a16="http://schemas.microsoft.com/office/drawing/2014/main" id="{57E04D00-D319-0E53-3002-6AB33951366B}"/>
                </a:ext>
              </a:extLst>
            </p:cNvPr>
            <p:cNvSpPr/>
            <p:nvPr/>
          </p:nvSpPr>
          <p:spPr>
            <a:xfrm>
              <a:off x="10151278"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2610" name="Freeform: Shape 2609">
              <a:extLst>
                <a:ext uri="{FF2B5EF4-FFF2-40B4-BE49-F238E27FC236}">
                  <a16:creationId xmlns:a16="http://schemas.microsoft.com/office/drawing/2014/main" id="{E9C4290C-916B-5E7C-D658-11DE14BE2E38}"/>
                </a:ext>
              </a:extLst>
            </p:cNvPr>
            <p:cNvSpPr/>
            <p:nvPr/>
          </p:nvSpPr>
          <p:spPr>
            <a:xfrm>
              <a:off x="11825716"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611" name="Freeform: Shape 2610">
              <a:extLst>
                <a:ext uri="{FF2B5EF4-FFF2-40B4-BE49-F238E27FC236}">
                  <a16:creationId xmlns:a16="http://schemas.microsoft.com/office/drawing/2014/main" id="{2D044933-CD6A-0A5E-A29D-CA70DAF46CFB}"/>
                </a:ext>
              </a:extLst>
            </p:cNvPr>
            <p:cNvSpPr/>
            <p:nvPr/>
          </p:nvSpPr>
          <p:spPr>
            <a:xfrm>
              <a:off x="116164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612" name="Freeform: Shape 2611">
              <a:extLst>
                <a:ext uri="{FF2B5EF4-FFF2-40B4-BE49-F238E27FC236}">
                  <a16:creationId xmlns:a16="http://schemas.microsoft.com/office/drawing/2014/main" id="{D97A2483-8257-0134-A00A-EDF87E15FEDD}"/>
                </a:ext>
              </a:extLst>
            </p:cNvPr>
            <p:cNvSpPr/>
            <p:nvPr/>
          </p:nvSpPr>
          <p:spPr>
            <a:xfrm>
              <a:off x="12139673" y="3559815"/>
              <a:ext cx="52326" cy="52326"/>
            </a:xfrm>
            <a:custGeom>
              <a:avLst/>
              <a:gdLst>
                <a:gd name="connsiteX0" fmla="*/ 26163 w 52326"/>
                <a:gd name="connsiteY0" fmla="*/ 52326 h 52326"/>
                <a:gd name="connsiteX1" fmla="*/ 26163 w 52326"/>
                <a:gd name="connsiteY1" fmla="*/ 52326 h 52326"/>
                <a:gd name="connsiteX2" fmla="*/ 47791 w 52326"/>
                <a:gd name="connsiteY2" fmla="*/ 40814 h 52326"/>
                <a:gd name="connsiteX3" fmla="*/ 49884 w 52326"/>
                <a:gd name="connsiteY3" fmla="*/ 37326 h 52326"/>
                <a:gd name="connsiteX4" fmla="*/ 51279 w 52326"/>
                <a:gd name="connsiteY4" fmla="*/ 33838 h 52326"/>
                <a:gd name="connsiteX5" fmla="*/ 52326 w 52326"/>
                <a:gd name="connsiteY5" fmla="*/ 26163 h 52326"/>
                <a:gd name="connsiteX6" fmla="*/ 26163 w 52326"/>
                <a:gd name="connsiteY6" fmla="*/ 0 h 52326"/>
                <a:gd name="connsiteX7" fmla="*/ 5233 w 52326"/>
                <a:gd name="connsiteY7" fmla="*/ 1046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5233" y="52326"/>
                    <a:pt x="43256" y="47791"/>
                    <a:pt x="47791" y="40814"/>
                  </a:cubicBezTo>
                  <a:cubicBezTo>
                    <a:pt x="48489" y="39768"/>
                    <a:pt x="49187" y="38721"/>
                    <a:pt x="49884" y="37326"/>
                  </a:cubicBezTo>
                  <a:cubicBezTo>
                    <a:pt x="50582" y="36280"/>
                    <a:pt x="50931" y="35233"/>
                    <a:pt x="51279" y="33838"/>
                  </a:cubicBezTo>
                  <a:cubicBezTo>
                    <a:pt x="51977" y="31396"/>
                    <a:pt x="52326" y="28605"/>
                    <a:pt x="52326" y="26163"/>
                  </a:cubicBezTo>
                  <a:cubicBezTo>
                    <a:pt x="52326" y="11861"/>
                    <a:pt x="40466" y="0"/>
                    <a:pt x="26163" y="0"/>
                  </a:cubicBezTo>
                  <a:cubicBezTo>
                    <a:pt x="17442" y="0"/>
                    <a:pt x="10116" y="4186"/>
                    <a:pt x="5233" y="10465"/>
                  </a:cubicBezTo>
                  <a:cubicBezTo>
                    <a:pt x="2093" y="15000"/>
                    <a:pt x="0" y="2023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613" name="Freeform: Shape 2612">
              <a:extLst>
                <a:ext uri="{FF2B5EF4-FFF2-40B4-BE49-F238E27FC236}">
                  <a16:creationId xmlns:a16="http://schemas.microsoft.com/office/drawing/2014/main" id="{AA390273-809E-D551-22AA-0CF17F4E8781}"/>
                </a:ext>
              </a:extLst>
            </p:cNvPr>
            <p:cNvSpPr/>
            <p:nvPr/>
          </p:nvSpPr>
          <p:spPr>
            <a:xfrm>
              <a:off x="9941974"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14" name="Freeform: Shape 2613">
              <a:extLst>
                <a:ext uri="{FF2B5EF4-FFF2-40B4-BE49-F238E27FC236}">
                  <a16:creationId xmlns:a16="http://schemas.microsoft.com/office/drawing/2014/main" id="{66F51B2E-1E47-5F9B-79AA-3BA2A1C997AE}"/>
                </a:ext>
              </a:extLst>
            </p:cNvPr>
            <p:cNvSpPr/>
            <p:nvPr/>
          </p:nvSpPr>
          <p:spPr>
            <a:xfrm>
              <a:off x="97326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15" name="Freeform: Shape 2614">
              <a:extLst>
                <a:ext uri="{FF2B5EF4-FFF2-40B4-BE49-F238E27FC236}">
                  <a16:creationId xmlns:a16="http://schemas.microsoft.com/office/drawing/2014/main" id="{561DDBE0-F5B8-8C2F-9DD9-9C9105009605}"/>
                </a:ext>
              </a:extLst>
            </p:cNvPr>
            <p:cNvSpPr/>
            <p:nvPr/>
          </p:nvSpPr>
          <p:spPr>
            <a:xfrm>
              <a:off x="941871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16" name="Freeform: Shape 2615">
              <a:extLst>
                <a:ext uri="{FF2B5EF4-FFF2-40B4-BE49-F238E27FC236}">
                  <a16:creationId xmlns:a16="http://schemas.microsoft.com/office/drawing/2014/main" id="{7C6E5E8B-10F9-836E-B1E7-3306E04DC72E}"/>
                </a:ext>
              </a:extLst>
            </p:cNvPr>
            <p:cNvSpPr/>
            <p:nvPr/>
          </p:nvSpPr>
          <p:spPr>
            <a:xfrm>
              <a:off x="95233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17" name="Freeform: Shape 2616">
              <a:extLst>
                <a:ext uri="{FF2B5EF4-FFF2-40B4-BE49-F238E27FC236}">
                  <a16:creationId xmlns:a16="http://schemas.microsoft.com/office/drawing/2014/main" id="{A9341FD5-4168-60E5-86B4-1CAF576F8B7C}"/>
                </a:ext>
              </a:extLst>
            </p:cNvPr>
            <p:cNvSpPr/>
            <p:nvPr/>
          </p:nvSpPr>
          <p:spPr>
            <a:xfrm>
              <a:off x="8476841"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2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6" y="52326"/>
                    <a:pt x="52326" y="40465"/>
                    <a:pt x="52326" y="26163"/>
                  </a:cubicBezTo>
                  <a:cubicBezTo>
                    <a:pt x="52326" y="16396"/>
                    <a:pt x="46744" y="7675"/>
                    <a:pt x="38722" y="3140"/>
                  </a:cubicBezTo>
                  <a:cubicBezTo>
                    <a:pt x="34884" y="1046"/>
                    <a:pt x="30698" y="0"/>
                    <a:pt x="26163" y="0"/>
                  </a:cubicBezTo>
                  <a:cubicBezTo>
                    <a:pt x="11860"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2618" name="Freeform: Shape 2617">
              <a:extLst>
                <a:ext uri="{FF2B5EF4-FFF2-40B4-BE49-F238E27FC236}">
                  <a16:creationId xmlns:a16="http://schemas.microsoft.com/office/drawing/2014/main" id="{9EFA2FF0-1A08-7611-DDDF-6600F530A4B9}"/>
                </a:ext>
              </a:extLst>
            </p:cNvPr>
            <p:cNvSpPr/>
            <p:nvPr/>
          </p:nvSpPr>
          <p:spPr>
            <a:xfrm>
              <a:off x="826753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19" name="Freeform: Shape 2618">
              <a:extLst>
                <a:ext uri="{FF2B5EF4-FFF2-40B4-BE49-F238E27FC236}">
                  <a16:creationId xmlns:a16="http://schemas.microsoft.com/office/drawing/2014/main" id="{E25ADA92-5E10-EEE6-F723-01E66D1DFD48}"/>
                </a:ext>
              </a:extLst>
            </p:cNvPr>
            <p:cNvSpPr/>
            <p:nvPr/>
          </p:nvSpPr>
          <p:spPr>
            <a:xfrm>
              <a:off x="79535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20" name="Freeform: Shape 2619">
              <a:extLst>
                <a:ext uri="{FF2B5EF4-FFF2-40B4-BE49-F238E27FC236}">
                  <a16:creationId xmlns:a16="http://schemas.microsoft.com/office/drawing/2014/main" id="{81211489-8CCF-15F7-1201-D7BF04FA3D8C}"/>
                </a:ext>
              </a:extLst>
            </p:cNvPr>
            <p:cNvSpPr/>
            <p:nvPr/>
          </p:nvSpPr>
          <p:spPr>
            <a:xfrm>
              <a:off x="10255931" y="3664467"/>
              <a:ext cx="52326" cy="52326"/>
            </a:xfrm>
            <a:custGeom>
              <a:avLst/>
              <a:gdLst>
                <a:gd name="connsiteX0" fmla="*/ 26163 w 52326"/>
                <a:gd name="connsiteY0" fmla="*/ 0 h 52326"/>
                <a:gd name="connsiteX1" fmla="*/ 0 w 52326"/>
                <a:gd name="connsiteY1" fmla="*/ 26163 h 52326"/>
                <a:gd name="connsiteX2" fmla="*/ 3139 w 52326"/>
                <a:gd name="connsiteY2" fmla="*/ 38721 h 52326"/>
                <a:gd name="connsiteX3" fmla="*/ 26163 w 52326"/>
                <a:gd name="connsiteY3" fmla="*/ 52326 h 52326"/>
                <a:gd name="connsiteX4" fmla="*/ 26163 w 52326"/>
                <a:gd name="connsiteY4" fmla="*/ 52326 h 52326"/>
                <a:gd name="connsiteX5" fmla="*/ 52326 w 52326"/>
                <a:gd name="connsiteY5" fmla="*/ 26163 h 52326"/>
                <a:gd name="connsiteX6" fmla="*/ 49187 w 52326"/>
                <a:gd name="connsiteY6" fmla="*/ 1360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0698"/>
                    <a:pt x="1047" y="34884"/>
                    <a:pt x="3139" y="38721"/>
                  </a:cubicBezTo>
                  <a:cubicBezTo>
                    <a:pt x="7674" y="46745"/>
                    <a:pt x="16047" y="52326"/>
                    <a:pt x="26163" y="52326"/>
                  </a:cubicBezTo>
                  <a:lnTo>
                    <a:pt x="26163" y="52326"/>
                  </a:lnTo>
                  <a:cubicBezTo>
                    <a:pt x="40466" y="52326"/>
                    <a:pt x="52326" y="40465"/>
                    <a:pt x="52326" y="26163"/>
                  </a:cubicBezTo>
                  <a:cubicBezTo>
                    <a:pt x="52326" y="21628"/>
                    <a:pt x="51279" y="17442"/>
                    <a:pt x="49187" y="13605"/>
                  </a:cubicBezTo>
                  <a:cubicBezTo>
                    <a:pt x="44652" y="5581"/>
                    <a:pt x="35931" y="0"/>
                    <a:pt x="26163" y="0"/>
                  </a:cubicBezTo>
                  <a:close/>
                </a:path>
              </a:pathLst>
            </a:custGeom>
            <a:grpFill/>
            <a:ln w="3488" cap="flat">
              <a:noFill/>
              <a:prstDash val="solid"/>
              <a:miter/>
            </a:ln>
          </p:spPr>
          <p:txBody>
            <a:bodyPr rtlCol="0" anchor="ctr"/>
            <a:lstStyle/>
            <a:p>
              <a:endParaRPr lang="en-ID"/>
            </a:p>
          </p:txBody>
        </p:sp>
        <p:sp>
          <p:nvSpPr>
            <p:cNvPr id="2621" name="Freeform: Shape 2620">
              <a:extLst>
                <a:ext uri="{FF2B5EF4-FFF2-40B4-BE49-F238E27FC236}">
                  <a16:creationId xmlns:a16="http://schemas.microsoft.com/office/drawing/2014/main" id="{E30706C6-15AA-A186-1B87-86D92A3F18B7}"/>
                </a:ext>
              </a:extLst>
            </p:cNvPr>
            <p:cNvSpPr/>
            <p:nvPr/>
          </p:nvSpPr>
          <p:spPr>
            <a:xfrm>
              <a:off x="8372188" y="5129600"/>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22" name="Freeform: Shape 2621">
              <a:extLst>
                <a:ext uri="{FF2B5EF4-FFF2-40B4-BE49-F238E27FC236}">
                  <a16:creationId xmlns:a16="http://schemas.microsoft.com/office/drawing/2014/main" id="{6EBD8C18-0E88-ED4E-B798-675A3F6F888A}"/>
                </a:ext>
              </a:extLst>
            </p:cNvPr>
            <p:cNvSpPr/>
            <p:nvPr/>
          </p:nvSpPr>
          <p:spPr>
            <a:xfrm>
              <a:off x="1151175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623" name="Freeform: Shape 2622">
              <a:extLst>
                <a:ext uri="{FF2B5EF4-FFF2-40B4-BE49-F238E27FC236}">
                  <a16:creationId xmlns:a16="http://schemas.microsoft.com/office/drawing/2014/main" id="{22FC32A1-3638-A494-0168-32FC3DDF7D8F}"/>
                </a:ext>
              </a:extLst>
            </p:cNvPr>
            <p:cNvSpPr/>
            <p:nvPr/>
          </p:nvSpPr>
          <p:spPr>
            <a:xfrm>
              <a:off x="10883845" y="4815643"/>
              <a:ext cx="52326" cy="52326"/>
            </a:xfrm>
            <a:custGeom>
              <a:avLst/>
              <a:gdLst>
                <a:gd name="connsiteX0" fmla="*/ 26163 w 52326"/>
                <a:gd name="connsiteY0" fmla="*/ 52326 h 52326"/>
                <a:gd name="connsiteX1" fmla="*/ 51629 w 52326"/>
                <a:gd name="connsiteY1" fmla="*/ 31396 h 52326"/>
                <a:gd name="connsiteX2" fmla="*/ 52326 w 52326"/>
                <a:gd name="connsiteY2" fmla="*/ 26163 h 52326"/>
                <a:gd name="connsiteX3" fmla="*/ 26163 w 52326"/>
                <a:gd name="connsiteY3" fmla="*/ 0 h 52326"/>
                <a:gd name="connsiteX4" fmla="*/ 698 w 52326"/>
                <a:gd name="connsiteY4" fmla="*/ 2093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722" y="52326"/>
                    <a:pt x="49187" y="43256"/>
                    <a:pt x="51629" y="31396"/>
                  </a:cubicBezTo>
                  <a:cubicBezTo>
                    <a:pt x="51977" y="29652"/>
                    <a:pt x="52326" y="27907"/>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624" name="Freeform: Shape 2623">
              <a:extLst>
                <a:ext uri="{FF2B5EF4-FFF2-40B4-BE49-F238E27FC236}">
                  <a16:creationId xmlns:a16="http://schemas.microsoft.com/office/drawing/2014/main" id="{3BA286C9-CD09-0214-F682-10C3153653D7}"/>
                </a:ext>
              </a:extLst>
            </p:cNvPr>
            <p:cNvSpPr/>
            <p:nvPr/>
          </p:nvSpPr>
          <p:spPr>
            <a:xfrm>
              <a:off x="1161641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25" name="Freeform: Shape 2624">
              <a:extLst>
                <a:ext uri="{FF2B5EF4-FFF2-40B4-BE49-F238E27FC236}">
                  <a16:creationId xmlns:a16="http://schemas.microsoft.com/office/drawing/2014/main" id="{80D1EE62-BC79-7847-3BC0-E23B5C16C47B}"/>
                </a:ext>
              </a:extLst>
            </p:cNvPr>
            <p:cNvSpPr/>
            <p:nvPr/>
          </p:nvSpPr>
          <p:spPr>
            <a:xfrm>
              <a:off x="1213967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26" name="Freeform: Shape 2625">
              <a:extLst>
                <a:ext uri="{FF2B5EF4-FFF2-40B4-BE49-F238E27FC236}">
                  <a16:creationId xmlns:a16="http://schemas.microsoft.com/office/drawing/2014/main" id="{D59E6E19-3443-66E4-426F-692BF74BC853}"/>
                </a:ext>
              </a:extLst>
            </p:cNvPr>
            <p:cNvSpPr/>
            <p:nvPr/>
          </p:nvSpPr>
          <p:spPr>
            <a:xfrm>
              <a:off x="1172106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27" name="Freeform: Shape 2626">
              <a:extLst>
                <a:ext uri="{FF2B5EF4-FFF2-40B4-BE49-F238E27FC236}">
                  <a16:creationId xmlns:a16="http://schemas.microsoft.com/office/drawing/2014/main" id="{9533B8A8-772C-08D1-A21B-49784CAD1578}"/>
                </a:ext>
              </a:extLst>
            </p:cNvPr>
            <p:cNvSpPr/>
            <p:nvPr/>
          </p:nvSpPr>
          <p:spPr>
            <a:xfrm>
              <a:off x="1109315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628" name="Freeform: Shape 2627">
              <a:extLst>
                <a:ext uri="{FF2B5EF4-FFF2-40B4-BE49-F238E27FC236}">
                  <a16:creationId xmlns:a16="http://schemas.microsoft.com/office/drawing/2014/main" id="{50AAC026-9C0F-7D9C-058B-E5B2199D93C9}"/>
                </a:ext>
              </a:extLst>
            </p:cNvPr>
            <p:cNvSpPr/>
            <p:nvPr/>
          </p:nvSpPr>
          <p:spPr>
            <a:xfrm>
              <a:off x="1088384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29" name="Freeform: Shape 2628">
              <a:extLst>
                <a:ext uri="{FF2B5EF4-FFF2-40B4-BE49-F238E27FC236}">
                  <a16:creationId xmlns:a16="http://schemas.microsoft.com/office/drawing/2014/main" id="{574A6A5B-2A21-9615-00BD-F41DFF0B1345}"/>
                </a:ext>
              </a:extLst>
            </p:cNvPr>
            <p:cNvSpPr/>
            <p:nvPr/>
          </p:nvSpPr>
          <p:spPr>
            <a:xfrm>
              <a:off x="10883845" y="4187729"/>
              <a:ext cx="51984" cy="52326"/>
            </a:xfrm>
            <a:custGeom>
              <a:avLst/>
              <a:gdLst>
                <a:gd name="connsiteX0" fmla="*/ 26163 w 51984"/>
                <a:gd name="connsiteY0" fmla="*/ 0 h 52326"/>
                <a:gd name="connsiteX1" fmla="*/ 26163 w 51984"/>
                <a:gd name="connsiteY1" fmla="*/ 0 h 52326"/>
                <a:gd name="connsiteX2" fmla="*/ 13604 w 51984"/>
                <a:gd name="connsiteY2" fmla="*/ 3140 h 52326"/>
                <a:gd name="connsiteX3" fmla="*/ 0 w 51984"/>
                <a:gd name="connsiteY3" fmla="*/ 26163 h 52326"/>
                <a:gd name="connsiteX4" fmla="*/ 26163 w 51984"/>
                <a:gd name="connsiteY4" fmla="*/ 52326 h 52326"/>
                <a:gd name="connsiteX5" fmla="*/ 36279 w 51984"/>
                <a:gd name="connsiteY5" fmla="*/ 50233 h 52326"/>
                <a:gd name="connsiteX6" fmla="*/ 38023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29652" y="52326"/>
                    <a:pt x="33140" y="51628"/>
                    <a:pt x="36279" y="50233"/>
                  </a:cubicBezTo>
                  <a:cubicBezTo>
                    <a:pt x="36978" y="49884"/>
                    <a:pt x="37326" y="49535"/>
                    <a:pt x="38023" y="49535"/>
                  </a:cubicBezTo>
                  <a:cubicBezTo>
                    <a:pt x="38023" y="49535"/>
                    <a:pt x="38373" y="49535"/>
                    <a:pt x="38373" y="49187"/>
                  </a:cubicBezTo>
                  <a:cubicBezTo>
                    <a:pt x="46396" y="44652"/>
                    <a:pt x="51977" y="36280"/>
                    <a:pt x="51977"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630" name="Freeform: Shape 2629">
              <a:extLst>
                <a:ext uri="{FF2B5EF4-FFF2-40B4-BE49-F238E27FC236}">
                  <a16:creationId xmlns:a16="http://schemas.microsoft.com/office/drawing/2014/main" id="{34097152-5CE7-4FAE-7A67-CF40A3B336C9}"/>
                </a:ext>
              </a:extLst>
            </p:cNvPr>
            <p:cNvSpPr/>
            <p:nvPr/>
          </p:nvSpPr>
          <p:spPr>
            <a:xfrm>
              <a:off x="1067454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31" name="Freeform: Shape 2630">
              <a:extLst>
                <a:ext uri="{FF2B5EF4-FFF2-40B4-BE49-F238E27FC236}">
                  <a16:creationId xmlns:a16="http://schemas.microsoft.com/office/drawing/2014/main" id="{EBA1A8C8-58A9-C030-28DD-C6B7EF11402E}"/>
                </a:ext>
              </a:extLst>
            </p:cNvPr>
            <p:cNvSpPr/>
            <p:nvPr/>
          </p:nvSpPr>
          <p:spPr>
            <a:xfrm>
              <a:off x="1056988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32" name="Freeform: Shape 2631">
              <a:extLst>
                <a:ext uri="{FF2B5EF4-FFF2-40B4-BE49-F238E27FC236}">
                  <a16:creationId xmlns:a16="http://schemas.microsoft.com/office/drawing/2014/main" id="{780A933C-9B09-C3A6-EB30-9A6B52C9A3A7}"/>
                </a:ext>
              </a:extLst>
            </p:cNvPr>
            <p:cNvSpPr/>
            <p:nvPr/>
          </p:nvSpPr>
          <p:spPr>
            <a:xfrm>
              <a:off x="941871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33" name="Freeform: Shape 2632">
              <a:extLst>
                <a:ext uri="{FF2B5EF4-FFF2-40B4-BE49-F238E27FC236}">
                  <a16:creationId xmlns:a16="http://schemas.microsoft.com/office/drawing/2014/main" id="{41E46B90-C282-A682-7CD8-10E54C6E98B5}"/>
                </a:ext>
              </a:extLst>
            </p:cNvPr>
            <p:cNvSpPr/>
            <p:nvPr/>
          </p:nvSpPr>
          <p:spPr>
            <a:xfrm>
              <a:off x="931406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34" name="Freeform: Shape 2633">
              <a:extLst>
                <a:ext uri="{FF2B5EF4-FFF2-40B4-BE49-F238E27FC236}">
                  <a16:creationId xmlns:a16="http://schemas.microsoft.com/office/drawing/2014/main" id="{625E6C4C-D5C6-D5F3-58A9-8954149A13EE}"/>
                </a:ext>
              </a:extLst>
            </p:cNvPr>
            <p:cNvSpPr/>
            <p:nvPr/>
          </p:nvSpPr>
          <p:spPr>
            <a:xfrm>
              <a:off x="91047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35" name="Freeform: Shape 2634">
              <a:extLst>
                <a:ext uri="{FF2B5EF4-FFF2-40B4-BE49-F238E27FC236}">
                  <a16:creationId xmlns:a16="http://schemas.microsoft.com/office/drawing/2014/main" id="{A1E4FF9E-9F2B-1FF8-F5DF-E28A9FFA05E3}"/>
                </a:ext>
              </a:extLst>
            </p:cNvPr>
            <p:cNvSpPr/>
            <p:nvPr/>
          </p:nvSpPr>
          <p:spPr>
            <a:xfrm>
              <a:off x="879079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36" name="Freeform: Shape 2635">
              <a:extLst>
                <a:ext uri="{FF2B5EF4-FFF2-40B4-BE49-F238E27FC236}">
                  <a16:creationId xmlns:a16="http://schemas.microsoft.com/office/drawing/2014/main" id="{09FE4BE2-6522-DB81-2910-2B8035180783}"/>
                </a:ext>
              </a:extLst>
            </p:cNvPr>
            <p:cNvSpPr/>
            <p:nvPr/>
          </p:nvSpPr>
          <p:spPr>
            <a:xfrm>
              <a:off x="8686145"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637" name="Freeform: Shape 2636">
              <a:extLst>
                <a:ext uri="{FF2B5EF4-FFF2-40B4-BE49-F238E27FC236}">
                  <a16:creationId xmlns:a16="http://schemas.microsoft.com/office/drawing/2014/main" id="{FE7F9D59-A0D8-6599-FEB0-69C4F9B617E5}"/>
                </a:ext>
              </a:extLst>
            </p:cNvPr>
            <p:cNvSpPr/>
            <p:nvPr/>
          </p:nvSpPr>
          <p:spPr>
            <a:xfrm>
              <a:off x="795357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38" name="Freeform: Shape 2637">
              <a:extLst>
                <a:ext uri="{FF2B5EF4-FFF2-40B4-BE49-F238E27FC236}">
                  <a16:creationId xmlns:a16="http://schemas.microsoft.com/office/drawing/2014/main" id="{277F5A3C-5B81-1F34-B969-6FB8388981DD}"/>
                </a:ext>
              </a:extLst>
            </p:cNvPr>
            <p:cNvSpPr/>
            <p:nvPr/>
          </p:nvSpPr>
          <p:spPr>
            <a:xfrm>
              <a:off x="732566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39" name="Freeform: Shape 2638">
              <a:extLst>
                <a:ext uri="{FF2B5EF4-FFF2-40B4-BE49-F238E27FC236}">
                  <a16:creationId xmlns:a16="http://schemas.microsoft.com/office/drawing/2014/main" id="{B69F4B19-FE6B-4F94-D709-974A1E4E08DA}"/>
                </a:ext>
              </a:extLst>
            </p:cNvPr>
            <p:cNvSpPr/>
            <p:nvPr/>
          </p:nvSpPr>
          <p:spPr>
            <a:xfrm>
              <a:off x="732566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40" name="Freeform: Shape 2639">
              <a:extLst>
                <a:ext uri="{FF2B5EF4-FFF2-40B4-BE49-F238E27FC236}">
                  <a16:creationId xmlns:a16="http://schemas.microsoft.com/office/drawing/2014/main" id="{D1946F87-B3D0-DDA4-0812-B58B0391DA4D}"/>
                </a:ext>
              </a:extLst>
            </p:cNvPr>
            <p:cNvSpPr/>
            <p:nvPr/>
          </p:nvSpPr>
          <p:spPr>
            <a:xfrm>
              <a:off x="69070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41" name="Freeform: Shape 2640">
              <a:extLst>
                <a:ext uri="{FF2B5EF4-FFF2-40B4-BE49-F238E27FC236}">
                  <a16:creationId xmlns:a16="http://schemas.microsoft.com/office/drawing/2014/main" id="{CAF4A7C8-2E76-A4BD-AA86-31A93AB3DE50}"/>
                </a:ext>
              </a:extLst>
            </p:cNvPr>
            <p:cNvSpPr/>
            <p:nvPr/>
          </p:nvSpPr>
          <p:spPr>
            <a:xfrm>
              <a:off x="66977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42" name="Freeform: Shape 2641">
              <a:extLst>
                <a:ext uri="{FF2B5EF4-FFF2-40B4-BE49-F238E27FC236}">
                  <a16:creationId xmlns:a16="http://schemas.microsoft.com/office/drawing/2014/main" id="{8D0BDFEC-E1EF-3CE4-EC6E-28554B3C1A36}"/>
                </a:ext>
              </a:extLst>
            </p:cNvPr>
            <p:cNvSpPr/>
            <p:nvPr/>
          </p:nvSpPr>
          <p:spPr>
            <a:xfrm>
              <a:off x="66977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643" name="Freeform: Shape 2642">
              <a:extLst>
                <a:ext uri="{FF2B5EF4-FFF2-40B4-BE49-F238E27FC236}">
                  <a16:creationId xmlns:a16="http://schemas.microsoft.com/office/drawing/2014/main" id="{29168EC8-9CCF-E472-151A-5BB132528EB9}"/>
                </a:ext>
              </a:extLst>
            </p:cNvPr>
            <p:cNvSpPr/>
            <p:nvPr/>
          </p:nvSpPr>
          <p:spPr>
            <a:xfrm>
              <a:off x="648844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644" name="Freeform: Shape 2643">
              <a:extLst>
                <a:ext uri="{FF2B5EF4-FFF2-40B4-BE49-F238E27FC236}">
                  <a16:creationId xmlns:a16="http://schemas.microsoft.com/office/drawing/2014/main" id="{68E2F9FB-EC0B-47EF-CE8C-0C3658190E51}"/>
                </a:ext>
              </a:extLst>
            </p:cNvPr>
            <p:cNvSpPr/>
            <p:nvPr/>
          </p:nvSpPr>
          <p:spPr>
            <a:xfrm>
              <a:off x="627914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645" name="Freeform: Shape 2644">
              <a:extLst>
                <a:ext uri="{FF2B5EF4-FFF2-40B4-BE49-F238E27FC236}">
                  <a16:creationId xmlns:a16="http://schemas.microsoft.com/office/drawing/2014/main" id="{F595A2D4-B5CE-4460-24BB-478503EBE31A}"/>
                </a:ext>
              </a:extLst>
            </p:cNvPr>
            <p:cNvSpPr/>
            <p:nvPr/>
          </p:nvSpPr>
          <p:spPr>
            <a:xfrm>
              <a:off x="1004662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2442 w 52326"/>
                <a:gd name="connsiteY6" fmla="*/ 37326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4419"/>
                    <a:pt x="51977" y="22675"/>
                    <a:pt x="51629" y="20930"/>
                  </a:cubicBezTo>
                  <a:cubicBezTo>
                    <a:pt x="49187" y="9070"/>
                    <a:pt x="38722" y="0"/>
                    <a:pt x="26163" y="0"/>
                  </a:cubicBezTo>
                  <a:cubicBezTo>
                    <a:pt x="11860" y="0"/>
                    <a:pt x="0" y="11861"/>
                    <a:pt x="0" y="26163"/>
                  </a:cubicBezTo>
                  <a:cubicBezTo>
                    <a:pt x="0" y="30000"/>
                    <a:pt x="1047" y="33838"/>
                    <a:pt x="2442" y="37326"/>
                  </a:cubicBezTo>
                  <a:cubicBezTo>
                    <a:pt x="6628" y="46047"/>
                    <a:pt x="15698" y="52326"/>
                    <a:pt x="26163" y="52326"/>
                  </a:cubicBezTo>
                  <a:close/>
                </a:path>
              </a:pathLst>
            </a:custGeom>
            <a:grpFill/>
            <a:ln w="3488" cap="flat">
              <a:noFill/>
              <a:prstDash val="solid"/>
              <a:miter/>
            </a:ln>
          </p:spPr>
          <p:txBody>
            <a:bodyPr rtlCol="0" anchor="ctr"/>
            <a:lstStyle/>
            <a:p>
              <a:endParaRPr lang="en-ID"/>
            </a:p>
          </p:txBody>
        </p:sp>
        <p:sp>
          <p:nvSpPr>
            <p:cNvPr id="2646" name="Freeform: Shape 2645">
              <a:extLst>
                <a:ext uri="{FF2B5EF4-FFF2-40B4-BE49-F238E27FC236}">
                  <a16:creationId xmlns:a16="http://schemas.microsoft.com/office/drawing/2014/main" id="{3A8F86EF-7461-2D18-1C6B-DCD975627BB7}"/>
                </a:ext>
              </a:extLst>
            </p:cNvPr>
            <p:cNvSpPr/>
            <p:nvPr/>
          </p:nvSpPr>
          <p:spPr>
            <a:xfrm>
              <a:off x="10779193" y="3350510"/>
              <a:ext cx="52675" cy="52326"/>
            </a:xfrm>
            <a:custGeom>
              <a:avLst/>
              <a:gdLst>
                <a:gd name="connsiteX0" fmla="*/ 3139 w 52675"/>
                <a:gd name="connsiteY0" fmla="*/ 38721 h 52326"/>
                <a:gd name="connsiteX1" fmla="*/ 4535 w 52675"/>
                <a:gd name="connsiteY1" fmla="*/ 40814 h 52326"/>
                <a:gd name="connsiteX2" fmla="*/ 23721 w 52675"/>
                <a:gd name="connsiteY2" fmla="*/ 52326 h 52326"/>
                <a:gd name="connsiteX3" fmla="*/ 26512 w 52675"/>
                <a:gd name="connsiteY3" fmla="*/ 52326 h 52326"/>
                <a:gd name="connsiteX4" fmla="*/ 26512 w 52675"/>
                <a:gd name="connsiteY4" fmla="*/ 52326 h 52326"/>
                <a:gd name="connsiteX5" fmla="*/ 48140 w 52675"/>
                <a:gd name="connsiteY5" fmla="*/ 40814 h 52326"/>
                <a:gd name="connsiteX6" fmla="*/ 49535 w 52675"/>
                <a:gd name="connsiteY6" fmla="*/ 38721 h 52326"/>
                <a:gd name="connsiteX7" fmla="*/ 52675 w 52675"/>
                <a:gd name="connsiteY7" fmla="*/ 28954 h 52326"/>
                <a:gd name="connsiteX8" fmla="*/ 52675 w 52675"/>
                <a:gd name="connsiteY8" fmla="*/ 26163 h 52326"/>
                <a:gd name="connsiteX9" fmla="*/ 52675 w 52675"/>
                <a:gd name="connsiteY9" fmla="*/ 23372 h 52326"/>
                <a:gd name="connsiteX10" fmla="*/ 49535 w 52675"/>
                <a:gd name="connsiteY10" fmla="*/ 13605 h 52326"/>
                <a:gd name="connsiteX11" fmla="*/ 48140 w 52675"/>
                <a:gd name="connsiteY11" fmla="*/ 11512 h 52326"/>
                <a:gd name="connsiteX12" fmla="*/ 26512 w 52675"/>
                <a:gd name="connsiteY12" fmla="*/ 0 h 52326"/>
                <a:gd name="connsiteX13" fmla="*/ 26512 w 52675"/>
                <a:gd name="connsiteY13" fmla="*/ 0 h 52326"/>
                <a:gd name="connsiteX14" fmla="*/ 23721 w 52675"/>
                <a:gd name="connsiteY14" fmla="*/ 0 h 52326"/>
                <a:gd name="connsiteX15" fmla="*/ 4535 w 52675"/>
                <a:gd name="connsiteY15" fmla="*/ 11512 h 52326"/>
                <a:gd name="connsiteX16" fmla="*/ 3139 w 52675"/>
                <a:gd name="connsiteY16" fmla="*/ 13605 h 52326"/>
                <a:gd name="connsiteX17" fmla="*/ 0 w 52675"/>
                <a:gd name="connsiteY17" fmla="*/ 23372 h 52326"/>
                <a:gd name="connsiteX18" fmla="*/ 0 w 52675"/>
                <a:gd name="connsiteY18" fmla="*/ 26163 h 52326"/>
                <a:gd name="connsiteX19" fmla="*/ 0 w 52675"/>
                <a:gd name="connsiteY19" fmla="*/ 28954 h 52326"/>
                <a:gd name="connsiteX20" fmla="*/ 3139 w 52675"/>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5" h="52326">
                  <a:moveTo>
                    <a:pt x="3139" y="38721"/>
                  </a:moveTo>
                  <a:cubicBezTo>
                    <a:pt x="3488" y="39419"/>
                    <a:pt x="3838"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39" y="13605"/>
                  </a:cubicBezTo>
                  <a:cubicBezTo>
                    <a:pt x="1395" y="16744"/>
                    <a:pt x="349" y="19884"/>
                    <a:pt x="0" y="23372"/>
                  </a:cubicBezTo>
                  <a:cubicBezTo>
                    <a:pt x="0" y="24419"/>
                    <a:pt x="0" y="25117"/>
                    <a:pt x="0" y="26163"/>
                  </a:cubicBezTo>
                  <a:cubicBezTo>
                    <a:pt x="0" y="27210"/>
                    <a:pt x="0" y="27907"/>
                    <a:pt x="0" y="28954"/>
                  </a:cubicBezTo>
                  <a:cubicBezTo>
                    <a:pt x="349" y="32442"/>
                    <a:pt x="1395" y="35582"/>
                    <a:pt x="3139" y="38721"/>
                  </a:cubicBezTo>
                  <a:close/>
                </a:path>
              </a:pathLst>
            </a:custGeom>
            <a:grpFill/>
            <a:ln w="3488" cap="flat">
              <a:noFill/>
              <a:prstDash val="solid"/>
              <a:miter/>
            </a:ln>
          </p:spPr>
          <p:txBody>
            <a:bodyPr rtlCol="0" anchor="ctr"/>
            <a:lstStyle/>
            <a:p>
              <a:endParaRPr lang="en-ID"/>
            </a:p>
          </p:txBody>
        </p:sp>
        <p:sp>
          <p:nvSpPr>
            <p:cNvPr id="2647" name="Freeform: Shape 2646">
              <a:extLst>
                <a:ext uri="{FF2B5EF4-FFF2-40B4-BE49-F238E27FC236}">
                  <a16:creationId xmlns:a16="http://schemas.microsoft.com/office/drawing/2014/main" id="{EA0E1158-77FD-5B7F-3716-DE8508600610}"/>
                </a:ext>
              </a:extLst>
            </p:cNvPr>
            <p:cNvSpPr/>
            <p:nvPr/>
          </p:nvSpPr>
          <p:spPr>
            <a:xfrm>
              <a:off x="1203502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48" name="Freeform: Shape 2647">
              <a:extLst>
                <a:ext uri="{FF2B5EF4-FFF2-40B4-BE49-F238E27FC236}">
                  <a16:creationId xmlns:a16="http://schemas.microsoft.com/office/drawing/2014/main" id="{62B5650B-8971-6517-DD80-09001DCBF429}"/>
                </a:ext>
              </a:extLst>
            </p:cNvPr>
            <p:cNvSpPr/>
            <p:nvPr/>
          </p:nvSpPr>
          <p:spPr>
            <a:xfrm>
              <a:off x="1213967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49" name="Freeform: Shape 2648">
              <a:extLst>
                <a:ext uri="{FF2B5EF4-FFF2-40B4-BE49-F238E27FC236}">
                  <a16:creationId xmlns:a16="http://schemas.microsoft.com/office/drawing/2014/main" id="{A7392868-D5A3-E023-3AC8-7FCDC7CB8769}"/>
                </a:ext>
              </a:extLst>
            </p:cNvPr>
            <p:cNvSpPr/>
            <p:nvPr/>
          </p:nvSpPr>
          <p:spPr>
            <a:xfrm>
              <a:off x="1172106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50" name="Freeform: Shape 2649">
              <a:extLst>
                <a:ext uri="{FF2B5EF4-FFF2-40B4-BE49-F238E27FC236}">
                  <a16:creationId xmlns:a16="http://schemas.microsoft.com/office/drawing/2014/main" id="{57175345-7128-1AB1-8E09-2A1ACD35387F}"/>
                </a:ext>
              </a:extLst>
            </p:cNvPr>
            <p:cNvSpPr/>
            <p:nvPr/>
          </p:nvSpPr>
          <p:spPr>
            <a:xfrm>
              <a:off x="1109315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51" name="Freeform: Shape 2650">
              <a:extLst>
                <a:ext uri="{FF2B5EF4-FFF2-40B4-BE49-F238E27FC236}">
                  <a16:creationId xmlns:a16="http://schemas.microsoft.com/office/drawing/2014/main" id="{7916F420-6818-8DFD-DB9C-F09D729DAB21}"/>
                </a:ext>
              </a:extLst>
            </p:cNvPr>
            <p:cNvSpPr/>
            <p:nvPr/>
          </p:nvSpPr>
          <p:spPr>
            <a:xfrm>
              <a:off x="1004662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652" name="Freeform: Shape 2651">
              <a:extLst>
                <a:ext uri="{FF2B5EF4-FFF2-40B4-BE49-F238E27FC236}">
                  <a16:creationId xmlns:a16="http://schemas.microsoft.com/office/drawing/2014/main" id="{24A5E05D-307B-9B9E-0349-3F8D2656E561}"/>
                </a:ext>
              </a:extLst>
            </p:cNvPr>
            <p:cNvSpPr/>
            <p:nvPr/>
          </p:nvSpPr>
          <p:spPr>
            <a:xfrm>
              <a:off x="1004662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53" name="Freeform: Shape 2652">
              <a:extLst>
                <a:ext uri="{FF2B5EF4-FFF2-40B4-BE49-F238E27FC236}">
                  <a16:creationId xmlns:a16="http://schemas.microsoft.com/office/drawing/2014/main" id="{2EEEA490-BC11-69D0-D97D-2BE9D81493FC}"/>
                </a:ext>
              </a:extLst>
            </p:cNvPr>
            <p:cNvSpPr/>
            <p:nvPr/>
          </p:nvSpPr>
          <p:spPr>
            <a:xfrm>
              <a:off x="9837321" y="4501686"/>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0 w 52326"/>
                <a:gd name="connsiteY3" fmla="*/ 26163 h 52326"/>
                <a:gd name="connsiteX4" fmla="*/ 26163 w 52326"/>
                <a:gd name="connsiteY4" fmla="*/ 52326 h 52326"/>
                <a:gd name="connsiteX5" fmla="*/ 38722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30698" y="52326"/>
                    <a:pt x="34884" y="51280"/>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654" name="Freeform: Shape 2653">
              <a:extLst>
                <a:ext uri="{FF2B5EF4-FFF2-40B4-BE49-F238E27FC236}">
                  <a16:creationId xmlns:a16="http://schemas.microsoft.com/office/drawing/2014/main" id="{357CD29C-6CF7-045D-B4FF-BDC1A3C68451}"/>
                </a:ext>
              </a:extLst>
            </p:cNvPr>
            <p:cNvSpPr/>
            <p:nvPr/>
          </p:nvSpPr>
          <p:spPr>
            <a:xfrm>
              <a:off x="1015127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55" name="Freeform: Shape 2654">
              <a:extLst>
                <a:ext uri="{FF2B5EF4-FFF2-40B4-BE49-F238E27FC236}">
                  <a16:creationId xmlns:a16="http://schemas.microsoft.com/office/drawing/2014/main" id="{5ABF5E6C-9E00-48BD-9F0D-8B506EE551FB}"/>
                </a:ext>
              </a:extLst>
            </p:cNvPr>
            <p:cNvSpPr/>
            <p:nvPr/>
          </p:nvSpPr>
          <p:spPr>
            <a:xfrm>
              <a:off x="9628017"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656" name="Freeform: Shape 2655">
              <a:extLst>
                <a:ext uri="{FF2B5EF4-FFF2-40B4-BE49-F238E27FC236}">
                  <a16:creationId xmlns:a16="http://schemas.microsoft.com/office/drawing/2014/main" id="{6475E7F0-A78C-352D-4EA4-55F59E912121}"/>
                </a:ext>
              </a:extLst>
            </p:cNvPr>
            <p:cNvSpPr/>
            <p:nvPr/>
          </p:nvSpPr>
          <p:spPr>
            <a:xfrm>
              <a:off x="941871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57" name="Freeform: Shape 2656">
              <a:extLst>
                <a:ext uri="{FF2B5EF4-FFF2-40B4-BE49-F238E27FC236}">
                  <a16:creationId xmlns:a16="http://schemas.microsoft.com/office/drawing/2014/main" id="{DADFFB2D-CDF5-81D3-0984-8FEAF82550C8}"/>
                </a:ext>
              </a:extLst>
            </p:cNvPr>
            <p:cNvSpPr/>
            <p:nvPr/>
          </p:nvSpPr>
          <p:spPr>
            <a:xfrm>
              <a:off x="837218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58" name="Freeform: Shape 2657">
              <a:extLst>
                <a:ext uri="{FF2B5EF4-FFF2-40B4-BE49-F238E27FC236}">
                  <a16:creationId xmlns:a16="http://schemas.microsoft.com/office/drawing/2014/main" id="{F692A6B1-A3F2-18D0-F6DF-726FDFAB69D9}"/>
                </a:ext>
              </a:extLst>
            </p:cNvPr>
            <p:cNvSpPr/>
            <p:nvPr/>
          </p:nvSpPr>
          <p:spPr>
            <a:xfrm>
              <a:off x="816288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59" name="Freeform: Shape 2658">
              <a:extLst>
                <a:ext uri="{FF2B5EF4-FFF2-40B4-BE49-F238E27FC236}">
                  <a16:creationId xmlns:a16="http://schemas.microsoft.com/office/drawing/2014/main" id="{131CD4B2-A49F-FEEB-9940-D57F4B5B53D2}"/>
                </a:ext>
              </a:extLst>
            </p:cNvPr>
            <p:cNvSpPr/>
            <p:nvPr/>
          </p:nvSpPr>
          <p:spPr>
            <a:xfrm>
              <a:off x="648844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60" name="Freeform: Shape 2659">
              <a:extLst>
                <a:ext uri="{FF2B5EF4-FFF2-40B4-BE49-F238E27FC236}">
                  <a16:creationId xmlns:a16="http://schemas.microsoft.com/office/drawing/2014/main" id="{572802BE-7312-BE52-2312-2760B64B3B67}"/>
                </a:ext>
              </a:extLst>
            </p:cNvPr>
            <p:cNvSpPr/>
            <p:nvPr/>
          </p:nvSpPr>
          <p:spPr>
            <a:xfrm>
              <a:off x="7848927" y="5338905"/>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661" name="Freeform: Shape 2660">
              <a:extLst>
                <a:ext uri="{FF2B5EF4-FFF2-40B4-BE49-F238E27FC236}">
                  <a16:creationId xmlns:a16="http://schemas.microsoft.com/office/drawing/2014/main" id="{9D62AC60-00AE-9008-85EE-4D9F2DBF13F2}"/>
                </a:ext>
              </a:extLst>
            </p:cNvPr>
            <p:cNvSpPr/>
            <p:nvPr/>
          </p:nvSpPr>
          <p:spPr>
            <a:xfrm>
              <a:off x="10151278" y="4397034"/>
              <a:ext cx="52326" cy="52326"/>
            </a:xfrm>
            <a:custGeom>
              <a:avLst/>
              <a:gdLst>
                <a:gd name="connsiteX0" fmla="*/ 36978 w 52326"/>
                <a:gd name="connsiteY0" fmla="*/ 2442 h 52326"/>
                <a:gd name="connsiteX1" fmla="*/ 29302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8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8" y="2442"/>
                  </a:moveTo>
                  <a:cubicBezTo>
                    <a:pt x="34535" y="1395"/>
                    <a:pt x="31745" y="698"/>
                    <a:pt x="29302" y="349"/>
                  </a:cubicBezTo>
                  <a:cubicBezTo>
                    <a:pt x="28256" y="349"/>
                    <a:pt x="27210" y="0"/>
                    <a:pt x="26163" y="0"/>
                  </a:cubicBez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5698"/>
                    <a:pt x="46047" y="6628"/>
                    <a:pt x="36978" y="2442"/>
                  </a:cubicBezTo>
                  <a:close/>
                </a:path>
              </a:pathLst>
            </a:custGeom>
            <a:grpFill/>
            <a:ln w="3488" cap="flat">
              <a:noFill/>
              <a:prstDash val="solid"/>
              <a:miter/>
            </a:ln>
          </p:spPr>
          <p:txBody>
            <a:bodyPr rtlCol="0" anchor="ctr"/>
            <a:lstStyle/>
            <a:p>
              <a:endParaRPr lang="en-ID"/>
            </a:p>
          </p:txBody>
        </p:sp>
        <p:sp>
          <p:nvSpPr>
            <p:cNvPr id="2662" name="Freeform: Shape 2661">
              <a:extLst>
                <a:ext uri="{FF2B5EF4-FFF2-40B4-BE49-F238E27FC236}">
                  <a16:creationId xmlns:a16="http://schemas.microsoft.com/office/drawing/2014/main" id="{E494526F-B4F3-3F1F-DBD3-DB5DFEA7C904}"/>
                </a:ext>
              </a:extLst>
            </p:cNvPr>
            <p:cNvSpPr/>
            <p:nvPr/>
          </p:nvSpPr>
          <p:spPr>
            <a:xfrm>
              <a:off x="9628017" y="3873772"/>
              <a:ext cx="52326" cy="52326"/>
            </a:xfrm>
            <a:custGeom>
              <a:avLst/>
              <a:gdLst>
                <a:gd name="connsiteX0" fmla="*/ 26163 w 52326"/>
                <a:gd name="connsiteY0" fmla="*/ 52326 h 52326"/>
                <a:gd name="connsiteX1" fmla="*/ 52326 w 52326"/>
                <a:gd name="connsiteY1" fmla="*/ 26163 h 52326"/>
                <a:gd name="connsiteX2" fmla="*/ 50233 w 52326"/>
                <a:gd name="connsiteY2" fmla="*/ 16047 h 52326"/>
                <a:gd name="connsiteX3" fmla="*/ 49187 w 52326"/>
                <a:gd name="connsiteY3" fmla="*/ 13954 h 52326"/>
                <a:gd name="connsiteX4" fmla="*/ 49187 w 52326"/>
                <a:gd name="connsiteY4" fmla="*/ 13605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4535 w 52326"/>
                <a:gd name="connsiteY9" fmla="*/ 40814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cubicBezTo>
                    <a:pt x="40466" y="52326"/>
                    <a:pt x="52326" y="40465"/>
                    <a:pt x="52326" y="26163"/>
                  </a:cubicBezTo>
                  <a:cubicBezTo>
                    <a:pt x="52326" y="22675"/>
                    <a:pt x="51629" y="19186"/>
                    <a:pt x="50233" y="16047"/>
                  </a:cubicBezTo>
                  <a:cubicBezTo>
                    <a:pt x="49884" y="15349"/>
                    <a:pt x="49535" y="14651"/>
                    <a:pt x="49187" y="13954"/>
                  </a:cubicBezTo>
                  <a:cubicBezTo>
                    <a:pt x="49187" y="13954"/>
                    <a:pt x="49187" y="13605"/>
                    <a:pt x="49187" y="13605"/>
                  </a:cubicBezTo>
                  <a:cubicBezTo>
                    <a:pt x="44652" y="5581"/>
                    <a:pt x="36279" y="0"/>
                    <a:pt x="26163" y="0"/>
                  </a:cubicBezTo>
                  <a:lnTo>
                    <a:pt x="26163" y="0"/>
                  </a:lnTo>
                  <a:cubicBezTo>
                    <a:pt x="11860" y="0"/>
                    <a:pt x="0" y="11861"/>
                    <a:pt x="0" y="26163"/>
                  </a:cubicBezTo>
                  <a:lnTo>
                    <a:pt x="0" y="26163"/>
                  </a:lnTo>
                  <a:cubicBezTo>
                    <a:pt x="0" y="31744"/>
                    <a:pt x="1744" y="36628"/>
                    <a:pt x="4535" y="40814"/>
                  </a:cubicBezTo>
                  <a:cubicBezTo>
                    <a:pt x="9070" y="47791"/>
                    <a:pt x="17093" y="52326"/>
                    <a:pt x="26163" y="52326"/>
                  </a:cubicBezTo>
                  <a:close/>
                </a:path>
              </a:pathLst>
            </a:custGeom>
            <a:grpFill/>
            <a:ln w="3488" cap="flat">
              <a:noFill/>
              <a:prstDash val="solid"/>
              <a:miter/>
            </a:ln>
          </p:spPr>
          <p:txBody>
            <a:bodyPr rtlCol="0" anchor="ctr"/>
            <a:lstStyle/>
            <a:p>
              <a:endParaRPr lang="en-ID"/>
            </a:p>
          </p:txBody>
        </p:sp>
        <p:sp>
          <p:nvSpPr>
            <p:cNvPr id="2663" name="Freeform: Shape 2662">
              <a:extLst>
                <a:ext uri="{FF2B5EF4-FFF2-40B4-BE49-F238E27FC236}">
                  <a16:creationId xmlns:a16="http://schemas.microsoft.com/office/drawing/2014/main" id="{3661EA39-D3FF-5B98-1DA6-7F86B8808B10}"/>
                </a:ext>
              </a:extLst>
            </p:cNvPr>
            <p:cNvSpPr/>
            <p:nvPr/>
          </p:nvSpPr>
          <p:spPr>
            <a:xfrm>
              <a:off x="1036058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0 w 52326"/>
                <a:gd name="connsiteY3" fmla="*/ 26163 h 52326"/>
                <a:gd name="connsiteX4" fmla="*/ 349 w 52326"/>
                <a:gd name="connsiteY4" fmla="*/ 30000 h 52326"/>
                <a:gd name="connsiteX5" fmla="*/ 1047 w 52326"/>
                <a:gd name="connsiteY5" fmla="*/ 33837 h 52326"/>
                <a:gd name="connsiteX6" fmla="*/ 26163 w 52326"/>
                <a:gd name="connsiteY6" fmla="*/ 52326 h 52326"/>
                <a:gd name="connsiteX7" fmla="*/ 38722 w 52326"/>
                <a:gd name="connsiteY7" fmla="*/ 49187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1860" y="0"/>
                    <a:pt x="0" y="11861"/>
                    <a:pt x="0" y="26163"/>
                  </a:cubicBezTo>
                  <a:cubicBezTo>
                    <a:pt x="0" y="26163"/>
                    <a:pt x="0" y="26163"/>
                    <a:pt x="0" y="26163"/>
                  </a:cubicBezTo>
                  <a:cubicBezTo>
                    <a:pt x="0" y="27559"/>
                    <a:pt x="0" y="28605"/>
                    <a:pt x="349" y="30000"/>
                  </a:cubicBezTo>
                  <a:cubicBezTo>
                    <a:pt x="698" y="31396"/>
                    <a:pt x="698" y="32791"/>
                    <a:pt x="1047" y="33837"/>
                  </a:cubicBezTo>
                  <a:cubicBezTo>
                    <a:pt x="4186" y="44652"/>
                    <a:pt x="14303" y="52326"/>
                    <a:pt x="26163" y="52326"/>
                  </a:cubicBezTo>
                  <a:cubicBezTo>
                    <a:pt x="30698" y="52326"/>
                    <a:pt x="34884" y="51279"/>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664" name="Freeform: Shape 2663">
              <a:extLst>
                <a:ext uri="{FF2B5EF4-FFF2-40B4-BE49-F238E27FC236}">
                  <a16:creationId xmlns:a16="http://schemas.microsoft.com/office/drawing/2014/main" id="{48790E76-4FB6-1DB1-8750-FE39D1606BD2}"/>
                </a:ext>
              </a:extLst>
            </p:cNvPr>
            <p:cNvSpPr/>
            <p:nvPr/>
          </p:nvSpPr>
          <p:spPr>
            <a:xfrm>
              <a:off x="11616412"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80" y="349"/>
                    <a:pt x="20930" y="349"/>
                  </a:cubicBezTo>
                  <a:cubicBezTo>
                    <a:pt x="9070" y="2791"/>
                    <a:pt x="0" y="13256"/>
                    <a:pt x="0" y="25814"/>
                  </a:cubicBezTo>
                  <a:cubicBezTo>
                    <a:pt x="0" y="40117"/>
                    <a:pt x="11860" y="51977"/>
                    <a:pt x="26163" y="51977"/>
                  </a:cubicBezTo>
                  <a:lnTo>
                    <a:pt x="26163" y="51977"/>
                  </a:ln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665" name="Freeform: Shape 2664">
              <a:extLst>
                <a:ext uri="{FF2B5EF4-FFF2-40B4-BE49-F238E27FC236}">
                  <a16:creationId xmlns:a16="http://schemas.microsoft.com/office/drawing/2014/main" id="{730CF6E5-5570-CC04-5287-2429E415938A}"/>
                </a:ext>
              </a:extLst>
            </p:cNvPr>
            <p:cNvSpPr/>
            <p:nvPr/>
          </p:nvSpPr>
          <p:spPr>
            <a:xfrm>
              <a:off x="983732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66" name="Freeform: Shape 2665">
              <a:extLst>
                <a:ext uri="{FF2B5EF4-FFF2-40B4-BE49-F238E27FC236}">
                  <a16:creationId xmlns:a16="http://schemas.microsoft.com/office/drawing/2014/main" id="{1E6EF27F-9866-A1C8-D749-44A894F4C1AA}"/>
                </a:ext>
              </a:extLst>
            </p:cNvPr>
            <p:cNvSpPr/>
            <p:nvPr/>
          </p:nvSpPr>
          <p:spPr>
            <a:xfrm>
              <a:off x="994197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67" name="Freeform: Shape 2666">
              <a:extLst>
                <a:ext uri="{FF2B5EF4-FFF2-40B4-BE49-F238E27FC236}">
                  <a16:creationId xmlns:a16="http://schemas.microsoft.com/office/drawing/2014/main" id="{A9C7EC53-D965-B231-837B-BF9D6671B727}"/>
                </a:ext>
              </a:extLst>
            </p:cNvPr>
            <p:cNvSpPr/>
            <p:nvPr/>
          </p:nvSpPr>
          <p:spPr>
            <a:xfrm>
              <a:off x="99419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68" name="Freeform: Shape 2667">
              <a:extLst>
                <a:ext uri="{FF2B5EF4-FFF2-40B4-BE49-F238E27FC236}">
                  <a16:creationId xmlns:a16="http://schemas.microsoft.com/office/drawing/2014/main" id="{2084CBBA-54B3-ACBF-35B3-282FB6BB917C}"/>
                </a:ext>
              </a:extLst>
            </p:cNvPr>
            <p:cNvSpPr/>
            <p:nvPr/>
          </p:nvSpPr>
          <p:spPr>
            <a:xfrm>
              <a:off x="88954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69" name="Freeform: Shape 2668">
              <a:extLst>
                <a:ext uri="{FF2B5EF4-FFF2-40B4-BE49-F238E27FC236}">
                  <a16:creationId xmlns:a16="http://schemas.microsoft.com/office/drawing/2014/main" id="{05AE5EF7-03CE-E2B0-3FEE-9F6C51676B32}"/>
                </a:ext>
              </a:extLst>
            </p:cNvPr>
            <p:cNvSpPr/>
            <p:nvPr/>
          </p:nvSpPr>
          <p:spPr>
            <a:xfrm>
              <a:off x="879079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70" name="Freeform: Shape 2669">
              <a:extLst>
                <a:ext uri="{FF2B5EF4-FFF2-40B4-BE49-F238E27FC236}">
                  <a16:creationId xmlns:a16="http://schemas.microsoft.com/office/drawing/2014/main" id="{5AC8CD44-BDE1-5548-30A6-400CC8801F1D}"/>
                </a:ext>
              </a:extLst>
            </p:cNvPr>
            <p:cNvSpPr/>
            <p:nvPr/>
          </p:nvSpPr>
          <p:spPr>
            <a:xfrm>
              <a:off x="8685796" y="5128903"/>
              <a:ext cx="52675" cy="52682"/>
            </a:xfrm>
            <a:custGeom>
              <a:avLst/>
              <a:gdLst>
                <a:gd name="connsiteX0" fmla="*/ 52675 w 52675"/>
                <a:gd name="connsiteY0" fmla="*/ 26861 h 52682"/>
                <a:gd name="connsiteX1" fmla="*/ 52675 w 52675"/>
                <a:gd name="connsiteY1" fmla="*/ 24070 h 52682"/>
                <a:gd name="connsiteX2" fmla="*/ 47094 w 52675"/>
                <a:gd name="connsiteY2" fmla="*/ 10465 h 52682"/>
                <a:gd name="connsiteX3" fmla="*/ 45001 w 52675"/>
                <a:gd name="connsiteY3" fmla="*/ 8023 h 52682"/>
                <a:gd name="connsiteX4" fmla="*/ 42559 w 52675"/>
                <a:gd name="connsiteY4" fmla="*/ 5930 h 52682"/>
                <a:gd name="connsiteX5" fmla="*/ 37675 w 52675"/>
                <a:gd name="connsiteY5" fmla="*/ 2790 h 52682"/>
                <a:gd name="connsiteX6" fmla="*/ 29652 w 52675"/>
                <a:gd name="connsiteY6" fmla="*/ 349 h 52682"/>
                <a:gd name="connsiteX7" fmla="*/ 26163 w 52675"/>
                <a:gd name="connsiteY7" fmla="*/ 0 h 52682"/>
                <a:gd name="connsiteX8" fmla="*/ 23373 w 52675"/>
                <a:gd name="connsiteY8" fmla="*/ 0 h 52682"/>
                <a:gd name="connsiteX9" fmla="*/ 13605 w 52675"/>
                <a:gd name="connsiteY9" fmla="*/ 3139 h 52682"/>
                <a:gd name="connsiteX10" fmla="*/ 11512 w 52675"/>
                <a:gd name="connsiteY10" fmla="*/ 4535 h 52682"/>
                <a:gd name="connsiteX11" fmla="*/ 0 w 52675"/>
                <a:gd name="connsiteY11" fmla="*/ 23721 h 52682"/>
                <a:gd name="connsiteX12" fmla="*/ 0 w 52675"/>
                <a:gd name="connsiteY12" fmla="*/ 26512 h 52682"/>
                <a:gd name="connsiteX13" fmla="*/ 0 w 52675"/>
                <a:gd name="connsiteY13" fmla="*/ 26512 h 52682"/>
                <a:gd name="connsiteX14" fmla="*/ 349 w 52675"/>
                <a:gd name="connsiteY14" fmla="*/ 30349 h 52682"/>
                <a:gd name="connsiteX15" fmla="*/ 1047 w 52675"/>
                <a:gd name="connsiteY15" fmla="*/ 34186 h 52682"/>
                <a:gd name="connsiteX16" fmla="*/ 26163 w 52675"/>
                <a:gd name="connsiteY16" fmla="*/ 52675 h 52682"/>
                <a:gd name="connsiteX17" fmla="*/ 52675 w 52675"/>
                <a:gd name="connsiteY17" fmla="*/ 26861 h 52682"/>
                <a:gd name="connsiteX18" fmla="*/ 52675 w 52675"/>
                <a:gd name="connsiteY18" fmla="*/ 26861 h 5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675" h="52682">
                  <a:moveTo>
                    <a:pt x="52675" y="26861"/>
                  </a:moveTo>
                  <a:cubicBezTo>
                    <a:pt x="52675" y="25814"/>
                    <a:pt x="52675" y="25116"/>
                    <a:pt x="52675" y="24070"/>
                  </a:cubicBezTo>
                  <a:cubicBezTo>
                    <a:pt x="52326" y="19186"/>
                    <a:pt x="50234" y="14302"/>
                    <a:pt x="47094" y="10465"/>
                  </a:cubicBezTo>
                  <a:cubicBezTo>
                    <a:pt x="46396" y="9767"/>
                    <a:pt x="45699" y="8721"/>
                    <a:pt x="45001" y="8023"/>
                  </a:cubicBezTo>
                  <a:cubicBezTo>
                    <a:pt x="44304" y="7326"/>
                    <a:pt x="43605" y="6628"/>
                    <a:pt x="42559" y="5930"/>
                  </a:cubicBezTo>
                  <a:cubicBezTo>
                    <a:pt x="41163" y="4883"/>
                    <a:pt x="39419" y="3837"/>
                    <a:pt x="37675" y="2790"/>
                  </a:cubicBezTo>
                  <a:cubicBezTo>
                    <a:pt x="35233" y="1744"/>
                    <a:pt x="32442" y="698"/>
                    <a:pt x="29652" y="349"/>
                  </a:cubicBezTo>
                  <a:cubicBezTo>
                    <a:pt x="28606" y="349"/>
                    <a:pt x="27559" y="0"/>
                    <a:pt x="26163" y="0"/>
                  </a:cubicBezTo>
                  <a:cubicBezTo>
                    <a:pt x="25117" y="0"/>
                    <a:pt x="24419" y="0"/>
                    <a:pt x="23373" y="0"/>
                  </a:cubicBezTo>
                  <a:cubicBezTo>
                    <a:pt x="19885" y="349"/>
                    <a:pt x="16396" y="1395"/>
                    <a:pt x="13605" y="3139"/>
                  </a:cubicBezTo>
                  <a:cubicBezTo>
                    <a:pt x="12908" y="3488"/>
                    <a:pt x="12209" y="3837"/>
                    <a:pt x="11512" y="4535"/>
                  </a:cubicBezTo>
                  <a:cubicBezTo>
                    <a:pt x="5233" y="8721"/>
                    <a:pt x="1047" y="15698"/>
                    <a:pt x="0" y="23721"/>
                  </a:cubicBezTo>
                  <a:cubicBezTo>
                    <a:pt x="0" y="24768"/>
                    <a:pt x="0" y="25465"/>
                    <a:pt x="0" y="26512"/>
                  </a:cubicBezTo>
                  <a:cubicBezTo>
                    <a:pt x="0" y="26512"/>
                    <a:pt x="0" y="26512"/>
                    <a:pt x="0" y="26512"/>
                  </a:cubicBezTo>
                  <a:cubicBezTo>
                    <a:pt x="0" y="27907"/>
                    <a:pt x="0" y="28954"/>
                    <a:pt x="349" y="30349"/>
                  </a:cubicBezTo>
                  <a:cubicBezTo>
                    <a:pt x="698" y="31744"/>
                    <a:pt x="698" y="33140"/>
                    <a:pt x="1047" y="34186"/>
                  </a:cubicBezTo>
                  <a:cubicBezTo>
                    <a:pt x="4187" y="45000"/>
                    <a:pt x="14303" y="52675"/>
                    <a:pt x="26163" y="52675"/>
                  </a:cubicBezTo>
                  <a:cubicBezTo>
                    <a:pt x="40815" y="53024"/>
                    <a:pt x="52675" y="41163"/>
                    <a:pt x="52675" y="26861"/>
                  </a:cubicBezTo>
                  <a:cubicBezTo>
                    <a:pt x="52675" y="26861"/>
                    <a:pt x="52675" y="26861"/>
                    <a:pt x="52675" y="26861"/>
                  </a:cubicBezTo>
                  <a:close/>
                </a:path>
              </a:pathLst>
            </a:custGeom>
            <a:grpFill/>
            <a:ln w="3488" cap="flat">
              <a:noFill/>
              <a:prstDash val="solid"/>
              <a:miter/>
            </a:ln>
          </p:spPr>
          <p:txBody>
            <a:bodyPr rtlCol="0" anchor="ctr"/>
            <a:lstStyle/>
            <a:p>
              <a:endParaRPr lang="en-ID"/>
            </a:p>
          </p:txBody>
        </p:sp>
        <p:sp>
          <p:nvSpPr>
            <p:cNvPr id="2671" name="Freeform: Shape 2670">
              <a:extLst>
                <a:ext uri="{FF2B5EF4-FFF2-40B4-BE49-F238E27FC236}">
                  <a16:creationId xmlns:a16="http://schemas.microsoft.com/office/drawing/2014/main" id="{00DE06CE-601E-3106-A4B9-5283592C7D76}"/>
                </a:ext>
              </a:extLst>
            </p:cNvPr>
            <p:cNvSpPr/>
            <p:nvPr/>
          </p:nvSpPr>
          <p:spPr>
            <a:xfrm>
              <a:off x="8581493"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672" name="Freeform: Shape 2671">
              <a:extLst>
                <a:ext uri="{FF2B5EF4-FFF2-40B4-BE49-F238E27FC236}">
                  <a16:creationId xmlns:a16="http://schemas.microsoft.com/office/drawing/2014/main" id="{D732D510-B807-D3D6-2BBB-2F3D2C84F3EA}"/>
                </a:ext>
              </a:extLst>
            </p:cNvPr>
            <p:cNvSpPr/>
            <p:nvPr/>
          </p:nvSpPr>
          <p:spPr>
            <a:xfrm rot="21046898">
              <a:off x="8581647" y="3978308"/>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2673" name="Freeform: Shape 2672">
              <a:extLst>
                <a:ext uri="{FF2B5EF4-FFF2-40B4-BE49-F238E27FC236}">
                  <a16:creationId xmlns:a16="http://schemas.microsoft.com/office/drawing/2014/main" id="{15461B28-AE54-E99B-708F-D0CC4E407836}"/>
                </a:ext>
              </a:extLst>
            </p:cNvPr>
            <p:cNvSpPr/>
            <p:nvPr/>
          </p:nvSpPr>
          <p:spPr>
            <a:xfrm>
              <a:off x="847684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74" name="Freeform: Shape 2673">
              <a:extLst>
                <a:ext uri="{FF2B5EF4-FFF2-40B4-BE49-F238E27FC236}">
                  <a16:creationId xmlns:a16="http://schemas.microsoft.com/office/drawing/2014/main" id="{9A7F81BA-7C47-666A-8C66-DDF9C614A669}"/>
                </a:ext>
              </a:extLst>
            </p:cNvPr>
            <p:cNvSpPr/>
            <p:nvPr/>
          </p:nvSpPr>
          <p:spPr>
            <a:xfrm>
              <a:off x="8372188"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75" name="Freeform: Shape 2674">
              <a:extLst>
                <a:ext uri="{FF2B5EF4-FFF2-40B4-BE49-F238E27FC236}">
                  <a16:creationId xmlns:a16="http://schemas.microsoft.com/office/drawing/2014/main" id="{1B8017D6-7309-FADE-C465-D6AD3DBE9EBD}"/>
                </a:ext>
              </a:extLst>
            </p:cNvPr>
            <p:cNvSpPr/>
            <p:nvPr/>
          </p:nvSpPr>
          <p:spPr>
            <a:xfrm>
              <a:off x="79535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76" name="Freeform: Shape 2675">
              <a:extLst>
                <a:ext uri="{FF2B5EF4-FFF2-40B4-BE49-F238E27FC236}">
                  <a16:creationId xmlns:a16="http://schemas.microsoft.com/office/drawing/2014/main" id="{AD933719-63E3-A881-8359-0AAE72107877}"/>
                </a:ext>
              </a:extLst>
            </p:cNvPr>
            <p:cNvSpPr/>
            <p:nvPr/>
          </p:nvSpPr>
          <p:spPr>
            <a:xfrm>
              <a:off x="774427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77" name="Freeform: Shape 2676">
              <a:extLst>
                <a:ext uri="{FF2B5EF4-FFF2-40B4-BE49-F238E27FC236}">
                  <a16:creationId xmlns:a16="http://schemas.microsoft.com/office/drawing/2014/main" id="{37DCB427-C201-C5C8-F8F9-112C38AFBF1E}"/>
                </a:ext>
              </a:extLst>
            </p:cNvPr>
            <p:cNvSpPr/>
            <p:nvPr/>
          </p:nvSpPr>
          <p:spPr>
            <a:xfrm>
              <a:off x="72210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678" name="Freeform: Shape 2677">
              <a:extLst>
                <a:ext uri="{FF2B5EF4-FFF2-40B4-BE49-F238E27FC236}">
                  <a16:creationId xmlns:a16="http://schemas.microsoft.com/office/drawing/2014/main" id="{BF943A18-6186-5090-C59C-73B812F0BD1C}"/>
                </a:ext>
              </a:extLst>
            </p:cNvPr>
            <p:cNvSpPr/>
            <p:nvPr/>
          </p:nvSpPr>
          <p:spPr>
            <a:xfrm>
              <a:off x="7011708"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79" name="Freeform: Shape 2678">
              <a:extLst>
                <a:ext uri="{FF2B5EF4-FFF2-40B4-BE49-F238E27FC236}">
                  <a16:creationId xmlns:a16="http://schemas.microsoft.com/office/drawing/2014/main" id="{22BA9466-7C55-DCEF-50E5-8902878A5FE2}"/>
                </a:ext>
              </a:extLst>
            </p:cNvPr>
            <p:cNvSpPr/>
            <p:nvPr/>
          </p:nvSpPr>
          <p:spPr>
            <a:xfrm>
              <a:off x="69070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80" name="Freeform: Shape 2679">
              <a:extLst>
                <a:ext uri="{FF2B5EF4-FFF2-40B4-BE49-F238E27FC236}">
                  <a16:creationId xmlns:a16="http://schemas.microsoft.com/office/drawing/2014/main" id="{6B4944D5-77FB-ED69-31D7-40488958099B}"/>
                </a:ext>
              </a:extLst>
            </p:cNvPr>
            <p:cNvSpPr/>
            <p:nvPr/>
          </p:nvSpPr>
          <p:spPr>
            <a:xfrm>
              <a:off x="6697751"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81" name="Freeform: Shape 2680">
              <a:extLst>
                <a:ext uri="{FF2B5EF4-FFF2-40B4-BE49-F238E27FC236}">
                  <a16:creationId xmlns:a16="http://schemas.microsoft.com/office/drawing/2014/main" id="{C2649148-2B78-B491-AADA-0A583C63B315}"/>
                </a:ext>
              </a:extLst>
            </p:cNvPr>
            <p:cNvSpPr/>
            <p:nvPr/>
          </p:nvSpPr>
          <p:spPr>
            <a:xfrm>
              <a:off x="1182571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82" name="Freeform: Shape 2681">
              <a:extLst>
                <a:ext uri="{FF2B5EF4-FFF2-40B4-BE49-F238E27FC236}">
                  <a16:creationId xmlns:a16="http://schemas.microsoft.com/office/drawing/2014/main" id="{59EEA6F1-74EA-DA1D-4C3F-B7CE24E3B4D1}"/>
                </a:ext>
              </a:extLst>
            </p:cNvPr>
            <p:cNvSpPr/>
            <p:nvPr/>
          </p:nvSpPr>
          <p:spPr>
            <a:xfrm>
              <a:off x="8162884" y="5024948"/>
              <a:ext cx="51986" cy="52326"/>
            </a:xfrm>
            <a:custGeom>
              <a:avLst/>
              <a:gdLst>
                <a:gd name="connsiteX0" fmla="*/ 31396 w 51986"/>
                <a:gd name="connsiteY0" fmla="*/ 698 h 52326"/>
                <a:gd name="connsiteX1" fmla="*/ 26163 w 51986"/>
                <a:gd name="connsiteY1" fmla="*/ 0 h 52326"/>
                <a:gd name="connsiteX2" fmla="*/ 26163 w 51986"/>
                <a:gd name="connsiteY2" fmla="*/ 0 h 52326"/>
                <a:gd name="connsiteX3" fmla="*/ 26163 w 51986"/>
                <a:gd name="connsiteY3" fmla="*/ 0 h 52326"/>
                <a:gd name="connsiteX4" fmla="*/ 0 w 51986"/>
                <a:gd name="connsiteY4" fmla="*/ 26163 h 52326"/>
                <a:gd name="connsiteX5" fmla="*/ 13604 w 51986"/>
                <a:gd name="connsiteY5" fmla="*/ 49187 h 52326"/>
                <a:gd name="connsiteX6" fmla="*/ 13954 w 51986"/>
                <a:gd name="connsiteY6" fmla="*/ 49535 h 52326"/>
                <a:gd name="connsiteX7" fmla="*/ 15698 w 51986"/>
                <a:gd name="connsiteY7" fmla="*/ 50233 h 52326"/>
                <a:gd name="connsiteX8" fmla="*/ 25814 w 51986"/>
                <a:gd name="connsiteY8" fmla="*/ 52326 h 52326"/>
                <a:gd name="connsiteX9" fmla="*/ 31047 w 51986"/>
                <a:gd name="connsiteY9" fmla="*/ 51629 h 52326"/>
                <a:gd name="connsiteX10" fmla="*/ 38023 w 51986"/>
                <a:gd name="connsiteY10" fmla="*/ 49187 h 52326"/>
                <a:gd name="connsiteX11" fmla="*/ 38373 w 51986"/>
                <a:gd name="connsiteY11" fmla="*/ 49187 h 52326"/>
                <a:gd name="connsiteX12" fmla="*/ 51977 w 51986"/>
                <a:gd name="connsiteY12" fmla="*/ 26163 h 52326"/>
                <a:gd name="connsiteX13" fmla="*/ 51977 w 51986"/>
                <a:gd name="connsiteY13" fmla="*/ 26163 h 52326"/>
                <a:gd name="connsiteX14" fmla="*/ 31396 w 51986"/>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6" h="52326">
                  <a:moveTo>
                    <a:pt x="31396" y="698"/>
                  </a:moveTo>
                  <a:cubicBezTo>
                    <a:pt x="29652" y="349"/>
                    <a:pt x="27907" y="0"/>
                    <a:pt x="26163" y="0"/>
                  </a:cubicBezTo>
                  <a:cubicBezTo>
                    <a:pt x="26163" y="0"/>
                    <a:pt x="26163" y="0"/>
                    <a:pt x="26163" y="0"/>
                  </a:cubicBezTo>
                  <a:cubicBezTo>
                    <a:pt x="26163" y="0"/>
                    <a:pt x="26163" y="0"/>
                    <a:pt x="26163" y="0"/>
                  </a:cubicBezTo>
                  <a:cubicBezTo>
                    <a:pt x="11860" y="0"/>
                    <a:pt x="0" y="11861"/>
                    <a:pt x="0" y="26163"/>
                  </a:cubicBezTo>
                  <a:cubicBezTo>
                    <a:pt x="0" y="35931"/>
                    <a:pt x="5582" y="44652"/>
                    <a:pt x="13604" y="49187"/>
                  </a:cubicBezTo>
                  <a:cubicBezTo>
                    <a:pt x="13604" y="49187"/>
                    <a:pt x="13954" y="49187"/>
                    <a:pt x="13954" y="49535"/>
                  </a:cubicBezTo>
                  <a:cubicBezTo>
                    <a:pt x="14651" y="49884"/>
                    <a:pt x="15000" y="50233"/>
                    <a:pt x="15698" y="50233"/>
                  </a:cubicBezTo>
                  <a:cubicBezTo>
                    <a:pt x="18837" y="51629"/>
                    <a:pt x="22325" y="52326"/>
                    <a:pt x="25814" y="52326"/>
                  </a:cubicBezTo>
                  <a:cubicBezTo>
                    <a:pt x="27558" y="52326"/>
                    <a:pt x="29302" y="51977"/>
                    <a:pt x="31047" y="51629"/>
                  </a:cubicBezTo>
                  <a:cubicBezTo>
                    <a:pt x="33489" y="51279"/>
                    <a:pt x="35931" y="50233"/>
                    <a:pt x="38023" y="49187"/>
                  </a:cubicBezTo>
                  <a:cubicBezTo>
                    <a:pt x="38023"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683" name="Freeform: Shape 2682">
              <a:extLst>
                <a:ext uri="{FF2B5EF4-FFF2-40B4-BE49-F238E27FC236}">
                  <a16:creationId xmlns:a16="http://schemas.microsoft.com/office/drawing/2014/main" id="{39532928-3103-D520-B48C-3440603991C6}"/>
                </a:ext>
              </a:extLst>
            </p:cNvPr>
            <p:cNvSpPr/>
            <p:nvPr/>
          </p:nvSpPr>
          <p:spPr>
            <a:xfrm>
              <a:off x="962801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lnTo>
                    <a:pt x="52326" y="26163"/>
                  </a:lnTo>
                  <a:cubicBezTo>
                    <a:pt x="52326" y="11861"/>
                    <a:pt x="40466" y="0"/>
                    <a:pt x="26163" y="0"/>
                  </a:cubicBezTo>
                  <a:lnTo>
                    <a:pt x="26163" y="0"/>
                  </a:ln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684" name="Freeform: Shape 2683">
              <a:extLst>
                <a:ext uri="{FF2B5EF4-FFF2-40B4-BE49-F238E27FC236}">
                  <a16:creationId xmlns:a16="http://schemas.microsoft.com/office/drawing/2014/main" id="{2C4D8497-40EA-D2F3-7101-B4C5DC463783}"/>
                </a:ext>
              </a:extLst>
            </p:cNvPr>
            <p:cNvSpPr/>
            <p:nvPr/>
          </p:nvSpPr>
          <p:spPr>
            <a:xfrm>
              <a:off x="8372188" y="2617944"/>
              <a:ext cx="52326" cy="52326"/>
            </a:xfrm>
            <a:custGeom>
              <a:avLst/>
              <a:gdLst>
                <a:gd name="connsiteX0" fmla="*/ 31396 w 52326"/>
                <a:gd name="connsiteY0" fmla="*/ 349 h 52326"/>
                <a:gd name="connsiteX1" fmla="*/ 26163 w 52326"/>
                <a:gd name="connsiteY1" fmla="*/ 0 h 52326"/>
                <a:gd name="connsiteX2" fmla="*/ 26163 w 52326"/>
                <a:gd name="connsiteY2" fmla="*/ 0 h 52326"/>
                <a:gd name="connsiteX3" fmla="*/ 0 w 52326"/>
                <a:gd name="connsiteY3" fmla="*/ 26163 h 52326"/>
                <a:gd name="connsiteX4" fmla="*/ 18489 w 52326"/>
                <a:gd name="connsiteY4" fmla="*/ 51280 h 52326"/>
                <a:gd name="connsiteX5" fmla="*/ 26163 w 52326"/>
                <a:gd name="connsiteY5" fmla="*/ 52326 h 52326"/>
                <a:gd name="connsiteX6" fmla="*/ 52326 w 52326"/>
                <a:gd name="connsiteY6" fmla="*/ 26163 h 52326"/>
                <a:gd name="connsiteX7" fmla="*/ 52326 w 52326"/>
                <a:gd name="connsiteY7" fmla="*/ 26163 h 52326"/>
                <a:gd name="connsiteX8" fmla="*/ 31396 w 52326"/>
                <a:gd name="connsiteY8" fmla="*/ 34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1396" y="349"/>
                  </a:moveTo>
                  <a:cubicBezTo>
                    <a:pt x="29652" y="0"/>
                    <a:pt x="27907" y="0"/>
                    <a:pt x="26163" y="0"/>
                  </a:cubicBezTo>
                  <a:lnTo>
                    <a:pt x="26163" y="0"/>
                  </a:lnTo>
                  <a:cubicBezTo>
                    <a:pt x="11860" y="0"/>
                    <a:pt x="0" y="11861"/>
                    <a:pt x="0" y="26163"/>
                  </a:cubicBezTo>
                  <a:cubicBezTo>
                    <a:pt x="0" y="38024"/>
                    <a:pt x="7674" y="47791"/>
                    <a:pt x="18489" y="51280"/>
                  </a:cubicBezTo>
                  <a:cubicBezTo>
                    <a:pt x="20930" y="51977"/>
                    <a:pt x="23721" y="52326"/>
                    <a:pt x="26163" y="52326"/>
                  </a:cubicBezTo>
                  <a:cubicBezTo>
                    <a:pt x="40466" y="52326"/>
                    <a:pt x="52326" y="40466"/>
                    <a:pt x="52326" y="26163"/>
                  </a:cubicBezTo>
                  <a:lnTo>
                    <a:pt x="52326" y="26163"/>
                  </a:lnTo>
                  <a:cubicBezTo>
                    <a:pt x="52326" y="13605"/>
                    <a:pt x="43256" y="2791"/>
                    <a:pt x="31396" y="349"/>
                  </a:cubicBezTo>
                  <a:close/>
                </a:path>
              </a:pathLst>
            </a:custGeom>
            <a:grpFill/>
            <a:ln w="3488" cap="flat">
              <a:noFill/>
              <a:prstDash val="solid"/>
              <a:miter/>
            </a:ln>
          </p:spPr>
          <p:txBody>
            <a:bodyPr rtlCol="0" anchor="ctr"/>
            <a:lstStyle/>
            <a:p>
              <a:endParaRPr lang="en-ID"/>
            </a:p>
          </p:txBody>
        </p:sp>
        <p:sp>
          <p:nvSpPr>
            <p:cNvPr id="2685" name="Freeform: Shape 2684">
              <a:extLst>
                <a:ext uri="{FF2B5EF4-FFF2-40B4-BE49-F238E27FC236}">
                  <a16:creationId xmlns:a16="http://schemas.microsoft.com/office/drawing/2014/main" id="{1395B283-409F-F0CE-D6F9-EC664E5E68C6}"/>
                </a:ext>
              </a:extLst>
            </p:cNvPr>
            <p:cNvSpPr/>
            <p:nvPr/>
          </p:nvSpPr>
          <p:spPr>
            <a:xfrm>
              <a:off x="983732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86" name="Freeform: Shape 2685">
              <a:extLst>
                <a:ext uri="{FF2B5EF4-FFF2-40B4-BE49-F238E27FC236}">
                  <a16:creationId xmlns:a16="http://schemas.microsoft.com/office/drawing/2014/main" id="{71E7755A-662F-94BA-1FD2-FB8F77487659}"/>
                </a:ext>
              </a:extLst>
            </p:cNvPr>
            <p:cNvSpPr/>
            <p:nvPr/>
          </p:nvSpPr>
          <p:spPr>
            <a:xfrm>
              <a:off x="1119780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87" name="Freeform: Shape 2686">
              <a:extLst>
                <a:ext uri="{FF2B5EF4-FFF2-40B4-BE49-F238E27FC236}">
                  <a16:creationId xmlns:a16="http://schemas.microsoft.com/office/drawing/2014/main" id="{89127393-39EB-343B-11D5-17D3609B2D76}"/>
                </a:ext>
              </a:extLst>
            </p:cNvPr>
            <p:cNvSpPr/>
            <p:nvPr/>
          </p:nvSpPr>
          <p:spPr>
            <a:xfrm>
              <a:off x="1077919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88" name="Freeform: Shape 2687">
              <a:extLst>
                <a:ext uri="{FF2B5EF4-FFF2-40B4-BE49-F238E27FC236}">
                  <a16:creationId xmlns:a16="http://schemas.microsoft.com/office/drawing/2014/main" id="{A4E560F5-FD6F-EA6F-7DF4-8973612346CF}"/>
                </a:ext>
              </a:extLst>
            </p:cNvPr>
            <p:cNvSpPr/>
            <p:nvPr/>
          </p:nvSpPr>
          <p:spPr>
            <a:xfrm>
              <a:off x="941871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89" name="Freeform: Shape 2688">
              <a:extLst>
                <a:ext uri="{FF2B5EF4-FFF2-40B4-BE49-F238E27FC236}">
                  <a16:creationId xmlns:a16="http://schemas.microsoft.com/office/drawing/2014/main" id="{F95CE67A-6D75-5F42-8A94-9071E8D8A7D0}"/>
                </a:ext>
              </a:extLst>
            </p:cNvPr>
            <p:cNvSpPr/>
            <p:nvPr/>
          </p:nvSpPr>
          <p:spPr>
            <a:xfrm>
              <a:off x="931406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90" name="Freeform: Shape 2689">
              <a:extLst>
                <a:ext uri="{FF2B5EF4-FFF2-40B4-BE49-F238E27FC236}">
                  <a16:creationId xmlns:a16="http://schemas.microsoft.com/office/drawing/2014/main" id="{37B1E96B-E653-BD13-7B7B-00D29D48B152}"/>
                </a:ext>
              </a:extLst>
            </p:cNvPr>
            <p:cNvSpPr/>
            <p:nvPr/>
          </p:nvSpPr>
          <p:spPr>
            <a:xfrm>
              <a:off x="868614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91" name="Freeform: Shape 2690">
              <a:extLst>
                <a:ext uri="{FF2B5EF4-FFF2-40B4-BE49-F238E27FC236}">
                  <a16:creationId xmlns:a16="http://schemas.microsoft.com/office/drawing/2014/main" id="{0F296760-73FF-1C92-F153-2B32DC8968AD}"/>
                </a:ext>
              </a:extLst>
            </p:cNvPr>
            <p:cNvSpPr/>
            <p:nvPr/>
          </p:nvSpPr>
          <p:spPr>
            <a:xfrm>
              <a:off x="8581144" y="3350510"/>
              <a:ext cx="52326" cy="52326"/>
            </a:xfrm>
            <a:custGeom>
              <a:avLst/>
              <a:gdLst>
                <a:gd name="connsiteX0" fmla="*/ 13256 w 52326"/>
                <a:gd name="connsiteY0" fmla="*/ 48838 h 52326"/>
                <a:gd name="connsiteX1" fmla="*/ 14652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2 w 52326"/>
                <a:gd name="connsiteY6" fmla="*/ 3140 h 52326"/>
                <a:gd name="connsiteX7" fmla="*/ 38373 w 52326"/>
                <a:gd name="connsiteY7" fmla="*/ 3140 h 52326"/>
                <a:gd name="connsiteX8" fmla="*/ 36280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3" y="49535"/>
                    <a:pt x="14652" y="49535"/>
                  </a:cubicBezTo>
                  <a:cubicBezTo>
                    <a:pt x="16745" y="50582"/>
                    <a:pt x="18838" y="51280"/>
                    <a:pt x="20930" y="51628"/>
                  </a:cubicBezTo>
                  <a:cubicBezTo>
                    <a:pt x="22675" y="51977"/>
                    <a:pt x="24419" y="52326"/>
                    <a:pt x="26163" y="52326"/>
                  </a:cubicBezTo>
                  <a:lnTo>
                    <a:pt x="26163" y="52326"/>
                  </a:lnTo>
                  <a:cubicBezTo>
                    <a:pt x="40466" y="52326"/>
                    <a:pt x="52326" y="40465"/>
                    <a:pt x="52326" y="26163"/>
                  </a:cubicBezTo>
                  <a:cubicBezTo>
                    <a:pt x="52326" y="16396"/>
                    <a:pt x="46745" y="7675"/>
                    <a:pt x="38722" y="3140"/>
                  </a:cubicBezTo>
                  <a:cubicBezTo>
                    <a:pt x="38722" y="3140"/>
                    <a:pt x="38373" y="3140"/>
                    <a:pt x="38373" y="3140"/>
                  </a:cubicBezTo>
                  <a:cubicBezTo>
                    <a:pt x="37675" y="2791"/>
                    <a:pt x="36978" y="2442"/>
                    <a:pt x="36280" y="2093"/>
                  </a:cubicBezTo>
                  <a:cubicBezTo>
                    <a:pt x="33140" y="698"/>
                    <a:pt x="29652" y="0"/>
                    <a:pt x="26163" y="0"/>
                  </a:cubicBezTo>
                  <a:cubicBezTo>
                    <a:pt x="11861" y="0"/>
                    <a:pt x="0" y="11861"/>
                    <a:pt x="0" y="26163"/>
                  </a:cubicBezTo>
                  <a:cubicBezTo>
                    <a:pt x="349" y="35931"/>
                    <a:pt x="5582" y="44303"/>
                    <a:pt x="13256" y="48838"/>
                  </a:cubicBezTo>
                  <a:close/>
                </a:path>
              </a:pathLst>
            </a:custGeom>
            <a:grpFill/>
            <a:ln w="3488" cap="flat">
              <a:noFill/>
              <a:prstDash val="solid"/>
              <a:miter/>
            </a:ln>
          </p:spPr>
          <p:txBody>
            <a:bodyPr rtlCol="0" anchor="ctr"/>
            <a:lstStyle/>
            <a:p>
              <a:endParaRPr lang="en-ID"/>
            </a:p>
          </p:txBody>
        </p:sp>
        <p:sp>
          <p:nvSpPr>
            <p:cNvPr id="2692" name="Freeform: Shape 2691">
              <a:extLst>
                <a:ext uri="{FF2B5EF4-FFF2-40B4-BE49-F238E27FC236}">
                  <a16:creationId xmlns:a16="http://schemas.microsoft.com/office/drawing/2014/main" id="{27DF92E3-FC3E-9B04-0E2B-3FF80D541F56}"/>
                </a:ext>
              </a:extLst>
            </p:cNvPr>
            <p:cNvSpPr/>
            <p:nvPr/>
          </p:nvSpPr>
          <p:spPr>
            <a:xfrm>
              <a:off x="847684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93" name="Freeform: Shape 2692">
              <a:extLst>
                <a:ext uri="{FF2B5EF4-FFF2-40B4-BE49-F238E27FC236}">
                  <a16:creationId xmlns:a16="http://schemas.microsoft.com/office/drawing/2014/main" id="{63732193-7E1F-33B4-D1C4-EA726535A7C3}"/>
                </a:ext>
              </a:extLst>
            </p:cNvPr>
            <p:cNvSpPr/>
            <p:nvPr/>
          </p:nvSpPr>
          <p:spPr>
            <a:xfrm>
              <a:off x="847684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94" name="Freeform: Shape 2693">
              <a:extLst>
                <a:ext uri="{FF2B5EF4-FFF2-40B4-BE49-F238E27FC236}">
                  <a16:creationId xmlns:a16="http://schemas.microsoft.com/office/drawing/2014/main" id="{7B58A918-DCCB-E11B-6AA6-679E7172AE58}"/>
                </a:ext>
              </a:extLst>
            </p:cNvPr>
            <p:cNvSpPr/>
            <p:nvPr/>
          </p:nvSpPr>
          <p:spPr>
            <a:xfrm>
              <a:off x="8372188"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1744"/>
                    <a:pt x="1744" y="36628"/>
                    <a:pt x="4535" y="40814"/>
                  </a:cubicBezTo>
                  <a:cubicBezTo>
                    <a:pt x="9070" y="47791"/>
                    <a:pt x="17093" y="52326"/>
                    <a:pt x="26163" y="52326"/>
                  </a:cubicBezTo>
                  <a:cubicBezTo>
                    <a:pt x="40466" y="52326"/>
                    <a:pt x="52326" y="40465"/>
                    <a:pt x="52326" y="26163"/>
                  </a:cubicBezTo>
                  <a:lnTo>
                    <a:pt x="52326" y="26163"/>
                  </a:ln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2695" name="Freeform: Shape 2694">
              <a:extLst>
                <a:ext uri="{FF2B5EF4-FFF2-40B4-BE49-F238E27FC236}">
                  <a16:creationId xmlns:a16="http://schemas.microsoft.com/office/drawing/2014/main" id="{91AEF65D-7A6D-FCF7-EFD9-0B6F21B642AD}"/>
                </a:ext>
              </a:extLst>
            </p:cNvPr>
            <p:cNvSpPr/>
            <p:nvPr/>
          </p:nvSpPr>
          <p:spPr>
            <a:xfrm>
              <a:off x="6907055"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696" name="Freeform: Shape 2695">
              <a:extLst>
                <a:ext uri="{FF2B5EF4-FFF2-40B4-BE49-F238E27FC236}">
                  <a16:creationId xmlns:a16="http://schemas.microsoft.com/office/drawing/2014/main" id="{72C4614B-A553-07BB-9CAA-B48EBE658EA4}"/>
                </a:ext>
              </a:extLst>
            </p:cNvPr>
            <p:cNvSpPr/>
            <p:nvPr/>
          </p:nvSpPr>
          <p:spPr>
            <a:xfrm>
              <a:off x="690705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97" name="Freeform: Shape 2696">
              <a:extLst>
                <a:ext uri="{FF2B5EF4-FFF2-40B4-BE49-F238E27FC236}">
                  <a16:creationId xmlns:a16="http://schemas.microsoft.com/office/drawing/2014/main" id="{5CBEF3F5-77D1-4C46-B9A5-00DED67ED835}"/>
                </a:ext>
              </a:extLst>
            </p:cNvPr>
            <p:cNvSpPr/>
            <p:nvPr/>
          </p:nvSpPr>
          <p:spPr>
            <a:xfrm>
              <a:off x="6488446"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698" name="Freeform: Shape 2697">
              <a:extLst>
                <a:ext uri="{FF2B5EF4-FFF2-40B4-BE49-F238E27FC236}">
                  <a16:creationId xmlns:a16="http://schemas.microsoft.com/office/drawing/2014/main" id="{FDCA67FC-97E4-2843-58A3-D03805810D7F}"/>
                </a:ext>
              </a:extLst>
            </p:cNvPr>
            <p:cNvSpPr/>
            <p:nvPr/>
          </p:nvSpPr>
          <p:spPr>
            <a:xfrm>
              <a:off x="9523364"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8"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2326"/>
                    <a:pt x="51629" y="18838"/>
                    <a:pt x="50233" y="15698"/>
                  </a:cubicBezTo>
                  <a:close/>
                </a:path>
              </a:pathLst>
            </a:custGeom>
            <a:grpFill/>
            <a:ln w="3488" cap="flat">
              <a:noFill/>
              <a:prstDash val="solid"/>
              <a:miter/>
            </a:ln>
          </p:spPr>
          <p:txBody>
            <a:bodyPr rtlCol="0" anchor="ctr"/>
            <a:lstStyle/>
            <a:p>
              <a:endParaRPr lang="en-ID"/>
            </a:p>
          </p:txBody>
        </p:sp>
        <p:sp>
          <p:nvSpPr>
            <p:cNvPr id="2699" name="Freeform: Shape 2698">
              <a:extLst>
                <a:ext uri="{FF2B5EF4-FFF2-40B4-BE49-F238E27FC236}">
                  <a16:creationId xmlns:a16="http://schemas.microsoft.com/office/drawing/2014/main" id="{BA7B4AC7-4917-3355-2ABF-E492DD6535EF}"/>
                </a:ext>
              </a:extLst>
            </p:cNvPr>
            <p:cNvSpPr/>
            <p:nvPr/>
          </p:nvSpPr>
          <p:spPr>
            <a:xfrm>
              <a:off x="11197802" y="3978424"/>
              <a:ext cx="52326" cy="52326"/>
            </a:xfrm>
            <a:custGeom>
              <a:avLst/>
              <a:gdLst>
                <a:gd name="connsiteX0" fmla="*/ 52326 w 52326"/>
                <a:gd name="connsiteY0" fmla="*/ 26163 h 52326"/>
                <a:gd name="connsiteX1" fmla="*/ 49187 w 52326"/>
                <a:gd name="connsiteY1" fmla="*/ 13605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1628"/>
                    <a:pt x="51279" y="17442"/>
                    <a:pt x="49187" y="13605"/>
                  </a:cubicBezTo>
                  <a:cubicBezTo>
                    <a:pt x="44652" y="5581"/>
                    <a:pt x="36279"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00" name="Freeform: Shape 2699">
              <a:extLst>
                <a:ext uri="{FF2B5EF4-FFF2-40B4-BE49-F238E27FC236}">
                  <a16:creationId xmlns:a16="http://schemas.microsoft.com/office/drawing/2014/main" id="{D478B88D-6232-777F-F63B-08EC75E48E3A}"/>
                </a:ext>
              </a:extLst>
            </p:cNvPr>
            <p:cNvSpPr/>
            <p:nvPr/>
          </p:nvSpPr>
          <p:spPr>
            <a:xfrm>
              <a:off x="10779193"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01" name="Freeform: Shape 2700">
              <a:extLst>
                <a:ext uri="{FF2B5EF4-FFF2-40B4-BE49-F238E27FC236}">
                  <a16:creationId xmlns:a16="http://schemas.microsoft.com/office/drawing/2014/main" id="{8C6EB3B3-2965-F8AC-A97D-F5894BA26E05}"/>
                </a:ext>
              </a:extLst>
            </p:cNvPr>
            <p:cNvSpPr/>
            <p:nvPr/>
          </p:nvSpPr>
          <p:spPr>
            <a:xfrm>
              <a:off x="8162884" y="5129252"/>
              <a:ext cx="52326" cy="52326"/>
            </a:xfrm>
            <a:custGeom>
              <a:avLst/>
              <a:gdLst>
                <a:gd name="connsiteX0" fmla="*/ 38722 w 52326"/>
                <a:gd name="connsiteY0" fmla="*/ 3488 h 52326"/>
                <a:gd name="connsiteX1" fmla="*/ 38722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4 w 52326"/>
                <a:gd name="connsiteY5" fmla="*/ 49187 h 52326"/>
                <a:gd name="connsiteX6" fmla="*/ 26163 w 52326"/>
                <a:gd name="connsiteY6" fmla="*/ 52326 h 52326"/>
                <a:gd name="connsiteX7" fmla="*/ 52326 w 52326"/>
                <a:gd name="connsiteY7" fmla="*/ 26163 h 52326"/>
                <a:gd name="connsiteX8" fmla="*/ 38722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2" y="3488"/>
                  </a:moveTo>
                  <a:cubicBezTo>
                    <a:pt x="38373" y="3488"/>
                    <a:pt x="38373" y="3488"/>
                    <a:pt x="38722" y="3488"/>
                  </a:cubicBezTo>
                  <a:cubicBezTo>
                    <a:pt x="36279" y="2093"/>
                    <a:pt x="33837" y="1395"/>
                    <a:pt x="31396" y="698"/>
                  </a:cubicBezTo>
                  <a:cubicBezTo>
                    <a:pt x="29652" y="349"/>
                    <a:pt x="27907" y="0"/>
                    <a:pt x="26163" y="0"/>
                  </a:cubicBezTo>
                  <a:cubicBezTo>
                    <a:pt x="11860" y="0"/>
                    <a:pt x="0" y="11861"/>
                    <a:pt x="0" y="26163"/>
                  </a:cubicBezTo>
                  <a:cubicBezTo>
                    <a:pt x="0" y="35930"/>
                    <a:pt x="5582" y="44651"/>
                    <a:pt x="13604" y="49187"/>
                  </a:cubicBezTo>
                  <a:cubicBezTo>
                    <a:pt x="17442" y="51279"/>
                    <a:pt x="21628" y="52326"/>
                    <a:pt x="26163" y="52326"/>
                  </a:cubicBezTo>
                  <a:cubicBezTo>
                    <a:pt x="40466" y="52326"/>
                    <a:pt x="52326" y="40465"/>
                    <a:pt x="52326" y="26163"/>
                  </a:cubicBezTo>
                  <a:cubicBezTo>
                    <a:pt x="52326" y="16744"/>
                    <a:pt x="46744" y="8023"/>
                    <a:pt x="38722" y="3488"/>
                  </a:cubicBezTo>
                  <a:close/>
                </a:path>
              </a:pathLst>
            </a:custGeom>
            <a:grpFill/>
            <a:ln w="3488" cap="flat">
              <a:noFill/>
              <a:prstDash val="solid"/>
              <a:miter/>
            </a:ln>
          </p:spPr>
          <p:txBody>
            <a:bodyPr rtlCol="0" anchor="ctr"/>
            <a:lstStyle/>
            <a:p>
              <a:endParaRPr lang="en-ID"/>
            </a:p>
          </p:txBody>
        </p:sp>
        <p:sp>
          <p:nvSpPr>
            <p:cNvPr id="2702" name="Freeform: Shape 2701">
              <a:extLst>
                <a:ext uri="{FF2B5EF4-FFF2-40B4-BE49-F238E27FC236}">
                  <a16:creationId xmlns:a16="http://schemas.microsoft.com/office/drawing/2014/main" id="{72FC0471-DF27-71BB-512B-14E649C6A2F3}"/>
                </a:ext>
              </a:extLst>
            </p:cNvPr>
            <p:cNvSpPr/>
            <p:nvPr/>
          </p:nvSpPr>
          <p:spPr>
            <a:xfrm>
              <a:off x="9418712"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6" y="52326"/>
                    <a:pt x="52326" y="40465"/>
                    <a:pt x="52326" y="26163"/>
                  </a:cubicBezTo>
                  <a:cubicBezTo>
                    <a:pt x="52326" y="26163"/>
                    <a:pt x="52326" y="26163"/>
                    <a:pt x="52326" y="26163"/>
                  </a:cubicBezTo>
                  <a:lnTo>
                    <a:pt x="52326" y="26163"/>
                  </a:lnTo>
                  <a:cubicBezTo>
                    <a:pt x="52326" y="11861"/>
                    <a:pt x="40466" y="0"/>
                    <a:pt x="26163" y="0"/>
                  </a:cubicBez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703" name="Freeform: Shape 2702">
              <a:extLst>
                <a:ext uri="{FF2B5EF4-FFF2-40B4-BE49-F238E27FC236}">
                  <a16:creationId xmlns:a16="http://schemas.microsoft.com/office/drawing/2014/main" id="{5DE0C002-6506-F56B-1AB9-5E9B1749408D}"/>
                </a:ext>
              </a:extLst>
            </p:cNvPr>
            <p:cNvSpPr/>
            <p:nvPr/>
          </p:nvSpPr>
          <p:spPr>
            <a:xfrm>
              <a:off x="10151278"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0"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1" y="52326"/>
                    <a:pt x="26163" y="52326"/>
                  </a:cubicBezTo>
                  <a:cubicBezTo>
                    <a:pt x="40466"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2704" name="Freeform: Shape 2703">
              <a:extLst>
                <a:ext uri="{FF2B5EF4-FFF2-40B4-BE49-F238E27FC236}">
                  <a16:creationId xmlns:a16="http://schemas.microsoft.com/office/drawing/2014/main" id="{246757E1-58AB-9C94-7E4D-0D03D0F58259}"/>
                </a:ext>
              </a:extLst>
            </p:cNvPr>
            <p:cNvSpPr/>
            <p:nvPr/>
          </p:nvSpPr>
          <p:spPr>
            <a:xfrm>
              <a:off x="9732669" y="5129600"/>
              <a:ext cx="52326" cy="52326"/>
            </a:xfrm>
            <a:custGeom>
              <a:avLst/>
              <a:gdLst>
                <a:gd name="connsiteX0" fmla="*/ 26163 w 52326"/>
                <a:gd name="connsiteY0" fmla="*/ 52326 h 52326"/>
                <a:gd name="connsiteX1" fmla="*/ 52326 w 52326"/>
                <a:gd name="connsiteY1" fmla="*/ 26163 h 52326"/>
                <a:gd name="connsiteX2" fmla="*/ 48489 w 52326"/>
                <a:gd name="connsiteY2" fmla="*/ 12209 h 52326"/>
                <a:gd name="connsiteX3" fmla="*/ 26163 w 52326"/>
                <a:gd name="connsiteY3" fmla="*/ 0 h 52326"/>
                <a:gd name="connsiteX4" fmla="*/ 0 w 52326"/>
                <a:gd name="connsiteY4" fmla="*/ 26163 h 52326"/>
                <a:gd name="connsiteX5" fmla="*/ 7674 w 52326"/>
                <a:gd name="connsiteY5" fmla="*/ 44652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0930"/>
                    <a:pt x="50931" y="16395"/>
                    <a:pt x="48489" y="12209"/>
                  </a:cubicBezTo>
                  <a:cubicBezTo>
                    <a:pt x="43954" y="4884"/>
                    <a:pt x="35582"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2705" name="Freeform: Shape 2704">
              <a:extLst>
                <a:ext uri="{FF2B5EF4-FFF2-40B4-BE49-F238E27FC236}">
                  <a16:creationId xmlns:a16="http://schemas.microsoft.com/office/drawing/2014/main" id="{E746EB45-C9BA-8068-F740-73BEAB37EB1E}"/>
                </a:ext>
              </a:extLst>
            </p:cNvPr>
            <p:cNvSpPr/>
            <p:nvPr/>
          </p:nvSpPr>
          <p:spPr>
            <a:xfrm>
              <a:off x="12035021"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6" y="0"/>
                    <a:pt x="26163" y="0"/>
                  </a:cubicBezTo>
                  <a:cubicBezTo>
                    <a:pt x="18837" y="0"/>
                    <a:pt x="12559" y="2791"/>
                    <a:pt x="7674" y="7675"/>
                  </a:cubicBezTo>
                  <a:cubicBezTo>
                    <a:pt x="2791" y="12558"/>
                    <a:pt x="0" y="1883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706" name="Freeform: Shape 2705">
              <a:extLst>
                <a:ext uri="{FF2B5EF4-FFF2-40B4-BE49-F238E27FC236}">
                  <a16:creationId xmlns:a16="http://schemas.microsoft.com/office/drawing/2014/main" id="{C4A20662-55F2-E3E0-C0E9-85C643C31B40}"/>
                </a:ext>
              </a:extLst>
            </p:cNvPr>
            <p:cNvSpPr/>
            <p:nvPr/>
          </p:nvSpPr>
          <p:spPr>
            <a:xfrm>
              <a:off x="1130245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07" name="Freeform: Shape 2706">
              <a:extLst>
                <a:ext uri="{FF2B5EF4-FFF2-40B4-BE49-F238E27FC236}">
                  <a16:creationId xmlns:a16="http://schemas.microsoft.com/office/drawing/2014/main" id="{C2A372E7-EDFD-EB79-79A0-7B7ECD326410}"/>
                </a:ext>
              </a:extLst>
            </p:cNvPr>
            <p:cNvSpPr/>
            <p:nvPr/>
          </p:nvSpPr>
          <p:spPr>
            <a:xfrm>
              <a:off x="1130245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08" name="Freeform: Shape 2707">
              <a:extLst>
                <a:ext uri="{FF2B5EF4-FFF2-40B4-BE49-F238E27FC236}">
                  <a16:creationId xmlns:a16="http://schemas.microsoft.com/office/drawing/2014/main" id="{5E6A5BB2-8444-63F9-52F2-9B4B38DB8D9A}"/>
                </a:ext>
              </a:extLst>
            </p:cNvPr>
            <p:cNvSpPr/>
            <p:nvPr/>
          </p:nvSpPr>
          <p:spPr>
            <a:xfrm>
              <a:off x="1109315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09" name="Freeform: Shape 2708">
              <a:extLst>
                <a:ext uri="{FF2B5EF4-FFF2-40B4-BE49-F238E27FC236}">
                  <a16:creationId xmlns:a16="http://schemas.microsoft.com/office/drawing/2014/main" id="{130CA7A5-A7CE-0043-818C-C46D1E2D9DE4}"/>
                </a:ext>
              </a:extLst>
            </p:cNvPr>
            <p:cNvSpPr/>
            <p:nvPr/>
          </p:nvSpPr>
          <p:spPr>
            <a:xfrm>
              <a:off x="1067454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10" name="Freeform: Shape 2709">
              <a:extLst>
                <a:ext uri="{FF2B5EF4-FFF2-40B4-BE49-F238E27FC236}">
                  <a16:creationId xmlns:a16="http://schemas.microsoft.com/office/drawing/2014/main" id="{CBA6E3FD-1854-5EB5-09DE-1748D0E798EF}"/>
                </a:ext>
              </a:extLst>
            </p:cNvPr>
            <p:cNvSpPr/>
            <p:nvPr/>
          </p:nvSpPr>
          <p:spPr>
            <a:xfrm>
              <a:off x="10465236"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711" name="Freeform: Shape 2710">
              <a:extLst>
                <a:ext uri="{FF2B5EF4-FFF2-40B4-BE49-F238E27FC236}">
                  <a16:creationId xmlns:a16="http://schemas.microsoft.com/office/drawing/2014/main" id="{0C76A2F8-AB23-D3BD-2E95-19B36BC861FE}"/>
                </a:ext>
              </a:extLst>
            </p:cNvPr>
            <p:cNvSpPr/>
            <p:nvPr/>
          </p:nvSpPr>
          <p:spPr>
            <a:xfrm>
              <a:off x="10465236"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712" name="Freeform: Shape 2711">
              <a:extLst>
                <a:ext uri="{FF2B5EF4-FFF2-40B4-BE49-F238E27FC236}">
                  <a16:creationId xmlns:a16="http://schemas.microsoft.com/office/drawing/2014/main" id="{112BD90C-33B7-EC9A-DB7C-27491A4A83D5}"/>
                </a:ext>
              </a:extLst>
            </p:cNvPr>
            <p:cNvSpPr/>
            <p:nvPr/>
          </p:nvSpPr>
          <p:spPr>
            <a:xfrm>
              <a:off x="1151175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13" name="Freeform: Shape 2712">
              <a:extLst>
                <a:ext uri="{FF2B5EF4-FFF2-40B4-BE49-F238E27FC236}">
                  <a16:creationId xmlns:a16="http://schemas.microsoft.com/office/drawing/2014/main" id="{7E1AE76D-EAB0-40BE-D3E3-86DF1D82BC4D}"/>
                </a:ext>
              </a:extLst>
            </p:cNvPr>
            <p:cNvSpPr/>
            <p:nvPr/>
          </p:nvSpPr>
          <p:spPr>
            <a:xfrm>
              <a:off x="1151175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14" name="Freeform: Shape 2713">
              <a:extLst>
                <a:ext uri="{FF2B5EF4-FFF2-40B4-BE49-F238E27FC236}">
                  <a16:creationId xmlns:a16="http://schemas.microsoft.com/office/drawing/2014/main" id="{A0498D21-B93A-F9BD-10AD-D61A66FF3141}"/>
                </a:ext>
              </a:extLst>
            </p:cNvPr>
            <p:cNvSpPr/>
            <p:nvPr/>
          </p:nvSpPr>
          <p:spPr>
            <a:xfrm>
              <a:off x="1119780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715" name="Freeform: Shape 2714">
              <a:extLst>
                <a:ext uri="{FF2B5EF4-FFF2-40B4-BE49-F238E27FC236}">
                  <a16:creationId xmlns:a16="http://schemas.microsoft.com/office/drawing/2014/main" id="{256EC927-336A-CD69-CD31-8D4442659F55}"/>
                </a:ext>
              </a:extLst>
            </p:cNvPr>
            <p:cNvSpPr/>
            <p:nvPr/>
          </p:nvSpPr>
          <p:spPr>
            <a:xfrm>
              <a:off x="1119780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16" name="Freeform: Shape 2715">
              <a:extLst>
                <a:ext uri="{FF2B5EF4-FFF2-40B4-BE49-F238E27FC236}">
                  <a16:creationId xmlns:a16="http://schemas.microsoft.com/office/drawing/2014/main" id="{F2DF3619-9135-7DCE-0500-5DF8A535B8B8}"/>
                </a:ext>
              </a:extLst>
            </p:cNvPr>
            <p:cNvSpPr/>
            <p:nvPr/>
          </p:nvSpPr>
          <p:spPr>
            <a:xfrm>
              <a:off x="1098849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717" name="Freeform: Shape 2716">
              <a:extLst>
                <a:ext uri="{FF2B5EF4-FFF2-40B4-BE49-F238E27FC236}">
                  <a16:creationId xmlns:a16="http://schemas.microsoft.com/office/drawing/2014/main" id="{C8E5BC2E-07B0-FB99-2603-0B8B0512FB1D}"/>
                </a:ext>
              </a:extLst>
            </p:cNvPr>
            <p:cNvSpPr/>
            <p:nvPr/>
          </p:nvSpPr>
          <p:spPr>
            <a:xfrm>
              <a:off x="10151278"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2718" name="Freeform: Shape 2717">
              <a:extLst>
                <a:ext uri="{FF2B5EF4-FFF2-40B4-BE49-F238E27FC236}">
                  <a16:creationId xmlns:a16="http://schemas.microsoft.com/office/drawing/2014/main" id="{82936AF1-4EE1-6D6D-1DFE-AD450ACB1163}"/>
                </a:ext>
              </a:extLst>
            </p:cNvPr>
            <p:cNvSpPr/>
            <p:nvPr/>
          </p:nvSpPr>
          <p:spPr>
            <a:xfrm>
              <a:off x="8686145"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19" name="Freeform: Shape 2718">
              <a:extLst>
                <a:ext uri="{FF2B5EF4-FFF2-40B4-BE49-F238E27FC236}">
                  <a16:creationId xmlns:a16="http://schemas.microsoft.com/office/drawing/2014/main" id="{C2523E79-A36E-09C8-3BEC-F125D1BBBC59}"/>
                </a:ext>
              </a:extLst>
            </p:cNvPr>
            <p:cNvSpPr/>
            <p:nvPr/>
          </p:nvSpPr>
          <p:spPr>
            <a:xfrm>
              <a:off x="795357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20" name="Freeform: Shape 2719">
              <a:extLst>
                <a:ext uri="{FF2B5EF4-FFF2-40B4-BE49-F238E27FC236}">
                  <a16:creationId xmlns:a16="http://schemas.microsoft.com/office/drawing/2014/main" id="{F52CA508-6488-D58C-A5C8-607974B895CD}"/>
                </a:ext>
              </a:extLst>
            </p:cNvPr>
            <p:cNvSpPr/>
            <p:nvPr/>
          </p:nvSpPr>
          <p:spPr>
            <a:xfrm>
              <a:off x="77442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721" name="Freeform: Shape 2720">
              <a:extLst>
                <a:ext uri="{FF2B5EF4-FFF2-40B4-BE49-F238E27FC236}">
                  <a16:creationId xmlns:a16="http://schemas.microsoft.com/office/drawing/2014/main" id="{68960085-B81E-AB52-18FF-2A439FAD7C2A}"/>
                </a:ext>
              </a:extLst>
            </p:cNvPr>
            <p:cNvSpPr/>
            <p:nvPr/>
          </p:nvSpPr>
          <p:spPr>
            <a:xfrm>
              <a:off x="74303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22" name="Freeform: Shape 2721">
              <a:extLst>
                <a:ext uri="{FF2B5EF4-FFF2-40B4-BE49-F238E27FC236}">
                  <a16:creationId xmlns:a16="http://schemas.microsoft.com/office/drawing/2014/main" id="{70299F6B-B7B4-68FA-3FE8-7F7AA8E9327B}"/>
                </a:ext>
              </a:extLst>
            </p:cNvPr>
            <p:cNvSpPr/>
            <p:nvPr/>
          </p:nvSpPr>
          <p:spPr>
            <a:xfrm>
              <a:off x="701170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23" name="Freeform: Shape 2722">
              <a:extLst>
                <a:ext uri="{FF2B5EF4-FFF2-40B4-BE49-F238E27FC236}">
                  <a16:creationId xmlns:a16="http://schemas.microsoft.com/office/drawing/2014/main" id="{B2811B1D-27FC-6703-0C6C-4353F57E1940}"/>
                </a:ext>
              </a:extLst>
            </p:cNvPr>
            <p:cNvSpPr/>
            <p:nvPr/>
          </p:nvSpPr>
          <p:spPr>
            <a:xfrm>
              <a:off x="6907055"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5"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2724" name="Freeform: Shape 2723">
              <a:extLst>
                <a:ext uri="{FF2B5EF4-FFF2-40B4-BE49-F238E27FC236}">
                  <a16:creationId xmlns:a16="http://schemas.microsoft.com/office/drawing/2014/main" id="{7A59BC7D-067B-010E-34A5-F557D4E8E5BC}"/>
                </a:ext>
              </a:extLst>
            </p:cNvPr>
            <p:cNvSpPr/>
            <p:nvPr/>
          </p:nvSpPr>
          <p:spPr>
            <a:xfrm>
              <a:off x="6069836" y="4711340"/>
              <a:ext cx="52326" cy="52326"/>
            </a:xfrm>
            <a:custGeom>
              <a:avLst/>
              <a:gdLst>
                <a:gd name="connsiteX0" fmla="*/ 2791 w 52326"/>
                <a:gd name="connsiteY0" fmla="*/ 37326 h 52326"/>
                <a:gd name="connsiteX1" fmla="*/ 23372 w 52326"/>
                <a:gd name="connsiteY1" fmla="*/ 51977 h 52326"/>
                <a:gd name="connsiteX2" fmla="*/ 26512 w 52326"/>
                <a:gd name="connsiteY2" fmla="*/ 52326 h 52326"/>
                <a:gd name="connsiteX3" fmla="*/ 26512 w 52326"/>
                <a:gd name="connsiteY3" fmla="*/ 52326 h 52326"/>
                <a:gd name="connsiteX4" fmla="*/ 29652 w 52326"/>
                <a:gd name="connsiteY4" fmla="*/ 51977 h 52326"/>
                <a:gd name="connsiteX5" fmla="*/ 45001 w 52326"/>
                <a:gd name="connsiteY5" fmla="*/ 44652 h 52326"/>
                <a:gd name="connsiteX6" fmla="*/ 45001 w 52326"/>
                <a:gd name="connsiteY6" fmla="*/ 44652 h 52326"/>
                <a:gd name="connsiteX7" fmla="*/ 49884 w 52326"/>
                <a:gd name="connsiteY7" fmla="*/ 37675 h 52326"/>
                <a:gd name="connsiteX8" fmla="*/ 52326 w 52326"/>
                <a:gd name="connsiteY8" fmla="*/ 28954 h 52326"/>
                <a:gd name="connsiteX9" fmla="*/ 52326 w 52326"/>
                <a:gd name="connsiteY9" fmla="*/ 26163 h 52326"/>
                <a:gd name="connsiteX10" fmla="*/ 52326 w 52326"/>
                <a:gd name="connsiteY10" fmla="*/ 23372 h 52326"/>
                <a:gd name="connsiteX11" fmla="*/ 49187 w 52326"/>
                <a:gd name="connsiteY11" fmla="*/ 13605 h 52326"/>
                <a:gd name="connsiteX12" fmla="*/ 46396 w 52326"/>
                <a:gd name="connsiteY12" fmla="*/ 9419 h 52326"/>
                <a:gd name="connsiteX13" fmla="*/ 26163 w 52326"/>
                <a:gd name="connsiteY13" fmla="*/ 0 h 52326"/>
                <a:gd name="connsiteX14" fmla="*/ 26163 w 52326"/>
                <a:gd name="connsiteY14" fmla="*/ 0 h 52326"/>
                <a:gd name="connsiteX15" fmla="*/ 7674 w 52326"/>
                <a:gd name="connsiteY15" fmla="*/ 7675 h 52326"/>
                <a:gd name="connsiteX16" fmla="*/ 3140 w 52326"/>
                <a:gd name="connsiteY16" fmla="*/ 13605 h 52326"/>
                <a:gd name="connsiteX17" fmla="*/ 0 w 52326"/>
                <a:gd name="connsiteY17" fmla="*/ 23372 h 52326"/>
                <a:gd name="connsiteX18" fmla="*/ 0 w 52326"/>
                <a:gd name="connsiteY18" fmla="*/ 26163 h 52326"/>
                <a:gd name="connsiteX19" fmla="*/ 0 w 52326"/>
                <a:gd name="connsiteY19" fmla="*/ 28954 h 52326"/>
                <a:gd name="connsiteX20" fmla="*/ 2791 w 52326"/>
                <a:gd name="connsiteY20" fmla="*/ 3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2791" y="37326"/>
                  </a:moveTo>
                  <a:cubicBezTo>
                    <a:pt x="6628" y="45349"/>
                    <a:pt x="14302" y="50931"/>
                    <a:pt x="23372" y="51977"/>
                  </a:cubicBezTo>
                  <a:cubicBezTo>
                    <a:pt x="24419" y="51977"/>
                    <a:pt x="25466"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7"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395" y="34535"/>
                    <a:pt x="2791" y="37326"/>
                  </a:cubicBezTo>
                  <a:close/>
                </a:path>
              </a:pathLst>
            </a:custGeom>
            <a:grpFill/>
            <a:ln w="3488" cap="flat">
              <a:noFill/>
              <a:prstDash val="solid"/>
              <a:miter/>
            </a:ln>
          </p:spPr>
          <p:txBody>
            <a:bodyPr rtlCol="0" anchor="ctr"/>
            <a:lstStyle/>
            <a:p>
              <a:endParaRPr lang="en-ID"/>
            </a:p>
          </p:txBody>
        </p:sp>
        <p:sp>
          <p:nvSpPr>
            <p:cNvPr id="2725" name="Freeform: Shape 2724">
              <a:extLst>
                <a:ext uri="{FF2B5EF4-FFF2-40B4-BE49-F238E27FC236}">
                  <a16:creationId xmlns:a16="http://schemas.microsoft.com/office/drawing/2014/main" id="{DC943825-215C-358C-4CC9-70E86E976B05}"/>
                </a:ext>
              </a:extLst>
            </p:cNvPr>
            <p:cNvSpPr/>
            <p:nvPr/>
          </p:nvSpPr>
          <p:spPr>
            <a:xfrm>
              <a:off x="11511759"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0" y="52326"/>
                    <a:pt x="26163" y="52326"/>
                  </a:cubicBez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2726" name="Freeform: Shape 2725">
              <a:extLst>
                <a:ext uri="{FF2B5EF4-FFF2-40B4-BE49-F238E27FC236}">
                  <a16:creationId xmlns:a16="http://schemas.microsoft.com/office/drawing/2014/main" id="{2BD9AF50-D8A3-BAFD-DA0A-D61D8578131D}"/>
                </a:ext>
              </a:extLst>
            </p:cNvPr>
            <p:cNvSpPr/>
            <p:nvPr/>
          </p:nvSpPr>
          <p:spPr>
            <a:xfrm>
              <a:off x="10151278"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27" name="Freeform: Shape 2726">
              <a:extLst>
                <a:ext uri="{FF2B5EF4-FFF2-40B4-BE49-F238E27FC236}">
                  <a16:creationId xmlns:a16="http://schemas.microsoft.com/office/drawing/2014/main" id="{91583FCD-0677-6312-06A4-C8302FEBD671}"/>
                </a:ext>
              </a:extLst>
            </p:cNvPr>
            <p:cNvSpPr/>
            <p:nvPr/>
          </p:nvSpPr>
          <p:spPr>
            <a:xfrm>
              <a:off x="10255931" y="4815643"/>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728" name="Freeform: Shape 2727">
              <a:extLst>
                <a:ext uri="{FF2B5EF4-FFF2-40B4-BE49-F238E27FC236}">
                  <a16:creationId xmlns:a16="http://schemas.microsoft.com/office/drawing/2014/main" id="{DBDCF932-894E-170F-4477-0E19F5D23353}"/>
                </a:ext>
              </a:extLst>
            </p:cNvPr>
            <p:cNvSpPr/>
            <p:nvPr/>
          </p:nvSpPr>
          <p:spPr>
            <a:xfrm>
              <a:off x="1203502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729" name="Freeform: Shape 2728">
              <a:extLst>
                <a:ext uri="{FF2B5EF4-FFF2-40B4-BE49-F238E27FC236}">
                  <a16:creationId xmlns:a16="http://schemas.microsoft.com/office/drawing/2014/main" id="{57CE4554-35CD-683E-D89F-2F5865569962}"/>
                </a:ext>
              </a:extLst>
            </p:cNvPr>
            <p:cNvSpPr/>
            <p:nvPr/>
          </p:nvSpPr>
          <p:spPr>
            <a:xfrm>
              <a:off x="117210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30" name="Freeform: Shape 2729">
              <a:extLst>
                <a:ext uri="{FF2B5EF4-FFF2-40B4-BE49-F238E27FC236}">
                  <a16:creationId xmlns:a16="http://schemas.microsoft.com/office/drawing/2014/main" id="{40F53FF5-0CE6-17A9-0E99-D540EB06A9C6}"/>
                </a:ext>
              </a:extLst>
            </p:cNvPr>
            <p:cNvSpPr/>
            <p:nvPr/>
          </p:nvSpPr>
          <p:spPr>
            <a:xfrm>
              <a:off x="1130245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731" name="Freeform: Shape 2730">
              <a:extLst>
                <a:ext uri="{FF2B5EF4-FFF2-40B4-BE49-F238E27FC236}">
                  <a16:creationId xmlns:a16="http://schemas.microsoft.com/office/drawing/2014/main" id="{8CF01A7A-CA2D-19D5-D2E0-182E1511E325}"/>
                </a:ext>
              </a:extLst>
            </p:cNvPr>
            <p:cNvSpPr/>
            <p:nvPr/>
          </p:nvSpPr>
          <p:spPr>
            <a:xfrm>
              <a:off x="1067454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732" name="Freeform: Shape 2731">
              <a:extLst>
                <a:ext uri="{FF2B5EF4-FFF2-40B4-BE49-F238E27FC236}">
                  <a16:creationId xmlns:a16="http://schemas.microsoft.com/office/drawing/2014/main" id="{04CA1D2F-DFAF-AB78-C9B1-44CD4ED1C668}"/>
                </a:ext>
              </a:extLst>
            </p:cNvPr>
            <p:cNvSpPr/>
            <p:nvPr/>
          </p:nvSpPr>
          <p:spPr>
            <a:xfrm>
              <a:off x="1025593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33" name="Freeform: Shape 2732">
              <a:extLst>
                <a:ext uri="{FF2B5EF4-FFF2-40B4-BE49-F238E27FC236}">
                  <a16:creationId xmlns:a16="http://schemas.microsoft.com/office/drawing/2014/main" id="{7D4CFC88-890B-E85F-5299-1A87FC7434CA}"/>
                </a:ext>
              </a:extLst>
            </p:cNvPr>
            <p:cNvSpPr/>
            <p:nvPr/>
          </p:nvSpPr>
          <p:spPr>
            <a:xfrm>
              <a:off x="983732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34" name="Freeform: Shape 2733">
              <a:extLst>
                <a:ext uri="{FF2B5EF4-FFF2-40B4-BE49-F238E27FC236}">
                  <a16:creationId xmlns:a16="http://schemas.microsoft.com/office/drawing/2014/main" id="{C601D3E1-B8D4-6845-1BDA-1E26C0A00A29}"/>
                </a:ext>
              </a:extLst>
            </p:cNvPr>
            <p:cNvSpPr/>
            <p:nvPr/>
          </p:nvSpPr>
          <p:spPr>
            <a:xfrm>
              <a:off x="1151175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35" name="Freeform: Shape 2734">
              <a:extLst>
                <a:ext uri="{FF2B5EF4-FFF2-40B4-BE49-F238E27FC236}">
                  <a16:creationId xmlns:a16="http://schemas.microsoft.com/office/drawing/2014/main" id="{164991CB-06C5-4EA0-C8B1-A14886878FC6}"/>
                </a:ext>
              </a:extLst>
            </p:cNvPr>
            <p:cNvSpPr/>
            <p:nvPr/>
          </p:nvSpPr>
          <p:spPr>
            <a:xfrm>
              <a:off x="1119780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36" name="Freeform: Shape 2735">
              <a:extLst>
                <a:ext uri="{FF2B5EF4-FFF2-40B4-BE49-F238E27FC236}">
                  <a16:creationId xmlns:a16="http://schemas.microsoft.com/office/drawing/2014/main" id="{21F2B08B-D795-1E7B-2ADD-B3AF2902C061}"/>
                </a:ext>
              </a:extLst>
            </p:cNvPr>
            <p:cNvSpPr/>
            <p:nvPr/>
          </p:nvSpPr>
          <p:spPr>
            <a:xfrm>
              <a:off x="1077919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737" name="Freeform: Shape 2736">
              <a:extLst>
                <a:ext uri="{FF2B5EF4-FFF2-40B4-BE49-F238E27FC236}">
                  <a16:creationId xmlns:a16="http://schemas.microsoft.com/office/drawing/2014/main" id="{79A9FC25-8046-A8EC-2206-D2494FB4325C}"/>
                </a:ext>
              </a:extLst>
            </p:cNvPr>
            <p:cNvSpPr/>
            <p:nvPr/>
          </p:nvSpPr>
          <p:spPr>
            <a:xfrm>
              <a:off x="889545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38" name="Freeform: Shape 2737">
              <a:extLst>
                <a:ext uri="{FF2B5EF4-FFF2-40B4-BE49-F238E27FC236}">
                  <a16:creationId xmlns:a16="http://schemas.microsoft.com/office/drawing/2014/main" id="{624AABEC-FD59-256A-15EB-2ED667BC18F4}"/>
                </a:ext>
              </a:extLst>
            </p:cNvPr>
            <p:cNvSpPr/>
            <p:nvPr/>
          </p:nvSpPr>
          <p:spPr>
            <a:xfrm>
              <a:off x="879079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39" name="Freeform: Shape 2738">
              <a:extLst>
                <a:ext uri="{FF2B5EF4-FFF2-40B4-BE49-F238E27FC236}">
                  <a16:creationId xmlns:a16="http://schemas.microsoft.com/office/drawing/2014/main" id="{C213DBB9-2284-298F-640E-B14DF1B3F692}"/>
                </a:ext>
              </a:extLst>
            </p:cNvPr>
            <p:cNvSpPr/>
            <p:nvPr/>
          </p:nvSpPr>
          <p:spPr>
            <a:xfrm rot="21046898">
              <a:off x="8581663" y="492019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2740" name="Freeform: Shape 2739">
              <a:extLst>
                <a:ext uri="{FF2B5EF4-FFF2-40B4-BE49-F238E27FC236}">
                  <a16:creationId xmlns:a16="http://schemas.microsoft.com/office/drawing/2014/main" id="{124ACF5B-7F59-56EA-A046-C2D9622E6A45}"/>
                </a:ext>
              </a:extLst>
            </p:cNvPr>
            <p:cNvSpPr/>
            <p:nvPr/>
          </p:nvSpPr>
          <p:spPr>
            <a:xfrm>
              <a:off x="805823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41" name="Freeform: Shape 2740">
              <a:extLst>
                <a:ext uri="{FF2B5EF4-FFF2-40B4-BE49-F238E27FC236}">
                  <a16:creationId xmlns:a16="http://schemas.microsoft.com/office/drawing/2014/main" id="{13DE7C71-934D-F4E6-089E-A5FF51D02658}"/>
                </a:ext>
              </a:extLst>
            </p:cNvPr>
            <p:cNvSpPr/>
            <p:nvPr/>
          </p:nvSpPr>
          <p:spPr>
            <a:xfrm>
              <a:off x="6383793"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42" name="Freeform: Shape 2741">
              <a:extLst>
                <a:ext uri="{FF2B5EF4-FFF2-40B4-BE49-F238E27FC236}">
                  <a16:creationId xmlns:a16="http://schemas.microsoft.com/office/drawing/2014/main" id="{D62C909A-27F3-CCE2-7AAA-35440F705E86}"/>
                </a:ext>
              </a:extLst>
            </p:cNvPr>
            <p:cNvSpPr/>
            <p:nvPr/>
          </p:nvSpPr>
          <p:spPr>
            <a:xfrm>
              <a:off x="61744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43" name="Freeform: Shape 2742">
              <a:extLst>
                <a:ext uri="{FF2B5EF4-FFF2-40B4-BE49-F238E27FC236}">
                  <a16:creationId xmlns:a16="http://schemas.microsoft.com/office/drawing/2014/main" id="{88D917F3-C8F5-F1E3-2E8E-7E3F44140B1E}"/>
                </a:ext>
              </a:extLst>
            </p:cNvPr>
            <p:cNvSpPr/>
            <p:nvPr/>
          </p:nvSpPr>
          <p:spPr>
            <a:xfrm>
              <a:off x="1172106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44" name="Freeform: Shape 2743">
              <a:extLst>
                <a:ext uri="{FF2B5EF4-FFF2-40B4-BE49-F238E27FC236}">
                  <a16:creationId xmlns:a16="http://schemas.microsoft.com/office/drawing/2014/main" id="{9AEB0024-DAE8-CF86-CC65-F052FAFCD6DE}"/>
                </a:ext>
              </a:extLst>
            </p:cNvPr>
            <p:cNvSpPr/>
            <p:nvPr/>
          </p:nvSpPr>
          <p:spPr>
            <a:xfrm>
              <a:off x="8895450" y="4920296"/>
              <a:ext cx="52326" cy="52326"/>
            </a:xfrm>
            <a:custGeom>
              <a:avLst/>
              <a:gdLst>
                <a:gd name="connsiteX0" fmla="*/ 26163 w 52326"/>
                <a:gd name="connsiteY0" fmla="*/ 52326 h 52326"/>
                <a:gd name="connsiteX1" fmla="*/ 51279 w 52326"/>
                <a:gd name="connsiteY1" fmla="*/ 33837 h 52326"/>
                <a:gd name="connsiteX2" fmla="*/ 52326 w 52326"/>
                <a:gd name="connsiteY2" fmla="*/ 26163 h 52326"/>
                <a:gd name="connsiteX3" fmla="*/ 26163 w 52326"/>
                <a:gd name="connsiteY3" fmla="*/ 0 h 52326"/>
                <a:gd name="connsiteX4" fmla="*/ 1047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3" y="52326"/>
                    <a:pt x="47791" y="44652"/>
                    <a:pt x="51279" y="33837"/>
                  </a:cubicBezTo>
                  <a:cubicBezTo>
                    <a:pt x="51977" y="31396"/>
                    <a:pt x="52326" y="28605"/>
                    <a:pt x="52326" y="26163"/>
                  </a:cubicBez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745" name="Freeform: Shape 2744">
              <a:extLst>
                <a:ext uri="{FF2B5EF4-FFF2-40B4-BE49-F238E27FC236}">
                  <a16:creationId xmlns:a16="http://schemas.microsoft.com/office/drawing/2014/main" id="{5451AB41-23FE-E03C-1507-2D285BE80832}"/>
                </a:ext>
              </a:extLst>
            </p:cNvPr>
            <p:cNvSpPr/>
            <p:nvPr/>
          </p:nvSpPr>
          <p:spPr>
            <a:xfrm>
              <a:off x="12139673" y="4606338"/>
              <a:ext cx="52326" cy="52326"/>
            </a:xfrm>
            <a:custGeom>
              <a:avLst/>
              <a:gdLst>
                <a:gd name="connsiteX0" fmla="*/ 26163 w 52326"/>
                <a:gd name="connsiteY0" fmla="*/ 0 h 52326"/>
                <a:gd name="connsiteX1" fmla="*/ 11512 w 52326"/>
                <a:gd name="connsiteY1" fmla="*/ 453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20581" y="0"/>
                    <a:pt x="15698" y="1744"/>
                    <a:pt x="11512" y="4535"/>
                  </a:cubicBezTo>
                  <a:cubicBezTo>
                    <a:pt x="4535" y="9070"/>
                    <a:pt x="0" y="17093"/>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746" name="Freeform: Shape 2745">
              <a:extLst>
                <a:ext uri="{FF2B5EF4-FFF2-40B4-BE49-F238E27FC236}">
                  <a16:creationId xmlns:a16="http://schemas.microsoft.com/office/drawing/2014/main" id="{E7025E47-DBE8-BA43-7565-FF7A7819D3B3}"/>
                </a:ext>
              </a:extLst>
            </p:cNvPr>
            <p:cNvSpPr/>
            <p:nvPr/>
          </p:nvSpPr>
          <p:spPr>
            <a:xfrm>
              <a:off x="10779193"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3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6" y="52326"/>
                    <a:pt x="52326" y="40465"/>
                    <a:pt x="52326" y="26163"/>
                  </a:cubicBezTo>
                  <a:cubicBezTo>
                    <a:pt x="52326" y="16047"/>
                    <a:pt x="46396" y="7326"/>
                    <a:pt x="38023" y="2791"/>
                  </a:cubicBezTo>
                  <a:cubicBezTo>
                    <a:pt x="34535" y="1046"/>
                    <a:pt x="30349" y="0"/>
                    <a:pt x="26163" y="0"/>
                  </a:cubicBezTo>
                  <a:lnTo>
                    <a:pt x="26163" y="0"/>
                  </a:lnTo>
                  <a:cubicBezTo>
                    <a:pt x="11860"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2747" name="Freeform: Shape 2746">
              <a:extLst>
                <a:ext uri="{FF2B5EF4-FFF2-40B4-BE49-F238E27FC236}">
                  <a16:creationId xmlns:a16="http://schemas.microsoft.com/office/drawing/2014/main" id="{7544438F-7E8A-67C0-9493-2F2932647E5D}"/>
                </a:ext>
              </a:extLst>
            </p:cNvPr>
            <p:cNvSpPr/>
            <p:nvPr/>
          </p:nvSpPr>
          <p:spPr>
            <a:xfrm>
              <a:off x="1182571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748" name="Freeform: Shape 2747">
              <a:extLst>
                <a:ext uri="{FF2B5EF4-FFF2-40B4-BE49-F238E27FC236}">
                  <a16:creationId xmlns:a16="http://schemas.microsoft.com/office/drawing/2014/main" id="{8AFB9A36-1D6A-FDFC-B731-AD508510ED04}"/>
                </a:ext>
              </a:extLst>
            </p:cNvPr>
            <p:cNvSpPr/>
            <p:nvPr/>
          </p:nvSpPr>
          <p:spPr>
            <a:xfrm>
              <a:off x="12139673"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20930 w 52326"/>
                <a:gd name="connsiteY3" fmla="*/ 51628 h 52326"/>
                <a:gd name="connsiteX4" fmla="*/ 26163 w 52326"/>
                <a:gd name="connsiteY4" fmla="*/ 52326 h 52326"/>
                <a:gd name="connsiteX5" fmla="*/ 52326 w 52326"/>
                <a:gd name="connsiteY5" fmla="*/ 26163 h 52326"/>
                <a:gd name="connsiteX6" fmla="*/ 52326 w 52326"/>
                <a:gd name="connsiteY6" fmla="*/ 26163 h 52326"/>
                <a:gd name="connsiteX7" fmla="*/ 31396 w 52326"/>
                <a:gd name="connsiteY7"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1396" y="698"/>
                  </a:moveTo>
                  <a:cubicBezTo>
                    <a:pt x="29652" y="349"/>
                    <a:pt x="27907" y="0"/>
                    <a:pt x="26163" y="0"/>
                  </a:cubicBezTo>
                  <a:cubicBezTo>
                    <a:pt x="11860" y="0"/>
                    <a:pt x="0" y="11861"/>
                    <a:pt x="0" y="26163"/>
                  </a:cubicBezTo>
                  <a:cubicBezTo>
                    <a:pt x="0" y="38721"/>
                    <a:pt x="9070" y="49187"/>
                    <a:pt x="20930" y="51628"/>
                  </a:cubicBezTo>
                  <a:cubicBezTo>
                    <a:pt x="22675" y="51977"/>
                    <a:pt x="24419" y="52326"/>
                    <a:pt x="26163" y="52326"/>
                  </a:cubicBezTo>
                  <a:cubicBezTo>
                    <a:pt x="40466" y="52326"/>
                    <a:pt x="52326" y="40465"/>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749" name="Freeform: Shape 2748">
              <a:extLst>
                <a:ext uri="{FF2B5EF4-FFF2-40B4-BE49-F238E27FC236}">
                  <a16:creationId xmlns:a16="http://schemas.microsoft.com/office/drawing/2014/main" id="{E4114DED-51CD-F26D-EB87-DF8169B8116B}"/>
                </a:ext>
              </a:extLst>
            </p:cNvPr>
            <p:cNvSpPr/>
            <p:nvPr/>
          </p:nvSpPr>
          <p:spPr>
            <a:xfrm>
              <a:off x="110931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50" name="Freeform: Shape 2749">
              <a:extLst>
                <a:ext uri="{FF2B5EF4-FFF2-40B4-BE49-F238E27FC236}">
                  <a16:creationId xmlns:a16="http://schemas.microsoft.com/office/drawing/2014/main" id="{4D1D3CB0-702E-7F29-4953-D1D35CDF988F}"/>
                </a:ext>
              </a:extLst>
            </p:cNvPr>
            <p:cNvSpPr/>
            <p:nvPr/>
          </p:nvSpPr>
          <p:spPr>
            <a:xfrm>
              <a:off x="108838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51" name="Freeform: Shape 2750">
              <a:extLst>
                <a:ext uri="{FF2B5EF4-FFF2-40B4-BE49-F238E27FC236}">
                  <a16:creationId xmlns:a16="http://schemas.microsoft.com/office/drawing/2014/main" id="{3F44747B-D3B8-2C0F-A8D1-3DF7C9DEA4F0}"/>
                </a:ext>
              </a:extLst>
            </p:cNvPr>
            <p:cNvSpPr/>
            <p:nvPr/>
          </p:nvSpPr>
          <p:spPr>
            <a:xfrm>
              <a:off x="1046523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752" name="Freeform: Shape 2751">
              <a:extLst>
                <a:ext uri="{FF2B5EF4-FFF2-40B4-BE49-F238E27FC236}">
                  <a16:creationId xmlns:a16="http://schemas.microsoft.com/office/drawing/2014/main" id="{AAB49FBD-FE56-9204-E4BF-85866ADD3C6A}"/>
                </a:ext>
              </a:extLst>
            </p:cNvPr>
            <p:cNvSpPr/>
            <p:nvPr/>
          </p:nvSpPr>
          <p:spPr>
            <a:xfrm>
              <a:off x="9941974"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5"/>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2753" name="Freeform: Shape 2752">
              <a:extLst>
                <a:ext uri="{FF2B5EF4-FFF2-40B4-BE49-F238E27FC236}">
                  <a16:creationId xmlns:a16="http://schemas.microsoft.com/office/drawing/2014/main" id="{6CA83184-8E8C-E7FC-6CC1-45923E9A7570}"/>
                </a:ext>
              </a:extLst>
            </p:cNvPr>
            <p:cNvSpPr/>
            <p:nvPr/>
          </p:nvSpPr>
          <p:spPr>
            <a:xfrm>
              <a:off x="879079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54" name="Freeform: Shape 2753">
              <a:extLst>
                <a:ext uri="{FF2B5EF4-FFF2-40B4-BE49-F238E27FC236}">
                  <a16:creationId xmlns:a16="http://schemas.microsoft.com/office/drawing/2014/main" id="{C1205C08-812C-7EE4-D0CE-14D69B03711F}"/>
                </a:ext>
              </a:extLst>
            </p:cNvPr>
            <p:cNvSpPr/>
            <p:nvPr/>
          </p:nvSpPr>
          <p:spPr>
            <a:xfrm>
              <a:off x="77442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2755" name="Freeform: Shape 2754">
              <a:extLst>
                <a:ext uri="{FF2B5EF4-FFF2-40B4-BE49-F238E27FC236}">
                  <a16:creationId xmlns:a16="http://schemas.microsoft.com/office/drawing/2014/main" id="{C5351DC1-FB3F-5415-9E39-183A77160C2F}"/>
                </a:ext>
              </a:extLst>
            </p:cNvPr>
            <p:cNvSpPr/>
            <p:nvPr/>
          </p:nvSpPr>
          <p:spPr>
            <a:xfrm>
              <a:off x="753496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56" name="Freeform: Shape 2755">
              <a:extLst>
                <a:ext uri="{FF2B5EF4-FFF2-40B4-BE49-F238E27FC236}">
                  <a16:creationId xmlns:a16="http://schemas.microsoft.com/office/drawing/2014/main" id="{0CBFCE1A-0DFC-7735-8C31-BA6E3917F4A6}"/>
                </a:ext>
              </a:extLst>
            </p:cNvPr>
            <p:cNvSpPr/>
            <p:nvPr/>
          </p:nvSpPr>
          <p:spPr>
            <a:xfrm>
              <a:off x="7325665"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57" name="Freeform: Shape 2756">
              <a:extLst>
                <a:ext uri="{FF2B5EF4-FFF2-40B4-BE49-F238E27FC236}">
                  <a16:creationId xmlns:a16="http://schemas.microsoft.com/office/drawing/2014/main" id="{C2A04881-15E1-FB54-0954-AD8AB2448696}"/>
                </a:ext>
              </a:extLst>
            </p:cNvPr>
            <p:cNvSpPr/>
            <p:nvPr/>
          </p:nvSpPr>
          <p:spPr>
            <a:xfrm rot="17550026">
              <a:off x="7221191" y="45015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2758" name="Freeform: Shape 2757">
              <a:extLst>
                <a:ext uri="{FF2B5EF4-FFF2-40B4-BE49-F238E27FC236}">
                  <a16:creationId xmlns:a16="http://schemas.microsoft.com/office/drawing/2014/main" id="{7C6711A5-D319-1B2B-3AA1-DDF7F809B30D}"/>
                </a:ext>
              </a:extLst>
            </p:cNvPr>
            <p:cNvSpPr/>
            <p:nvPr/>
          </p:nvSpPr>
          <p:spPr>
            <a:xfrm>
              <a:off x="6488446"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759" name="Freeform: Shape 2758">
              <a:extLst>
                <a:ext uri="{FF2B5EF4-FFF2-40B4-BE49-F238E27FC236}">
                  <a16:creationId xmlns:a16="http://schemas.microsoft.com/office/drawing/2014/main" id="{08153D21-EAC0-E2DF-C3D8-C9D5C096D95C}"/>
                </a:ext>
              </a:extLst>
            </p:cNvPr>
            <p:cNvSpPr/>
            <p:nvPr/>
          </p:nvSpPr>
          <p:spPr>
            <a:xfrm>
              <a:off x="638379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760" name="Freeform: Shape 2759">
              <a:extLst>
                <a:ext uri="{FF2B5EF4-FFF2-40B4-BE49-F238E27FC236}">
                  <a16:creationId xmlns:a16="http://schemas.microsoft.com/office/drawing/2014/main" id="{073B6021-B2C6-4E3F-E578-9843C23E22BD}"/>
                </a:ext>
              </a:extLst>
            </p:cNvPr>
            <p:cNvSpPr/>
            <p:nvPr/>
          </p:nvSpPr>
          <p:spPr>
            <a:xfrm>
              <a:off x="7744274"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2761" name="Freeform: Shape 2760">
              <a:extLst>
                <a:ext uri="{FF2B5EF4-FFF2-40B4-BE49-F238E27FC236}">
                  <a16:creationId xmlns:a16="http://schemas.microsoft.com/office/drawing/2014/main" id="{01756CF2-251F-EF83-DE25-6D44D5A238D2}"/>
                </a:ext>
              </a:extLst>
            </p:cNvPr>
            <p:cNvSpPr/>
            <p:nvPr/>
          </p:nvSpPr>
          <p:spPr>
            <a:xfrm>
              <a:off x="11092801" y="1571420"/>
              <a:ext cx="52675" cy="52326"/>
            </a:xfrm>
            <a:custGeom>
              <a:avLst/>
              <a:gdLst>
                <a:gd name="connsiteX0" fmla="*/ 26512 w 52675"/>
                <a:gd name="connsiteY0" fmla="*/ 52326 h 52326"/>
                <a:gd name="connsiteX1" fmla="*/ 26512 w 52675"/>
                <a:gd name="connsiteY1" fmla="*/ 52326 h 52326"/>
                <a:gd name="connsiteX2" fmla="*/ 30350 w 52675"/>
                <a:gd name="connsiteY2" fmla="*/ 51977 h 52326"/>
                <a:gd name="connsiteX3" fmla="*/ 34187 w 52675"/>
                <a:gd name="connsiteY3" fmla="*/ 51280 h 52326"/>
                <a:gd name="connsiteX4" fmla="*/ 52675 w 52675"/>
                <a:gd name="connsiteY4" fmla="*/ 26163 h 52326"/>
                <a:gd name="connsiteX5" fmla="*/ 52675 w 52675"/>
                <a:gd name="connsiteY5" fmla="*/ 26163 h 52326"/>
                <a:gd name="connsiteX6" fmla="*/ 26512 w 52675"/>
                <a:gd name="connsiteY6" fmla="*/ 0 h 52326"/>
                <a:gd name="connsiteX7" fmla="*/ 26512 w 52675"/>
                <a:gd name="connsiteY7" fmla="*/ 0 h 52326"/>
                <a:gd name="connsiteX8" fmla="*/ 22326 w 52675"/>
                <a:gd name="connsiteY8" fmla="*/ 349 h 52326"/>
                <a:gd name="connsiteX9" fmla="*/ 18489 w 52675"/>
                <a:gd name="connsiteY9" fmla="*/ 1047 h 52326"/>
                <a:gd name="connsiteX10" fmla="*/ 0 w 52675"/>
                <a:gd name="connsiteY10" fmla="*/ 26163 h 52326"/>
                <a:gd name="connsiteX11" fmla="*/ 26512 w 52675"/>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75" h="52326">
                  <a:moveTo>
                    <a:pt x="26512" y="52326"/>
                  </a:moveTo>
                  <a:lnTo>
                    <a:pt x="26512" y="52326"/>
                  </a:lnTo>
                  <a:cubicBezTo>
                    <a:pt x="27907" y="52326"/>
                    <a:pt x="28954" y="52326"/>
                    <a:pt x="30350" y="51977"/>
                  </a:cubicBezTo>
                  <a:cubicBezTo>
                    <a:pt x="31745" y="51629"/>
                    <a:pt x="33140" y="51629"/>
                    <a:pt x="34187" y="51280"/>
                  </a:cubicBezTo>
                  <a:cubicBezTo>
                    <a:pt x="45001" y="48140"/>
                    <a:pt x="52675" y="38024"/>
                    <a:pt x="52675" y="26163"/>
                  </a:cubicBezTo>
                  <a:lnTo>
                    <a:pt x="52675" y="26163"/>
                  </a:lnTo>
                  <a:cubicBezTo>
                    <a:pt x="52675" y="11861"/>
                    <a:pt x="40815" y="0"/>
                    <a:pt x="26512" y="0"/>
                  </a:cubicBezTo>
                  <a:lnTo>
                    <a:pt x="26512" y="0"/>
                  </a:lnTo>
                  <a:cubicBezTo>
                    <a:pt x="25117" y="0"/>
                    <a:pt x="23721" y="0"/>
                    <a:pt x="22326" y="349"/>
                  </a:cubicBezTo>
                  <a:cubicBezTo>
                    <a:pt x="20930" y="698"/>
                    <a:pt x="19885" y="698"/>
                    <a:pt x="18489" y="1047"/>
                  </a:cubicBezTo>
                  <a:cubicBezTo>
                    <a:pt x="7675" y="4186"/>
                    <a:pt x="0" y="14302"/>
                    <a:pt x="0" y="26163"/>
                  </a:cubicBezTo>
                  <a:cubicBezTo>
                    <a:pt x="349" y="40466"/>
                    <a:pt x="12209" y="52326"/>
                    <a:pt x="26512" y="52326"/>
                  </a:cubicBezTo>
                  <a:close/>
                </a:path>
              </a:pathLst>
            </a:custGeom>
            <a:grpFill/>
            <a:ln w="3488" cap="flat">
              <a:noFill/>
              <a:prstDash val="solid"/>
              <a:miter/>
            </a:ln>
          </p:spPr>
          <p:txBody>
            <a:bodyPr rtlCol="0" anchor="ctr"/>
            <a:lstStyle/>
            <a:p>
              <a:endParaRPr lang="en-ID"/>
            </a:p>
          </p:txBody>
        </p:sp>
        <p:sp>
          <p:nvSpPr>
            <p:cNvPr id="2762" name="Freeform: Shape 2761">
              <a:extLst>
                <a:ext uri="{FF2B5EF4-FFF2-40B4-BE49-F238E27FC236}">
                  <a16:creationId xmlns:a16="http://schemas.microsoft.com/office/drawing/2014/main" id="{6CADF39C-BE30-62B7-B140-D719C1B4DD68}"/>
                </a:ext>
              </a:extLst>
            </p:cNvPr>
            <p:cNvSpPr/>
            <p:nvPr/>
          </p:nvSpPr>
          <p:spPr>
            <a:xfrm>
              <a:off x="743031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2763" name="Freeform: Shape 2762">
              <a:extLst>
                <a:ext uri="{FF2B5EF4-FFF2-40B4-BE49-F238E27FC236}">
                  <a16:creationId xmlns:a16="http://schemas.microsoft.com/office/drawing/2014/main" id="{A9598CB0-3D16-F62A-DFBF-91D6BEB13E75}"/>
                </a:ext>
              </a:extLst>
            </p:cNvPr>
            <p:cNvSpPr/>
            <p:nvPr/>
          </p:nvSpPr>
          <p:spPr>
            <a:xfrm>
              <a:off x="10465236"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grpSp>
      <p:sp>
        <p:nvSpPr>
          <p:cNvPr id="13" name="Rectangle: Rounded Corners 12">
            <a:extLst>
              <a:ext uri="{FF2B5EF4-FFF2-40B4-BE49-F238E27FC236}">
                <a16:creationId xmlns:a16="http://schemas.microsoft.com/office/drawing/2014/main" id="{E5FAFE65-5908-2724-8061-D0F4DBC974E8}"/>
              </a:ext>
            </a:extLst>
          </p:cNvPr>
          <p:cNvSpPr/>
          <p:nvPr/>
        </p:nvSpPr>
        <p:spPr>
          <a:xfrm>
            <a:off x="772995" y="1536984"/>
            <a:ext cx="3352926" cy="2176949"/>
          </a:xfrm>
          <a:prstGeom prst="roundRect">
            <a:avLst>
              <a:gd name="adj" fmla="val 9388"/>
            </a:avLst>
          </a:prstGeom>
          <a:gradFill>
            <a:gsLst>
              <a:gs pos="57000">
                <a:schemeClr val="accent1">
                  <a:alpha val="96000"/>
                </a:schemeClr>
              </a:gs>
              <a:gs pos="100000">
                <a:schemeClr val="accent1">
                  <a:alpha val="21000"/>
                </a:schemeClr>
              </a:gs>
            </a:gsLst>
            <a:lin ang="16200000" scaled="0"/>
          </a:gradFill>
          <a:ln>
            <a:no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ectangle: Single Corner Rounded 17">
            <a:extLst>
              <a:ext uri="{FF2B5EF4-FFF2-40B4-BE49-F238E27FC236}">
                <a16:creationId xmlns:a16="http://schemas.microsoft.com/office/drawing/2014/main" id="{7668E973-9CF6-B1DF-179C-B66813A6F59B}"/>
              </a:ext>
            </a:extLst>
          </p:cNvPr>
          <p:cNvSpPr/>
          <p:nvPr/>
        </p:nvSpPr>
        <p:spPr>
          <a:xfrm flipV="1">
            <a:off x="3242830" y="1249710"/>
            <a:ext cx="602114" cy="575086"/>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Rounded Corners 18">
            <a:extLst>
              <a:ext uri="{FF2B5EF4-FFF2-40B4-BE49-F238E27FC236}">
                <a16:creationId xmlns:a16="http://schemas.microsoft.com/office/drawing/2014/main" id="{8BA87A15-D637-AC1F-BDCD-A95A5E353692}"/>
              </a:ext>
            </a:extLst>
          </p:cNvPr>
          <p:cNvSpPr/>
          <p:nvPr/>
        </p:nvSpPr>
        <p:spPr>
          <a:xfrm>
            <a:off x="772995" y="4260634"/>
            <a:ext cx="3352926" cy="2100325"/>
          </a:xfrm>
          <a:prstGeom prst="roundRect">
            <a:avLst>
              <a:gd name="adj" fmla="val 7161"/>
            </a:avLst>
          </a:prstGeom>
          <a:gradFill>
            <a:gsLst>
              <a:gs pos="57000">
                <a:schemeClr val="accent1">
                  <a:alpha val="96000"/>
                </a:schemeClr>
              </a:gs>
              <a:gs pos="100000">
                <a:schemeClr val="accent1">
                  <a:alpha val="21000"/>
                </a:schemeClr>
              </a:gs>
            </a:gsLst>
            <a:lin ang="16200000" scaled="0"/>
          </a:gradFill>
          <a:ln>
            <a:no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Rounded Corners 24">
            <a:extLst>
              <a:ext uri="{FF2B5EF4-FFF2-40B4-BE49-F238E27FC236}">
                <a16:creationId xmlns:a16="http://schemas.microsoft.com/office/drawing/2014/main" id="{B8EF8C7C-2369-70A6-29C8-3F32019BE68A}"/>
              </a:ext>
            </a:extLst>
          </p:cNvPr>
          <p:cNvSpPr/>
          <p:nvPr/>
        </p:nvSpPr>
        <p:spPr>
          <a:xfrm>
            <a:off x="4329806" y="1536984"/>
            <a:ext cx="7574068" cy="2841443"/>
          </a:xfrm>
          <a:prstGeom prst="roundRect">
            <a:avLst>
              <a:gd name="adj" fmla="val 4138"/>
            </a:avLst>
          </a:prstGeom>
          <a:gradFill>
            <a:gsLst>
              <a:gs pos="57000">
                <a:schemeClr val="accent1">
                  <a:alpha val="96000"/>
                </a:schemeClr>
              </a:gs>
              <a:gs pos="100000">
                <a:schemeClr val="accent1">
                  <a:alpha val="21000"/>
                </a:schemeClr>
              </a:gs>
            </a:gsLst>
            <a:lin ang="16200000" scaled="0"/>
          </a:gradFill>
          <a:ln>
            <a:no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Isosceles Triangle 26">
            <a:extLst>
              <a:ext uri="{FF2B5EF4-FFF2-40B4-BE49-F238E27FC236}">
                <a16:creationId xmlns:a16="http://schemas.microsoft.com/office/drawing/2014/main" id="{B1BB32C6-A861-17F1-CD1D-7BF9275076D1}"/>
              </a:ext>
            </a:extLst>
          </p:cNvPr>
          <p:cNvSpPr/>
          <p:nvPr/>
        </p:nvSpPr>
        <p:spPr>
          <a:xfrm rot="5400000">
            <a:off x="4670277" y="2392321"/>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8" name="Isosceles Triangle 27">
            <a:extLst>
              <a:ext uri="{FF2B5EF4-FFF2-40B4-BE49-F238E27FC236}">
                <a16:creationId xmlns:a16="http://schemas.microsoft.com/office/drawing/2014/main" id="{41961247-1BBD-0D31-FAFE-8BB1FE3F20AF}"/>
              </a:ext>
            </a:extLst>
          </p:cNvPr>
          <p:cNvSpPr/>
          <p:nvPr/>
        </p:nvSpPr>
        <p:spPr>
          <a:xfrm rot="5400000">
            <a:off x="4670277" y="2657925"/>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0" name="Rectangle: Single Corner Rounded 29">
            <a:extLst>
              <a:ext uri="{FF2B5EF4-FFF2-40B4-BE49-F238E27FC236}">
                <a16:creationId xmlns:a16="http://schemas.microsoft.com/office/drawing/2014/main" id="{C00EE22D-340C-79EF-82FD-453504E64C7F}"/>
              </a:ext>
            </a:extLst>
          </p:cNvPr>
          <p:cNvSpPr/>
          <p:nvPr/>
        </p:nvSpPr>
        <p:spPr>
          <a:xfrm flipV="1">
            <a:off x="11070581" y="1249710"/>
            <a:ext cx="602114" cy="575086"/>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Isosceles Triangle 32">
            <a:extLst>
              <a:ext uri="{FF2B5EF4-FFF2-40B4-BE49-F238E27FC236}">
                <a16:creationId xmlns:a16="http://schemas.microsoft.com/office/drawing/2014/main" id="{1C186EB9-80EF-4831-29CA-C31F6F8C9576}"/>
              </a:ext>
            </a:extLst>
          </p:cNvPr>
          <p:cNvSpPr/>
          <p:nvPr/>
        </p:nvSpPr>
        <p:spPr>
          <a:xfrm rot="5400000">
            <a:off x="4670277" y="3308603"/>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4" name="Isosceles Triangle 33">
            <a:extLst>
              <a:ext uri="{FF2B5EF4-FFF2-40B4-BE49-F238E27FC236}">
                <a16:creationId xmlns:a16="http://schemas.microsoft.com/office/drawing/2014/main" id="{83BC26FB-02BD-3ABF-8D7A-4CD5DECF1076}"/>
              </a:ext>
            </a:extLst>
          </p:cNvPr>
          <p:cNvSpPr/>
          <p:nvPr/>
        </p:nvSpPr>
        <p:spPr>
          <a:xfrm rot="5400000">
            <a:off x="4670277" y="3574207"/>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6" name="Rectangle: Rounded Corners 35">
            <a:extLst>
              <a:ext uri="{FF2B5EF4-FFF2-40B4-BE49-F238E27FC236}">
                <a16:creationId xmlns:a16="http://schemas.microsoft.com/office/drawing/2014/main" id="{AE920A2B-9966-BA2A-E4D7-31A32F14316F}"/>
              </a:ext>
            </a:extLst>
          </p:cNvPr>
          <p:cNvSpPr/>
          <p:nvPr/>
        </p:nvSpPr>
        <p:spPr>
          <a:xfrm>
            <a:off x="4329806" y="4880204"/>
            <a:ext cx="7574068" cy="1480755"/>
          </a:xfrm>
          <a:prstGeom prst="roundRect">
            <a:avLst>
              <a:gd name="adj" fmla="val 10142"/>
            </a:avLst>
          </a:prstGeom>
          <a:gradFill>
            <a:gsLst>
              <a:gs pos="57000">
                <a:schemeClr val="accent1">
                  <a:alpha val="96000"/>
                </a:schemeClr>
              </a:gs>
              <a:gs pos="100000">
                <a:schemeClr val="accent1">
                  <a:alpha val="21000"/>
                </a:schemeClr>
              </a:gs>
            </a:gsLst>
            <a:lin ang="16200000" scaled="0"/>
          </a:gradFill>
          <a:ln>
            <a:no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8" name="Isosceles Triangle 37">
            <a:extLst>
              <a:ext uri="{FF2B5EF4-FFF2-40B4-BE49-F238E27FC236}">
                <a16:creationId xmlns:a16="http://schemas.microsoft.com/office/drawing/2014/main" id="{45202627-04FF-215A-4220-668D229357F7}"/>
              </a:ext>
            </a:extLst>
          </p:cNvPr>
          <p:cNvSpPr/>
          <p:nvPr/>
        </p:nvSpPr>
        <p:spPr>
          <a:xfrm rot="5400000">
            <a:off x="4670277" y="5710140"/>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9" name="Isosceles Triangle 38">
            <a:extLst>
              <a:ext uri="{FF2B5EF4-FFF2-40B4-BE49-F238E27FC236}">
                <a16:creationId xmlns:a16="http://schemas.microsoft.com/office/drawing/2014/main" id="{76B261CC-5A88-7351-2DD0-FCEFFD5F0402}"/>
              </a:ext>
            </a:extLst>
          </p:cNvPr>
          <p:cNvSpPr/>
          <p:nvPr/>
        </p:nvSpPr>
        <p:spPr>
          <a:xfrm rot="5400000">
            <a:off x="4670277" y="5975744"/>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41" name="Rectangle: Single Corner Rounded 40">
            <a:extLst>
              <a:ext uri="{FF2B5EF4-FFF2-40B4-BE49-F238E27FC236}">
                <a16:creationId xmlns:a16="http://schemas.microsoft.com/office/drawing/2014/main" id="{452589AA-1ACB-D54E-E9E1-3A9375A95F06}"/>
              </a:ext>
            </a:extLst>
          </p:cNvPr>
          <p:cNvSpPr/>
          <p:nvPr/>
        </p:nvSpPr>
        <p:spPr>
          <a:xfrm flipV="1">
            <a:off x="11070581" y="4592929"/>
            <a:ext cx="602114" cy="575086"/>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43" name="Graphic 42">
            <a:extLst>
              <a:ext uri="{FF2B5EF4-FFF2-40B4-BE49-F238E27FC236}">
                <a16:creationId xmlns:a16="http://schemas.microsoft.com/office/drawing/2014/main" id="{B53A9E61-F079-AE8A-08E7-0252340B03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4737" y="1322482"/>
            <a:ext cx="378301" cy="378301"/>
          </a:xfrm>
          <a:prstGeom prst="rect">
            <a:avLst/>
          </a:prstGeom>
        </p:spPr>
      </p:pic>
      <p:pic>
        <p:nvPicPr>
          <p:cNvPr id="44" name="Graphic 43">
            <a:extLst>
              <a:ext uri="{FF2B5EF4-FFF2-40B4-BE49-F238E27FC236}">
                <a16:creationId xmlns:a16="http://schemas.microsoft.com/office/drawing/2014/main" id="{9879FC2C-CDA3-D15A-3DC4-1F0C36BDFB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82488" y="4675474"/>
            <a:ext cx="378301" cy="378301"/>
          </a:xfrm>
          <a:prstGeom prst="rect">
            <a:avLst/>
          </a:prstGeom>
        </p:spPr>
      </p:pic>
      <p:pic>
        <p:nvPicPr>
          <p:cNvPr id="45" name="Graphic 44">
            <a:extLst>
              <a:ext uri="{FF2B5EF4-FFF2-40B4-BE49-F238E27FC236}">
                <a16:creationId xmlns:a16="http://schemas.microsoft.com/office/drawing/2014/main" id="{17F46210-D7C9-B649-43DE-9E975A5DB5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82488" y="1356245"/>
            <a:ext cx="378301" cy="378301"/>
          </a:xfrm>
          <a:prstGeom prst="rect">
            <a:avLst/>
          </a:prstGeom>
        </p:spPr>
      </p:pic>
      <p:sp>
        <p:nvSpPr>
          <p:cNvPr id="47" name="Rectangle: Single Corner Rounded 46">
            <a:extLst>
              <a:ext uri="{FF2B5EF4-FFF2-40B4-BE49-F238E27FC236}">
                <a16:creationId xmlns:a16="http://schemas.microsoft.com/office/drawing/2014/main" id="{3B11BA22-5AF6-FD97-B67A-E1150A7922EC}"/>
              </a:ext>
            </a:extLst>
          </p:cNvPr>
          <p:cNvSpPr/>
          <p:nvPr/>
        </p:nvSpPr>
        <p:spPr>
          <a:xfrm rot="16200000" flipV="1">
            <a:off x="-3171305" y="3171305"/>
            <a:ext cx="6857940" cy="515329"/>
          </a:xfrm>
          <a:prstGeom prst="round1Rect">
            <a:avLst>
              <a:gd name="adj" fmla="val 50000"/>
            </a:avLst>
          </a:prstGeom>
          <a:solidFill>
            <a:schemeClr val="tx1">
              <a:alpha val="62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8" name="TextBox 47">
            <a:extLst>
              <a:ext uri="{FF2B5EF4-FFF2-40B4-BE49-F238E27FC236}">
                <a16:creationId xmlns:a16="http://schemas.microsoft.com/office/drawing/2014/main" id="{E847923F-9412-16C3-976A-2C16B1DDAB57}"/>
              </a:ext>
            </a:extLst>
          </p:cNvPr>
          <p:cNvSpPr txBox="1"/>
          <p:nvPr/>
        </p:nvSpPr>
        <p:spPr>
          <a:xfrm rot="16200000">
            <a:off x="-755749" y="879269"/>
            <a:ext cx="2026828" cy="246221"/>
          </a:xfrm>
          <a:prstGeom prst="rect">
            <a:avLst/>
          </a:prstGeom>
          <a:noFill/>
        </p:spPr>
        <p:txBody>
          <a:bodyPr wrap="square" rtlCol="0">
            <a:spAutoFit/>
          </a:bodyPr>
          <a:lstStyle/>
          <a:p>
            <a:pPr algn="ctr"/>
            <a:r>
              <a:rPr lang="en-US" sz="1000" spc="600">
                <a:solidFill>
                  <a:schemeClr val="bg1"/>
                </a:solidFill>
                <a:latin typeface="+mj-lt"/>
              </a:rPr>
              <a:t>EAI SYSTEMS</a:t>
            </a:r>
          </a:p>
        </p:txBody>
      </p:sp>
      <p:sp>
        <p:nvSpPr>
          <p:cNvPr id="49" name="Flowchart: Manual Input 48">
            <a:extLst>
              <a:ext uri="{FF2B5EF4-FFF2-40B4-BE49-F238E27FC236}">
                <a16:creationId xmlns:a16="http://schemas.microsoft.com/office/drawing/2014/main" id="{40AA0DD6-0B29-A04D-1039-38686874D2B4}"/>
              </a:ext>
            </a:extLst>
          </p:cNvPr>
          <p:cNvSpPr/>
          <p:nvPr/>
        </p:nvSpPr>
        <p:spPr>
          <a:xfrm rot="10800000" flipV="1">
            <a:off x="0" y="6288789"/>
            <a:ext cx="515329" cy="569211"/>
          </a:xfrm>
          <a:prstGeom prst="flowChartManualInput">
            <a:avLst/>
          </a:prstGeom>
          <a:gradFill>
            <a:gsLst>
              <a:gs pos="0">
                <a:schemeClr val="accent2">
                  <a:alpha val="0"/>
                </a:schemeClr>
              </a:gs>
              <a:gs pos="61000">
                <a:schemeClr val="accent2">
                  <a:alpha val="28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50" name="Straight Connector 49">
            <a:extLst>
              <a:ext uri="{FF2B5EF4-FFF2-40B4-BE49-F238E27FC236}">
                <a16:creationId xmlns:a16="http://schemas.microsoft.com/office/drawing/2014/main" id="{FEFA2F3F-3E67-BF5D-5DE0-CD9EBF6D5E50}"/>
              </a:ext>
            </a:extLst>
          </p:cNvPr>
          <p:cNvCxnSpPr>
            <a:cxnSpLocks/>
          </p:cNvCxnSpPr>
          <p:nvPr/>
        </p:nvCxnSpPr>
        <p:spPr>
          <a:xfrm flipH="1">
            <a:off x="257665" y="1965275"/>
            <a:ext cx="1" cy="4238755"/>
          </a:xfrm>
          <a:prstGeom prst="line">
            <a:avLst/>
          </a:prstGeom>
          <a:ln w="6350">
            <a:solidFill>
              <a:schemeClr val="bg1">
                <a:alpha val="18000"/>
              </a:scheme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66CE4BBF-B639-611F-788A-31391209F56A}"/>
              </a:ext>
            </a:extLst>
          </p:cNvPr>
          <p:cNvSpPr txBox="1"/>
          <p:nvPr/>
        </p:nvSpPr>
        <p:spPr>
          <a:xfrm>
            <a:off x="-236695" y="6490960"/>
            <a:ext cx="930917" cy="261610"/>
          </a:xfrm>
          <a:prstGeom prst="rect">
            <a:avLst/>
          </a:prstGeom>
          <a:noFill/>
        </p:spPr>
        <p:txBody>
          <a:bodyPr wrap="square" rtlCol="0">
            <a:spAutoFit/>
          </a:bodyPr>
          <a:lstStyle/>
          <a:p>
            <a:pPr algn="ctr"/>
            <a:fld id="{102009AA-E089-4079-8153-5D7FB6B42523}" type="slidenum">
              <a:rPr lang="en-US" sz="1100" b="1" smtClean="0">
                <a:solidFill>
                  <a:schemeClr val="bg1"/>
                </a:solidFill>
                <a:latin typeface="+mj-lt"/>
              </a:rPr>
              <a:pPr algn="ctr"/>
              <a:t>9</a:t>
            </a:fld>
            <a:endParaRPr lang="en-ID" sz="1100" b="1">
              <a:solidFill>
                <a:schemeClr val="bg1"/>
              </a:solidFill>
              <a:latin typeface="+mj-lt"/>
            </a:endParaRPr>
          </a:p>
        </p:txBody>
      </p:sp>
      <p:sp>
        <p:nvSpPr>
          <p:cNvPr id="5" name="Text Placeholder 4">
            <a:extLst>
              <a:ext uri="{FF2B5EF4-FFF2-40B4-BE49-F238E27FC236}">
                <a16:creationId xmlns:a16="http://schemas.microsoft.com/office/drawing/2014/main" id="{9B9CC0F4-8923-F1C5-C729-4FF36B7FBD32}"/>
              </a:ext>
            </a:extLst>
          </p:cNvPr>
          <p:cNvSpPr>
            <a:spLocks noGrp="1"/>
          </p:cNvSpPr>
          <p:nvPr>
            <p:ph type="body" sz="quarter" idx="70"/>
          </p:nvPr>
        </p:nvSpPr>
        <p:spPr/>
        <p:txBody>
          <a:bodyPr/>
          <a:lstStyle/>
          <a:p>
            <a:r>
              <a:rPr lang="pt-BR" sz="2800" b="1">
                <a:solidFill>
                  <a:schemeClr val="bg1"/>
                </a:solidFill>
                <a:latin typeface="+mj-lt"/>
              </a:rPr>
              <a:t>STRATEGIC OBJECTIVES FOR 2023+</a:t>
            </a:r>
          </a:p>
        </p:txBody>
      </p:sp>
      <p:pic>
        <p:nvPicPr>
          <p:cNvPr id="54" name="Picture 53">
            <a:extLst>
              <a:ext uri="{FF2B5EF4-FFF2-40B4-BE49-F238E27FC236}">
                <a16:creationId xmlns:a16="http://schemas.microsoft.com/office/drawing/2014/main" id="{E97ABF8C-03DA-C387-0176-4D3C1E6D18E1}"/>
              </a:ext>
            </a:extLst>
          </p:cNvPr>
          <p:cNvPicPr>
            <a:picLocks noChangeAspect="1"/>
          </p:cNvPicPr>
          <p:nvPr/>
        </p:nvPicPr>
        <p:blipFill>
          <a:blip r:embed="rId6"/>
          <a:stretch>
            <a:fillRect/>
          </a:stretch>
        </p:blipFill>
        <p:spPr>
          <a:xfrm>
            <a:off x="11241718" y="314964"/>
            <a:ext cx="550269" cy="438150"/>
          </a:xfrm>
          <a:prstGeom prst="rect">
            <a:avLst/>
          </a:prstGeom>
        </p:spPr>
      </p:pic>
      <p:sp>
        <p:nvSpPr>
          <p:cNvPr id="8" name="Text Placeholder 7">
            <a:extLst>
              <a:ext uri="{FF2B5EF4-FFF2-40B4-BE49-F238E27FC236}">
                <a16:creationId xmlns:a16="http://schemas.microsoft.com/office/drawing/2014/main" id="{B20DE601-6F5B-3DF1-FD43-75D99A1B6A38}"/>
              </a:ext>
            </a:extLst>
          </p:cNvPr>
          <p:cNvSpPr>
            <a:spLocks noGrp="1"/>
          </p:cNvSpPr>
          <p:nvPr>
            <p:ph type="body" sz="quarter" idx="72"/>
          </p:nvPr>
        </p:nvSpPr>
        <p:spPr/>
        <p:txBody>
          <a:bodyPr/>
          <a:lstStyle/>
          <a:p>
            <a:pPr>
              <a:lnSpc>
                <a:spcPts val="1800"/>
              </a:lnSpc>
              <a:spcBef>
                <a:spcPts val="300"/>
              </a:spcBef>
            </a:pPr>
            <a:r>
              <a:rPr lang="en-US" sz="1200">
                <a:solidFill>
                  <a:schemeClr val="bg1"/>
                </a:solidFill>
              </a:rPr>
              <a:t>Cloud Choice &amp; Keeping customers current with platform upgrades and new features </a:t>
            </a:r>
          </a:p>
          <a:p>
            <a:pPr>
              <a:lnSpc>
                <a:spcPts val="1800"/>
              </a:lnSpc>
              <a:spcBef>
                <a:spcPts val="300"/>
              </a:spcBef>
            </a:pPr>
            <a:r>
              <a:rPr lang="en-US" sz="1200">
                <a:solidFill>
                  <a:schemeClr val="bg1"/>
                </a:solidFill>
              </a:rPr>
              <a:t>Brilliant UX design themes on constellation / React JS (Targeting 8.9 platform version )</a:t>
            </a:r>
          </a:p>
        </p:txBody>
      </p:sp>
      <p:sp>
        <p:nvSpPr>
          <p:cNvPr id="9" name="Text Placeholder 8">
            <a:extLst>
              <a:ext uri="{FF2B5EF4-FFF2-40B4-BE49-F238E27FC236}">
                <a16:creationId xmlns:a16="http://schemas.microsoft.com/office/drawing/2014/main" id="{09FF30B9-3566-9E4F-7AEA-21AFB78D219C}"/>
              </a:ext>
            </a:extLst>
          </p:cNvPr>
          <p:cNvSpPr>
            <a:spLocks noGrp="1"/>
          </p:cNvSpPr>
          <p:nvPr>
            <p:ph type="body" sz="quarter" idx="73"/>
          </p:nvPr>
        </p:nvSpPr>
        <p:spPr/>
        <p:txBody>
          <a:bodyPr/>
          <a:lstStyle/>
          <a:p>
            <a:pPr>
              <a:lnSpc>
                <a:spcPts val="1800"/>
              </a:lnSpc>
              <a:spcBef>
                <a:spcPts val="300"/>
              </a:spcBef>
            </a:pPr>
            <a:r>
              <a:rPr lang="en-US" sz="1200">
                <a:solidFill>
                  <a:schemeClr val="bg1"/>
                </a:solidFill>
              </a:rPr>
              <a:t>We are a no. 1 Pega partner for Justice Domain and will be launching semi-COTS Justice Domain framework</a:t>
            </a:r>
          </a:p>
          <a:p>
            <a:pPr>
              <a:lnSpc>
                <a:spcPts val="1800"/>
              </a:lnSpc>
              <a:spcBef>
                <a:spcPts val="300"/>
              </a:spcBef>
            </a:pPr>
            <a:r>
              <a:rPr lang="en-US" sz="1200">
                <a:solidFill>
                  <a:schemeClr val="bg1"/>
                </a:solidFill>
              </a:rPr>
              <a:t>Bringing agility and low code development techniques to wider public sector organizations, historically working in waterfall methods</a:t>
            </a:r>
          </a:p>
        </p:txBody>
      </p:sp>
      <p:sp>
        <p:nvSpPr>
          <p:cNvPr id="52" name="Text Placeholder 51">
            <a:extLst>
              <a:ext uri="{FF2B5EF4-FFF2-40B4-BE49-F238E27FC236}">
                <a16:creationId xmlns:a16="http://schemas.microsoft.com/office/drawing/2014/main" id="{CFF44487-D7F9-2250-16A3-2C485D35BCD9}"/>
              </a:ext>
            </a:extLst>
          </p:cNvPr>
          <p:cNvSpPr>
            <a:spLocks noGrp="1"/>
          </p:cNvSpPr>
          <p:nvPr>
            <p:ph type="body" sz="quarter" idx="76"/>
          </p:nvPr>
        </p:nvSpPr>
        <p:spPr/>
        <p:txBody>
          <a:bodyPr/>
          <a:lstStyle/>
          <a:p>
            <a:r>
              <a:rPr lang="en-US" sz="1400" b="1">
                <a:solidFill>
                  <a:schemeClr val="accent2"/>
                </a:solidFill>
                <a:latin typeface="+mj-lt"/>
              </a:rPr>
              <a:t>Service Offerings </a:t>
            </a:r>
          </a:p>
        </p:txBody>
      </p:sp>
      <p:sp>
        <p:nvSpPr>
          <p:cNvPr id="56" name="Text Placeholder 55">
            <a:extLst>
              <a:ext uri="{FF2B5EF4-FFF2-40B4-BE49-F238E27FC236}">
                <a16:creationId xmlns:a16="http://schemas.microsoft.com/office/drawing/2014/main" id="{1FC63827-415D-ADBB-AC1F-7626E2A997B4}"/>
              </a:ext>
            </a:extLst>
          </p:cNvPr>
          <p:cNvSpPr>
            <a:spLocks noGrp="1"/>
          </p:cNvSpPr>
          <p:nvPr>
            <p:ph type="body" sz="quarter" idx="78"/>
          </p:nvPr>
        </p:nvSpPr>
        <p:spPr/>
        <p:txBody>
          <a:bodyPr/>
          <a:lstStyle/>
          <a:p>
            <a:r>
              <a:rPr lang="en-US" sz="1200" b="1">
                <a:solidFill>
                  <a:schemeClr val="accent3"/>
                </a:solidFill>
                <a:latin typeface="+mj-lt"/>
              </a:rPr>
              <a:t>For existing Banking and Telecommunications customers-</a:t>
            </a:r>
          </a:p>
        </p:txBody>
      </p:sp>
      <p:sp>
        <p:nvSpPr>
          <p:cNvPr id="57" name="Text Placeholder 56">
            <a:extLst>
              <a:ext uri="{FF2B5EF4-FFF2-40B4-BE49-F238E27FC236}">
                <a16:creationId xmlns:a16="http://schemas.microsoft.com/office/drawing/2014/main" id="{642B0DF5-0086-5F54-FCFA-FF9F3D9688E5}"/>
              </a:ext>
            </a:extLst>
          </p:cNvPr>
          <p:cNvSpPr>
            <a:spLocks noGrp="1"/>
          </p:cNvSpPr>
          <p:nvPr>
            <p:ph type="body" sz="quarter" idx="79"/>
          </p:nvPr>
        </p:nvSpPr>
        <p:spPr/>
        <p:txBody>
          <a:bodyPr/>
          <a:lstStyle/>
          <a:p>
            <a:r>
              <a:rPr lang="en-US" sz="1200" b="1">
                <a:solidFill>
                  <a:schemeClr val="accent3"/>
                </a:solidFill>
                <a:latin typeface="+mj-lt"/>
              </a:rPr>
              <a:t>For Justice and other Public Sector customers-</a:t>
            </a:r>
          </a:p>
        </p:txBody>
      </p:sp>
      <p:sp>
        <p:nvSpPr>
          <p:cNvPr id="10" name="Text Placeholder 9">
            <a:extLst>
              <a:ext uri="{FF2B5EF4-FFF2-40B4-BE49-F238E27FC236}">
                <a16:creationId xmlns:a16="http://schemas.microsoft.com/office/drawing/2014/main" id="{086B1407-6210-D3F7-BFE4-0A1CEE0E7524}"/>
              </a:ext>
            </a:extLst>
          </p:cNvPr>
          <p:cNvSpPr>
            <a:spLocks noGrp="1"/>
          </p:cNvSpPr>
          <p:nvPr>
            <p:ph type="body" sz="quarter" idx="74"/>
          </p:nvPr>
        </p:nvSpPr>
        <p:spPr/>
        <p:txBody>
          <a:bodyPr/>
          <a:lstStyle/>
          <a:p>
            <a:pPr>
              <a:lnSpc>
                <a:spcPts val="1800"/>
              </a:lnSpc>
              <a:spcBef>
                <a:spcPts val="300"/>
              </a:spcBef>
            </a:pPr>
            <a:r>
              <a:rPr lang="en-US" sz="1200">
                <a:solidFill>
                  <a:schemeClr val="bg1"/>
                </a:solidFill>
              </a:rPr>
              <a:t>Collaborate (instead of compete) with other partners to put customer success above everything</a:t>
            </a:r>
          </a:p>
          <a:p>
            <a:pPr>
              <a:lnSpc>
                <a:spcPts val="1800"/>
              </a:lnSpc>
              <a:spcBef>
                <a:spcPts val="300"/>
              </a:spcBef>
            </a:pPr>
            <a:r>
              <a:rPr lang="en-US" sz="1200">
                <a:solidFill>
                  <a:schemeClr val="bg1"/>
                </a:solidFill>
              </a:rPr>
              <a:t>High quality and cost-effective deliveries using our onshore, nearshore and offshore teams</a:t>
            </a:r>
          </a:p>
        </p:txBody>
      </p:sp>
      <p:sp>
        <p:nvSpPr>
          <p:cNvPr id="55" name="Text Placeholder 54">
            <a:extLst>
              <a:ext uri="{FF2B5EF4-FFF2-40B4-BE49-F238E27FC236}">
                <a16:creationId xmlns:a16="http://schemas.microsoft.com/office/drawing/2014/main" id="{9A9872AE-6604-A8AF-A5FB-77C911CCFEE5}"/>
              </a:ext>
            </a:extLst>
          </p:cNvPr>
          <p:cNvSpPr>
            <a:spLocks noGrp="1"/>
          </p:cNvSpPr>
          <p:nvPr>
            <p:ph type="body" sz="quarter" idx="77"/>
          </p:nvPr>
        </p:nvSpPr>
        <p:spPr/>
        <p:txBody>
          <a:bodyPr/>
          <a:lstStyle/>
          <a:p>
            <a:r>
              <a:rPr lang="en-ID"/>
              <a:t>Customer Success</a:t>
            </a:r>
          </a:p>
        </p:txBody>
      </p:sp>
      <p:sp>
        <p:nvSpPr>
          <p:cNvPr id="58" name="Text Placeholder 57">
            <a:extLst>
              <a:ext uri="{FF2B5EF4-FFF2-40B4-BE49-F238E27FC236}">
                <a16:creationId xmlns:a16="http://schemas.microsoft.com/office/drawing/2014/main" id="{84760EDD-46BE-D571-68C9-666F7F04CEA0}"/>
              </a:ext>
            </a:extLst>
          </p:cNvPr>
          <p:cNvSpPr>
            <a:spLocks noGrp="1"/>
          </p:cNvSpPr>
          <p:nvPr>
            <p:ph type="body" sz="quarter" idx="80"/>
          </p:nvPr>
        </p:nvSpPr>
        <p:spPr/>
        <p:txBody>
          <a:bodyPr/>
          <a:lstStyle/>
          <a:p>
            <a:r>
              <a:rPr lang="en-US" sz="1200" b="1">
                <a:solidFill>
                  <a:schemeClr val="accent3"/>
                </a:solidFill>
                <a:latin typeface="+mj-lt"/>
              </a:rPr>
              <a:t>For existing Banking and Telecommunications customers-</a:t>
            </a:r>
          </a:p>
        </p:txBody>
      </p:sp>
      <p:sp>
        <p:nvSpPr>
          <p:cNvPr id="4" name="Text Placeholder 3">
            <a:extLst>
              <a:ext uri="{FF2B5EF4-FFF2-40B4-BE49-F238E27FC236}">
                <a16:creationId xmlns:a16="http://schemas.microsoft.com/office/drawing/2014/main" id="{CE62F3D6-3840-6876-A255-498CA5C27951}"/>
              </a:ext>
            </a:extLst>
          </p:cNvPr>
          <p:cNvSpPr>
            <a:spLocks noGrp="1"/>
          </p:cNvSpPr>
          <p:nvPr>
            <p:ph type="body" sz="quarter" idx="53"/>
          </p:nvPr>
        </p:nvSpPr>
        <p:spPr/>
        <p:txBody>
          <a:bodyPr/>
          <a:lstStyle/>
          <a:p>
            <a:pPr>
              <a:lnSpc>
                <a:spcPts val="1800"/>
              </a:lnSpc>
              <a:spcBef>
                <a:spcPts val="300"/>
              </a:spcBef>
            </a:pPr>
            <a:r>
              <a:rPr lang="en-US" sz="1200">
                <a:solidFill>
                  <a:schemeClr val="bg1"/>
                </a:solidFill>
              </a:rPr>
              <a:t>Double-down on our Pega technology commitment by investing additional USD 2M</a:t>
            </a:r>
          </a:p>
          <a:p>
            <a:pPr>
              <a:lnSpc>
                <a:spcPts val="1800"/>
              </a:lnSpc>
              <a:spcBef>
                <a:spcPts val="300"/>
              </a:spcBef>
            </a:pPr>
            <a:r>
              <a:rPr lang="en-US" sz="1200">
                <a:solidFill>
                  <a:schemeClr val="bg1"/>
                </a:solidFill>
              </a:rPr>
              <a:t>200+ Pega consultants pool by end of  2023</a:t>
            </a:r>
          </a:p>
        </p:txBody>
      </p:sp>
      <p:sp>
        <p:nvSpPr>
          <p:cNvPr id="7" name="Text Placeholder 6">
            <a:extLst>
              <a:ext uri="{FF2B5EF4-FFF2-40B4-BE49-F238E27FC236}">
                <a16:creationId xmlns:a16="http://schemas.microsoft.com/office/drawing/2014/main" id="{1F9E3DF5-FFC5-80B1-E6FA-59B88A1C3086}"/>
              </a:ext>
            </a:extLst>
          </p:cNvPr>
          <p:cNvSpPr>
            <a:spLocks noGrp="1"/>
          </p:cNvSpPr>
          <p:nvPr>
            <p:ph type="body" sz="quarter" idx="71"/>
          </p:nvPr>
        </p:nvSpPr>
        <p:spPr/>
        <p:txBody>
          <a:bodyPr/>
          <a:lstStyle/>
          <a:p>
            <a:pPr>
              <a:lnSpc>
                <a:spcPts val="1800"/>
              </a:lnSpc>
              <a:spcBef>
                <a:spcPts val="300"/>
              </a:spcBef>
            </a:pPr>
            <a:r>
              <a:rPr lang="en-US" sz="1200">
                <a:solidFill>
                  <a:schemeClr val="bg1"/>
                </a:solidFill>
              </a:rPr>
              <a:t>Primary investment regions will be US (East Coast), UK/Europe and India </a:t>
            </a:r>
          </a:p>
          <a:p>
            <a:pPr>
              <a:lnSpc>
                <a:spcPts val="1800"/>
              </a:lnSpc>
              <a:spcBef>
                <a:spcPts val="300"/>
              </a:spcBef>
            </a:pPr>
            <a:r>
              <a:rPr lang="en-US" sz="1200">
                <a:solidFill>
                  <a:schemeClr val="bg1"/>
                </a:solidFill>
              </a:rPr>
              <a:t>Domain focus will be on Justice Domain, Public Services, Banking and Telecommunications</a:t>
            </a:r>
          </a:p>
        </p:txBody>
      </p:sp>
      <p:sp>
        <p:nvSpPr>
          <p:cNvPr id="3" name="Text Placeholder 2">
            <a:extLst>
              <a:ext uri="{FF2B5EF4-FFF2-40B4-BE49-F238E27FC236}">
                <a16:creationId xmlns:a16="http://schemas.microsoft.com/office/drawing/2014/main" id="{2884FE7D-3275-D1AD-83B3-C53F33AE97D3}"/>
              </a:ext>
            </a:extLst>
          </p:cNvPr>
          <p:cNvSpPr>
            <a:spLocks noGrp="1"/>
          </p:cNvSpPr>
          <p:nvPr>
            <p:ph type="body" sz="quarter" idx="47"/>
          </p:nvPr>
        </p:nvSpPr>
        <p:spPr/>
        <p:txBody>
          <a:bodyPr/>
          <a:lstStyle/>
          <a:p>
            <a:r>
              <a:rPr lang="en-US" sz="1400" b="1">
                <a:solidFill>
                  <a:schemeClr val="accent2"/>
                </a:solidFill>
                <a:latin typeface="+mj-lt"/>
              </a:rPr>
              <a:t>Investment</a:t>
            </a:r>
          </a:p>
        </p:txBody>
      </p:sp>
      <p:sp>
        <p:nvSpPr>
          <p:cNvPr id="11" name="Text Placeholder 10">
            <a:extLst>
              <a:ext uri="{FF2B5EF4-FFF2-40B4-BE49-F238E27FC236}">
                <a16:creationId xmlns:a16="http://schemas.microsoft.com/office/drawing/2014/main" id="{7119F5E6-FEE1-B33D-FCF3-F080FAC713EE}"/>
              </a:ext>
            </a:extLst>
          </p:cNvPr>
          <p:cNvSpPr>
            <a:spLocks noGrp="1"/>
          </p:cNvSpPr>
          <p:nvPr>
            <p:ph type="body" sz="quarter" idx="75"/>
          </p:nvPr>
        </p:nvSpPr>
        <p:spPr/>
        <p:txBody>
          <a:bodyPr/>
          <a:lstStyle/>
          <a:p>
            <a:r>
              <a:rPr lang="en-US" sz="1400" b="1">
                <a:solidFill>
                  <a:schemeClr val="accent2"/>
                </a:solidFill>
                <a:latin typeface="+mj-lt"/>
              </a:rPr>
              <a:t>Focus Areas</a:t>
            </a:r>
          </a:p>
        </p:txBody>
      </p:sp>
      <p:sp>
        <p:nvSpPr>
          <p:cNvPr id="15" name="Isosceles Triangle 14">
            <a:extLst>
              <a:ext uri="{FF2B5EF4-FFF2-40B4-BE49-F238E27FC236}">
                <a16:creationId xmlns:a16="http://schemas.microsoft.com/office/drawing/2014/main" id="{5DDBB6C6-F3D4-E6A3-5A81-484CFCB30C5F}"/>
              </a:ext>
            </a:extLst>
          </p:cNvPr>
          <p:cNvSpPr/>
          <p:nvPr/>
        </p:nvSpPr>
        <p:spPr>
          <a:xfrm rot="5400000">
            <a:off x="963148" y="2279700"/>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16" name="Isosceles Triangle 15">
            <a:extLst>
              <a:ext uri="{FF2B5EF4-FFF2-40B4-BE49-F238E27FC236}">
                <a16:creationId xmlns:a16="http://schemas.microsoft.com/office/drawing/2014/main" id="{B6B35631-4B6D-5A98-E8ED-4308256E2CC2}"/>
              </a:ext>
            </a:extLst>
          </p:cNvPr>
          <p:cNvSpPr/>
          <p:nvPr/>
        </p:nvSpPr>
        <p:spPr>
          <a:xfrm rot="5400000">
            <a:off x="963148" y="3027867"/>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1" name="Isosceles Triangle 20">
            <a:extLst>
              <a:ext uri="{FF2B5EF4-FFF2-40B4-BE49-F238E27FC236}">
                <a16:creationId xmlns:a16="http://schemas.microsoft.com/office/drawing/2014/main" id="{F681A862-B3FE-85F2-E470-0ACE9A737DB4}"/>
              </a:ext>
            </a:extLst>
          </p:cNvPr>
          <p:cNvSpPr/>
          <p:nvPr/>
        </p:nvSpPr>
        <p:spPr>
          <a:xfrm rot="5400000">
            <a:off x="963148" y="4992618"/>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2" name="Isosceles Triangle 21">
            <a:extLst>
              <a:ext uri="{FF2B5EF4-FFF2-40B4-BE49-F238E27FC236}">
                <a16:creationId xmlns:a16="http://schemas.microsoft.com/office/drawing/2014/main" id="{3466E552-B38D-D08B-A91A-4EB593C3F8AA}"/>
              </a:ext>
            </a:extLst>
          </p:cNvPr>
          <p:cNvSpPr/>
          <p:nvPr/>
        </p:nvSpPr>
        <p:spPr>
          <a:xfrm rot="5400000">
            <a:off x="963148" y="5500011"/>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4" name="Rectangle: Single Corner Rounded 23">
            <a:extLst>
              <a:ext uri="{FF2B5EF4-FFF2-40B4-BE49-F238E27FC236}">
                <a16:creationId xmlns:a16="http://schemas.microsoft.com/office/drawing/2014/main" id="{6CB50D68-A239-7F5F-F2C8-02AE95DA70CD}"/>
              </a:ext>
            </a:extLst>
          </p:cNvPr>
          <p:cNvSpPr/>
          <p:nvPr/>
        </p:nvSpPr>
        <p:spPr>
          <a:xfrm flipV="1">
            <a:off x="3242830" y="3973360"/>
            <a:ext cx="602114" cy="575086"/>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46" name="Graphic 45">
            <a:extLst>
              <a:ext uri="{FF2B5EF4-FFF2-40B4-BE49-F238E27FC236}">
                <a16:creationId xmlns:a16="http://schemas.microsoft.com/office/drawing/2014/main" id="{7380C535-A270-E562-CC79-5B5C2C4BB5B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54737" y="4086157"/>
            <a:ext cx="378301" cy="378301"/>
          </a:xfrm>
          <a:prstGeom prst="rect">
            <a:avLst/>
          </a:prstGeom>
        </p:spPr>
      </p:pic>
    </p:spTree>
    <p:extLst>
      <p:ext uri="{BB962C8B-B14F-4D97-AF65-F5344CB8AC3E}">
        <p14:creationId xmlns:p14="http://schemas.microsoft.com/office/powerpoint/2010/main" val="4220628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5A156E7F-903A-1DC5-7861-79048B0C9E4F}"/>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t="40" b="40"/>
          <a:stretch/>
        </p:blipFill>
        <p:spPr>
          <a:xfrm>
            <a:off x="1171576" y="1190625"/>
            <a:ext cx="10229849" cy="4781550"/>
          </a:xfrm>
        </p:spPr>
      </p:pic>
      <p:sp>
        <p:nvSpPr>
          <p:cNvPr id="8" name="Rectangle: Rounded Corners 7">
            <a:extLst>
              <a:ext uri="{FF2B5EF4-FFF2-40B4-BE49-F238E27FC236}">
                <a16:creationId xmlns:a16="http://schemas.microsoft.com/office/drawing/2014/main" id="{3B7FBE1A-A5E5-F9FC-8B27-1D0B1ACDC6E0}"/>
              </a:ext>
            </a:extLst>
          </p:cNvPr>
          <p:cNvSpPr/>
          <p:nvPr/>
        </p:nvSpPr>
        <p:spPr>
          <a:xfrm>
            <a:off x="1171575" y="1190625"/>
            <a:ext cx="10229850" cy="4781550"/>
          </a:xfrm>
          <a:prstGeom prst="roundRect">
            <a:avLst>
              <a:gd name="adj" fmla="val 7213"/>
            </a:avLst>
          </a:prstGeom>
          <a:gradFill>
            <a:gsLst>
              <a:gs pos="57000">
                <a:schemeClr val="accent1">
                  <a:alpha val="96000"/>
                </a:schemeClr>
              </a:gs>
              <a:gs pos="100000">
                <a:schemeClr val="accent1">
                  <a:alpha val="21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Text Placeholder 2">
            <a:extLst>
              <a:ext uri="{FF2B5EF4-FFF2-40B4-BE49-F238E27FC236}">
                <a16:creationId xmlns:a16="http://schemas.microsoft.com/office/drawing/2014/main" id="{ECE0495A-BA4F-9B1D-AF2A-4B0568E5C886}"/>
              </a:ext>
            </a:extLst>
          </p:cNvPr>
          <p:cNvSpPr>
            <a:spLocks noGrp="1"/>
          </p:cNvSpPr>
          <p:nvPr>
            <p:ph type="body" sz="quarter" idx="11"/>
          </p:nvPr>
        </p:nvSpPr>
        <p:spPr/>
        <p:txBody>
          <a:bodyPr/>
          <a:lstStyle/>
          <a:p>
            <a:r>
              <a:rPr lang="pt-BR" sz="8000" b="1">
                <a:solidFill>
                  <a:schemeClr val="bg1"/>
                </a:solidFill>
                <a:latin typeface="+mj-lt"/>
              </a:rPr>
              <a:t>THANK YOU</a:t>
            </a:r>
          </a:p>
        </p:txBody>
      </p:sp>
      <p:sp>
        <p:nvSpPr>
          <p:cNvPr id="5" name="Text Placeholder 4">
            <a:extLst>
              <a:ext uri="{FF2B5EF4-FFF2-40B4-BE49-F238E27FC236}">
                <a16:creationId xmlns:a16="http://schemas.microsoft.com/office/drawing/2014/main" id="{427135E9-5FF3-9531-7CE1-84B37195913B}"/>
              </a:ext>
            </a:extLst>
          </p:cNvPr>
          <p:cNvSpPr>
            <a:spLocks noGrp="1"/>
          </p:cNvSpPr>
          <p:nvPr>
            <p:ph type="body" sz="quarter" idx="48"/>
          </p:nvPr>
        </p:nvSpPr>
        <p:spPr/>
        <p:txBody>
          <a:bodyPr/>
          <a:lstStyle/>
          <a:p>
            <a:r>
              <a:rPr lang="en-US" sz="1400" b="1">
                <a:solidFill>
                  <a:schemeClr val="bg1"/>
                </a:solidFill>
                <a:latin typeface="+mj-lt"/>
              </a:rPr>
              <a:t>tony.smith@eaisystems.com</a:t>
            </a:r>
          </a:p>
        </p:txBody>
      </p:sp>
      <p:sp>
        <p:nvSpPr>
          <p:cNvPr id="17" name="Rectangle: Single Corner Rounded 16">
            <a:extLst>
              <a:ext uri="{FF2B5EF4-FFF2-40B4-BE49-F238E27FC236}">
                <a16:creationId xmlns:a16="http://schemas.microsoft.com/office/drawing/2014/main" id="{EDC1EA17-4131-8EA3-AEFC-9BEE9448ED8F}"/>
              </a:ext>
            </a:extLst>
          </p:cNvPr>
          <p:cNvSpPr/>
          <p:nvPr/>
        </p:nvSpPr>
        <p:spPr>
          <a:xfrm flipV="1">
            <a:off x="6891450" y="4321053"/>
            <a:ext cx="1045002" cy="33855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9" name="Group 18">
            <a:extLst>
              <a:ext uri="{FF2B5EF4-FFF2-40B4-BE49-F238E27FC236}">
                <a16:creationId xmlns:a16="http://schemas.microsoft.com/office/drawing/2014/main" id="{EB8D42A2-B92B-246D-3562-4052C09969DA}"/>
              </a:ext>
            </a:extLst>
          </p:cNvPr>
          <p:cNvGrpSpPr/>
          <p:nvPr/>
        </p:nvGrpSpPr>
        <p:grpSpPr>
          <a:xfrm>
            <a:off x="6891448" y="4962932"/>
            <a:ext cx="330837" cy="247784"/>
            <a:chOff x="7538389" y="4084129"/>
            <a:chExt cx="232393" cy="174053"/>
          </a:xfrm>
          <a:solidFill>
            <a:schemeClr val="bg1"/>
          </a:solidFill>
        </p:grpSpPr>
        <p:sp>
          <p:nvSpPr>
            <p:cNvPr id="20" name="Freeform: Shape 19">
              <a:extLst>
                <a:ext uri="{FF2B5EF4-FFF2-40B4-BE49-F238E27FC236}">
                  <a16:creationId xmlns:a16="http://schemas.microsoft.com/office/drawing/2014/main" id="{88842E76-8B21-D19B-CE68-9D835407471C}"/>
                </a:ext>
              </a:extLst>
            </p:cNvPr>
            <p:cNvSpPr/>
            <p:nvPr/>
          </p:nvSpPr>
          <p:spPr>
            <a:xfrm>
              <a:off x="7538389" y="4132758"/>
              <a:ext cx="232392" cy="125424"/>
            </a:xfrm>
            <a:custGeom>
              <a:avLst/>
              <a:gdLst>
                <a:gd name="connsiteX0" fmla="*/ 135618 w 232392"/>
                <a:gd name="connsiteY0" fmla="*/ 64585 h 125424"/>
                <a:gd name="connsiteX1" fmla="*/ 116197 w 232392"/>
                <a:gd name="connsiteY1" fmla="*/ 70477 h 125424"/>
                <a:gd name="connsiteX2" fmla="*/ 96775 w 232392"/>
                <a:gd name="connsiteY2" fmla="*/ 64585 h 125424"/>
                <a:gd name="connsiteX3" fmla="*/ 1547 w 232392"/>
                <a:gd name="connsiteY3" fmla="*/ 1098 h 125424"/>
                <a:gd name="connsiteX4" fmla="*/ 0 w 232392"/>
                <a:gd name="connsiteY4" fmla="*/ 0 h 125424"/>
                <a:gd name="connsiteX5" fmla="*/ 0 w 232392"/>
                <a:gd name="connsiteY5" fmla="*/ 104031 h 125424"/>
                <a:gd name="connsiteX6" fmla="*/ 21393 w 232392"/>
                <a:gd name="connsiteY6" fmla="*/ 125425 h 125424"/>
                <a:gd name="connsiteX7" fmla="*/ 210999 w 232392"/>
                <a:gd name="connsiteY7" fmla="*/ 125425 h 125424"/>
                <a:gd name="connsiteX8" fmla="*/ 232393 w 232392"/>
                <a:gd name="connsiteY8" fmla="*/ 104031 h 125424"/>
                <a:gd name="connsiteX9" fmla="*/ 232393 w 232392"/>
                <a:gd name="connsiteY9" fmla="*/ 0 h 125424"/>
                <a:gd name="connsiteX10" fmla="*/ 230842 w 232392"/>
                <a:gd name="connsiteY10" fmla="*/ 1099 h 12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392" h="125424">
                  <a:moveTo>
                    <a:pt x="135618" y="64585"/>
                  </a:moveTo>
                  <a:cubicBezTo>
                    <a:pt x="129836" y="68439"/>
                    <a:pt x="123121" y="70477"/>
                    <a:pt x="116197" y="70477"/>
                  </a:cubicBezTo>
                  <a:cubicBezTo>
                    <a:pt x="109273" y="70477"/>
                    <a:pt x="102557" y="68439"/>
                    <a:pt x="96775" y="64585"/>
                  </a:cubicBezTo>
                  <a:lnTo>
                    <a:pt x="1547" y="1098"/>
                  </a:lnTo>
                  <a:cubicBezTo>
                    <a:pt x="1019" y="745"/>
                    <a:pt x="504" y="378"/>
                    <a:pt x="0" y="0"/>
                  </a:cubicBezTo>
                  <a:lnTo>
                    <a:pt x="0" y="104031"/>
                  </a:lnTo>
                  <a:cubicBezTo>
                    <a:pt x="0" y="115959"/>
                    <a:pt x="9679" y="125425"/>
                    <a:pt x="21393" y="125425"/>
                  </a:cubicBezTo>
                  <a:lnTo>
                    <a:pt x="210999" y="125425"/>
                  </a:lnTo>
                  <a:cubicBezTo>
                    <a:pt x="222927" y="125425"/>
                    <a:pt x="232393" y="115745"/>
                    <a:pt x="232393" y="104031"/>
                  </a:cubicBezTo>
                  <a:lnTo>
                    <a:pt x="232393" y="0"/>
                  </a:lnTo>
                  <a:cubicBezTo>
                    <a:pt x="231887" y="379"/>
                    <a:pt x="231372" y="747"/>
                    <a:pt x="230842" y="1099"/>
                  </a:cubicBezTo>
                  <a:close/>
                </a:path>
              </a:pathLst>
            </a:custGeom>
            <a:grpFill/>
            <a:ln w="446"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13F7D06D-DD0C-7F6C-11B4-6B052DCD30DB}"/>
                </a:ext>
              </a:extLst>
            </p:cNvPr>
            <p:cNvSpPr/>
            <p:nvPr/>
          </p:nvSpPr>
          <p:spPr>
            <a:xfrm>
              <a:off x="7538389" y="4084129"/>
              <a:ext cx="232393" cy="105488"/>
            </a:xfrm>
            <a:custGeom>
              <a:avLst/>
              <a:gdLst>
                <a:gd name="connsiteX0" fmla="*/ 9101 w 232393"/>
                <a:gd name="connsiteY0" fmla="*/ 38396 h 105488"/>
                <a:gd name="connsiteX1" fmla="*/ 104329 w 232393"/>
                <a:gd name="connsiteY1" fmla="*/ 101883 h 105488"/>
                <a:gd name="connsiteX2" fmla="*/ 116196 w 232393"/>
                <a:gd name="connsiteY2" fmla="*/ 105488 h 105488"/>
                <a:gd name="connsiteX3" fmla="*/ 128064 w 232393"/>
                <a:gd name="connsiteY3" fmla="*/ 101883 h 105488"/>
                <a:gd name="connsiteX4" fmla="*/ 223292 w 232393"/>
                <a:gd name="connsiteY4" fmla="*/ 38396 h 105488"/>
                <a:gd name="connsiteX5" fmla="*/ 232393 w 232393"/>
                <a:gd name="connsiteY5" fmla="*/ 21386 h 105488"/>
                <a:gd name="connsiteX6" fmla="*/ 211007 w 232393"/>
                <a:gd name="connsiteY6" fmla="*/ 0 h 105488"/>
                <a:gd name="connsiteX7" fmla="*/ 21386 w 232393"/>
                <a:gd name="connsiteY7" fmla="*/ 0 h 105488"/>
                <a:gd name="connsiteX8" fmla="*/ 0 w 232393"/>
                <a:gd name="connsiteY8" fmla="*/ 21397 h 105488"/>
                <a:gd name="connsiteX9" fmla="*/ 9101 w 232393"/>
                <a:gd name="connsiteY9" fmla="*/ 38396 h 10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393" h="105488">
                  <a:moveTo>
                    <a:pt x="9101" y="38396"/>
                  </a:moveTo>
                  <a:lnTo>
                    <a:pt x="104329" y="101883"/>
                  </a:lnTo>
                  <a:cubicBezTo>
                    <a:pt x="107933" y="104287"/>
                    <a:pt x="112065" y="105488"/>
                    <a:pt x="116196" y="105488"/>
                  </a:cubicBezTo>
                  <a:cubicBezTo>
                    <a:pt x="120328" y="105488"/>
                    <a:pt x="124460" y="104286"/>
                    <a:pt x="128064" y="101883"/>
                  </a:cubicBezTo>
                  <a:lnTo>
                    <a:pt x="223292" y="38396"/>
                  </a:lnTo>
                  <a:cubicBezTo>
                    <a:pt x="228991" y="34599"/>
                    <a:pt x="232393" y="28244"/>
                    <a:pt x="232393" y="21386"/>
                  </a:cubicBezTo>
                  <a:cubicBezTo>
                    <a:pt x="232393" y="9593"/>
                    <a:pt x="222799" y="0"/>
                    <a:pt x="211007" y="0"/>
                  </a:cubicBezTo>
                  <a:lnTo>
                    <a:pt x="21386" y="0"/>
                  </a:lnTo>
                  <a:cubicBezTo>
                    <a:pt x="9594" y="0"/>
                    <a:pt x="0" y="9594"/>
                    <a:pt x="0" y="21397"/>
                  </a:cubicBezTo>
                  <a:cubicBezTo>
                    <a:pt x="0" y="28244"/>
                    <a:pt x="3402" y="34599"/>
                    <a:pt x="9101" y="38396"/>
                  </a:cubicBezTo>
                  <a:close/>
                </a:path>
              </a:pathLst>
            </a:custGeom>
            <a:grpFill/>
            <a:ln w="446" cap="flat">
              <a:noFill/>
              <a:prstDash val="solid"/>
              <a:miter/>
            </a:ln>
          </p:spPr>
          <p:txBody>
            <a:bodyPr rtlCol="0" anchor="ctr"/>
            <a:lstStyle/>
            <a:p>
              <a:endParaRPr lang="en-ID"/>
            </a:p>
          </p:txBody>
        </p:sp>
      </p:grpSp>
      <p:sp>
        <p:nvSpPr>
          <p:cNvPr id="4" name="Text Placeholder 3">
            <a:extLst>
              <a:ext uri="{FF2B5EF4-FFF2-40B4-BE49-F238E27FC236}">
                <a16:creationId xmlns:a16="http://schemas.microsoft.com/office/drawing/2014/main" id="{273864B4-64C6-1E3D-1C48-C779F52BD1A8}"/>
              </a:ext>
            </a:extLst>
          </p:cNvPr>
          <p:cNvSpPr>
            <a:spLocks noGrp="1"/>
          </p:cNvSpPr>
          <p:nvPr>
            <p:ph type="body" sz="quarter" idx="47"/>
          </p:nvPr>
        </p:nvSpPr>
        <p:spPr/>
        <p:txBody>
          <a:bodyPr/>
          <a:lstStyle/>
          <a:p>
            <a:r>
              <a:rPr lang="en-ID"/>
              <a:t>Contact:</a:t>
            </a:r>
          </a:p>
        </p:txBody>
      </p:sp>
    </p:spTree>
    <p:extLst>
      <p:ext uri="{BB962C8B-B14F-4D97-AF65-F5344CB8AC3E}">
        <p14:creationId xmlns:p14="http://schemas.microsoft.com/office/powerpoint/2010/main" val="3467645054"/>
      </p:ext>
    </p:extLst>
  </p:cSld>
  <p:clrMapOvr>
    <a:masterClrMapping/>
  </p:clrMapOvr>
</p:sld>
</file>

<file path=ppt/theme/theme1.xml><?xml version="1.0" encoding="utf-8"?>
<a:theme xmlns:a="http://schemas.openxmlformats.org/drawingml/2006/main" name="Custom Design">
  <a:themeElements>
    <a:clrScheme name="Custom 866">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78">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Custom 865">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79">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EAI">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8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9D6FCB4E9A88C4CA37C269475A4C878" ma:contentTypeVersion="17" ma:contentTypeDescription="Create a new document." ma:contentTypeScope="" ma:versionID="3a9579a0bb24b2212f0f3c44bd9ef9d2">
  <xsd:schema xmlns:xsd="http://www.w3.org/2001/XMLSchema" xmlns:xs="http://www.w3.org/2001/XMLSchema" xmlns:p="http://schemas.microsoft.com/office/2006/metadata/properties" xmlns:ns2="9e346ee6-eb2a-4b15-b52a-32df2ddfbeb8" xmlns:ns3="8142fb8a-09e9-4a8e-89cd-2b20ad36a883" targetNamespace="http://schemas.microsoft.com/office/2006/metadata/properties" ma:root="true" ma:fieldsID="ffd3a5b37b3fc23014421f281d6bd5de" ns2:_="" ns3:_="">
    <xsd:import namespace="9e346ee6-eb2a-4b15-b52a-32df2ddfbeb8"/>
    <xsd:import namespace="8142fb8a-09e9-4a8e-89cd-2b20ad36a88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346ee6-eb2a-4b15-b52a-32df2ddfbe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43853fc-66d3-4f4d-9f18-5fdabfd7ba9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142fb8a-09e9-4a8e-89cd-2b20ad36a88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615b6d92-31ec-4c09-95ee-b5d44a9e4e62}" ma:internalName="TaxCatchAll" ma:showField="CatchAllData" ma:web="8142fb8a-09e9-4a8e-89cd-2b20ad36a8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e346ee6-eb2a-4b15-b52a-32df2ddfbeb8">
      <Terms xmlns="http://schemas.microsoft.com/office/infopath/2007/PartnerControls"/>
    </lcf76f155ced4ddcb4097134ff3c332f>
    <TaxCatchAll xmlns="8142fb8a-09e9-4a8e-89cd-2b20ad36a883" xsi:nil="true"/>
  </documentManagement>
</p:properties>
</file>

<file path=customXml/itemProps1.xml><?xml version="1.0" encoding="utf-8"?>
<ds:datastoreItem xmlns:ds="http://schemas.openxmlformats.org/officeDocument/2006/customXml" ds:itemID="{3213C488-9FF9-4875-ACB3-F39097D3BF7D}">
  <ds:schemaRefs>
    <ds:schemaRef ds:uri="http://schemas.microsoft.com/sharepoint/v3/contenttype/forms"/>
  </ds:schemaRefs>
</ds:datastoreItem>
</file>

<file path=customXml/itemProps2.xml><?xml version="1.0" encoding="utf-8"?>
<ds:datastoreItem xmlns:ds="http://schemas.openxmlformats.org/officeDocument/2006/customXml" ds:itemID="{58427940-36C5-4DCA-84F1-57356F000E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346ee6-eb2a-4b15-b52a-32df2ddfbeb8"/>
    <ds:schemaRef ds:uri="8142fb8a-09e9-4a8e-89cd-2b20ad36a8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72681DE-4537-49DF-9A7A-2A13F63E5EB1}">
  <ds:schemaRefs>
    <ds:schemaRef ds:uri="http://schemas.microsoft.com/office/2006/metadata/properties"/>
    <ds:schemaRef ds:uri="http://schemas.microsoft.com/office/infopath/2007/PartnerControls"/>
    <ds:schemaRef ds:uri="9e346ee6-eb2a-4b15-b52a-32df2ddfbeb8"/>
    <ds:schemaRef ds:uri="8142fb8a-09e9-4a8e-89cd-2b20ad36a883"/>
  </ds:schemaRefs>
</ds:datastoreItem>
</file>

<file path=docProps/app.xml><?xml version="1.0" encoding="utf-8"?>
<Properties xmlns="http://schemas.openxmlformats.org/officeDocument/2006/extended-properties" xmlns:vt="http://schemas.openxmlformats.org/officeDocument/2006/docPropsVTypes">
  <Template/>
  <TotalTime>0</TotalTime>
  <Words>1217</Words>
  <Application>Microsoft Office PowerPoint</Application>
  <PresentationFormat>Widescreen</PresentationFormat>
  <Paragraphs>134</Paragraphs>
  <Slides>10</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10</vt:i4>
      </vt:variant>
    </vt:vector>
  </HeadingPairs>
  <TitlesOfParts>
    <vt:vector size="16" baseType="lpstr">
      <vt:lpstr>Arial</vt:lpstr>
      <vt:lpstr>Calibri</vt:lpstr>
      <vt:lpstr>Open Sans</vt:lpstr>
      <vt:lpstr>Custom Design</vt:lpstr>
      <vt:lpstr>1_Custom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SlideFactory</dc:creator>
  <cp:lastModifiedBy>Kailas Lovlekar</cp:lastModifiedBy>
  <cp:revision>669</cp:revision>
  <dcterms:created xsi:type="dcterms:W3CDTF">2019-01-23T07:32:06Z</dcterms:created>
  <dcterms:modified xsi:type="dcterms:W3CDTF">2026-05-09T06:36:47Z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0x01010059D6FCB4E9A88C4CA37C269475A4C878</vt:lpwstr>
  </property>
  <property fmtid="{D5CDD505-2E9C-101B-9397-08002B2CF9AE}" pid="3" name="MediaServiceImageTags">
    <vt:lpwstr/>
  </property>
</Properties>
</file>